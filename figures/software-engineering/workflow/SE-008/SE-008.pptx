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c0d1ca067046a5" /><Relationship Type="http://schemas.openxmlformats.org/officeDocument/2006/relationships/extended-properties" Target="/docProps/app.xml" Id="Rf71e8e3cdad34551" /><Relationship Type="http://schemas.openxmlformats.org/officeDocument/2006/relationships/officeDocument" Target="/ppt/presentation.xml" Id="R53b6992fc753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06a9b93dc4827"/>
  </p:sldMasterIdLst>
  <p:notesMasterIdLst>
    <p:notesMasterId xmlns:r="http://schemas.openxmlformats.org/officeDocument/2006/relationships" r:id="R1625d97328744ce4"/>
  </p:notesMasterIdLst>
  <p:sldIdLst>
    <p:sldId xmlns:r="http://schemas.openxmlformats.org/officeDocument/2006/relationships" id="256" r:id="Rf84730b5a58c4f1d"/>
  </p:sldIdLst>
  <p:sldSz cx="13916025" cy="4486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d0478b8f014d1a" /><Relationship Type="http://schemas.openxmlformats.org/officeDocument/2006/relationships/slideMaster" Target="/ppt/slideMasters/slideMaster1.xml" Id="Rbd406a9b93dc4827" /><Relationship Type="http://schemas.openxmlformats.org/officeDocument/2006/relationships/notesMaster" Target="/ppt/notesMasters/notesMaster1.xml" Id="R1625d97328744ce4" /><Relationship Type="http://schemas.openxmlformats.org/officeDocument/2006/relationships/presProps" Target="/ppt/presProps.xml" Id="Rb00122ce260c42ef" /><Relationship Type="http://schemas.openxmlformats.org/officeDocument/2006/relationships/tableStyles" Target="/ppt/tableStyles.xml" Id="R43cf6d508c2149f8" /><Relationship Type="http://schemas.openxmlformats.org/officeDocument/2006/relationships/slide" Target="/ppt/slides/slide1.xml" Id="Rf84730b5a58c4f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4849ffadc94e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274e5edd054e55" /><Relationship Type="http://schemas.openxmlformats.org/officeDocument/2006/relationships/notesMaster" Target="/ppt/notesMasters/notesMaster1.xml" Id="Ref4b25f98a4c493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素材ID：SE-008</ns1:t>
            </ns1:r>
          </ns1:p>
          <ns1:p>
            <ns1:r>
              <ns1:t>论文：Exploring ChatGPT App Ecosystem: Distribution, Deployment and Security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类型：研究流程</ns1:t>
            </ns1:r>
          </ns1:p>
          <ns1:p>
            <ns1:r>
              <ns1:t>借鉴点：真实用户请求穿过应用生态，叠加三层彩色虚线审计路径；适合把实际业务流程与测量方法同图对齐。</ns1:t>
            </ns1:r>
          </ns1:p>
          <ns1:p>
            <ns1:r>
              <ns1:t>论文URL：https://cosunshine.github.io/files/chatgpt-app.pdf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4f5bad99c47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d2481c7d7d4132" /><Relationship Type="http://schemas.openxmlformats.org/officeDocument/2006/relationships/slideLayout" Target="/ppt/slideLayouts/slideLayout1.xml" Id="R1e00f1c981a645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0f1c981a645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ff97c612a4fbc" /><Relationship Type="http://schemas.openxmlformats.org/officeDocument/2006/relationships/image" Target="/ppt/media/image.png" Id="R8f6fbe8b7e21402e" /><Relationship Type="http://schemas.openxmlformats.org/officeDocument/2006/relationships/image" Target="/ppt/media/image2.png" Id="R609a8078fff3464c" /><Relationship Type="http://schemas.openxmlformats.org/officeDocument/2006/relationships/image" Target="/ppt/media/image3.png" Id="Rfc86fd718dd847f0" /><Relationship Type="http://schemas.openxmlformats.org/officeDocument/2006/relationships/image" Target="/ppt/media/image4.png" Id="R0a9cd867d169471f" /><Relationship Type="http://schemas.openxmlformats.org/officeDocument/2006/relationships/image" Target="/ppt/media/image5.png" Id="R0cf63abe2391477a" /><Relationship Type="http://schemas.openxmlformats.org/officeDocument/2006/relationships/image" Target="/ppt/media/image6.png" Id="R95f1935667c8449a" /><Relationship Type="http://schemas.openxmlformats.org/officeDocument/2006/relationships/image" Target="/ppt/media/image7.png" Id="Rab54879a98524444" /><Relationship Type="http://schemas.openxmlformats.org/officeDocument/2006/relationships/image" Target="/ppt/media/image8.png" Id="R4b3c005d3182485e" /><Relationship Type="http://schemas.openxmlformats.org/officeDocument/2006/relationships/image" Target="/ppt/media/image9.png" Id="R85483dcf13034517" /><Relationship Type="http://schemas.openxmlformats.org/officeDocument/2006/relationships/image" Target="/ppt/media/image10.png" Id="Rdfe0dfc7c3db4787" /><Relationship Type="http://schemas.openxmlformats.org/officeDocument/2006/relationships/image" Target="/ppt/media/image11.png" Id="Re305d57643c54993" /><Relationship Type="http://schemas.openxmlformats.org/officeDocument/2006/relationships/image" Target="/ppt/media/image12.png" Id="R4ffd2cf8c1a34c21" /><Relationship Type="http://schemas.openxmlformats.org/officeDocument/2006/relationships/image" Target="/ppt/media/image13.png" Id="R62dbdd6b05cf4ae1" /><Relationship Type="http://schemas.openxmlformats.org/officeDocument/2006/relationships/image" Target="/ppt/media/image14.png" Id="R22572319002b4f29" /><Relationship Type="http://schemas.openxmlformats.org/officeDocument/2006/relationships/image" Target="/ppt/media/image15.png" Id="R53f8a71b5c654a2a" /><Relationship Type="http://schemas.openxmlformats.org/officeDocument/2006/relationships/image" Target="/ppt/media/image16.png" Id="R9f25532f97cd45bc" /><Relationship Type="http://schemas.openxmlformats.org/officeDocument/2006/relationships/image" Target="/ppt/media/image17.png" Id="Rd828e34833fd4568" /><Relationship Type="http://schemas.openxmlformats.org/officeDocument/2006/relationships/image" Target="/ppt/media/image18.png" Id="R06c0b1628a754b45" /><Relationship Type="http://schemas.openxmlformats.org/officeDocument/2006/relationships/image" Target="/ppt/media/image19.png" Id="R474a54683471485a" /><Relationship Type="http://schemas.openxmlformats.org/officeDocument/2006/relationships/image" Target="/ppt/media/image20.png" Id="R53084f773f7e478c" /><Relationship Type="http://schemas.openxmlformats.org/officeDocument/2006/relationships/image" Target="/ppt/media/image21.png" Id="R9de0d6aed8f14c0d" /><Relationship Type="http://schemas.openxmlformats.org/officeDocument/2006/relationships/image" Target="/ppt/media/image22.png" Id="R6c1c12f9b33d4cfd" /><Relationship Type="http://schemas.openxmlformats.org/officeDocument/2006/relationships/image" Target="/ppt/media/image23.png" Id="Raa8bc0ebd5ab4881" /><Relationship Type="http://schemas.openxmlformats.org/officeDocument/2006/relationships/image" Target="/ppt/media/image24.png" Id="R64acdd78e08e41ef" /><Relationship Type="http://schemas.openxmlformats.org/officeDocument/2006/relationships/image" Target="/ppt/media/image25.png" Id="R67b463a132d149c9" /><Relationship Type="http://schemas.openxmlformats.org/officeDocument/2006/relationships/image" Target="/ppt/media/image26.png" Id="R1e0ac24c9a124057" /><Relationship Type="http://schemas.openxmlformats.org/officeDocument/2006/relationships/image" Target="/ppt/media/image27.png" Id="Rda67fb5a55ba49da" /><Relationship Type="http://schemas.openxmlformats.org/officeDocument/2006/relationships/image" Target="/ppt/media/image28.png" Id="R28353c9c7cda4b5d" /><Relationship Type="http://schemas.openxmlformats.org/officeDocument/2006/relationships/image" Target="/ppt/media/image29.png" Id="Rc3e3c3b40e744bbf" /><Relationship Type="http://schemas.openxmlformats.org/officeDocument/2006/relationships/image" Target="/ppt/media/image30.png" Id="R4e2878a565da41df" /><Relationship Type="http://schemas.openxmlformats.org/officeDocument/2006/relationships/image" Target="/ppt/media/image31.png" Id="R6e6edcffaefa4c14" /><Relationship Type="http://schemas.openxmlformats.org/officeDocument/2006/relationships/image" Target="/ppt/media/image32.png" Id="R3bb7cfa8e3d14fac" /><Relationship Type="http://schemas.openxmlformats.org/officeDocument/2006/relationships/image" Target="/ppt/media/image33.png" Id="R7645eda6447548dc" /><Relationship Type="http://schemas.openxmlformats.org/officeDocument/2006/relationships/image" Target="/ppt/media/image34.png" Id="R953e140d58214c8a" /><Relationship Type="http://schemas.openxmlformats.org/officeDocument/2006/relationships/image" Target="/ppt/media/image35.png" Id="Rf9744a6b98af46b3" /><Relationship Type="http://schemas.openxmlformats.org/officeDocument/2006/relationships/image" Target="/ppt/media/image36.png" Id="R1b4237b645d148fa" /><Relationship Type="http://schemas.openxmlformats.org/officeDocument/2006/relationships/image" Target="/ppt/media/image37.png" Id="Rbf48b125bdd44b2d" /><Relationship Type="http://schemas.openxmlformats.org/officeDocument/2006/relationships/image" Target="/ppt/media/image38.png" Id="R3338a601e4c4493c" /><Relationship Type="http://schemas.openxmlformats.org/officeDocument/2006/relationships/image" Target="/ppt/media/image39.png" Id="R62b6bc5ce35945f6" /><Relationship Type="http://schemas.openxmlformats.org/officeDocument/2006/relationships/image" Target="/ppt/media/image40.png" Id="R41b61235148e407e" /><Relationship Type="http://schemas.openxmlformats.org/officeDocument/2006/relationships/image" Target="/ppt/media/image41.png" Id="Red0e6b1247834640" /><Relationship Type="http://schemas.openxmlformats.org/officeDocument/2006/relationships/image" Target="/ppt/media/image42.png" Id="R7a8dc5bc0d3347eb" /><Relationship Type="http://schemas.openxmlformats.org/officeDocument/2006/relationships/image" Target="/ppt/media/image43.png" Id="R076764a3969a49e3" /><Relationship Type="http://schemas.openxmlformats.org/officeDocument/2006/relationships/image" Target="/ppt/media/image44.png" Id="Rfeb34dd87f0a45cf" /><Relationship Type="http://schemas.openxmlformats.org/officeDocument/2006/relationships/image" Target="/ppt/media/image45.png" Id="Ra402fd99d82c4408" /><Relationship Type="http://schemas.openxmlformats.org/officeDocument/2006/relationships/image" Target="/ppt/media/image46.png" Id="R201a5e384f544c5f" /><Relationship Type="http://schemas.openxmlformats.org/officeDocument/2006/relationships/image" Target="/ppt/media/image47.png" Id="Rb6481ac52fd34c72" /><Relationship Type="http://schemas.openxmlformats.org/officeDocument/2006/relationships/image" Target="/ppt/media/image48.png" Id="R20613f89685f4f48" /><Relationship Type="http://schemas.openxmlformats.org/officeDocument/2006/relationships/image" Target="/ppt/media/image49.png" Id="Rd0a7fa4db75c4bee" /><Relationship Type="http://schemas.openxmlformats.org/officeDocument/2006/relationships/image" Target="/ppt/media/image50.png" Id="Rba5136d90df14a55" /><Relationship Type="http://schemas.openxmlformats.org/officeDocument/2006/relationships/image" Target="/ppt/media/image51.png" Id="R0308ad4b63cd4c2f" /><Relationship Type="http://schemas.openxmlformats.org/officeDocument/2006/relationships/image" Target="/ppt/media/image52.png" Id="Rcd8518732fdc4a06" /><Relationship Type="http://schemas.openxmlformats.org/officeDocument/2006/relationships/notesSlide" Target="/ppt/notesSlides/notesSlide1.xml" Id="R6feb1b59139f4c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24E1F-BA2D-41E1-B787-72C9FE6F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19602"/>
            <a:ext cx="13864647" cy="4466673"/>
          </a:xfrm>
          <a:custGeom xmlns:a="http://schemas.openxmlformats.org/drawingml/2006/main">
            <a:pathLst>
              <a:path w="13864647" h="4466673">
                <a:moveTo>
                  <a:pt x="0" y="4466673"/>
                </a:moveTo>
                <a:lnTo>
                  <a:pt x="13864647" y="4466673"/>
                </a:lnTo>
                <a:lnTo>
                  <a:pt x="13864647" y="0"/>
                </a:lnTo>
                <a:lnTo>
                  <a:pt x="0" y="0"/>
                </a:lnTo>
                <a:lnTo>
                  <a:pt x="0" y="44666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fbe8b7e21402e"/>
          <a:stretch xmlns:a="http://schemas.openxmlformats.org/drawingml/2006/main"/>
        </p:blipFill>
        <p:spPr>
          <a:xfrm xmlns:a="http://schemas.openxmlformats.org/drawingml/2006/main">
            <a:off x="3944583" y="227857"/>
            <a:ext cx="6882367" cy="974434"/>
          </a:xfrm>
          <a:prstGeom xmlns:a="http://schemas.openxmlformats.org/drawingml/2006/main" prst="rect">
            <a:avLst/>
          </a:prstGeom>
        </p:spPr>
      </p:pic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a8078fff3464c"/>
          <a:stretch xmlns:a="http://schemas.openxmlformats.org/drawingml/2006/main"/>
        </p:blipFill>
        <p:spPr>
          <a:xfrm xmlns:a="http://schemas.openxmlformats.org/drawingml/2006/main">
            <a:off x="3935443" y="1194635"/>
            <a:ext cx="984822" cy="2927109"/>
          </a:xfrm>
          <a:prstGeom xmlns:a="http://schemas.openxmlformats.org/drawingml/2006/main" prst="rect">
            <a:avLst/>
          </a:prstGeom>
        </p:spPr>
      </p:pic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6fd718dd847f0"/>
          <a:stretch xmlns:a="http://schemas.openxmlformats.org/drawingml/2006/main"/>
        </p:blipFill>
        <p:spPr>
          <a:xfrm xmlns:a="http://schemas.openxmlformats.org/drawingml/2006/main">
            <a:off x="9851268" y="1194635"/>
            <a:ext cx="984822" cy="2927109"/>
          </a:xfrm>
          <a:prstGeom xmlns:a="http://schemas.openxmlformats.org/drawingml/2006/main" prst="rect">
            <a:avLst/>
          </a:prstGeom>
        </p:spPr>
      </p:pic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cd867d169471f"/>
          <a:stretch xmlns:a="http://schemas.openxmlformats.org/drawingml/2006/main"/>
        </p:blipFill>
        <p:spPr>
          <a:xfrm xmlns:a="http://schemas.openxmlformats.org/drawingml/2006/main">
            <a:off x="4974393" y="4055678"/>
            <a:ext cx="4822774" cy="66065"/>
          </a:xfrm>
          <a:prstGeom xmlns:a="http://schemas.openxmlformats.org/drawingml/2006/main" prst="rect">
            <a:avLst/>
          </a:prstGeom>
        </p:spPr>
      </p:pic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A2E3D-316E-40B9-B570-C98F6A77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409" y="254432"/>
            <a:ext cx="6803850" cy="3795960"/>
          </a:xfrm>
          <a:custGeom xmlns:a="http://schemas.openxmlformats.org/drawingml/2006/main">
            <a:pathLst>
              <a:path w="6803850" h="3795960">
                <a:moveTo>
                  <a:pt x="0" y="107585"/>
                </a:moveTo>
                <a:cubicBezTo>
                  <a:pt x="0" y="48120"/>
                  <a:pt x="48120" y="0"/>
                  <a:pt x="107613" y="0"/>
                </a:cubicBezTo>
                <a:lnTo>
                  <a:pt x="6696265" y="0"/>
                </a:lnTo>
                <a:cubicBezTo>
                  <a:pt x="6755730" y="0"/>
                  <a:pt x="6803850" y="48120"/>
                  <a:pt x="6803850" y="107585"/>
                </a:cubicBezTo>
                <a:lnTo>
                  <a:pt x="6803850" y="3688375"/>
                </a:lnTo>
                <a:cubicBezTo>
                  <a:pt x="6803850" y="3747868"/>
                  <a:pt x="6755730" y="3795960"/>
                  <a:pt x="6696265" y="3795960"/>
                </a:cubicBezTo>
                <a:lnTo>
                  <a:pt x="107613" y="3795960"/>
                </a:lnTo>
                <a:cubicBezTo>
                  <a:pt x="48120" y="3795960"/>
                  <a:pt x="0" y="3747868"/>
                  <a:pt x="0" y="3688375"/>
                </a:cubicBezTo>
                <a:lnTo>
                  <a:pt x="0" y="10758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4AC55-3EAD-47E8-B3BC-7BAC1322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094" y="249117"/>
            <a:ext cx="6814480" cy="3806590"/>
          </a:xfrm>
          <a:custGeom xmlns:a="http://schemas.openxmlformats.org/drawingml/2006/main">
            <a:pathLst>
              <a:path w="6814480" h="3806590">
                <a:moveTo>
                  <a:pt x="5315" y="112900"/>
                </a:moveTo>
                <a:lnTo>
                  <a:pt x="29" y="112900"/>
                </a:lnTo>
                <a:cubicBezTo>
                  <a:pt x="0" y="81725"/>
                  <a:pt x="12630" y="53464"/>
                  <a:pt x="33061" y="33033"/>
                </a:cubicBezTo>
                <a:cubicBezTo>
                  <a:pt x="53464" y="12630"/>
                  <a:pt x="81725" y="0"/>
                  <a:pt x="112928" y="0"/>
                </a:cubicBezTo>
                <a:lnTo>
                  <a:pt x="6701580" y="0"/>
                </a:lnTo>
                <a:cubicBezTo>
                  <a:pt x="6732756" y="0"/>
                  <a:pt x="6761016" y="12630"/>
                  <a:pt x="6781419" y="33033"/>
                </a:cubicBezTo>
                <a:cubicBezTo>
                  <a:pt x="6801850" y="53464"/>
                  <a:pt x="6814480" y="81725"/>
                  <a:pt x="6814480" y="112900"/>
                </a:cubicBezTo>
                <a:lnTo>
                  <a:pt x="6814480" y="3693690"/>
                </a:lnTo>
                <a:cubicBezTo>
                  <a:pt x="6814480" y="3724894"/>
                  <a:pt x="6801850" y="3753155"/>
                  <a:pt x="6781419" y="3773557"/>
                </a:cubicBezTo>
                <a:cubicBezTo>
                  <a:pt x="6761016" y="3793960"/>
                  <a:pt x="6732756" y="3806590"/>
                  <a:pt x="6701580" y="3806590"/>
                </a:cubicBezTo>
                <a:lnTo>
                  <a:pt x="112928" y="3806590"/>
                </a:lnTo>
                <a:cubicBezTo>
                  <a:pt x="81725" y="3806590"/>
                  <a:pt x="53464" y="3793960"/>
                  <a:pt x="33061" y="3773557"/>
                </a:cubicBezTo>
                <a:cubicBezTo>
                  <a:pt x="12630" y="3753155"/>
                  <a:pt x="0" y="3724894"/>
                  <a:pt x="29" y="3693690"/>
                </a:cubicBezTo>
                <a:lnTo>
                  <a:pt x="29" y="112900"/>
                </a:lnTo>
                <a:lnTo>
                  <a:pt x="10630" y="112900"/>
                </a:lnTo>
                <a:lnTo>
                  <a:pt x="10630" y="3693690"/>
                </a:lnTo>
                <a:cubicBezTo>
                  <a:pt x="10630" y="3750240"/>
                  <a:pt x="56378" y="3795989"/>
                  <a:pt x="112928" y="3795989"/>
                </a:cubicBezTo>
                <a:lnTo>
                  <a:pt x="6701580" y="3795989"/>
                </a:lnTo>
                <a:cubicBezTo>
                  <a:pt x="6758130" y="3795989"/>
                  <a:pt x="6803850" y="3750240"/>
                  <a:pt x="6803850" y="3693690"/>
                </a:cubicBezTo>
                <a:lnTo>
                  <a:pt x="6803850" y="112900"/>
                </a:lnTo>
                <a:cubicBezTo>
                  <a:pt x="6803850" y="56350"/>
                  <a:pt x="6758130" y="10630"/>
                  <a:pt x="6701580" y="10630"/>
                </a:cubicBezTo>
                <a:lnTo>
                  <a:pt x="112928" y="10630"/>
                </a:lnTo>
                <a:cubicBezTo>
                  <a:pt x="56378" y="10630"/>
                  <a:pt x="10630" y="56350"/>
                  <a:pt x="10630" y="112900"/>
                </a:cubicBezTo>
                <a:lnTo>
                  <a:pt x="5315" y="112900"/>
                </a:lnTo>
              </a:path>
            </a:pathLst>
          </a:custGeom>
          <a:solidFill xmlns:a="http://schemas.openxmlformats.org/drawingml/2006/main">
            <a:srgbClr val="DCDD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A8F13-942E-4035-A30B-5C822364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240" y="1212637"/>
            <a:ext cx="1572025" cy="95612"/>
          </a:xfrm>
          <a:custGeom xmlns:a="http://schemas.openxmlformats.org/drawingml/2006/main">
            <a:pathLst>
              <a:path w="1572025" h="95612">
                <a:moveTo>
                  <a:pt x="1476985" y="95612"/>
                </a:moveTo>
                <a:lnTo>
                  <a:pt x="1572025" y="46520"/>
                </a:lnTo>
                <a:lnTo>
                  <a:pt x="1475813" y="0"/>
                </a:lnTo>
                <a:lnTo>
                  <a:pt x="1476204" y="31868"/>
                </a:lnTo>
                <a:lnTo>
                  <a:pt x="0" y="50978"/>
                </a:lnTo>
                <a:lnTo>
                  <a:pt x="429" y="82867"/>
                </a:lnTo>
                <a:lnTo>
                  <a:pt x="1476594" y="63730"/>
                </a:lnTo>
                <a:lnTo>
                  <a:pt x="1476985" y="9561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63abe2391477a"/>
          <a:stretch xmlns:a="http://schemas.openxmlformats.org/drawingml/2006/main"/>
        </p:blipFill>
        <p:spPr>
          <a:xfrm xmlns:a="http://schemas.openxmlformats.org/drawingml/2006/main">
            <a:off x="9475795" y="348958"/>
            <a:ext cx="244495" cy="237887"/>
          </a:xfrm>
          <a:prstGeom xmlns:a="http://schemas.openxmlformats.org/drawingml/2006/main" prst="rect">
            <a:avLst/>
          </a:prstGeom>
        </p:spPr>
      </p:pic>
      <p:sp>
        <p:nvSpPr>
          <p:cNvPr id="10" name="Text ChatGPT">
            <a:extLst xmlns:a="http://schemas.openxmlformats.org/drawingml/2006/main">
              <a:ext uri="{FF2B5EF4-FFF2-40B4-BE49-F238E27FC236}">
                <a16:creationId xmlns:a16="http://schemas.microsoft.com/office/drawing/2014/main" id="{EA1B4E97-57F8-43A1-ACA5-8204171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969" y="407513"/>
            <a:ext cx="799410" cy="135605"/>
          </a:xfrm>
          <a:custGeom xmlns:a="http://schemas.openxmlformats.org/drawingml/2006/main">
            <a:pathLst>
              <a:path w="799410" h="135605">
                <a:moveTo>
                  <a:pt x="117339" y="109696"/>
                </a:moveTo>
                <a:cubicBezTo>
                  <a:pt x="104208" y="126927"/>
                  <a:pt x="88028" y="135542"/>
                  <a:pt x="68798" y="135542"/>
                </a:cubicBezTo>
                <a:cubicBezTo>
                  <a:pt x="49568" y="135542"/>
                  <a:pt x="34352" y="131511"/>
                  <a:pt x="23150" y="123448"/>
                </a:cubicBezTo>
                <a:cubicBezTo>
                  <a:pt x="15745" y="118199"/>
                  <a:pt x="10035" y="110903"/>
                  <a:pt x="6021" y="101560"/>
                </a:cubicBezTo>
                <a:cubicBezTo>
                  <a:pt x="2007" y="92216"/>
                  <a:pt x="0" y="82762"/>
                  <a:pt x="0" y="73200"/>
                </a:cubicBezTo>
                <a:cubicBezTo>
                  <a:pt x="0" y="52937"/>
                  <a:pt x="6597" y="36948"/>
                  <a:pt x="19790" y="25230"/>
                </a:cubicBezTo>
                <a:cubicBezTo>
                  <a:pt x="32983" y="13513"/>
                  <a:pt x="49381" y="7655"/>
                  <a:pt x="68985" y="7655"/>
                </a:cubicBezTo>
                <a:cubicBezTo>
                  <a:pt x="78133" y="7655"/>
                  <a:pt x="87079" y="9009"/>
                  <a:pt x="95822" y="11718"/>
                </a:cubicBezTo>
                <a:cubicBezTo>
                  <a:pt x="104566" y="14425"/>
                  <a:pt x="109591" y="15841"/>
                  <a:pt x="110898" y="15966"/>
                </a:cubicBezTo>
                <a:cubicBezTo>
                  <a:pt x="113076" y="29414"/>
                  <a:pt x="114477" y="39328"/>
                  <a:pt x="115099" y="45709"/>
                </a:cubicBezTo>
                <a:cubicBezTo>
                  <a:pt x="112299" y="47272"/>
                  <a:pt x="109560" y="47585"/>
                  <a:pt x="106884" y="46648"/>
                </a:cubicBezTo>
                <a:cubicBezTo>
                  <a:pt x="103959" y="36765"/>
                  <a:pt x="99556" y="29071"/>
                  <a:pt x="93675" y="23568"/>
                </a:cubicBezTo>
                <a:cubicBezTo>
                  <a:pt x="87794" y="18062"/>
                  <a:pt x="78880" y="15309"/>
                  <a:pt x="66931" y="15309"/>
                </a:cubicBezTo>
                <a:cubicBezTo>
                  <a:pt x="55729" y="15309"/>
                  <a:pt x="46581" y="20533"/>
                  <a:pt x="39487" y="30980"/>
                </a:cubicBezTo>
                <a:cubicBezTo>
                  <a:pt x="32392" y="41425"/>
                  <a:pt x="28845" y="54278"/>
                  <a:pt x="28845" y="69539"/>
                </a:cubicBezTo>
                <a:cubicBezTo>
                  <a:pt x="28845" y="84677"/>
                  <a:pt x="32734" y="97813"/>
                  <a:pt x="40513" y="108947"/>
                </a:cubicBezTo>
                <a:cubicBezTo>
                  <a:pt x="48292" y="120080"/>
                  <a:pt x="57658" y="125647"/>
                  <a:pt x="68611" y="125647"/>
                </a:cubicBezTo>
                <a:cubicBezTo>
                  <a:pt x="84792" y="125647"/>
                  <a:pt x="98950" y="118986"/>
                  <a:pt x="111085" y="105662"/>
                </a:cubicBezTo>
                <a:cubicBezTo>
                  <a:pt x="112081" y="105662"/>
                  <a:pt x="113248" y="106116"/>
                  <a:pt x="114586" y="107024"/>
                </a:cubicBezTo>
                <a:cubicBezTo>
                  <a:pt x="115924" y="107931"/>
                  <a:pt x="116841" y="108821"/>
                  <a:pt x="117339" y="109696"/>
                </a:cubicBezTo>
                <a:close/>
                <a:moveTo>
                  <a:pt x="229532" y="109218"/>
                </a:moveTo>
                <a:cubicBezTo>
                  <a:pt x="229532" y="116997"/>
                  <a:pt x="230466" y="121929"/>
                  <a:pt x="232333" y="124014"/>
                </a:cubicBezTo>
                <a:cubicBezTo>
                  <a:pt x="234200" y="126099"/>
                  <a:pt x="238183" y="127265"/>
                  <a:pt x="244282" y="127514"/>
                </a:cubicBezTo>
                <a:cubicBezTo>
                  <a:pt x="244904" y="128012"/>
                  <a:pt x="245215" y="129101"/>
                  <a:pt x="245215" y="130782"/>
                </a:cubicBezTo>
                <a:cubicBezTo>
                  <a:pt x="245215" y="132462"/>
                  <a:pt x="244904" y="133551"/>
                  <a:pt x="244282" y="134049"/>
                </a:cubicBezTo>
                <a:cubicBezTo>
                  <a:pt x="233329" y="133800"/>
                  <a:pt x="224274" y="133675"/>
                  <a:pt x="217117" y="133675"/>
                </a:cubicBezTo>
                <a:cubicBezTo>
                  <a:pt x="212263" y="133675"/>
                  <a:pt x="204484" y="133800"/>
                  <a:pt x="193780" y="134049"/>
                </a:cubicBezTo>
                <a:cubicBezTo>
                  <a:pt x="193158" y="133551"/>
                  <a:pt x="192846" y="132477"/>
                  <a:pt x="192846" y="130828"/>
                </a:cubicBezTo>
                <a:cubicBezTo>
                  <a:pt x="192846" y="129179"/>
                  <a:pt x="193158" y="128074"/>
                  <a:pt x="193780" y="127514"/>
                </a:cubicBezTo>
                <a:cubicBezTo>
                  <a:pt x="198012" y="127265"/>
                  <a:pt x="200890" y="126036"/>
                  <a:pt x="202415" y="123827"/>
                </a:cubicBezTo>
                <a:cubicBezTo>
                  <a:pt x="203939" y="121618"/>
                  <a:pt x="204702" y="116748"/>
                  <a:pt x="204702" y="109218"/>
                </a:cubicBezTo>
                <a:lnTo>
                  <a:pt x="204702" y="77293"/>
                </a:lnTo>
                <a:cubicBezTo>
                  <a:pt x="204702" y="67709"/>
                  <a:pt x="199941" y="62917"/>
                  <a:pt x="190419" y="62917"/>
                </a:cubicBezTo>
                <a:cubicBezTo>
                  <a:pt x="186250" y="62917"/>
                  <a:pt x="180307" y="65375"/>
                  <a:pt x="172590" y="70292"/>
                </a:cubicBezTo>
                <a:lnTo>
                  <a:pt x="172590" y="109405"/>
                </a:lnTo>
                <a:cubicBezTo>
                  <a:pt x="172590" y="116935"/>
                  <a:pt x="173321" y="121773"/>
                  <a:pt x="174783" y="123920"/>
                </a:cubicBezTo>
                <a:cubicBezTo>
                  <a:pt x="176246" y="126067"/>
                  <a:pt x="179155" y="127265"/>
                  <a:pt x="183512" y="127514"/>
                </a:cubicBezTo>
                <a:cubicBezTo>
                  <a:pt x="184134" y="128012"/>
                  <a:pt x="184445" y="129101"/>
                  <a:pt x="184445" y="130782"/>
                </a:cubicBezTo>
                <a:cubicBezTo>
                  <a:pt x="184445" y="132462"/>
                  <a:pt x="184134" y="133551"/>
                  <a:pt x="183512" y="134049"/>
                </a:cubicBezTo>
                <a:cubicBezTo>
                  <a:pt x="172559" y="133800"/>
                  <a:pt x="164780" y="133675"/>
                  <a:pt x="160174" y="133675"/>
                </a:cubicBezTo>
                <a:cubicBezTo>
                  <a:pt x="152769" y="133675"/>
                  <a:pt x="143714" y="133800"/>
                  <a:pt x="133010" y="134049"/>
                </a:cubicBezTo>
                <a:cubicBezTo>
                  <a:pt x="132388" y="133551"/>
                  <a:pt x="132076" y="132477"/>
                  <a:pt x="132076" y="130828"/>
                </a:cubicBezTo>
                <a:cubicBezTo>
                  <a:pt x="132076" y="129179"/>
                  <a:pt x="132388" y="128074"/>
                  <a:pt x="133010" y="127514"/>
                </a:cubicBezTo>
                <a:cubicBezTo>
                  <a:pt x="139109" y="127265"/>
                  <a:pt x="143092" y="126098"/>
                  <a:pt x="144958" y="124011"/>
                </a:cubicBezTo>
                <a:cubicBezTo>
                  <a:pt x="146825" y="121924"/>
                  <a:pt x="147759" y="117051"/>
                  <a:pt x="147759" y="109390"/>
                </a:cubicBezTo>
                <a:lnTo>
                  <a:pt x="147759" y="25589"/>
                </a:lnTo>
                <a:cubicBezTo>
                  <a:pt x="147759" y="19236"/>
                  <a:pt x="147121" y="15374"/>
                  <a:pt x="145845" y="14005"/>
                </a:cubicBezTo>
                <a:cubicBezTo>
                  <a:pt x="144570" y="12634"/>
                  <a:pt x="140882" y="11700"/>
                  <a:pt x="134783" y="11202"/>
                </a:cubicBezTo>
                <a:cubicBezTo>
                  <a:pt x="133788" y="9370"/>
                  <a:pt x="133570" y="7316"/>
                  <a:pt x="134130" y="5041"/>
                </a:cubicBezTo>
                <a:cubicBezTo>
                  <a:pt x="149937" y="4419"/>
                  <a:pt x="161917" y="2738"/>
                  <a:pt x="170069" y="0"/>
                </a:cubicBezTo>
                <a:cubicBezTo>
                  <a:pt x="172123" y="0"/>
                  <a:pt x="173150" y="840"/>
                  <a:pt x="173150" y="2520"/>
                </a:cubicBezTo>
                <a:cubicBezTo>
                  <a:pt x="172776" y="7264"/>
                  <a:pt x="172590" y="13787"/>
                  <a:pt x="172590" y="22092"/>
                </a:cubicBezTo>
                <a:lnTo>
                  <a:pt x="172590" y="62634"/>
                </a:lnTo>
                <a:cubicBezTo>
                  <a:pt x="187214" y="53363"/>
                  <a:pt x="197732" y="48728"/>
                  <a:pt x="204142" y="48728"/>
                </a:cubicBezTo>
                <a:cubicBezTo>
                  <a:pt x="221069" y="48728"/>
                  <a:pt x="229532" y="58934"/>
                  <a:pt x="229532" y="79346"/>
                </a:cubicBezTo>
                <a:lnTo>
                  <a:pt x="229532" y="109218"/>
                </a:lnTo>
                <a:close/>
                <a:moveTo>
                  <a:pt x="304184" y="124434"/>
                </a:moveTo>
                <a:lnTo>
                  <a:pt x="302970" y="124527"/>
                </a:lnTo>
                <a:cubicBezTo>
                  <a:pt x="299548" y="127203"/>
                  <a:pt x="295502" y="129708"/>
                  <a:pt x="290835" y="132042"/>
                </a:cubicBezTo>
                <a:cubicBezTo>
                  <a:pt x="286168" y="134375"/>
                  <a:pt x="282558" y="135542"/>
                  <a:pt x="280007" y="135542"/>
                </a:cubicBezTo>
                <a:cubicBezTo>
                  <a:pt x="264075" y="135542"/>
                  <a:pt x="256109" y="128809"/>
                  <a:pt x="256109" y="115341"/>
                </a:cubicBezTo>
                <a:cubicBezTo>
                  <a:pt x="256109" y="108472"/>
                  <a:pt x="258848" y="103213"/>
                  <a:pt x="264324" y="99562"/>
                </a:cubicBezTo>
                <a:cubicBezTo>
                  <a:pt x="269800" y="95912"/>
                  <a:pt x="278482" y="92239"/>
                  <a:pt x="290368" y="88544"/>
                </a:cubicBezTo>
                <a:lnTo>
                  <a:pt x="303157" y="84574"/>
                </a:lnTo>
                <a:cubicBezTo>
                  <a:pt x="303157" y="73310"/>
                  <a:pt x="301881" y="65795"/>
                  <a:pt x="299330" y="62030"/>
                </a:cubicBezTo>
                <a:cubicBezTo>
                  <a:pt x="296778" y="58265"/>
                  <a:pt x="293138" y="56383"/>
                  <a:pt x="288408" y="56383"/>
                </a:cubicBezTo>
                <a:cubicBezTo>
                  <a:pt x="283429" y="56383"/>
                  <a:pt x="280753" y="57838"/>
                  <a:pt x="280380" y="60750"/>
                </a:cubicBezTo>
                <a:cubicBezTo>
                  <a:pt x="280256" y="61508"/>
                  <a:pt x="280240" y="62346"/>
                  <a:pt x="280333" y="63264"/>
                </a:cubicBezTo>
                <a:cubicBezTo>
                  <a:pt x="280427" y="64182"/>
                  <a:pt x="280536" y="64989"/>
                  <a:pt x="280660" y="65685"/>
                </a:cubicBezTo>
                <a:cubicBezTo>
                  <a:pt x="280784" y="66382"/>
                  <a:pt x="280909" y="67126"/>
                  <a:pt x="281033" y="67917"/>
                </a:cubicBezTo>
                <a:cubicBezTo>
                  <a:pt x="281158" y="68707"/>
                  <a:pt x="281220" y="69386"/>
                  <a:pt x="281220" y="69956"/>
                </a:cubicBezTo>
                <a:cubicBezTo>
                  <a:pt x="281220" y="72360"/>
                  <a:pt x="280069" y="74464"/>
                  <a:pt x="277766" y="76269"/>
                </a:cubicBezTo>
                <a:cubicBezTo>
                  <a:pt x="275464" y="78072"/>
                  <a:pt x="272663" y="78973"/>
                  <a:pt x="269365" y="78973"/>
                </a:cubicBezTo>
                <a:cubicBezTo>
                  <a:pt x="265818" y="78973"/>
                  <a:pt x="263282" y="78102"/>
                  <a:pt x="261757" y="76359"/>
                </a:cubicBezTo>
                <a:cubicBezTo>
                  <a:pt x="260232" y="74617"/>
                  <a:pt x="259470" y="72252"/>
                  <a:pt x="259470" y="69265"/>
                </a:cubicBezTo>
                <a:cubicBezTo>
                  <a:pt x="259470" y="65344"/>
                  <a:pt x="261477" y="61750"/>
                  <a:pt x="265491" y="58483"/>
                </a:cubicBezTo>
                <a:cubicBezTo>
                  <a:pt x="269505" y="55216"/>
                  <a:pt x="274188" y="52773"/>
                  <a:pt x="279540" y="51155"/>
                </a:cubicBezTo>
                <a:cubicBezTo>
                  <a:pt x="284892" y="49537"/>
                  <a:pt x="290026" y="48728"/>
                  <a:pt x="294942" y="48728"/>
                </a:cubicBezTo>
                <a:cubicBezTo>
                  <a:pt x="316724" y="48728"/>
                  <a:pt x="327614" y="59666"/>
                  <a:pt x="327614" y="81543"/>
                </a:cubicBezTo>
                <a:lnTo>
                  <a:pt x="327241" y="109238"/>
                </a:lnTo>
                <a:cubicBezTo>
                  <a:pt x="327241" y="114120"/>
                  <a:pt x="327630" y="117484"/>
                  <a:pt x="328408" y="119332"/>
                </a:cubicBezTo>
                <a:cubicBezTo>
                  <a:pt x="329186" y="121177"/>
                  <a:pt x="330570" y="122100"/>
                  <a:pt x="332562" y="122100"/>
                </a:cubicBezTo>
                <a:cubicBezTo>
                  <a:pt x="335611" y="122100"/>
                  <a:pt x="338287" y="121193"/>
                  <a:pt x="340590" y="119378"/>
                </a:cubicBezTo>
                <a:cubicBezTo>
                  <a:pt x="342892" y="121347"/>
                  <a:pt x="344044" y="123187"/>
                  <a:pt x="344044" y="124901"/>
                </a:cubicBezTo>
                <a:cubicBezTo>
                  <a:pt x="336514" y="132057"/>
                  <a:pt x="328175" y="135605"/>
                  <a:pt x="319026" y="135542"/>
                </a:cubicBezTo>
                <a:cubicBezTo>
                  <a:pt x="310376" y="135605"/>
                  <a:pt x="305429" y="131902"/>
                  <a:pt x="304184" y="124434"/>
                </a:cubicBezTo>
                <a:moveTo>
                  <a:pt x="303157" y="92007"/>
                </a:moveTo>
                <a:lnTo>
                  <a:pt x="293169" y="95149"/>
                </a:lnTo>
                <a:cubicBezTo>
                  <a:pt x="289995" y="96140"/>
                  <a:pt x="287397" y="97287"/>
                  <a:pt x="285374" y="98588"/>
                </a:cubicBezTo>
                <a:cubicBezTo>
                  <a:pt x="283352" y="99887"/>
                  <a:pt x="281920" y="101357"/>
                  <a:pt x="281080" y="102999"/>
                </a:cubicBezTo>
                <a:cubicBezTo>
                  <a:pt x="280240" y="104640"/>
                  <a:pt x="279695" y="106096"/>
                  <a:pt x="279446" y="107366"/>
                </a:cubicBezTo>
                <a:cubicBezTo>
                  <a:pt x="279198" y="108636"/>
                  <a:pt x="279073" y="110355"/>
                  <a:pt x="279073" y="112523"/>
                </a:cubicBezTo>
                <a:cubicBezTo>
                  <a:pt x="279073" y="115864"/>
                  <a:pt x="279960" y="118638"/>
                  <a:pt x="281734" y="120846"/>
                </a:cubicBezTo>
                <a:cubicBezTo>
                  <a:pt x="283507" y="123051"/>
                  <a:pt x="286323" y="124154"/>
                  <a:pt x="290182" y="124154"/>
                </a:cubicBezTo>
                <a:cubicBezTo>
                  <a:pt x="293107" y="124154"/>
                  <a:pt x="297432" y="121810"/>
                  <a:pt x="303157" y="117123"/>
                </a:cubicBezTo>
                <a:lnTo>
                  <a:pt x="303157" y="92007"/>
                </a:lnTo>
                <a:close/>
                <a:moveTo>
                  <a:pt x="357232" y="50595"/>
                </a:moveTo>
                <a:lnTo>
                  <a:pt x="362552" y="50595"/>
                </a:lnTo>
                <a:cubicBezTo>
                  <a:pt x="362552" y="37754"/>
                  <a:pt x="363268" y="30403"/>
                  <a:pt x="364699" y="28541"/>
                </a:cubicBezTo>
                <a:cubicBezTo>
                  <a:pt x="365073" y="28045"/>
                  <a:pt x="365835" y="27550"/>
                  <a:pt x="366986" y="27054"/>
                </a:cubicBezTo>
                <a:cubicBezTo>
                  <a:pt x="368138" y="26556"/>
                  <a:pt x="369554" y="26043"/>
                  <a:pt x="371234" y="25516"/>
                </a:cubicBezTo>
                <a:cubicBezTo>
                  <a:pt x="372914" y="24989"/>
                  <a:pt x="374097" y="24570"/>
                  <a:pt x="374781" y="24259"/>
                </a:cubicBezTo>
                <a:cubicBezTo>
                  <a:pt x="376275" y="23639"/>
                  <a:pt x="378406" y="22926"/>
                  <a:pt x="381175" y="22121"/>
                </a:cubicBezTo>
                <a:cubicBezTo>
                  <a:pt x="383945" y="21314"/>
                  <a:pt x="385672" y="20910"/>
                  <a:pt x="386356" y="20910"/>
                </a:cubicBezTo>
                <a:cubicBezTo>
                  <a:pt x="387352" y="20910"/>
                  <a:pt x="387850" y="21468"/>
                  <a:pt x="387850" y="22585"/>
                </a:cubicBezTo>
                <a:cubicBezTo>
                  <a:pt x="387476" y="28541"/>
                  <a:pt x="387134" y="35738"/>
                  <a:pt x="386823" y="44174"/>
                </a:cubicBezTo>
                <a:lnTo>
                  <a:pt x="386636" y="50595"/>
                </a:lnTo>
                <a:lnTo>
                  <a:pt x="409040" y="50595"/>
                </a:lnTo>
                <a:cubicBezTo>
                  <a:pt x="410036" y="50595"/>
                  <a:pt x="410534" y="50972"/>
                  <a:pt x="410534" y="51727"/>
                </a:cubicBezTo>
                <a:lnTo>
                  <a:pt x="410534" y="57760"/>
                </a:lnTo>
                <a:cubicBezTo>
                  <a:pt x="410534" y="59455"/>
                  <a:pt x="409009" y="60303"/>
                  <a:pt x="405960" y="60303"/>
                </a:cubicBezTo>
                <a:lnTo>
                  <a:pt x="386636" y="60303"/>
                </a:lnTo>
                <a:cubicBezTo>
                  <a:pt x="386636" y="67448"/>
                  <a:pt x="386667" y="76800"/>
                  <a:pt x="386730" y="88357"/>
                </a:cubicBezTo>
                <a:cubicBezTo>
                  <a:pt x="386792" y="99915"/>
                  <a:pt x="386823" y="106907"/>
                  <a:pt x="386823" y="109332"/>
                </a:cubicBezTo>
                <a:cubicBezTo>
                  <a:pt x="386823" y="113805"/>
                  <a:pt x="387632" y="117052"/>
                  <a:pt x="389250" y="119072"/>
                </a:cubicBezTo>
                <a:cubicBezTo>
                  <a:pt x="390868" y="121091"/>
                  <a:pt x="392891" y="122100"/>
                  <a:pt x="395318" y="122100"/>
                </a:cubicBezTo>
                <a:cubicBezTo>
                  <a:pt x="400296" y="122100"/>
                  <a:pt x="403906" y="121199"/>
                  <a:pt x="406146" y="119396"/>
                </a:cubicBezTo>
                <a:cubicBezTo>
                  <a:pt x="408449" y="121331"/>
                  <a:pt x="409600" y="123141"/>
                  <a:pt x="409600" y="124825"/>
                </a:cubicBezTo>
                <a:cubicBezTo>
                  <a:pt x="407546" y="127645"/>
                  <a:pt x="403984" y="130136"/>
                  <a:pt x="398912" y="132298"/>
                </a:cubicBezTo>
                <a:cubicBezTo>
                  <a:pt x="393840" y="134461"/>
                  <a:pt x="388752" y="135542"/>
                  <a:pt x="383649" y="135542"/>
                </a:cubicBezTo>
                <a:cubicBezTo>
                  <a:pt x="377301" y="135542"/>
                  <a:pt x="372012" y="133769"/>
                  <a:pt x="367780" y="130221"/>
                </a:cubicBezTo>
                <a:cubicBezTo>
                  <a:pt x="363984" y="126923"/>
                  <a:pt x="362055" y="121384"/>
                  <a:pt x="361992" y="113605"/>
                </a:cubicBezTo>
                <a:cubicBezTo>
                  <a:pt x="361992" y="94749"/>
                  <a:pt x="362179" y="76982"/>
                  <a:pt x="362552" y="60303"/>
                </a:cubicBezTo>
                <a:lnTo>
                  <a:pt x="350137" y="60303"/>
                </a:lnTo>
                <a:cubicBezTo>
                  <a:pt x="349515" y="60303"/>
                  <a:pt x="349204" y="59895"/>
                  <a:pt x="349204" y="59078"/>
                </a:cubicBezTo>
                <a:lnTo>
                  <a:pt x="349204" y="53518"/>
                </a:lnTo>
                <a:cubicBezTo>
                  <a:pt x="351382" y="51569"/>
                  <a:pt x="354058" y="50595"/>
                  <a:pt x="357232" y="50595"/>
                </a:cubicBezTo>
                <a:close/>
                <a:moveTo>
                  <a:pt x="490548" y="7655"/>
                </a:moveTo>
                <a:cubicBezTo>
                  <a:pt x="499323" y="7655"/>
                  <a:pt x="508704" y="8723"/>
                  <a:pt x="518693" y="10861"/>
                </a:cubicBezTo>
                <a:cubicBezTo>
                  <a:pt x="528681" y="12996"/>
                  <a:pt x="535075" y="14064"/>
                  <a:pt x="537876" y="14064"/>
                </a:cubicBezTo>
                <a:cubicBezTo>
                  <a:pt x="539307" y="28396"/>
                  <a:pt x="540707" y="38911"/>
                  <a:pt x="542076" y="45607"/>
                </a:cubicBezTo>
                <a:lnTo>
                  <a:pt x="533675" y="46736"/>
                </a:lnTo>
                <a:cubicBezTo>
                  <a:pt x="530875" y="37515"/>
                  <a:pt x="525756" y="29973"/>
                  <a:pt x="518319" y="24107"/>
                </a:cubicBezTo>
                <a:cubicBezTo>
                  <a:pt x="510882" y="18242"/>
                  <a:pt x="500723" y="15309"/>
                  <a:pt x="487841" y="15309"/>
                </a:cubicBezTo>
                <a:cubicBezTo>
                  <a:pt x="475705" y="15309"/>
                  <a:pt x="466028" y="20077"/>
                  <a:pt x="458809" y="29612"/>
                </a:cubicBezTo>
                <a:cubicBezTo>
                  <a:pt x="451404" y="39396"/>
                  <a:pt x="447701" y="53195"/>
                  <a:pt x="447701" y="71009"/>
                </a:cubicBezTo>
                <a:cubicBezTo>
                  <a:pt x="447701" y="77853"/>
                  <a:pt x="448557" y="84461"/>
                  <a:pt x="450268" y="90834"/>
                </a:cubicBezTo>
                <a:cubicBezTo>
                  <a:pt x="451979" y="97205"/>
                  <a:pt x="454562" y="103248"/>
                  <a:pt x="458016" y="108961"/>
                </a:cubicBezTo>
                <a:cubicBezTo>
                  <a:pt x="461470" y="114673"/>
                  <a:pt x="466277" y="119256"/>
                  <a:pt x="472438" y="122710"/>
                </a:cubicBezTo>
                <a:cubicBezTo>
                  <a:pt x="478599" y="126162"/>
                  <a:pt x="485756" y="127888"/>
                  <a:pt x="493908" y="127888"/>
                </a:cubicBezTo>
                <a:cubicBezTo>
                  <a:pt x="499136" y="127888"/>
                  <a:pt x="503477" y="127329"/>
                  <a:pt x="506931" y="126210"/>
                </a:cubicBezTo>
                <a:cubicBezTo>
                  <a:pt x="510385" y="125092"/>
                  <a:pt x="513698" y="122981"/>
                  <a:pt x="516872" y="119877"/>
                </a:cubicBezTo>
                <a:lnTo>
                  <a:pt x="516872" y="91464"/>
                </a:lnTo>
                <a:cubicBezTo>
                  <a:pt x="516872" y="87923"/>
                  <a:pt x="515752" y="85640"/>
                  <a:pt x="513512" y="84615"/>
                </a:cubicBezTo>
                <a:cubicBezTo>
                  <a:pt x="511271" y="83590"/>
                  <a:pt x="507164" y="82829"/>
                  <a:pt x="501190" y="82334"/>
                </a:cubicBezTo>
                <a:cubicBezTo>
                  <a:pt x="500567" y="81663"/>
                  <a:pt x="500256" y="80354"/>
                  <a:pt x="500256" y="78407"/>
                </a:cubicBezTo>
                <a:cubicBezTo>
                  <a:pt x="500256" y="76458"/>
                  <a:pt x="500567" y="75216"/>
                  <a:pt x="501190" y="74679"/>
                </a:cubicBezTo>
                <a:cubicBezTo>
                  <a:pt x="513201" y="74947"/>
                  <a:pt x="522691" y="75082"/>
                  <a:pt x="529661" y="75082"/>
                </a:cubicBezTo>
                <a:cubicBezTo>
                  <a:pt x="537191" y="75082"/>
                  <a:pt x="544784" y="74947"/>
                  <a:pt x="552438" y="74679"/>
                </a:cubicBezTo>
                <a:cubicBezTo>
                  <a:pt x="553060" y="75216"/>
                  <a:pt x="553372" y="76458"/>
                  <a:pt x="553372" y="78407"/>
                </a:cubicBezTo>
                <a:cubicBezTo>
                  <a:pt x="553372" y="80354"/>
                  <a:pt x="553060" y="81663"/>
                  <a:pt x="552438" y="82334"/>
                </a:cubicBezTo>
                <a:cubicBezTo>
                  <a:pt x="549513" y="82583"/>
                  <a:pt x="547320" y="83375"/>
                  <a:pt x="545857" y="84711"/>
                </a:cubicBezTo>
                <a:cubicBezTo>
                  <a:pt x="544395" y="86045"/>
                  <a:pt x="543663" y="88296"/>
                  <a:pt x="543663" y="91464"/>
                </a:cubicBezTo>
                <a:lnTo>
                  <a:pt x="543663" y="113821"/>
                </a:lnTo>
                <a:cubicBezTo>
                  <a:pt x="543663" y="115747"/>
                  <a:pt x="544690" y="117516"/>
                  <a:pt x="546744" y="119130"/>
                </a:cubicBezTo>
                <a:cubicBezTo>
                  <a:pt x="540396" y="124235"/>
                  <a:pt x="532088" y="128248"/>
                  <a:pt x="521820" y="131167"/>
                </a:cubicBezTo>
                <a:cubicBezTo>
                  <a:pt x="511551" y="134084"/>
                  <a:pt x="500785" y="135542"/>
                  <a:pt x="489521" y="135542"/>
                </a:cubicBezTo>
                <a:cubicBezTo>
                  <a:pt x="468362" y="135542"/>
                  <a:pt x="451808" y="130713"/>
                  <a:pt x="439860" y="121056"/>
                </a:cubicBezTo>
                <a:cubicBezTo>
                  <a:pt x="433076" y="115572"/>
                  <a:pt x="427880" y="108717"/>
                  <a:pt x="424270" y="100493"/>
                </a:cubicBezTo>
                <a:cubicBezTo>
                  <a:pt x="420661" y="92266"/>
                  <a:pt x="418856" y="83729"/>
                  <a:pt x="418856" y="74880"/>
                </a:cubicBezTo>
                <a:cubicBezTo>
                  <a:pt x="418856" y="53813"/>
                  <a:pt x="425857" y="37326"/>
                  <a:pt x="439860" y="25420"/>
                </a:cubicBezTo>
                <a:cubicBezTo>
                  <a:pt x="453675" y="13576"/>
                  <a:pt x="470571" y="7655"/>
                  <a:pt x="490548" y="7655"/>
                </a:cubicBezTo>
                <a:close/>
                <a:moveTo>
                  <a:pt x="623964" y="8588"/>
                </a:moveTo>
                <a:cubicBezTo>
                  <a:pt x="638091" y="8588"/>
                  <a:pt x="648733" y="10662"/>
                  <a:pt x="655890" y="14810"/>
                </a:cubicBezTo>
                <a:cubicBezTo>
                  <a:pt x="665722" y="20629"/>
                  <a:pt x="670608" y="29327"/>
                  <a:pt x="670545" y="40904"/>
                </a:cubicBezTo>
                <a:cubicBezTo>
                  <a:pt x="670545" y="54092"/>
                  <a:pt x="666282" y="64152"/>
                  <a:pt x="657757" y="71085"/>
                </a:cubicBezTo>
                <a:cubicBezTo>
                  <a:pt x="650351" y="77153"/>
                  <a:pt x="638247" y="80218"/>
                  <a:pt x="621444" y="80280"/>
                </a:cubicBezTo>
                <a:cubicBezTo>
                  <a:pt x="619639" y="80280"/>
                  <a:pt x="617399" y="80102"/>
                  <a:pt x="614723" y="79746"/>
                </a:cubicBezTo>
                <a:cubicBezTo>
                  <a:pt x="612171" y="78144"/>
                  <a:pt x="610896" y="75583"/>
                  <a:pt x="610896" y="72065"/>
                </a:cubicBezTo>
                <a:cubicBezTo>
                  <a:pt x="613572" y="72439"/>
                  <a:pt x="616776" y="72625"/>
                  <a:pt x="620510" y="72625"/>
                </a:cubicBezTo>
                <a:cubicBezTo>
                  <a:pt x="628289" y="72625"/>
                  <a:pt x="633766" y="70409"/>
                  <a:pt x="636940" y="65977"/>
                </a:cubicBezTo>
                <a:cubicBezTo>
                  <a:pt x="640114" y="61543"/>
                  <a:pt x="641701" y="54300"/>
                  <a:pt x="641701" y="44247"/>
                </a:cubicBezTo>
                <a:cubicBezTo>
                  <a:pt x="641701" y="25578"/>
                  <a:pt x="633735" y="16243"/>
                  <a:pt x="617803" y="16243"/>
                </a:cubicBezTo>
                <a:cubicBezTo>
                  <a:pt x="612949" y="16243"/>
                  <a:pt x="609822" y="17381"/>
                  <a:pt x="608422" y="19659"/>
                </a:cubicBezTo>
                <a:cubicBezTo>
                  <a:pt x="607022" y="21936"/>
                  <a:pt x="606321" y="26475"/>
                  <a:pt x="606321" y="33276"/>
                </a:cubicBezTo>
                <a:lnTo>
                  <a:pt x="606321" y="110294"/>
                </a:lnTo>
                <a:cubicBezTo>
                  <a:pt x="606321" y="114100"/>
                  <a:pt x="606617" y="117189"/>
                  <a:pt x="607208" y="119559"/>
                </a:cubicBezTo>
                <a:cubicBezTo>
                  <a:pt x="607799" y="121930"/>
                  <a:pt x="608889" y="123662"/>
                  <a:pt x="610475" y="124755"/>
                </a:cubicBezTo>
                <a:cubicBezTo>
                  <a:pt x="612062" y="125846"/>
                  <a:pt x="613618" y="126548"/>
                  <a:pt x="615143" y="126861"/>
                </a:cubicBezTo>
                <a:cubicBezTo>
                  <a:pt x="616668" y="127172"/>
                  <a:pt x="619017" y="127390"/>
                  <a:pt x="622191" y="127514"/>
                </a:cubicBezTo>
                <a:cubicBezTo>
                  <a:pt x="623062" y="128137"/>
                  <a:pt x="623513" y="129226"/>
                  <a:pt x="623544" y="130782"/>
                </a:cubicBezTo>
                <a:cubicBezTo>
                  <a:pt x="623575" y="132337"/>
                  <a:pt x="623124" y="133426"/>
                  <a:pt x="622191" y="134049"/>
                </a:cubicBezTo>
                <a:cubicBezTo>
                  <a:pt x="611985" y="133800"/>
                  <a:pt x="602307" y="133675"/>
                  <a:pt x="593159" y="133675"/>
                </a:cubicBezTo>
                <a:cubicBezTo>
                  <a:pt x="583700" y="133675"/>
                  <a:pt x="573867" y="133800"/>
                  <a:pt x="563661" y="134049"/>
                </a:cubicBezTo>
                <a:cubicBezTo>
                  <a:pt x="562790" y="133426"/>
                  <a:pt x="562354" y="132322"/>
                  <a:pt x="562354" y="130735"/>
                </a:cubicBezTo>
                <a:cubicBezTo>
                  <a:pt x="562354" y="129148"/>
                  <a:pt x="562790" y="128074"/>
                  <a:pt x="563661" y="127514"/>
                </a:cubicBezTo>
                <a:cubicBezTo>
                  <a:pt x="566835" y="127390"/>
                  <a:pt x="569200" y="127172"/>
                  <a:pt x="570756" y="126861"/>
                </a:cubicBezTo>
                <a:cubicBezTo>
                  <a:pt x="572311" y="126548"/>
                  <a:pt x="573883" y="125846"/>
                  <a:pt x="575470" y="124755"/>
                </a:cubicBezTo>
                <a:cubicBezTo>
                  <a:pt x="577057" y="123662"/>
                  <a:pt x="578130" y="121946"/>
                  <a:pt x="578690" y="119606"/>
                </a:cubicBezTo>
                <a:cubicBezTo>
                  <a:pt x="579250" y="117266"/>
                  <a:pt x="579530" y="114163"/>
                  <a:pt x="579530" y="110294"/>
                </a:cubicBezTo>
                <a:lnTo>
                  <a:pt x="579530" y="33463"/>
                </a:lnTo>
                <a:cubicBezTo>
                  <a:pt x="579530" y="29657"/>
                  <a:pt x="579250" y="26568"/>
                  <a:pt x="578690" y="24198"/>
                </a:cubicBezTo>
                <a:cubicBezTo>
                  <a:pt x="578130" y="21827"/>
                  <a:pt x="577057" y="20096"/>
                  <a:pt x="575470" y="19005"/>
                </a:cubicBezTo>
                <a:cubicBezTo>
                  <a:pt x="573883" y="17912"/>
                  <a:pt x="572327" y="17210"/>
                  <a:pt x="570802" y="16899"/>
                </a:cubicBezTo>
                <a:cubicBezTo>
                  <a:pt x="569278" y="16586"/>
                  <a:pt x="566897" y="16367"/>
                  <a:pt x="563661" y="16243"/>
                </a:cubicBezTo>
                <a:cubicBezTo>
                  <a:pt x="562790" y="15638"/>
                  <a:pt x="562354" y="14550"/>
                  <a:pt x="562354" y="12978"/>
                </a:cubicBezTo>
                <a:cubicBezTo>
                  <a:pt x="562354" y="11407"/>
                  <a:pt x="562790" y="10379"/>
                  <a:pt x="563661" y="9895"/>
                </a:cubicBezTo>
                <a:cubicBezTo>
                  <a:pt x="566213" y="9895"/>
                  <a:pt x="576263" y="9677"/>
                  <a:pt x="593813" y="9242"/>
                </a:cubicBezTo>
                <a:cubicBezTo>
                  <a:pt x="611362" y="8806"/>
                  <a:pt x="621413" y="8588"/>
                  <a:pt x="623964" y="8588"/>
                </a:cubicBezTo>
                <a:close/>
                <a:moveTo>
                  <a:pt x="753295" y="110137"/>
                </a:moveTo>
                <a:cubicBezTo>
                  <a:pt x="753295" y="117797"/>
                  <a:pt x="754384" y="122546"/>
                  <a:pt x="756562" y="124384"/>
                </a:cubicBezTo>
                <a:cubicBezTo>
                  <a:pt x="758741" y="126222"/>
                  <a:pt x="763844" y="127265"/>
                  <a:pt x="771872" y="127514"/>
                </a:cubicBezTo>
                <a:cubicBezTo>
                  <a:pt x="772369" y="128012"/>
                  <a:pt x="772618" y="129101"/>
                  <a:pt x="772618" y="130782"/>
                </a:cubicBezTo>
                <a:cubicBezTo>
                  <a:pt x="772618" y="132462"/>
                  <a:pt x="772369" y="133551"/>
                  <a:pt x="771872" y="134049"/>
                </a:cubicBezTo>
                <a:cubicBezTo>
                  <a:pt x="759114" y="133800"/>
                  <a:pt x="748348" y="133675"/>
                  <a:pt x="739573" y="133675"/>
                </a:cubicBezTo>
                <a:cubicBezTo>
                  <a:pt x="731047" y="133675"/>
                  <a:pt x="720530" y="133800"/>
                  <a:pt x="708021" y="134049"/>
                </a:cubicBezTo>
                <a:cubicBezTo>
                  <a:pt x="707523" y="133551"/>
                  <a:pt x="707274" y="132477"/>
                  <a:pt x="707274" y="130828"/>
                </a:cubicBezTo>
                <a:cubicBezTo>
                  <a:pt x="707274" y="129179"/>
                  <a:pt x="707523" y="128074"/>
                  <a:pt x="708021" y="127514"/>
                </a:cubicBezTo>
                <a:cubicBezTo>
                  <a:pt x="716049" y="127265"/>
                  <a:pt x="721152" y="126222"/>
                  <a:pt x="723330" y="124384"/>
                </a:cubicBezTo>
                <a:cubicBezTo>
                  <a:pt x="725508" y="122546"/>
                  <a:pt x="726598" y="117797"/>
                  <a:pt x="726598" y="110137"/>
                </a:cubicBezTo>
                <a:lnTo>
                  <a:pt x="726598" y="36890"/>
                </a:lnTo>
                <a:cubicBezTo>
                  <a:pt x="726598" y="30661"/>
                  <a:pt x="725929" y="25943"/>
                  <a:pt x="724591" y="22736"/>
                </a:cubicBezTo>
                <a:cubicBezTo>
                  <a:pt x="723253" y="19527"/>
                  <a:pt x="720903" y="17923"/>
                  <a:pt x="717543" y="17923"/>
                </a:cubicBezTo>
                <a:lnTo>
                  <a:pt x="708208" y="17923"/>
                </a:lnTo>
                <a:cubicBezTo>
                  <a:pt x="701736" y="17923"/>
                  <a:pt x="696555" y="19455"/>
                  <a:pt x="692665" y="22520"/>
                </a:cubicBezTo>
                <a:cubicBezTo>
                  <a:pt x="688776" y="25583"/>
                  <a:pt x="685866" y="30834"/>
                  <a:pt x="683937" y="38273"/>
                </a:cubicBezTo>
                <a:cubicBezTo>
                  <a:pt x="680639" y="38273"/>
                  <a:pt x="678150" y="37962"/>
                  <a:pt x="676469" y="37339"/>
                </a:cubicBezTo>
                <a:cubicBezTo>
                  <a:pt x="679021" y="26352"/>
                  <a:pt x="680608" y="17018"/>
                  <a:pt x="681230" y="9338"/>
                </a:cubicBezTo>
                <a:cubicBezTo>
                  <a:pt x="681230" y="8962"/>
                  <a:pt x="681510" y="8775"/>
                  <a:pt x="682070" y="8775"/>
                </a:cubicBezTo>
                <a:cubicBezTo>
                  <a:pt x="694952" y="9770"/>
                  <a:pt x="709795" y="10268"/>
                  <a:pt x="726598" y="10268"/>
                </a:cubicBezTo>
                <a:lnTo>
                  <a:pt x="753482" y="10268"/>
                </a:lnTo>
                <a:cubicBezTo>
                  <a:pt x="770409" y="10268"/>
                  <a:pt x="784692" y="9770"/>
                  <a:pt x="796329" y="8775"/>
                </a:cubicBezTo>
                <a:cubicBezTo>
                  <a:pt x="796702" y="8775"/>
                  <a:pt x="796889" y="8961"/>
                  <a:pt x="796889" y="9335"/>
                </a:cubicBezTo>
                <a:cubicBezTo>
                  <a:pt x="797014" y="17874"/>
                  <a:pt x="797854" y="27022"/>
                  <a:pt x="799410" y="36776"/>
                </a:cubicBezTo>
                <a:cubicBezTo>
                  <a:pt x="797978" y="37401"/>
                  <a:pt x="795489" y="37713"/>
                  <a:pt x="791942" y="37713"/>
                </a:cubicBezTo>
                <a:cubicBezTo>
                  <a:pt x="790386" y="30523"/>
                  <a:pt x="787570" y="25428"/>
                  <a:pt x="783494" y="22427"/>
                </a:cubicBezTo>
                <a:cubicBezTo>
                  <a:pt x="779417" y="19424"/>
                  <a:pt x="773707" y="17923"/>
                  <a:pt x="766364" y="17923"/>
                </a:cubicBezTo>
                <a:lnTo>
                  <a:pt x="762163" y="17923"/>
                </a:lnTo>
                <a:cubicBezTo>
                  <a:pt x="758865" y="17923"/>
                  <a:pt x="756562" y="19543"/>
                  <a:pt x="755256" y="22783"/>
                </a:cubicBezTo>
                <a:cubicBezTo>
                  <a:pt x="753949" y="26021"/>
                  <a:pt x="753295" y="30910"/>
                  <a:pt x="753295" y="37450"/>
                </a:cubicBezTo>
                <a:lnTo>
                  <a:pt x="753295" y="11013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75456-173C-43E3-9EF7-85FFD8A4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646" y="1209237"/>
            <a:ext cx="370246" cy="95612"/>
          </a:xfrm>
          <a:custGeom xmlns:a="http://schemas.openxmlformats.org/drawingml/2006/main">
            <a:pathLst>
              <a:path w="370246" h="95612">
                <a:moveTo>
                  <a:pt x="0" y="31861"/>
                </a:moveTo>
                <a:lnTo>
                  <a:pt x="0" y="63751"/>
                </a:lnTo>
                <a:lnTo>
                  <a:pt x="274663" y="63751"/>
                </a:lnTo>
                <a:lnTo>
                  <a:pt x="274663" y="95612"/>
                </a:lnTo>
                <a:lnTo>
                  <a:pt x="370246" y="47806"/>
                </a:lnTo>
                <a:lnTo>
                  <a:pt x="274663" y="0"/>
                </a:lnTo>
                <a:lnTo>
                  <a:pt x="274663" y="31861"/>
                </a:lnTo>
                <a:lnTo>
                  <a:pt x="0" y="3186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Plugin">
            <a:extLst xmlns:a="http://schemas.openxmlformats.org/drawingml/2006/main">
              <a:ext uri="{FF2B5EF4-FFF2-40B4-BE49-F238E27FC236}">
                <a16:creationId xmlns:a16="http://schemas.microsoft.com/office/drawing/2014/main" id="{D527567C-B2D8-420C-8948-83955B55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699" y="3337856"/>
            <a:ext cx="565330" cy="179230"/>
          </a:xfrm>
          <a:custGeom xmlns:a="http://schemas.openxmlformats.org/drawingml/2006/main">
            <a:pathLst>
              <a:path w="565330" h="179230">
                <a:moveTo>
                  <a:pt x="61610" y="8588"/>
                </a:moveTo>
                <a:cubicBezTo>
                  <a:pt x="75737" y="8588"/>
                  <a:pt x="86379" y="10662"/>
                  <a:pt x="93535" y="14810"/>
                </a:cubicBezTo>
                <a:cubicBezTo>
                  <a:pt x="103368" y="20629"/>
                  <a:pt x="108253" y="29327"/>
                  <a:pt x="108191" y="40904"/>
                </a:cubicBezTo>
                <a:cubicBezTo>
                  <a:pt x="108191" y="54092"/>
                  <a:pt x="103928" y="64152"/>
                  <a:pt x="95402" y="71085"/>
                </a:cubicBezTo>
                <a:cubicBezTo>
                  <a:pt x="87997" y="77153"/>
                  <a:pt x="75893" y="80218"/>
                  <a:pt x="59090" y="80280"/>
                </a:cubicBezTo>
                <a:cubicBezTo>
                  <a:pt x="57285" y="80280"/>
                  <a:pt x="55045" y="80102"/>
                  <a:pt x="52369" y="79746"/>
                </a:cubicBezTo>
                <a:cubicBezTo>
                  <a:pt x="49817" y="78144"/>
                  <a:pt x="48541" y="75583"/>
                  <a:pt x="48541" y="72065"/>
                </a:cubicBezTo>
                <a:cubicBezTo>
                  <a:pt x="51217" y="72439"/>
                  <a:pt x="54422" y="72625"/>
                  <a:pt x="58156" y="72625"/>
                </a:cubicBezTo>
                <a:cubicBezTo>
                  <a:pt x="65935" y="72625"/>
                  <a:pt x="71412" y="70409"/>
                  <a:pt x="74586" y="65977"/>
                </a:cubicBezTo>
                <a:cubicBezTo>
                  <a:pt x="77759" y="61543"/>
                  <a:pt x="79346" y="54300"/>
                  <a:pt x="79346" y="44247"/>
                </a:cubicBezTo>
                <a:cubicBezTo>
                  <a:pt x="79346" y="25578"/>
                  <a:pt x="71381" y="16243"/>
                  <a:pt x="55449" y="16243"/>
                </a:cubicBezTo>
                <a:cubicBezTo>
                  <a:pt x="50595" y="16243"/>
                  <a:pt x="47468" y="17381"/>
                  <a:pt x="46068" y="19659"/>
                </a:cubicBezTo>
                <a:cubicBezTo>
                  <a:pt x="44667" y="21936"/>
                  <a:pt x="43967" y="26475"/>
                  <a:pt x="43967" y="33276"/>
                </a:cubicBezTo>
                <a:lnTo>
                  <a:pt x="43967" y="110294"/>
                </a:lnTo>
                <a:cubicBezTo>
                  <a:pt x="43967" y="114100"/>
                  <a:pt x="44263" y="117189"/>
                  <a:pt x="44854" y="119559"/>
                </a:cubicBezTo>
                <a:cubicBezTo>
                  <a:pt x="45445" y="121930"/>
                  <a:pt x="46534" y="123662"/>
                  <a:pt x="48121" y="124755"/>
                </a:cubicBezTo>
                <a:cubicBezTo>
                  <a:pt x="49708" y="125846"/>
                  <a:pt x="51264" y="126548"/>
                  <a:pt x="52789" y="126861"/>
                </a:cubicBezTo>
                <a:cubicBezTo>
                  <a:pt x="54313" y="127172"/>
                  <a:pt x="56663" y="127390"/>
                  <a:pt x="59837" y="127514"/>
                </a:cubicBezTo>
                <a:cubicBezTo>
                  <a:pt x="60708" y="128137"/>
                  <a:pt x="61159" y="129226"/>
                  <a:pt x="61190" y="130782"/>
                </a:cubicBezTo>
                <a:cubicBezTo>
                  <a:pt x="61221" y="132337"/>
                  <a:pt x="60770" y="133426"/>
                  <a:pt x="59837" y="134049"/>
                </a:cubicBezTo>
                <a:cubicBezTo>
                  <a:pt x="49630" y="133800"/>
                  <a:pt x="39953" y="133675"/>
                  <a:pt x="30805" y="133675"/>
                </a:cubicBezTo>
                <a:cubicBezTo>
                  <a:pt x="21346" y="133675"/>
                  <a:pt x="11513" y="133800"/>
                  <a:pt x="1307" y="134049"/>
                </a:cubicBezTo>
                <a:cubicBezTo>
                  <a:pt x="436" y="133426"/>
                  <a:pt x="0" y="132322"/>
                  <a:pt x="0" y="130735"/>
                </a:cubicBezTo>
                <a:cubicBezTo>
                  <a:pt x="0" y="129148"/>
                  <a:pt x="436" y="128074"/>
                  <a:pt x="1307" y="127514"/>
                </a:cubicBezTo>
                <a:cubicBezTo>
                  <a:pt x="4481" y="127390"/>
                  <a:pt x="6846" y="127172"/>
                  <a:pt x="8401" y="126861"/>
                </a:cubicBezTo>
                <a:cubicBezTo>
                  <a:pt x="9957" y="126548"/>
                  <a:pt x="11529" y="125846"/>
                  <a:pt x="13115" y="124755"/>
                </a:cubicBezTo>
                <a:cubicBezTo>
                  <a:pt x="14702" y="123662"/>
                  <a:pt x="15776" y="121946"/>
                  <a:pt x="16336" y="119606"/>
                </a:cubicBezTo>
                <a:cubicBezTo>
                  <a:pt x="16896" y="117266"/>
                  <a:pt x="17176" y="114163"/>
                  <a:pt x="17176" y="110294"/>
                </a:cubicBezTo>
                <a:lnTo>
                  <a:pt x="17176" y="33463"/>
                </a:lnTo>
                <a:cubicBezTo>
                  <a:pt x="17176" y="29657"/>
                  <a:pt x="16896" y="26568"/>
                  <a:pt x="16336" y="24198"/>
                </a:cubicBezTo>
                <a:cubicBezTo>
                  <a:pt x="15776" y="21827"/>
                  <a:pt x="14702" y="20096"/>
                  <a:pt x="13115" y="19005"/>
                </a:cubicBezTo>
                <a:cubicBezTo>
                  <a:pt x="11529" y="17912"/>
                  <a:pt x="9973" y="17210"/>
                  <a:pt x="8448" y="16899"/>
                </a:cubicBezTo>
                <a:cubicBezTo>
                  <a:pt x="6923" y="16586"/>
                  <a:pt x="4543" y="16367"/>
                  <a:pt x="1307" y="16243"/>
                </a:cubicBezTo>
                <a:cubicBezTo>
                  <a:pt x="436" y="15638"/>
                  <a:pt x="0" y="14550"/>
                  <a:pt x="0" y="12978"/>
                </a:cubicBezTo>
                <a:cubicBezTo>
                  <a:pt x="0" y="11407"/>
                  <a:pt x="436" y="10379"/>
                  <a:pt x="1307" y="9895"/>
                </a:cubicBezTo>
                <a:cubicBezTo>
                  <a:pt x="3858" y="9895"/>
                  <a:pt x="13909" y="9677"/>
                  <a:pt x="31459" y="9242"/>
                </a:cubicBezTo>
                <a:cubicBezTo>
                  <a:pt x="49008" y="8806"/>
                  <a:pt x="59059" y="8588"/>
                  <a:pt x="61610" y="8588"/>
                </a:cubicBezTo>
                <a:close/>
                <a:moveTo>
                  <a:pt x="131888" y="109390"/>
                </a:moveTo>
                <a:lnTo>
                  <a:pt x="131888" y="25589"/>
                </a:lnTo>
                <a:cubicBezTo>
                  <a:pt x="131888" y="19236"/>
                  <a:pt x="131251" y="15374"/>
                  <a:pt x="129975" y="14005"/>
                </a:cubicBezTo>
                <a:cubicBezTo>
                  <a:pt x="128699" y="12634"/>
                  <a:pt x="125012" y="11700"/>
                  <a:pt x="118913" y="11202"/>
                </a:cubicBezTo>
                <a:cubicBezTo>
                  <a:pt x="117917" y="9370"/>
                  <a:pt x="117699" y="7316"/>
                  <a:pt x="118260" y="5041"/>
                </a:cubicBezTo>
                <a:cubicBezTo>
                  <a:pt x="134067" y="4419"/>
                  <a:pt x="146046" y="2738"/>
                  <a:pt x="154199" y="0"/>
                </a:cubicBezTo>
                <a:cubicBezTo>
                  <a:pt x="156253" y="0"/>
                  <a:pt x="157279" y="840"/>
                  <a:pt x="157279" y="2520"/>
                </a:cubicBezTo>
                <a:cubicBezTo>
                  <a:pt x="156906" y="7258"/>
                  <a:pt x="156719" y="13771"/>
                  <a:pt x="156719" y="22059"/>
                </a:cubicBezTo>
                <a:lnTo>
                  <a:pt x="156719" y="109378"/>
                </a:lnTo>
                <a:cubicBezTo>
                  <a:pt x="156719" y="117045"/>
                  <a:pt x="157637" y="121922"/>
                  <a:pt x="159473" y="124011"/>
                </a:cubicBezTo>
                <a:cubicBezTo>
                  <a:pt x="161309" y="126098"/>
                  <a:pt x="165307" y="127265"/>
                  <a:pt x="171468" y="127514"/>
                </a:cubicBezTo>
                <a:cubicBezTo>
                  <a:pt x="172091" y="128012"/>
                  <a:pt x="172402" y="129101"/>
                  <a:pt x="172402" y="130782"/>
                </a:cubicBezTo>
                <a:cubicBezTo>
                  <a:pt x="172402" y="132462"/>
                  <a:pt x="172091" y="133551"/>
                  <a:pt x="171468" y="134049"/>
                </a:cubicBezTo>
                <a:cubicBezTo>
                  <a:pt x="160515" y="133800"/>
                  <a:pt x="151461" y="133675"/>
                  <a:pt x="144304" y="133675"/>
                </a:cubicBezTo>
                <a:cubicBezTo>
                  <a:pt x="136898" y="133675"/>
                  <a:pt x="127843" y="133800"/>
                  <a:pt x="117139" y="134049"/>
                </a:cubicBezTo>
                <a:cubicBezTo>
                  <a:pt x="116517" y="133551"/>
                  <a:pt x="116206" y="132477"/>
                  <a:pt x="116206" y="130828"/>
                </a:cubicBezTo>
                <a:cubicBezTo>
                  <a:pt x="116206" y="129179"/>
                  <a:pt x="116517" y="128074"/>
                  <a:pt x="117139" y="127514"/>
                </a:cubicBezTo>
                <a:cubicBezTo>
                  <a:pt x="123238" y="127265"/>
                  <a:pt x="127221" y="126098"/>
                  <a:pt x="129088" y="124011"/>
                </a:cubicBezTo>
                <a:cubicBezTo>
                  <a:pt x="130955" y="121924"/>
                  <a:pt x="131888" y="117051"/>
                  <a:pt x="131888" y="109390"/>
                </a:cubicBezTo>
                <a:close/>
                <a:moveTo>
                  <a:pt x="271251" y="108191"/>
                </a:moveTo>
                <a:cubicBezTo>
                  <a:pt x="271251" y="113668"/>
                  <a:pt x="272060" y="117386"/>
                  <a:pt x="273678" y="119346"/>
                </a:cubicBezTo>
                <a:cubicBezTo>
                  <a:pt x="275296" y="121307"/>
                  <a:pt x="278657" y="122536"/>
                  <a:pt x="283760" y="123034"/>
                </a:cubicBezTo>
                <a:cubicBezTo>
                  <a:pt x="284506" y="125461"/>
                  <a:pt x="284631" y="127514"/>
                  <a:pt x="284133" y="129195"/>
                </a:cubicBezTo>
                <a:cubicBezTo>
                  <a:pt x="273305" y="130647"/>
                  <a:pt x="262725" y="132763"/>
                  <a:pt x="252394" y="135542"/>
                </a:cubicBezTo>
                <a:cubicBezTo>
                  <a:pt x="249594" y="135542"/>
                  <a:pt x="248131" y="134476"/>
                  <a:pt x="248007" y="132342"/>
                </a:cubicBezTo>
                <a:cubicBezTo>
                  <a:pt x="247696" y="129896"/>
                  <a:pt x="247385" y="127073"/>
                  <a:pt x="247074" y="123874"/>
                </a:cubicBezTo>
                <a:cubicBezTo>
                  <a:pt x="241286" y="127135"/>
                  <a:pt x="235374" y="129896"/>
                  <a:pt x="229337" y="132156"/>
                </a:cubicBezTo>
                <a:cubicBezTo>
                  <a:pt x="223301" y="134413"/>
                  <a:pt x="218602" y="135542"/>
                  <a:pt x="215242" y="135542"/>
                </a:cubicBezTo>
                <a:cubicBezTo>
                  <a:pt x="198937" y="135542"/>
                  <a:pt x="190784" y="125336"/>
                  <a:pt x="190784" y="104924"/>
                </a:cubicBezTo>
                <a:lnTo>
                  <a:pt x="190784" y="75052"/>
                </a:lnTo>
                <a:cubicBezTo>
                  <a:pt x="190784" y="67522"/>
                  <a:pt x="189866" y="62653"/>
                  <a:pt x="188030" y="60443"/>
                </a:cubicBezTo>
                <a:cubicBezTo>
                  <a:pt x="186195" y="58234"/>
                  <a:pt x="182850" y="57005"/>
                  <a:pt x="177995" y="56756"/>
                </a:cubicBezTo>
                <a:cubicBezTo>
                  <a:pt x="177498" y="56258"/>
                  <a:pt x="177249" y="55169"/>
                  <a:pt x="177249" y="53489"/>
                </a:cubicBezTo>
                <a:cubicBezTo>
                  <a:pt x="177249" y="51809"/>
                  <a:pt x="177498" y="50719"/>
                  <a:pt x="177995" y="50222"/>
                </a:cubicBezTo>
                <a:cubicBezTo>
                  <a:pt x="188948" y="50471"/>
                  <a:pt x="197350" y="50595"/>
                  <a:pt x="203200" y="50595"/>
                </a:cubicBezTo>
                <a:cubicBezTo>
                  <a:pt x="205876" y="50595"/>
                  <a:pt x="209516" y="50471"/>
                  <a:pt x="214121" y="50222"/>
                </a:cubicBezTo>
                <a:cubicBezTo>
                  <a:pt x="215366" y="51466"/>
                  <a:pt x="216020" y="53644"/>
                  <a:pt x="216082" y="56756"/>
                </a:cubicBezTo>
                <a:cubicBezTo>
                  <a:pt x="216082" y="57254"/>
                  <a:pt x="216020" y="58841"/>
                  <a:pt x="215895" y="61517"/>
                </a:cubicBezTo>
                <a:cubicBezTo>
                  <a:pt x="215771" y="64193"/>
                  <a:pt x="215708" y="68705"/>
                  <a:pt x="215708" y="75052"/>
                </a:cubicBezTo>
                <a:lnTo>
                  <a:pt x="215708" y="106978"/>
                </a:lnTo>
                <a:cubicBezTo>
                  <a:pt x="215708" y="113076"/>
                  <a:pt x="216782" y="116997"/>
                  <a:pt x="218929" y="118740"/>
                </a:cubicBezTo>
                <a:cubicBezTo>
                  <a:pt x="221076" y="120482"/>
                  <a:pt x="224452" y="121353"/>
                  <a:pt x="229057" y="121353"/>
                </a:cubicBezTo>
                <a:cubicBezTo>
                  <a:pt x="235218" y="121353"/>
                  <a:pt x="241068" y="119642"/>
                  <a:pt x="246607" y="116219"/>
                </a:cubicBezTo>
                <a:cubicBezTo>
                  <a:pt x="246545" y="115223"/>
                  <a:pt x="246498" y="114243"/>
                  <a:pt x="246467" y="113279"/>
                </a:cubicBezTo>
                <a:cubicBezTo>
                  <a:pt x="246436" y="112314"/>
                  <a:pt x="246420" y="111396"/>
                  <a:pt x="246420" y="110525"/>
                </a:cubicBezTo>
                <a:lnTo>
                  <a:pt x="246420" y="75052"/>
                </a:lnTo>
                <a:cubicBezTo>
                  <a:pt x="246420" y="67398"/>
                  <a:pt x="245596" y="62559"/>
                  <a:pt x="243946" y="60537"/>
                </a:cubicBezTo>
                <a:cubicBezTo>
                  <a:pt x="242297" y="58514"/>
                  <a:pt x="238859" y="57254"/>
                  <a:pt x="233631" y="56756"/>
                </a:cubicBezTo>
                <a:cubicBezTo>
                  <a:pt x="233009" y="56258"/>
                  <a:pt x="232698" y="55169"/>
                  <a:pt x="232698" y="53489"/>
                </a:cubicBezTo>
                <a:cubicBezTo>
                  <a:pt x="232698" y="51809"/>
                  <a:pt x="233009" y="50719"/>
                  <a:pt x="233631" y="50222"/>
                </a:cubicBezTo>
                <a:cubicBezTo>
                  <a:pt x="244584" y="50471"/>
                  <a:pt x="252986" y="50595"/>
                  <a:pt x="258835" y="50595"/>
                </a:cubicBezTo>
                <a:cubicBezTo>
                  <a:pt x="261263" y="50595"/>
                  <a:pt x="264903" y="50471"/>
                  <a:pt x="269757" y="50222"/>
                </a:cubicBezTo>
                <a:cubicBezTo>
                  <a:pt x="271002" y="51466"/>
                  <a:pt x="271655" y="53644"/>
                  <a:pt x="271718" y="56756"/>
                </a:cubicBezTo>
                <a:cubicBezTo>
                  <a:pt x="271718" y="57254"/>
                  <a:pt x="271640" y="58841"/>
                  <a:pt x="271484" y="61517"/>
                </a:cubicBezTo>
                <a:cubicBezTo>
                  <a:pt x="271329" y="64193"/>
                  <a:pt x="271251" y="68705"/>
                  <a:pt x="271251" y="75052"/>
                </a:cubicBezTo>
                <a:lnTo>
                  <a:pt x="271251" y="108191"/>
                </a:lnTo>
                <a:close/>
                <a:moveTo>
                  <a:pt x="343511" y="78489"/>
                </a:moveTo>
                <a:cubicBezTo>
                  <a:pt x="343511" y="63689"/>
                  <a:pt x="339248" y="56320"/>
                  <a:pt x="330722" y="56383"/>
                </a:cubicBezTo>
                <a:cubicBezTo>
                  <a:pt x="326926" y="56383"/>
                  <a:pt x="324156" y="57820"/>
                  <a:pt x="322414" y="60694"/>
                </a:cubicBezTo>
                <a:cubicBezTo>
                  <a:pt x="320671" y="63569"/>
                  <a:pt x="319800" y="68430"/>
                  <a:pt x="319800" y="75280"/>
                </a:cubicBezTo>
                <a:cubicBezTo>
                  <a:pt x="319800" y="90935"/>
                  <a:pt x="324250" y="98763"/>
                  <a:pt x="333149" y="98763"/>
                </a:cubicBezTo>
                <a:cubicBezTo>
                  <a:pt x="336198" y="98763"/>
                  <a:pt x="338688" y="97418"/>
                  <a:pt x="340617" y="94729"/>
                </a:cubicBezTo>
                <a:cubicBezTo>
                  <a:pt x="342546" y="92037"/>
                  <a:pt x="343511" y="86624"/>
                  <a:pt x="343511" y="78489"/>
                </a:cubicBezTo>
                <a:moveTo>
                  <a:pt x="321480" y="138530"/>
                </a:moveTo>
                <a:cubicBezTo>
                  <a:pt x="317809" y="138530"/>
                  <a:pt x="315008" y="138156"/>
                  <a:pt x="313079" y="137409"/>
                </a:cubicBezTo>
                <a:cubicBezTo>
                  <a:pt x="311648" y="139988"/>
                  <a:pt x="310963" y="144959"/>
                  <a:pt x="311025" y="152322"/>
                </a:cubicBezTo>
                <a:cubicBezTo>
                  <a:pt x="311025" y="157481"/>
                  <a:pt x="313032" y="161979"/>
                  <a:pt x="317046" y="165817"/>
                </a:cubicBezTo>
                <a:cubicBezTo>
                  <a:pt x="321060" y="169655"/>
                  <a:pt x="326117" y="171575"/>
                  <a:pt x="332216" y="171575"/>
                </a:cubicBezTo>
                <a:cubicBezTo>
                  <a:pt x="336945" y="171575"/>
                  <a:pt x="341286" y="171323"/>
                  <a:pt x="345238" y="170819"/>
                </a:cubicBezTo>
                <a:cubicBezTo>
                  <a:pt x="349189" y="170316"/>
                  <a:pt x="352503" y="169308"/>
                  <a:pt x="355179" y="167797"/>
                </a:cubicBezTo>
                <a:cubicBezTo>
                  <a:pt x="358167" y="166098"/>
                  <a:pt x="360469" y="163532"/>
                  <a:pt x="362087" y="160102"/>
                </a:cubicBezTo>
                <a:cubicBezTo>
                  <a:pt x="363705" y="156673"/>
                  <a:pt x="364514" y="153102"/>
                  <a:pt x="364514" y="149387"/>
                </a:cubicBezTo>
                <a:cubicBezTo>
                  <a:pt x="364514" y="142149"/>
                  <a:pt x="350170" y="138530"/>
                  <a:pt x="321480" y="138530"/>
                </a:cubicBezTo>
                <a:moveTo>
                  <a:pt x="377303" y="58063"/>
                </a:moveTo>
                <a:cubicBezTo>
                  <a:pt x="375125" y="58063"/>
                  <a:pt x="373211" y="57378"/>
                  <a:pt x="371562" y="56009"/>
                </a:cubicBezTo>
                <a:cubicBezTo>
                  <a:pt x="369913" y="54638"/>
                  <a:pt x="368839" y="53191"/>
                  <a:pt x="368342" y="51669"/>
                </a:cubicBezTo>
                <a:cubicBezTo>
                  <a:pt x="367595" y="50144"/>
                  <a:pt x="366381" y="49413"/>
                  <a:pt x="364701" y="49475"/>
                </a:cubicBezTo>
                <a:cubicBezTo>
                  <a:pt x="363705" y="49475"/>
                  <a:pt x="362025" y="50182"/>
                  <a:pt x="359660" y="51596"/>
                </a:cubicBezTo>
                <a:cubicBezTo>
                  <a:pt x="357295" y="53009"/>
                  <a:pt x="355739" y="54177"/>
                  <a:pt x="354993" y="55099"/>
                </a:cubicBezTo>
                <a:cubicBezTo>
                  <a:pt x="362896" y="61486"/>
                  <a:pt x="366848" y="69099"/>
                  <a:pt x="366848" y="77940"/>
                </a:cubicBezTo>
                <a:cubicBezTo>
                  <a:pt x="366848" y="85970"/>
                  <a:pt x="363721" y="92724"/>
                  <a:pt x="357466" y="98203"/>
                </a:cubicBezTo>
                <a:cubicBezTo>
                  <a:pt x="351212" y="103679"/>
                  <a:pt x="342795" y="106418"/>
                  <a:pt x="332216" y="106418"/>
                </a:cubicBezTo>
                <a:cubicBezTo>
                  <a:pt x="325806" y="106418"/>
                  <a:pt x="321138" y="105698"/>
                  <a:pt x="318213" y="104259"/>
                </a:cubicBezTo>
                <a:cubicBezTo>
                  <a:pt x="318089" y="104514"/>
                  <a:pt x="317731" y="105246"/>
                  <a:pt x="317140" y="106455"/>
                </a:cubicBezTo>
                <a:cubicBezTo>
                  <a:pt x="316549" y="107665"/>
                  <a:pt x="316113" y="108732"/>
                  <a:pt x="315833" y="109656"/>
                </a:cubicBezTo>
                <a:cubicBezTo>
                  <a:pt x="315553" y="110577"/>
                  <a:pt x="315413" y="111516"/>
                  <a:pt x="315413" y="112471"/>
                </a:cubicBezTo>
                <a:cubicBezTo>
                  <a:pt x="315413" y="117895"/>
                  <a:pt x="318275" y="120607"/>
                  <a:pt x="324001" y="120607"/>
                </a:cubicBezTo>
                <a:cubicBezTo>
                  <a:pt x="333585" y="120607"/>
                  <a:pt x="343526" y="121106"/>
                  <a:pt x="353826" y="122106"/>
                </a:cubicBezTo>
                <a:cubicBezTo>
                  <a:pt x="364125" y="123104"/>
                  <a:pt x="370955" y="124694"/>
                  <a:pt x="374316" y="126878"/>
                </a:cubicBezTo>
                <a:cubicBezTo>
                  <a:pt x="380664" y="131246"/>
                  <a:pt x="383837" y="137082"/>
                  <a:pt x="383837" y="144384"/>
                </a:cubicBezTo>
                <a:cubicBezTo>
                  <a:pt x="383837" y="154322"/>
                  <a:pt x="377879" y="162613"/>
                  <a:pt x="365961" y="169259"/>
                </a:cubicBezTo>
                <a:cubicBezTo>
                  <a:pt x="354044" y="175906"/>
                  <a:pt x="341021" y="179230"/>
                  <a:pt x="326895" y="179230"/>
                </a:cubicBezTo>
                <a:cubicBezTo>
                  <a:pt x="313390" y="179230"/>
                  <a:pt x="303620" y="177145"/>
                  <a:pt x="297583" y="172975"/>
                </a:cubicBezTo>
                <a:cubicBezTo>
                  <a:pt x="292605" y="169552"/>
                  <a:pt x="290146" y="163236"/>
                  <a:pt x="290209" y="154025"/>
                </a:cubicBezTo>
                <a:cubicBezTo>
                  <a:pt x="290209" y="152221"/>
                  <a:pt x="292013" y="149156"/>
                  <a:pt x="295623" y="144831"/>
                </a:cubicBezTo>
                <a:cubicBezTo>
                  <a:pt x="299232" y="140505"/>
                  <a:pt x="302966" y="137192"/>
                  <a:pt x="306825" y="134889"/>
                </a:cubicBezTo>
                <a:cubicBezTo>
                  <a:pt x="303153" y="133769"/>
                  <a:pt x="300539" y="131995"/>
                  <a:pt x="298983" y="129568"/>
                </a:cubicBezTo>
                <a:cubicBezTo>
                  <a:pt x="297303" y="127016"/>
                  <a:pt x="296463" y="124092"/>
                  <a:pt x="296463" y="120793"/>
                </a:cubicBezTo>
                <a:cubicBezTo>
                  <a:pt x="296463" y="118948"/>
                  <a:pt x="298128" y="115988"/>
                  <a:pt x="301457" y="111913"/>
                </a:cubicBezTo>
                <a:cubicBezTo>
                  <a:pt x="304787" y="107839"/>
                  <a:pt x="308163" y="104307"/>
                  <a:pt x="311586" y="101315"/>
                </a:cubicBezTo>
                <a:cubicBezTo>
                  <a:pt x="307105" y="98851"/>
                  <a:pt x="303526" y="95372"/>
                  <a:pt x="300850" y="90878"/>
                </a:cubicBezTo>
                <a:cubicBezTo>
                  <a:pt x="298174" y="86382"/>
                  <a:pt x="296836" y="81763"/>
                  <a:pt x="296836" y="77021"/>
                </a:cubicBezTo>
                <a:cubicBezTo>
                  <a:pt x="296836" y="67871"/>
                  <a:pt x="301162" y="60464"/>
                  <a:pt x="309812" y="54799"/>
                </a:cubicBezTo>
                <a:cubicBezTo>
                  <a:pt x="316035" y="50689"/>
                  <a:pt x="323565" y="48666"/>
                  <a:pt x="332402" y="48728"/>
                </a:cubicBezTo>
                <a:cubicBezTo>
                  <a:pt x="340306" y="48728"/>
                  <a:pt x="345658" y="49503"/>
                  <a:pt x="348458" y="51053"/>
                </a:cubicBezTo>
                <a:cubicBezTo>
                  <a:pt x="351632" y="48208"/>
                  <a:pt x="355615" y="45584"/>
                  <a:pt x="360407" y="43183"/>
                </a:cubicBezTo>
                <a:cubicBezTo>
                  <a:pt x="365199" y="40781"/>
                  <a:pt x="369555" y="39580"/>
                  <a:pt x="373476" y="39580"/>
                </a:cubicBezTo>
                <a:cubicBezTo>
                  <a:pt x="376898" y="39580"/>
                  <a:pt x="379808" y="40602"/>
                  <a:pt x="382204" y="42646"/>
                </a:cubicBezTo>
                <a:cubicBezTo>
                  <a:pt x="384600" y="44688"/>
                  <a:pt x="385798" y="46731"/>
                  <a:pt x="385798" y="48775"/>
                </a:cubicBezTo>
                <a:cubicBezTo>
                  <a:pt x="385736" y="54967"/>
                  <a:pt x="382904" y="58063"/>
                  <a:pt x="377303" y="58063"/>
                </a:cubicBezTo>
                <a:close/>
                <a:moveTo>
                  <a:pt x="431949" y="110294"/>
                </a:moveTo>
                <a:cubicBezTo>
                  <a:pt x="431949" y="117968"/>
                  <a:pt x="432712" y="122664"/>
                  <a:pt x="434236" y="124381"/>
                </a:cubicBezTo>
                <a:cubicBezTo>
                  <a:pt x="435761" y="126097"/>
                  <a:pt x="439604" y="127141"/>
                  <a:pt x="445765" y="127514"/>
                </a:cubicBezTo>
                <a:cubicBezTo>
                  <a:pt x="446263" y="128012"/>
                  <a:pt x="446512" y="129101"/>
                  <a:pt x="446512" y="130782"/>
                </a:cubicBezTo>
                <a:cubicBezTo>
                  <a:pt x="446512" y="132462"/>
                  <a:pt x="446263" y="133551"/>
                  <a:pt x="445765" y="134049"/>
                </a:cubicBezTo>
                <a:cubicBezTo>
                  <a:pt x="434812" y="133800"/>
                  <a:pt x="426068" y="133675"/>
                  <a:pt x="419534" y="133675"/>
                </a:cubicBezTo>
                <a:cubicBezTo>
                  <a:pt x="412751" y="133675"/>
                  <a:pt x="404007" y="133800"/>
                  <a:pt x="393303" y="134049"/>
                </a:cubicBezTo>
                <a:cubicBezTo>
                  <a:pt x="392805" y="133551"/>
                  <a:pt x="392556" y="132477"/>
                  <a:pt x="392556" y="130828"/>
                </a:cubicBezTo>
                <a:cubicBezTo>
                  <a:pt x="392556" y="129179"/>
                  <a:pt x="392805" y="128074"/>
                  <a:pt x="393303" y="127514"/>
                </a:cubicBezTo>
                <a:cubicBezTo>
                  <a:pt x="399402" y="127015"/>
                  <a:pt x="403229" y="125938"/>
                  <a:pt x="404785" y="124285"/>
                </a:cubicBezTo>
                <a:cubicBezTo>
                  <a:pt x="406341" y="122632"/>
                  <a:pt x="407119" y="117968"/>
                  <a:pt x="407119" y="110292"/>
                </a:cubicBezTo>
                <a:lnTo>
                  <a:pt x="407119" y="73503"/>
                </a:lnTo>
                <a:cubicBezTo>
                  <a:pt x="407119" y="68136"/>
                  <a:pt x="406387" y="64688"/>
                  <a:pt x="404925" y="63159"/>
                </a:cubicBezTo>
                <a:cubicBezTo>
                  <a:pt x="403462" y="61631"/>
                  <a:pt x="400055" y="60616"/>
                  <a:pt x="394703" y="60117"/>
                </a:cubicBezTo>
                <a:cubicBezTo>
                  <a:pt x="393956" y="57690"/>
                  <a:pt x="393832" y="55636"/>
                  <a:pt x="394330" y="53956"/>
                </a:cubicBezTo>
                <a:cubicBezTo>
                  <a:pt x="414618" y="51326"/>
                  <a:pt x="425944" y="49584"/>
                  <a:pt x="428309" y="48728"/>
                </a:cubicBezTo>
                <a:cubicBezTo>
                  <a:pt x="431234" y="48728"/>
                  <a:pt x="432696" y="49798"/>
                  <a:pt x="432696" y="51937"/>
                </a:cubicBezTo>
                <a:cubicBezTo>
                  <a:pt x="432696" y="52059"/>
                  <a:pt x="432696" y="52259"/>
                  <a:pt x="432696" y="52535"/>
                </a:cubicBezTo>
                <a:cubicBezTo>
                  <a:pt x="432696" y="52809"/>
                  <a:pt x="432665" y="53363"/>
                  <a:pt x="432603" y="54198"/>
                </a:cubicBezTo>
                <a:cubicBezTo>
                  <a:pt x="432540" y="55032"/>
                  <a:pt x="432478" y="55901"/>
                  <a:pt x="432416" y="56806"/>
                </a:cubicBezTo>
                <a:cubicBezTo>
                  <a:pt x="432354" y="57710"/>
                  <a:pt x="432292" y="58817"/>
                  <a:pt x="432229" y="60128"/>
                </a:cubicBezTo>
                <a:cubicBezTo>
                  <a:pt x="432167" y="61439"/>
                  <a:pt x="432120" y="62703"/>
                  <a:pt x="432089" y="63921"/>
                </a:cubicBezTo>
                <a:cubicBezTo>
                  <a:pt x="432058" y="65136"/>
                  <a:pt x="432027" y="66477"/>
                  <a:pt x="431996" y="67943"/>
                </a:cubicBezTo>
                <a:cubicBezTo>
                  <a:pt x="431965" y="69410"/>
                  <a:pt x="431949" y="70798"/>
                  <a:pt x="431949" y="72109"/>
                </a:cubicBezTo>
                <a:lnTo>
                  <a:pt x="431949" y="110294"/>
                </a:lnTo>
                <a:moveTo>
                  <a:pt x="406185" y="19554"/>
                </a:moveTo>
                <a:cubicBezTo>
                  <a:pt x="406185" y="16368"/>
                  <a:pt x="407352" y="13589"/>
                  <a:pt x="409686" y="11216"/>
                </a:cubicBezTo>
                <a:cubicBezTo>
                  <a:pt x="412019" y="8842"/>
                  <a:pt x="415302" y="7655"/>
                  <a:pt x="419534" y="7655"/>
                </a:cubicBezTo>
                <a:cubicBezTo>
                  <a:pt x="423206" y="7655"/>
                  <a:pt x="426193" y="8966"/>
                  <a:pt x="428495" y="11590"/>
                </a:cubicBezTo>
                <a:cubicBezTo>
                  <a:pt x="430798" y="14213"/>
                  <a:pt x="431949" y="17150"/>
                  <a:pt x="431949" y="20400"/>
                </a:cubicBezTo>
                <a:cubicBezTo>
                  <a:pt x="431949" y="23210"/>
                  <a:pt x="430674" y="25896"/>
                  <a:pt x="428122" y="28457"/>
                </a:cubicBezTo>
                <a:cubicBezTo>
                  <a:pt x="425570" y="31018"/>
                  <a:pt x="422334" y="32299"/>
                  <a:pt x="418414" y="32299"/>
                </a:cubicBezTo>
                <a:cubicBezTo>
                  <a:pt x="414742" y="32299"/>
                  <a:pt x="411786" y="31002"/>
                  <a:pt x="409546" y="28410"/>
                </a:cubicBezTo>
                <a:cubicBezTo>
                  <a:pt x="407305" y="25818"/>
                  <a:pt x="406185" y="22866"/>
                  <a:pt x="406185" y="19554"/>
                </a:cubicBezTo>
                <a:close/>
                <a:moveTo>
                  <a:pt x="492705" y="110338"/>
                </a:moveTo>
                <a:cubicBezTo>
                  <a:pt x="492705" y="117868"/>
                  <a:pt x="493280" y="122520"/>
                  <a:pt x="494432" y="124294"/>
                </a:cubicBezTo>
                <a:cubicBezTo>
                  <a:pt x="495583" y="126067"/>
                  <a:pt x="498306" y="127141"/>
                  <a:pt x="502600" y="127514"/>
                </a:cubicBezTo>
                <a:cubicBezTo>
                  <a:pt x="503098" y="128012"/>
                  <a:pt x="503362" y="129101"/>
                  <a:pt x="503393" y="130782"/>
                </a:cubicBezTo>
                <a:cubicBezTo>
                  <a:pt x="503424" y="132462"/>
                  <a:pt x="503160" y="133551"/>
                  <a:pt x="502600" y="134049"/>
                </a:cubicBezTo>
                <a:cubicBezTo>
                  <a:pt x="491647" y="133800"/>
                  <a:pt x="484210" y="133675"/>
                  <a:pt x="480289" y="133675"/>
                </a:cubicBezTo>
                <a:cubicBezTo>
                  <a:pt x="473506" y="133675"/>
                  <a:pt x="464762" y="133800"/>
                  <a:pt x="454058" y="134049"/>
                </a:cubicBezTo>
                <a:cubicBezTo>
                  <a:pt x="453561" y="133551"/>
                  <a:pt x="453312" y="132477"/>
                  <a:pt x="453312" y="130828"/>
                </a:cubicBezTo>
                <a:cubicBezTo>
                  <a:pt x="453312" y="129179"/>
                  <a:pt x="453561" y="128074"/>
                  <a:pt x="454058" y="127514"/>
                </a:cubicBezTo>
                <a:cubicBezTo>
                  <a:pt x="460157" y="127016"/>
                  <a:pt x="463984" y="125943"/>
                  <a:pt x="465540" y="124294"/>
                </a:cubicBezTo>
                <a:cubicBezTo>
                  <a:pt x="467096" y="122645"/>
                  <a:pt x="467874" y="117993"/>
                  <a:pt x="467874" y="110338"/>
                </a:cubicBezTo>
                <a:lnTo>
                  <a:pt x="467874" y="74586"/>
                </a:lnTo>
                <a:cubicBezTo>
                  <a:pt x="467874" y="69234"/>
                  <a:pt x="467143" y="65795"/>
                  <a:pt x="465680" y="64271"/>
                </a:cubicBezTo>
                <a:cubicBezTo>
                  <a:pt x="464218" y="62746"/>
                  <a:pt x="460811" y="61735"/>
                  <a:pt x="455459" y="61237"/>
                </a:cubicBezTo>
                <a:cubicBezTo>
                  <a:pt x="454712" y="58810"/>
                  <a:pt x="454556" y="56756"/>
                  <a:pt x="454992" y="55076"/>
                </a:cubicBezTo>
                <a:cubicBezTo>
                  <a:pt x="465820" y="53623"/>
                  <a:pt x="476400" y="51507"/>
                  <a:pt x="486730" y="48728"/>
                </a:cubicBezTo>
                <a:cubicBezTo>
                  <a:pt x="489531" y="48728"/>
                  <a:pt x="491024" y="49824"/>
                  <a:pt x="491211" y="52016"/>
                </a:cubicBezTo>
                <a:cubicBezTo>
                  <a:pt x="491771" y="55833"/>
                  <a:pt x="492176" y="59965"/>
                  <a:pt x="492425" y="64411"/>
                </a:cubicBezTo>
                <a:cubicBezTo>
                  <a:pt x="507609" y="53893"/>
                  <a:pt x="518220" y="48666"/>
                  <a:pt x="524257" y="48728"/>
                </a:cubicBezTo>
                <a:cubicBezTo>
                  <a:pt x="541184" y="48728"/>
                  <a:pt x="549647" y="58934"/>
                  <a:pt x="549647" y="79346"/>
                </a:cubicBezTo>
                <a:lnTo>
                  <a:pt x="549647" y="109218"/>
                </a:lnTo>
                <a:cubicBezTo>
                  <a:pt x="549647" y="116997"/>
                  <a:pt x="550581" y="121929"/>
                  <a:pt x="552448" y="124014"/>
                </a:cubicBezTo>
                <a:cubicBezTo>
                  <a:pt x="554315" y="126099"/>
                  <a:pt x="558298" y="127265"/>
                  <a:pt x="564397" y="127514"/>
                </a:cubicBezTo>
                <a:cubicBezTo>
                  <a:pt x="565019" y="128012"/>
                  <a:pt x="565330" y="129101"/>
                  <a:pt x="565330" y="130782"/>
                </a:cubicBezTo>
                <a:cubicBezTo>
                  <a:pt x="565330" y="132462"/>
                  <a:pt x="565019" y="133551"/>
                  <a:pt x="564397" y="134049"/>
                </a:cubicBezTo>
                <a:cubicBezTo>
                  <a:pt x="553444" y="133800"/>
                  <a:pt x="544389" y="133675"/>
                  <a:pt x="537232" y="133675"/>
                </a:cubicBezTo>
                <a:cubicBezTo>
                  <a:pt x="532378" y="133675"/>
                  <a:pt x="524599" y="133800"/>
                  <a:pt x="513895" y="134049"/>
                </a:cubicBezTo>
                <a:cubicBezTo>
                  <a:pt x="513273" y="133551"/>
                  <a:pt x="512961" y="132477"/>
                  <a:pt x="512961" y="130828"/>
                </a:cubicBezTo>
                <a:cubicBezTo>
                  <a:pt x="512961" y="129179"/>
                  <a:pt x="513273" y="128074"/>
                  <a:pt x="513895" y="127514"/>
                </a:cubicBezTo>
                <a:cubicBezTo>
                  <a:pt x="518127" y="127265"/>
                  <a:pt x="521005" y="126036"/>
                  <a:pt x="522530" y="123827"/>
                </a:cubicBezTo>
                <a:cubicBezTo>
                  <a:pt x="524054" y="121618"/>
                  <a:pt x="524817" y="116748"/>
                  <a:pt x="524817" y="109218"/>
                </a:cubicBezTo>
                <a:lnTo>
                  <a:pt x="524817" y="77293"/>
                </a:lnTo>
                <a:cubicBezTo>
                  <a:pt x="524817" y="67709"/>
                  <a:pt x="520367" y="62917"/>
                  <a:pt x="511468" y="62917"/>
                </a:cubicBezTo>
                <a:cubicBezTo>
                  <a:pt x="507672" y="62917"/>
                  <a:pt x="501417" y="65904"/>
                  <a:pt x="492705" y="71879"/>
                </a:cubicBezTo>
                <a:lnTo>
                  <a:pt x="492705" y="72252"/>
                </a:lnTo>
                <a:lnTo>
                  <a:pt x="492705" y="11033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metadata">
            <a:extLst xmlns:a="http://schemas.openxmlformats.org/drawingml/2006/main">
              <a:ext uri="{FF2B5EF4-FFF2-40B4-BE49-F238E27FC236}">
                <a16:creationId xmlns:a16="http://schemas.microsoft.com/office/drawing/2014/main" id="{496ECF88-E797-472A-8602-CDE12FCC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1633" y="3567102"/>
            <a:ext cx="795859" cy="135793"/>
          </a:xfrm>
          <a:custGeom xmlns:a="http://schemas.openxmlformats.org/drawingml/2006/main">
            <a:pathLst>
              <a:path w="795859" h="135793">
                <a:moveTo>
                  <a:pt x="39448" y="110492"/>
                </a:moveTo>
                <a:cubicBezTo>
                  <a:pt x="39448" y="118032"/>
                  <a:pt x="40024" y="122691"/>
                  <a:pt x="41177" y="124467"/>
                </a:cubicBezTo>
                <a:cubicBezTo>
                  <a:pt x="42330" y="126243"/>
                  <a:pt x="45057" y="127318"/>
                  <a:pt x="49357" y="127692"/>
                </a:cubicBezTo>
                <a:cubicBezTo>
                  <a:pt x="49855" y="128190"/>
                  <a:pt x="50120" y="129281"/>
                  <a:pt x="50151" y="130963"/>
                </a:cubicBezTo>
                <a:cubicBezTo>
                  <a:pt x="50182" y="132646"/>
                  <a:pt x="49918" y="133737"/>
                  <a:pt x="49357" y="134235"/>
                </a:cubicBezTo>
                <a:cubicBezTo>
                  <a:pt x="38388" y="133986"/>
                  <a:pt x="30941" y="133861"/>
                  <a:pt x="27015" y="133861"/>
                </a:cubicBezTo>
                <a:cubicBezTo>
                  <a:pt x="20223" y="133861"/>
                  <a:pt x="11467" y="133986"/>
                  <a:pt x="748" y="134235"/>
                </a:cubicBezTo>
                <a:cubicBezTo>
                  <a:pt x="249" y="133737"/>
                  <a:pt x="0" y="132662"/>
                  <a:pt x="0" y="131010"/>
                </a:cubicBezTo>
                <a:cubicBezTo>
                  <a:pt x="0" y="129359"/>
                  <a:pt x="249" y="128252"/>
                  <a:pt x="748" y="127692"/>
                </a:cubicBezTo>
                <a:cubicBezTo>
                  <a:pt x="6855" y="127193"/>
                  <a:pt x="10688" y="126118"/>
                  <a:pt x="12246" y="124467"/>
                </a:cubicBezTo>
                <a:cubicBezTo>
                  <a:pt x="13804" y="122815"/>
                  <a:pt x="14583" y="118157"/>
                  <a:pt x="14583" y="110492"/>
                </a:cubicBezTo>
                <a:lnTo>
                  <a:pt x="14583" y="74689"/>
                </a:lnTo>
                <a:cubicBezTo>
                  <a:pt x="14583" y="69330"/>
                  <a:pt x="13850" y="65887"/>
                  <a:pt x="12386" y="64360"/>
                </a:cubicBezTo>
                <a:cubicBezTo>
                  <a:pt x="10921" y="62833"/>
                  <a:pt x="7509" y="61820"/>
                  <a:pt x="2150" y="61322"/>
                </a:cubicBezTo>
                <a:cubicBezTo>
                  <a:pt x="1402" y="58891"/>
                  <a:pt x="1246" y="56835"/>
                  <a:pt x="1683" y="55152"/>
                </a:cubicBezTo>
                <a:cubicBezTo>
                  <a:pt x="12526" y="53698"/>
                  <a:pt x="23120" y="51579"/>
                  <a:pt x="33465" y="48796"/>
                </a:cubicBezTo>
                <a:cubicBezTo>
                  <a:pt x="36270" y="48796"/>
                  <a:pt x="37765" y="49894"/>
                  <a:pt x="37952" y="52091"/>
                </a:cubicBezTo>
                <a:cubicBezTo>
                  <a:pt x="38388" y="55039"/>
                  <a:pt x="38731" y="58428"/>
                  <a:pt x="38981" y="62257"/>
                </a:cubicBezTo>
                <a:cubicBezTo>
                  <a:pt x="45836" y="58366"/>
                  <a:pt x="52052" y="55149"/>
                  <a:pt x="57629" y="52608"/>
                </a:cubicBezTo>
                <a:cubicBezTo>
                  <a:pt x="63207" y="50066"/>
                  <a:pt x="67554" y="48796"/>
                  <a:pt x="70670" y="48796"/>
                </a:cubicBezTo>
                <a:cubicBezTo>
                  <a:pt x="72228" y="48796"/>
                  <a:pt x="73739" y="48906"/>
                  <a:pt x="75203" y="49126"/>
                </a:cubicBezTo>
                <a:cubicBezTo>
                  <a:pt x="76668" y="49346"/>
                  <a:pt x="78055" y="49659"/>
                  <a:pt x="79363" y="50066"/>
                </a:cubicBezTo>
                <a:cubicBezTo>
                  <a:pt x="80672" y="50474"/>
                  <a:pt x="81887" y="50992"/>
                  <a:pt x="83009" y="51621"/>
                </a:cubicBezTo>
                <a:cubicBezTo>
                  <a:pt x="84131" y="52248"/>
                  <a:pt x="85174" y="52954"/>
                  <a:pt x="86140" y="53738"/>
                </a:cubicBezTo>
                <a:cubicBezTo>
                  <a:pt x="87106" y="54521"/>
                  <a:pt x="87994" y="55384"/>
                  <a:pt x="88805" y="56327"/>
                </a:cubicBezTo>
                <a:cubicBezTo>
                  <a:pt x="89615" y="57267"/>
                  <a:pt x="90316" y="58271"/>
                  <a:pt x="90908" y="59338"/>
                </a:cubicBezTo>
                <a:cubicBezTo>
                  <a:pt x="91500" y="60404"/>
                  <a:pt x="92014" y="61532"/>
                  <a:pt x="92450" y="62724"/>
                </a:cubicBezTo>
                <a:cubicBezTo>
                  <a:pt x="98869" y="59084"/>
                  <a:pt x="105381" y="55853"/>
                  <a:pt x="111987" y="53032"/>
                </a:cubicBezTo>
                <a:cubicBezTo>
                  <a:pt x="118593" y="50208"/>
                  <a:pt x="123516" y="48796"/>
                  <a:pt x="126757" y="48796"/>
                </a:cubicBezTo>
                <a:cubicBezTo>
                  <a:pt x="135045" y="48796"/>
                  <a:pt x="141137" y="51281"/>
                  <a:pt x="145032" y="56251"/>
                </a:cubicBezTo>
                <a:cubicBezTo>
                  <a:pt x="148927" y="61221"/>
                  <a:pt x="150874" y="68956"/>
                  <a:pt x="150874" y="79457"/>
                </a:cubicBezTo>
                <a:lnTo>
                  <a:pt x="150874" y="109370"/>
                </a:lnTo>
                <a:cubicBezTo>
                  <a:pt x="150874" y="117160"/>
                  <a:pt x="151793" y="122098"/>
                  <a:pt x="153632" y="124186"/>
                </a:cubicBezTo>
                <a:cubicBezTo>
                  <a:pt x="155470" y="126274"/>
                  <a:pt x="159474" y="127442"/>
                  <a:pt x="165644" y="127692"/>
                </a:cubicBezTo>
                <a:cubicBezTo>
                  <a:pt x="166267" y="128190"/>
                  <a:pt x="166579" y="129281"/>
                  <a:pt x="166579" y="130963"/>
                </a:cubicBezTo>
                <a:cubicBezTo>
                  <a:pt x="166579" y="132646"/>
                  <a:pt x="166267" y="133737"/>
                  <a:pt x="165644" y="134235"/>
                </a:cubicBezTo>
                <a:cubicBezTo>
                  <a:pt x="154676" y="133986"/>
                  <a:pt x="145608" y="133861"/>
                  <a:pt x="138442" y="133861"/>
                </a:cubicBezTo>
                <a:cubicBezTo>
                  <a:pt x="133581" y="133861"/>
                  <a:pt x="125791" y="133986"/>
                  <a:pt x="115072" y="134235"/>
                </a:cubicBezTo>
                <a:cubicBezTo>
                  <a:pt x="114449" y="133737"/>
                  <a:pt x="114137" y="132662"/>
                  <a:pt x="114137" y="131010"/>
                </a:cubicBezTo>
                <a:cubicBezTo>
                  <a:pt x="114137" y="129359"/>
                  <a:pt x="114449" y="128252"/>
                  <a:pt x="115072" y="127692"/>
                </a:cubicBezTo>
                <a:cubicBezTo>
                  <a:pt x="119310" y="127442"/>
                  <a:pt x="122192" y="126212"/>
                  <a:pt x="123719" y="123999"/>
                </a:cubicBezTo>
                <a:cubicBezTo>
                  <a:pt x="125246" y="121787"/>
                  <a:pt x="126009" y="116910"/>
                  <a:pt x="126009" y="109370"/>
                </a:cubicBezTo>
                <a:lnTo>
                  <a:pt x="126009" y="77400"/>
                </a:lnTo>
                <a:cubicBezTo>
                  <a:pt x="126009" y="67803"/>
                  <a:pt x="121647" y="63004"/>
                  <a:pt x="112922" y="63004"/>
                </a:cubicBezTo>
                <a:cubicBezTo>
                  <a:pt x="112112" y="63004"/>
                  <a:pt x="111037" y="63145"/>
                  <a:pt x="109697" y="63425"/>
                </a:cubicBezTo>
                <a:cubicBezTo>
                  <a:pt x="108357" y="63706"/>
                  <a:pt x="106877" y="64095"/>
                  <a:pt x="105257" y="64594"/>
                </a:cubicBezTo>
                <a:cubicBezTo>
                  <a:pt x="103636" y="65092"/>
                  <a:pt x="101860" y="65731"/>
                  <a:pt x="99928" y="66510"/>
                </a:cubicBezTo>
                <a:cubicBezTo>
                  <a:pt x="97997" y="67289"/>
                  <a:pt x="96189" y="68115"/>
                  <a:pt x="94507" y="68987"/>
                </a:cubicBezTo>
                <a:cubicBezTo>
                  <a:pt x="94694" y="69984"/>
                  <a:pt x="94849" y="71418"/>
                  <a:pt x="94974" y="73287"/>
                </a:cubicBezTo>
                <a:cubicBezTo>
                  <a:pt x="95099" y="75157"/>
                  <a:pt x="95161" y="77213"/>
                  <a:pt x="95161" y="79457"/>
                </a:cubicBezTo>
                <a:lnTo>
                  <a:pt x="95161" y="109370"/>
                </a:lnTo>
                <a:cubicBezTo>
                  <a:pt x="95161" y="116910"/>
                  <a:pt x="95925" y="121787"/>
                  <a:pt x="97451" y="123999"/>
                </a:cubicBezTo>
                <a:cubicBezTo>
                  <a:pt x="98978" y="126212"/>
                  <a:pt x="101860" y="127442"/>
                  <a:pt x="106098" y="127692"/>
                </a:cubicBezTo>
                <a:cubicBezTo>
                  <a:pt x="106597" y="128190"/>
                  <a:pt x="106846" y="129281"/>
                  <a:pt x="106846" y="130963"/>
                </a:cubicBezTo>
                <a:cubicBezTo>
                  <a:pt x="106846" y="132646"/>
                  <a:pt x="106597" y="133737"/>
                  <a:pt x="106098" y="134235"/>
                </a:cubicBezTo>
                <a:cubicBezTo>
                  <a:pt x="95130" y="133986"/>
                  <a:pt x="87340" y="133861"/>
                  <a:pt x="82728" y="133861"/>
                </a:cubicBezTo>
                <a:cubicBezTo>
                  <a:pt x="77868" y="133861"/>
                  <a:pt x="70078" y="133986"/>
                  <a:pt x="59359" y="134235"/>
                </a:cubicBezTo>
                <a:cubicBezTo>
                  <a:pt x="58860" y="133737"/>
                  <a:pt x="58611" y="132662"/>
                  <a:pt x="58611" y="131010"/>
                </a:cubicBezTo>
                <a:cubicBezTo>
                  <a:pt x="58611" y="129359"/>
                  <a:pt x="58860" y="128252"/>
                  <a:pt x="59359" y="127692"/>
                </a:cubicBezTo>
                <a:cubicBezTo>
                  <a:pt x="63597" y="127442"/>
                  <a:pt x="66479" y="126212"/>
                  <a:pt x="68006" y="123999"/>
                </a:cubicBezTo>
                <a:cubicBezTo>
                  <a:pt x="69532" y="121787"/>
                  <a:pt x="70296" y="116910"/>
                  <a:pt x="70296" y="109370"/>
                </a:cubicBezTo>
                <a:lnTo>
                  <a:pt x="70296" y="77400"/>
                </a:lnTo>
                <a:cubicBezTo>
                  <a:pt x="70296" y="67803"/>
                  <a:pt x="65809" y="63004"/>
                  <a:pt x="56835" y="63004"/>
                </a:cubicBezTo>
                <a:cubicBezTo>
                  <a:pt x="55028" y="63004"/>
                  <a:pt x="52535" y="63565"/>
                  <a:pt x="49357" y="64687"/>
                </a:cubicBezTo>
                <a:cubicBezTo>
                  <a:pt x="46178" y="65809"/>
                  <a:pt x="42875" y="67429"/>
                  <a:pt x="39448" y="69548"/>
                </a:cubicBezTo>
                <a:cubicBezTo>
                  <a:pt x="39448" y="70794"/>
                  <a:pt x="39448" y="71729"/>
                  <a:pt x="39448" y="72352"/>
                </a:cubicBezTo>
                <a:lnTo>
                  <a:pt x="39448" y="110492"/>
                </a:lnTo>
                <a:close/>
                <a:moveTo>
                  <a:pt x="200845" y="81139"/>
                </a:moveTo>
                <a:lnTo>
                  <a:pt x="226925" y="81139"/>
                </a:lnTo>
                <a:cubicBezTo>
                  <a:pt x="227174" y="80886"/>
                  <a:pt x="227299" y="79526"/>
                  <a:pt x="227299" y="77058"/>
                </a:cubicBezTo>
                <a:cubicBezTo>
                  <a:pt x="227299" y="70034"/>
                  <a:pt x="226053" y="64845"/>
                  <a:pt x="223560" y="61491"/>
                </a:cubicBezTo>
                <a:cubicBezTo>
                  <a:pt x="221067" y="58138"/>
                  <a:pt x="218232" y="56461"/>
                  <a:pt x="215053" y="56461"/>
                </a:cubicBezTo>
                <a:cubicBezTo>
                  <a:pt x="213620" y="56461"/>
                  <a:pt x="211891" y="57046"/>
                  <a:pt x="209865" y="58217"/>
                </a:cubicBezTo>
                <a:cubicBezTo>
                  <a:pt x="207840" y="59387"/>
                  <a:pt x="206111" y="60985"/>
                  <a:pt x="204677" y="63010"/>
                </a:cubicBezTo>
                <a:cubicBezTo>
                  <a:pt x="202371" y="66555"/>
                  <a:pt x="201094" y="72598"/>
                  <a:pt x="200845" y="81139"/>
                </a:cubicBezTo>
                <a:moveTo>
                  <a:pt x="249453" y="109151"/>
                </a:moveTo>
                <a:cubicBezTo>
                  <a:pt x="251385" y="109151"/>
                  <a:pt x="252351" y="111121"/>
                  <a:pt x="252351" y="115060"/>
                </a:cubicBezTo>
                <a:cubicBezTo>
                  <a:pt x="242879" y="128841"/>
                  <a:pt x="230945" y="135731"/>
                  <a:pt x="216549" y="135731"/>
                </a:cubicBezTo>
                <a:cubicBezTo>
                  <a:pt x="204023" y="135731"/>
                  <a:pt x="194270" y="132547"/>
                  <a:pt x="187290" y="126178"/>
                </a:cubicBezTo>
                <a:cubicBezTo>
                  <a:pt x="179126" y="118749"/>
                  <a:pt x="175044" y="108635"/>
                  <a:pt x="175044" y="95836"/>
                </a:cubicBezTo>
                <a:cubicBezTo>
                  <a:pt x="175044" y="81933"/>
                  <a:pt x="179345" y="70617"/>
                  <a:pt x="187945" y="61889"/>
                </a:cubicBezTo>
                <a:cubicBezTo>
                  <a:pt x="196545" y="53160"/>
                  <a:pt x="206266" y="48796"/>
                  <a:pt x="217110" y="48796"/>
                </a:cubicBezTo>
                <a:cubicBezTo>
                  <a:pt x="223903" y="48796"/>
                  <a:pt x="229652" y="49777"/>
                  <a:pt x="234357" y="51740"/>
                </a:cubicBezTo>
                <a:cubicBezTo>
                  <a:pt x="239062" y="53703"/>
                  <a:pt x="242598" y="56414"/>
                  <a:pt x="244966" y="59873"/>
                </a:cubicBezTo>
                <a:cubicBezTo>
                  <a:pt x="247335" y="63332"/>
                  <a:pt x="249033" y="66915"/>
                  <a:pt x="250061" y="70623"/>
                </a:cubicBezTo>
                <a:cubicBezTo>
                  <a:pt x="251089" y="74331"/>
                  <a:pt x="251603" y="78397"/>
                  <a:pt x="251603" y="82822"/>
                </a:cubicBezTo>
                <a:cubicBezTo>
                  <a:pt x="251603" y="86748"/>
                  <a:pt x="249765" y="88742"/>
                  <a:pt x="246088" y="88805"/>
                </a:cubicBezTo>
                <a:lnTo>
                  <a:pt x="200097" y="88805"/>
                </a:lnTo>
                <a:cubicBezTo>
                  <a:pt x="200097" y="89054"/>
                  <a:pt x="200066" y="89491"/>
                  <a:pt x="200003" y="90116"/>
                </a:cubicBezTo>
                <a:cubicBezTo>
                  <a:pt x="199941" y="90741"/>
                  <a:pt x="199910" y="91304"/>
                  <a:pt x="199910" y="91805"/>
                </a:cubicBezTo>
                <a:cubicBezTo>
                  <a:pt x="199910" y="100995"/>
                  <a:pt x="202013" y="107871"/>
                  <a:pt x="206220" y="112434"/>
                </a:cubicBezTo>
                <a:cubicBezTo>
                  <a:pt x="210426" y="116997"/>
                  <a:pt x="216362" y="119279"/>
                  <a:pt x="224027" y="119279"/>
                </a:cubicBezTo>
                <a:cubicBezTo>
                  <a:pt x="234372" y="119341"/>
                  <a:pt x="242848" y="115965"/>
                  <a:pt x="249453" y="109151"/>
                </a:cubicBezTo>
                <a:close/>
                <a:moveTo>
                  <a:pt x="273251" y="50665"/>
                </a:moveTo>
                <a:lnTo>
                  <a:pt x="278580" y="50665"/>
                </a:lnTo>
                <a:cubicBezTo>
                  <a:pt x="278580" y="37806"/>
                  <a:pt x="279296" y="30445"/>
                  <a:pt x="280730" y="28581"/>
                </a:cubicBezTo>
                <a:cubicBezTo>
                  <a:pt x="281104" y="28084"/>
                  <a:pt x="281867" y="27588"/>
                  <a:pt x="283020" y="27091"/>
                </a:cubicBezTo>
                <a:cubicBezTo>
                  <a:pt x="284173" y="26593"/>
                  <a:pt x="285591" y="26080"/>
                  <a:pt x="287273" y="25552"/>
                </a:cubicBezTo>
                <a:cubicBezTo>
                  <a:pt x="288956" y="25024"/>
                  <a:pt x="290140" y="24604"/>
                  <a:pt x="290825" y="24293"/>
                </a:cubicBezTo>
                <a:cubicBezTo>
                  <a:pt x="292321" y="23671"/>
                  <a:pt x="294455" y="22958"/>
                  <a:pt x="297229" y="22151"/>
                </a:cubicBezTo>
                <a:cubicBezTo>
                  <a:pt x="300002" y="21343"/>
                  <a:pt x="301731" y="20939"/>
                  <a:pt x="302417" y="20939"/>
                </a:cubicBezTo>
                <a:cubicBezTo>
                  <a:pt x="303414" y="20939"/>
                  <a:pt x="303912" y="21498"/>
                  <a:pt x="303912" y="22616"/>
                </a:cubicBezTo>
                <a:cubicBezTo>
                  <a:pt x="303538" y="28581"/>
                  <a:pt x="303196" y="35788"/>
                  <a:pt x="302884" y="44236"/>
                </a:cubicBezTo>
                <a:lnTo>
                  <a:pt x="302697" y="50665"/>
                </a:lnTo>
                <a:lnTo>
                  <a:pt x="325132" y="50665"/>
                </a:lnTo>
                <a:cubicBezTo>
                  <a:pt x="326129" y="50665"/>
                  <a:pt x="326628" y="51043"/>
                  <a:pt x="326628" y="51799"/>
                </a:cubicBezTo>
                <a:lnTo>
                  <a:pt x="326628" y="57840"/>
                </a:lnTo>
                <a:cubicBezTo>
                  <a:pt x="326628" y="59538"/>
                  <a:pt x="325101" y="60387"/>
                  <a:pt x="322047" y="60387"/>
                </a:cubicBezTo>
                <a:lnTo>
                  <a:pt x="302697" y="60387"/>
                </a:lnTo>
                <a:cubicBezTo>
                  <a:pt x="302697" y="67542"/>
                  <a:pt x="302728" y="76907"/>
                  <a:pt x="302791" y="88480"/>
                </a:cubicBezTo>
                <a:cubicBezTo>
                  <a:pt x="302853" y="100054"/>
                  <a:pt x="302884" y="107055"/>
                  <a:pt x="302884" y="109484"/>
                </a:cubicBezTo>
                <a:cubicBezTo>
                  <a:pt x="302884" y="113963"/>
                  <a:pt x="303694" y="117214"/>
                  <a:pt x="305314" y="119238"/>
                </a:cubicBezTo>
                <a:cubicBezTo>
                  <a:pt x="306935" y="121259"/>
                  <a:pt x="308960" y="122270"/>
                  <a:pt x="311391" y="122270"/>
                </a:cubicBezTo>
                <a:cubicBezTo>
                  <a:pt x="316376" y="122270"/>
                  <a:pt x="319991" y="121367"/>
                  <a:pt x="322234" y="119562"/>
                </a:cubicBezTo>
                <a:cubicBezTo>
                  <a:pt x="324540" y="121500"/>
                  <a:pt x="325693" y="123312"/>
                  <a:pt x="325693" y="124998"/>
                </a:cubicBezTo>
                <a:cubicBezTo>
                  <a:pt x="323636" y="127822"/>
                  <a:pt x="320069" y="130317"/>
                  <a:pt x="314990" y="132482"/>
                </a:cubicBezTo>
                <a:cubicBezTo>
                  <a:pt x="309911" y="134648"/>
                  <a:pt x="304816" y="135731"/>
                  <a:pt x="299706" y="135731"/>
                </a:cubicBezTo>
                <a:cubicBezTo>
                  <a:pt x="293349" y="135731"/>
                  <a:pt x="288052" y="133955"/>
                  <a:pt x="283814" y="130402"/>
                </a:cubicBezTo>
                <a:cubicBezTo>
                  <a:pt x="280013" y="127100"/>
                  <a:pt x="278081" y="121553"/>
                  <a:pt x="278019" y="113763"/>
                </a:cubicBezTo>
                <a:cubicBezTo>
                  <a:pt x="278019" y="94881"/>
                  <a:pt x="278206" y="77089"/>
                  <a:pt x="278580" y="60387"/>
                </a:cubicBezTo>
                <a:lnTo>
                  <a:pt x="266147" y="60387"/>
                </a:lnTo>
                <a:cubicBezTo>
                  <a:pt x="265524" y="60387"/>
                  <a:pt x="265212" y="59978"/>
                  <a:pt x="265212" y="59160"/>
                </a:cubicBezTo>
                <a:lnTo>
                  <a:pt x="265212" y="53592"/>
                </a:lnTo>
                <a:cubicBezTo>
                  <a:pt x="267393" y="51641"/>
                  <a:pt x="270073" y="50665"/>
                  <a:pt x="273251" y="50665"/>
                </a:cubicBezTo>
                <a:close/>
                <a:moveTo>
                  <a:pt x="386361" y="124607"/>
                </a:moveTo>
                <a:lnTo>
                  <a:pt x="385146" y="124700"/>
                </a:lnTo>
                <a:cubicBezTo>
                  <a:pt x="381718" y="127380"/>
                  <a:pt x="377667" y="129888"/>
                  <a:pt x="372993" y="132225"/>
                </a:cubicBezTo>
                <a:cubicBezTo>
                  <a:pt x="368319" y="134562"/>
                  <a:pt x="364705" y="135731"/>
                  <a:pt x="362150" y="135731"/>
                </a:cubicBezTo>
                <a:cubicBezTo>
                  <a:pt x="346196" y="135731"/>
                  <a:pt x="338219" y="128988"/>
                  <a:pt x="338219" y="115501"/>
                </a:cubicBezTo>
                <a:cubicBezTo>
                  <a:pt x="338219" y="108623"/>
                  <a:pt x="340961" y="103356"/>
                  <a:pt x="346446" y="99701"/>
                </a:cubicBezTo>
                <a:cubicBezTo>
                  <a:pt x="351930" y="96045"/>
                  <a:pt x="360623" y="92367"/>
                  <a:pt x="372526" y="88667"/>
                </a:cubicBezTo>
                <a:lnTo>
                  <a:pt x="385333" y="84692"/>
                </a:lnTo>
                <a:cubicBezTo>
                  <a:pt x="385333" y="73412"/>
                  <a:pt x="384055" y="65887"/>
                  <a:pt x="381500" y="62116"/>
                </a:cubicBezTo>
                <a:cubicBezTo>
                  <a:pt x="378945" y="58346"/>
                  <a:pt x="375299" y="56461"/>
                  <a:pt x="370563" y="56461"/>
                </a:cubicBezTo>
                <a:cubicBezTo>
                  <a:pt x="365577" y="56461"/>
                  <a:pt x="362898" y="57919"/>
                  <a:pt x="362524" y="60834"/>
                </a:cubicBezTo>
                <a:cubicBezTo>
                  <a:pt x="362399" y="61594"/>
                  <a:pt x="362384" y="62433"/>
                  <a:pt x="362477" y="63352"/>
                </a:cubicBezTo>
                <a:cubicBezTo>
                  <a:pt x="362571" y="64271"/>
                  <a:pt x="362680" y="65080"/>
                  <a:pt x="362804" y="65777"/>
                </a:cubicBezTo>
                <a:cubicBezTo>
                  <a:pt x="362929" y="66474"/>
                  <a:pt x="363054" y="67219"/>
                  <a:pt x="363178" y="68011"/>
                </a:cubicBezTo>
                <a:cubicBezTo>
                  <a:pt x="363303" y="68802"/>
                  <a:pt x="363365" y="69483"/>
                  <a:pt x="363365" y="70053"/>
                </a:cubicBezTo>
                <a:cubicBezTo>
                  <a:pt x="363365" y="72460"/>
                  <a:pt x="362212" y="74568"/>
                  <a:pt x="359906" y="76375"/>
                </a:cubicBezTo>
                <a:cubicBezTo>
                  <a:pt x="357601" y="78180"/>
                  <a:pt x="354796" y="79083"/>
                  <a:pt x="351493" y="79083"/>
                </a:cubicBezTo>
                <a:cubicBezTo>
                  <a:pt x="347941" y="79083"/>
                  <a:pt x="345402" y="78210"/>
                  <a:pt x="343875" y="76465"/>
                </a:cubicBezTo>
                <a:cubicBezTo>
                  <a:pt x="342348" y="74720"/>
                  <a:pt x="341585" y="72352"/>
                  <a:pt x="341585" y="69361"/>
                </a:cubicBezTo>
                <a:cubicBezTo>
                  <a:pt x="341585" y="65435"/>
                  <a:pt x="343594" y="61836"/>
                  <a:pt x="347614" y="58564"/>
                </a:cubicBezTo>
                <a:cubicBezTo>
                  <a:pt x="351634" y="55293"/>
                  <a:pt x="356323" y="52847"/>
                  <a:pt x="361683" y="51226"/>
                </a:cubicBezTo>
                <a:cubicBezTo>
                  <a:pt x="367042" y="49606"/>
                  <a:pt x="372183" y="48796"/>
                  <a:pt x="377106" y="48796"/>
                </a:cubicBezTo>
                <a:cubicBezTo>
                  <a:pt x="398918" y="48796"/>
                  <a:pt x="409824" y="59749"/>
                  <a:pt x="409824" y="81656"/>
                </a:cubicBezTo>
                <a:lnTo>
                  <a:pt x="409450" y="109390"/>
                </a:lnTo>
                <a:cubicBezTo>
                  <a:pt x="409450" y="114278"/>
                  <a:pt x="409840" y="117648"/>
                  <a:pt x="410619" y="119498"/>
                </a:cubicBezTo>
                <a:cubicBezTo>
                  <a:pt x="411397" y="121346"/>
                  <a:pt x="412784" y="122270"/>
                  <a:pt x="414778" y="122270"/>
                </a:cubicBezTo>
                <a:cubicBezTo>
                  <a:pt x="417832" y="122270"/>
                  <a:pt x="420512" y="121361"/>
                  <a:pt x="422817" y="119544"/>
                </a:cubicBezTo>
                <a:cubicBezTo>
                  <a:pt x="425123" y="121515"/>
                  <a:pt x="426276" y="123358"/>
                  <a:pt x="426276" y="125074"/>
                </a:cubicBezTo>
                <a:cubicBezTo>
                  <a:pt x="418736" y="132241"/>
                  <a:pt x="410385" y="135793"/>
                  <a:pt x="401224" y="135731"/>
                </a:cubicBezTo>
                <a:cubicBezTo>
                  <a:pt x="392562" y="135793"/>
                  <a:pt x="387607" y="132085"/>
                  <a:pt x="386361" y="124607"/>
                </a:cubicBezTo>
                <a:moveTo>
                  <a:pt x="385333" y="92135"/>
                </a:moveTo>
                <a:lnTo>
                  <a:pt x="375330" y="95281"/>
                </a:lnTo>
                <a:cubicBezTo>
                  <a:pt x="372152" y="96274"/>
                  <a:pt x="369550" y="97422"/>
                  <a:pt x="367525" y="98725"/>
                </a:cubicBezTo>
                <a:cubicBezTo>
                  <a:pt x="365500" y="100026"/>
                  <a:pt x="364066" y="101498"/>
                  <a:pt x="363225" y="103142"/>
                </a:cubicBezTo>
                <a:cubicBezTo>
                  <a:pt x="362384" y="104785"/>
                  <a:pt x="361838" y="106243"/>
                  <a:pt x="361589" y="107515"/>
                </a:cubicBezTo>
                <a:cubicBezTo>
                  <a:pt x="361340" y="108787"/>
                  <a:pt x="361215" y="110508"/>
                  <a:pt x="361215" y="112680"/>
                </a:cubicBezTo>
                <a:cubicBezTo>
                  <a:pt x="361215" y="116025"/>
                  <a:pt x="362103" y="118803"/>
                  <a:pt x="363879" y="121014"/>
                </a:cubicBezTo>
                <a:cubicBezTo>
                  <a:pt x="365655" y="123222"/>
                  <a:pt x="368475" y="124326"/>
                  <a:pt x="372339" y="124326"/>
                </a:cubicBezTo>
                <a:cubicBezTo>
                  <a:pt x="375268" y="124326"/>
                  <a:pt x="379599" y="121980"/>
                  <a:pt x="385333" y="117286"/>
                </a:cubicBezTo>
                <a:lnTo>
                  <a:pt x="385333" y="92135"/>
                </a:lnTo>
                <a:close/>
                <a:moveTo>
                  <a:pt x="494058" y="115592"/>
                </a:moveTo>
                <a:cubicBezTo>
                  <a:pt x="494058" y="115027"/>
                  <a:pt x="494043" y="114479"/>
                  <a:pt x="494011" y="113947"/>
                </a:cubicBezTo>
                <a:cubicBezTo>
                  <a:pt x="493980" y="113414"/>
                  <a:pt x="493965" y="112881"/>
                  <a:pt x="493965" y="112349"/>
                </a:cubicBezTo>
                <a:cubicBezTo>
                  <a:pt x="493965" y="111816"/>
                  <a:pt x="493965" y="111267"/>
                  <a:pt x="493965" y="110702"/>
                </a:cubicBezTo>
                <a:lnTo>
                  <a:pt x="493965" y="63323"/>
                </a:lnTo>
                <a:cubicBezTo>
                  <a:pt x="491846" y="60441"/>
                  <a:pt x="489680" y="58577"/>
                  <a:pt x="487468" y="57732"/>
                </a:cubicBezTo>
                <a:cubicBezTo>
                  <a:pt x="485256" y="56885"/>
                  <a:pt x="482623" y="56461"/>
                  <a:pt x="479569" y="56461"/>
                </a:cubicBezTo>
                <a:cubicBezTo>
                  <a:pt x="473462" y="56461"/>
                  <a:pt x="468757" y="59219"/>
                  <a:pt x="465454" y="64734"/>
                </a:cubicBezTo>
                <a:cubicBezTo>
                  <a:pt x="462275" y="69998"/>
                  <a:pt x="460655" y="78333"/>
                  <a:pt x="460593" y="89739"/>
                </a:cubicBezTo>
                <a:cubicBezTo>
                  <a:pt x="460593" y="100519"/>
                  <a:pt x="462198" y="108760"/>
                  <a:pt x="465407" y="114464"/>
                </a:cubicBezTo>
                <a:cubicBezTo>
                  <a:pt x="468616" y="120167"/>
                  <a:pt x="472714" y="123018"/>
                  <a:pt x="477699" y="123018"/>
                </a:cubicBezTo>
                <a:cubicBezTo>
                  <a:pt x="478260" y="123018"/>
                  <a:pt x="479242" y="122783"/>
                  <a:pt x="480644" y="122314"/>
                </a:cubicBezTo>
                <a:cubicBezTo>
                  <a:pt x="482046" y="121842"/>
                  <a:pt x="483557" y="121246"/>
                  <a:pt x="485178" y="120526"/>
                </a:cubicBezTo>
                <a:cubicBezTo>
                  <a:pt x="486798" y="119805"/>
                  <a:pt x="488449" y="118991"/>
                  <a:pt x="490132" y="118084"/>
                </a:cubicBezTo>
                <a:cubicBezTo>
                  <a:pt x="491815" y="117174"/>
                  <a:pt x="493123" y="116344"/>
                  <a:pt x="494058" y="115592"/>
                </a:cubicBezTo>
                <a:moveTo>
                  <a:pt x="494619" y="124607"/>
                </a:moveTo>
                <a:lnTo>
                  <a:pt x="493030" y="124607"/>
                </a:lnTo>
                <a:cubicBezTo>
                  <a:pt x="489852" y="126806"/>
                  <a:pt x="485739" y="129210"/>
                  <a:pt x="480691" y="131819"/>
                </a:cubicBezTo>
                <a:cubicBezTo>
                  <a:pt x="475643" y="134427"/>
                  <a:pt x="471966" y="135731"/>
                  <a:pt x="469660" y="135731"/>
                </a:cubicBezTo>
                <a:cubicBezTo>
                  <a:pt x="464675" y="135731"/>
                  <a:pt x="460655" y="135135"/>
                  <a:pt x="457602" y="133943"/>
                </a:cubicBezTo>
                <a:cubicBezTo>
                  <a:pt x="454548" y="132751"/>
                  <a:pt x="451089" y="130651"/>
                  <a:pt x="447225" y="127642"/>
                </a:cubicBezTo>
                <a:cubicBezTo>
                  <a:pt x="442738" y="124193"/>
                  <a:pt x="439389" y="119553"/>
                  <a:pt x="437176" y="113722"/>
                </a:cubicBezTo>
                <a:cubicBezTo>
                  <a:pt x="434964" y="107890"/>
                  <a:pt x="433858" y="101869"/>
                  <a:pt x="433858" y="95661"/>
                </a:cubicBezTo>
                <a:cubicBezTo>
                  <a:pt x="433858" y="83051"/>
                  <a:pt x="438485" y="72087"/>
                  <a:pt x="447740" y="62771"/>
                </a:cubicBezTo>
                <a:cubicBezTo>
                  <a:pt x="456994" y="53454"/>
                  <a:pt x="467791" y="48796"/>
                  <a:pt x="480130" y="48796"/>
                </a:cubicBezTo>
                <a:cubicBezTo>
                  <a:pt x="485240" y="48796"/>
                  <a:pt x="489852" y="49512"/>
                  <a:pt x="493965" y="50946"/>
                </a:cubicBezTo>
                <a:lnTo>
                  <a:pt x="493965" y="25873"/>
                </a:lnTo>
                <a:cubicBezTo>
                  <a:pt x="493965" y="19359"/>
                  <a:pt x="493326" y="15460"/>
                  <a:pt x="492048" y="14177"/>
                </a:cubicBezTo>
                <a:cubicBezTo>
                  <a:pt x="490771" y="12891"/>
                  <a:pt x="487078" y="11967"/>
                  <a:pt x="480971" y="11404"/>
                </a:cubicBezTo>
                <a:cubicBezTo>
                  <a:pt x="479974" y="9572"/>
                  <a:pt x="479756" y="7391"/>
                  <a:pt x="480317" y="4861"/>
                </a:cubicBezTo>
                <a:cubicBezTo>
                  <a:pt x="496146" y="4261"/>
                  <a:pt x="508142" y="2641"/>
                  <a:pt x="516306" y="0"/>
                </a:cubicBezTo>
                <a:cubicBezTo>
                  <a:pt x="518363" y="0"/>
                  <a:pt x="519391" y="810"/>
                  <a:pt x="519391" y="2430"/>
                </a:cubicBezTo>
                <a:cubicBezTo>
                  <a:pt x="519017" y="7174"/>
                  <a:pt x="518830" y="13697"/>
                  <a:pt x="518830" y="21997"/>
                </a:cubicBezTo>
                <a:lnTo>
                  <a:pt x="518830" y="108318"/>
                </a:lnTo>
                <a:cubicBezTo>
                  <a:pt x="518830" y="113810"/>
                  <a:pt x="519624" y="117539"/>
                  <a:pt x="521214" y="119506"/>
                </a:cubicBezTo>
                <a:cubicBezTo>
                  <a:pt x="522803" y="121473"/>
                  <a:pt x="526152" y="122706"/>
                  <a:pt x="531263" y="123205"/>
                </a:cubicBezTo>
                <a:cubicBezTo>
                  <a:pt x="532010" y="125635"/>
                  <a:pt x="532135" y="127692"/>
                  <a:pt x="531636" y="129374"/>
                </a:cubicBezTo>
                <a:cubicBezTo>
                  <a:pt x="520793" y="130829"/>
                  <a:pt x="510199" y="132948"/>
                  <a:pt x="499854" y="135731"/>
                </a:cubicBezTo>
                <a:cubicBezTo>
                  <a:pt x="497049" y="135731"/>
                  <a:pt x="495585" y="134663"/>
                  <a:pt x="495460" y="132526"/>
                </a:cubicBezTo>
                <a:cubicBezTo>
                  <a:pt x="495149" y="130263"/>
                  <a:pt x="494868" y="127623"/>
                  <a:pt x="494619" y="124607"/>
                </a:cubicBezTo>
                <a:close/>
                <a:moveTo>
                  <a:pt x="589655" y="124607"/>
                </a:moveTo>
                <a:lnTo>
                  <a:pt x="588440" y="124700"/>
                </a:lnTo>
                <a:cubicBezTo>
                  <a:pt x="585012" y="127380"/>
                  <a:pt x="580962" y="129888"/>
                  <a:pt x="576288" y="132225"/>
                </a:cubicBezTo>
                <a:cubicBezTo>
                  <a:pt x="571614" y="134562"/>
                  <a:pt x="567999" y="135731"/>
                  <a:pt x="565444" y="135731"/>
                </a:cubicBezTo>
                <a:cubicBezTo>
                  <a:pt x="549491" y="135731"/>
                  <a:pt x="541514" y="128988"/>
                  <a:pt x="541514" y="115501"/>
                </a:cubicBezTo>
                <a:cubicBezTo>
                  <a:pt x="541514" y="108623"/>
                  <a:pt x="544256" y="103356"/>
                  <a:pt x="549740" y="99701"/>
                </a:cubicBezTo>
                <a:cubicBezTo>
                  <a:pt x="555224" y="96045"/>
                  <a:pt x="563917" y="92367"/>
                  <a:pt x="575820" y="88667"/>
                </a:cubicBezTo>
                <a:lnTo>
                  <a:pt x="588627" y="84692"/>
                </a:lnTo>
                <a:cubicBezTo>
                  <a:pt x="588627" y="73412"/>
                  <a:pt x="587349" y="65887"/>
                  <a:pt x="584794" y="62116"/>
                </a:cubicBezTo>
                <a:cubicBezTo>
                  <a:pt x="582239" y="58346"/>
                  <a:pt x="578593" y="56461"/>
                  <a:pt x="573857" y="56461"/>
                </a:cubicBezTo>
                <a:cubicBezTo>
                  <a:pt x="568872" y="56461"/>
                  <a:pt x="566192" y="57919"/>
                  <a:pt x="565818" y="60834"/>
                </a:cubicBezTo>
                <a:cubicBezTo>
                  <a:pt x="565693" y="61594"/>
                  <a:pt x="565678" y="62433"/>
                  <a:pt x="565771" y="63352"/>
                </a:cubicBezTo>
                <a:cubicBezTo>
                  <a:pt x="565865" y="64271"/>
                  <a:pt x="565974" y="65080"/>
                  <a:pt x="566099" y="65777"/>
                </a:cubicBezTo>
                <a:cubicBezTo>
                  <a:pt x="566223" y="66474"/>
                  <a:pt x="566348" y="67219"/>
                  <a:pt x="566472" y="68011"/>
                </a:cubicBezTo>
                <a:cubicBezTo>
                  <a:pt x="566597" y="68802"/>
                  <a:pt x="566659" y="69483"/>
                  <a:pt x="566659" y="70053"/>
                </a:cubicBezTo>
                <a:cubicBezTo>
                  <a:pt x="566659" y="72460"/>
                  <a:pt x="565506" y="74568"/>
                  <a:pt x="563201" y="76375"/>
                </a:cubicBezTo>
                <a:cubicBezTo>
                  <a:pt x="560895" y="78180"/>
                  <a:pt x="558091" y="79083"/>
                  <a:pt x="554788" y="79083"/>
                </a:cubicBezTo>
                <a:cubicBezTo>
                  <a:pt x="551235" y="79083"/>
                  <a:pt x="548696" y="78210"/>
                  <a:pt x="547169" y="76465"/>
                </a:cubicBezTo>
                <a:cubicBezTo>
                  <a:pt x="545642" y="74720"/>
                  <a:pt x="544879" y="72352"/>
                  <a:pt x="544879" y="69361"/>
                </a:cubicBezTo>
                <a:cubicBezTo>
                  <a:pt x="544879" y="65435"/>
                  <a:pt x="546889" y="61836"/>
                  <a:pt x="550908" y="58564"/>
                </a:cubicBezTo>
                <a:cubicBezTo>
                  <a:pt x="554928" y="55293"/>
                  <a:pt x="559617" y="52847"/>
                  <a:pt x="564977" y="51226"/>
                </a:cubicBezTo>
                <a:cubicBezTo>
                  <a:pt x="570336" y="49606"/>
                  <a:pt x="575478" y="48796"/>
                  <a:pt x="580401" y="48796"/>
                </a:cubicBezTo>
                <a:cubicBezTo>
                  <a:pt x="602212" y="48796"/>
                  <a:pt x="613118" y="59749"/>
                  <a:pt x="613118" y="81656"/>
                </a:cubicBezTo>
                <a:lnTo>
                  <a:pt x="612744" y="109390"/>
                </a:lnTo>
                <a:cubicBezTo>
                  <a:pt x="612744" y="114278"/>
                  <a:pt x="613134" y="117648"/>
                  <a:pt x="613913" y="119498"/>
                </a:cubicBezTo>
                <a:cubicBezTo>
                  <a:pt x="614692" y="121346"/>
                  <a:pt x="616078" y="122270"/>
                  <a:pt x="618073" y="122270"/>
                </a:cubicBezTo>
                <a:cubicBezTo>
                  <a:pt x="621126" y="122270"/>
                  <a:pt x="623806" y="121361"/>
                  <a:pt x="626112" y="119544"/>
                </a:cubicBezTo>
                <a:cubicBezTo>
                  <a:pt x="628418" y="121515"/>
                  <a:pt x="629570" y="123358"/>
                  <a:pt x="629570" y="125074"/>
                </a:cubicBezTo>
                <a:cubicBezTo>
                  <a:pt x="622030" y="132241"/>
                  <a:pt x="613679" y="135793"/>
                  <a:pt x="604518" y="135731"/>
                </a:cubicBezTo>
                <a:cubicBezTo>
                  <a:pt x="595856" y="135793"/>
                  <a:pt x="590901" y="132085"/>
                  <a:pt x="589655" y="124607"/>
                </a:cubicBezTo>
                <a:moveTo>
                  <a:pt x="588627" y="92135"/>
                </a:moveTo>
                <a:lnTo>
                  <a:pt x="578625" y="95281"/>
                </a:lnTo>
                <a:cubicBezTo>
                  <a:pt x="575446" y="96274"/>
                  <a:pt x="572845" y="97422"/>
                  <a:pt x="570819" y="98725"/>
                </a:cubicBezTo>
                <a:cubicBezTo>
                  <a:pt x="568794" y="100026"/>
                  <a:pt x="567360" y="101498"/>
                  <a:pt x="566519" y="103142"/>
                </a:cubicBezTo>
                <a:cubicBezTo>
                  <a:pt x="565678" y="104785"/>
                  <a:pt x="565133" y="106243"/>
                  <a:pt x="564883" y="107515"/>
                </a:cubicBezTo>
                <a:cubicBezTo>
                  <a:pt x="564634" y="108787"/>
                  <a:pt x="564509" y="110508"/>
                  <a:pt x="564509" y="112680"/>
                </a:cubicBezTo>
                <a:cubicBezTo>
                  <a:pt x="564509" y="116025"/>
                  <a:pt x="565397" y="118803"/>
                  <a:pt x="567174" y="121014"/>
                </a:cubicBezTo>
                <a:cubicBezTo>
                  <a:pt x="568950" y="123222"/>
                  <a:pt x="571770" y="124326"/>
                  <a:pt x="575633" y="124326"/>
                </a:cubicBezTo>
                <a:cubicBezTo>
                  <a:pt x="578562" y="124326"/>
                  <a:pt x="582893" y="121980"/>
                  <a:pt x="588627" y="117286"/>
                </a:cubicBezTo>
                <a:lnTo>
                  <a:pt x="588627" y="92135"/>
                </a:lnTo>
                <a:close/>
                <a:moveTo>
                  <a:pt x="642834" y="50665"/>
                </a:moveTo>
                <a:lnTo>
                  <a:pt x="648162" y="50665"/>
                </a:lnTo>
                <a:cubicBezTo>
                  <a:pt x="648162" y="37806"/>
                  <a:pt x="648879" y="30445"/>
                  <a:pt x="650312" y="28581"/>
                </a:cubicBezTo>
                <a:cubicBezTo>
                  <a:pt x="650686" y="28084"/>
                  <a:pt x="651449" y="27588"/>
                  <a:pt x="652602" y="27091"/>
                </a:cubicBezTo>
                <a:cubicBezTo>
                  <a:pt x="653755" y="26593"/>
                  <a:pt x="655173" y="26080"/>
                  <a:pt x="656856" y="25552"/>
                </a:cubicBezTo>
                <a:cubicBezTo>
                  <a:pt x="658538" y="25024"/>
                  <a:pt x="659722" y="24604"/>
                  <a:pt x="660408" y="24293"/>
                </a:cubicBezTo>
                <a:cubicBezTo>
                  <a:pt x="661903" y="23671"/>
                  <a:pt x="664038" y="22958"/>
                  <a:pt x="666811" y="22151"/>
                </a:cubicBezTo>
                <a:cubicBezTo>
                  <a:pt x="669584" y="21343"/>
                  <a:pt x="671314" y="20939"/>
                  <a:pt x="671999" y="20939"/>
                </a:cubicBezTo>
                <a:cubicBezTo>
                  <a:pt x="672996" y="20939"/>
                  <a:pt x="673495" y="21498"/>
                  <a:pt x="673495" y="22616"/>
                </a:cubicBezTo>
                <a:cubicBezTo>
                  <a:pt x="673121" y="28581"/>
                  <a:pt x="672778" y="35788"/>
                  <a:pt x="672467" y="44236"/>
                </a:cubicBezTo>
                <a:lnTo>
                  <a:pt x="672280" y="50665"/>
                </a:lnTo>
                <a:lnTo>
                  <a:pt x="694714" y="50665"/>
                </a:lnTo>
                <a:cubicBezTo>
                  <a:pt x="695712" y="50665"/>
                  <a:pt x="696210" y="51043"/>
                  <a:pt x="696210" y="51799"/>
                </a:cubicBezTo>
                <a:lnTo>
                  <a:pt x="696210" y="57840"/>
                </a:lnTo>
                <a:cubicBezTo>
                  <a:pt x="696210" y="59538"/>
                  <a:pt x="694683" y="60387"/>
                  <a:pt x="691630" y="60387"/>
                </a:cubicBezTo>
                <a:lnTo>
                  <a:pt x="672280" y="60387"/>
                </a:lnTo>
                <a:cubicBezTo>
                  <a:pt x="672280" y="67542"/>
                  <a:pt x="672311" y="76907"/>
                  <a:pt x="672373" y="88480"/>
                </a:cubicBezTo>
                <a:cubicBezTo>
                  <a:pt x="672435" y="100054"/>
                  <a:pt x="672467" y="107055"/>
                  <a:pt x="672467" y="109484"/>
                </a:cubicBezTo>
                <a:cubicBezTo>
                  <a:pt x="672467" y="113963"/>
                  <a:pt x="673277" y="117214"/>
                  <a:pt x="674897" y="119238"/>
                </a:cubicBezTo>
                <a:cubicBezTo>
                  <a:pt x="676517" y="121259"/>
                  <a:pt x="678543" y="122270"/>
                  <a:pt x="680973" y="122270"/>
                </a:cubicBezTo>
                <a:cubicBezTo>
                  <a:pt x="685959" y="122270"/>
                  <a:pt x="689573" y="121367"/>
                  <a:pt x="691817" y="119562"/>
                </a:cubicBezTo>
                <a:cubicBezTo>
                  <a:pt x="694122" y="121500"/>
                  <a:pt x="695275" y="123312"/>
                  <a:pt x="695275" y="124998"/>
                </a:cubicBezTo>
                <a:cubicBezTo>
                  <a:pt x="693219" y="127822"/>
                  <a:pt x="689651" y="130317"/>
                  <a:pt x="684572" y="132482"/>
                </a:cubicBezTo>
                <a:cubicBezTo>
                  <a:pt x="679493" y="134648"/>
                  <a:pt x="674398" y="135731"/>
                  <a:pt x="669288" y="135731"/>
                </a:cubicBezTo>
                <a:cubicBezTo>
                  <a:pt x="662932" y="135731"/>
                  <a:pt x="657635" y="133955"/>
                  <a:pt x="653397" y="130402"/>
                </a:cubicBezTo>
                <a:cubicBezTo>
                  <a:pt x="649595" y="127100"/>
                  <a:pt x="647664" y="121553"/>
                  <a:pt x="647601" y="113763"/>
                </a:cubicBezTo>
                <a:cubicBezTo>
                  <a:pt x="647601" y="94881"/>
                  <a:pt x="647788" y="77089"/>
                  <a:pt x="648162" y="60387"/>
                </a:cubicBezTo>
                <a:lnTo>
                  <a:pt x="635729" y="60387"/>
                </a:lnTo>
                <a:cubicBezTo>
                  <a:pt x="635106" y="60387"/>
                  <a:pt x="634795" y="59978"/>
                  <a:pt x="634795" y="59160"/>
                </a:cubicBezTo>
                <a:lnTo>
                  <a:pt x="634795" y="53592"/>
                </a:lnTo>
                <a:cubicBezTo>
                  <a:pt x="636976" y="51641"/>
                  <a:pt x="639656" y="50665"/>
                  <a:pt x="642834" y="50665"/>
                </a:cubicBezTo>
                <a:close/>
                <a:moveTo>
                  <a:pt x="755944" y="124607"/>
                </a:moveTo>
                <a:lnTo>
                  <a:pt x="754729" y="124700"/>
                </a:lnTo>
                <a:cubicBezTo>
                  <a:pt x="751301" y="127380"/>
                  <a:pt x="747250" y="129888"/>
                  <a:pt x="742576" y="132225"/>
                </a:cubicBezTo>
                <a:cubicBezTo>
                  <a:pt x="737903" y="134562"/>
                  <a:pt x="734288" y="135731"/>
                  <a:pt x="731733" y="135731"/>
                </a:cubicBezTo>
                <a:cubicBezTo>
                  <a:pt x="715779" y="135731"/>
                  <a:pt x="707802" y="128988"/>
                  <a:pt x="707802" y="115501"/>
                </a:cubicBezTo>
                <a:cubicBezTo>
                  <a:pt x="707802" y="108623"/>
                  <a:pt x="710545" y="103356"/>
                  <a:pt x="716029" y="99701"/>
                </a:cubicBezTo>
                <a:cubicBezTo>
                  <a:pt x="721513" y="96045"/>
                  <a:pt x="730206" y="92367"/>
                  <a:pt x="742109" y="88667"/>
                </a:cubicBezTo>
                <a:lnTo>
                  <a:pt x="754916" y="84692"/>
                </a:lnTo>
                <a:cubicBezTo>
                  <a:pt x="754916" y="73412"/>
                  <a:pt x="753638" y="65887"/>
                  <a:pt x="751083" y="62116"/>
                </a:cubicBezTo>
                <a:cubicBezTo>
                  <a:pt x="748528" y="58346"/>
                  <a:pt x="744882" y="56461"/>
                  <a:pt x="740146" y="56461"/>
                </a:cubicBezTo>
                <a:cubicBezTo>
                  <a:pt x="735161" y="56461"/>
                  <a:pt x="732481" y="57919"/>
                  <a:pt x="732107" y="60834"/>
                </a:cubicBezTo>
                <a:cubicBezTo>
                  <a:pt x="731982" y="61594"/>
                  <a:pt x="731967" y="62433"/>
                  <a:pt x="732060" y="63352"/>
                </a:cubicBezTo>
                <a:cubicBezTo>
                  <a:pt x="732154" y="64271"/>
                  <a:pt x="732263" y="65080"/>
                  <a:pt x="732387" y="65777"/>
                </a:cubicBezTo>
                <a:cubicBezTo>
                  <a:pt x="732512" y="66474"/>
                  <a:pt x="732637" y="67219"/>
                  <a:pt x="732761" y="68011"/>
                </a:cubicBezTo>
                <a:cubicBezTo>
                  <a:pt x="732886" y="68802"/>
                  <a:pt x="732948" y="69483"/>
                  <a:pt x="732948" y="70053"/>
                </a:cubicBezTo>
                <a:cubicBezTo>
                  <a:pt x="732948" y="72460"/>
                  <a:pt x="731795" y="74568"/>
                  <a:pt x="729489" y="76375"/>
                </a:cubicBezTo>
                <a:cubicBezTo>
                  <a:pt x="727184" y="78180"/>
                  <a:pt x="724379" y="79083"/>
                  <a:pt x="721076" y="79083"/>
                </a:cubicBezTo>
                <a:cubicBezTo>
                  <a:pt x="717524" y="79083"/>
                  <a:pt x="714985" y="78210"/>
                  <a:pt x="713458" y="76465"/>
                </a:cubicBezTo>
                <a:cubicBezTo>
                  <a:pt x="711931" y="74720"/>
                  <a:pt x="711168" y="72352"/>
                  <a:pt x="711168" y="69361"/>
                </a:cubicBezTo>
                <a:cubicBezTo>
                  <a:pt x="711168" y="65435"/>
                  <a:pt x="713177" y="61836"/>
                  <a:pt x="717197" y="58564"/>
                </a:cubicBezTo>
                <a:cubicBezTo>
                  <a:pt x="721217" y="55293"/>
                  <a:pt x="725906" y="52847"/>
                  <a:pt x="731266" y="51226"/>
                </a:cubicBezTo>
                <a:cubicBezTo>
                  <a:pt x="736625" y="49606"/>
                  <a:pt x="741766" y="48796"/>
                  <a:pt x="746690" y="48796"/>
                </a:cubicBezTo>
                <a:cubicBezTo>
                  <a:pt x="768501" y="48796"/>
                  <a:pt x="779407" y="59749"/>
                  <a:pt x="779407" y="81656"/>
                </a:cubicBezTo>
                <a:lnTo>
                  <a:pt x="779033" y="109390"/>
                </a:lnTo>
                <a:cubicBezTo>
                  <a:pt x="779033" y="114278"/>
                  <a:pt x="779423" y="117648"/>
                  <a:pt x="780202" y="119498"/>
                </a:cubicBezTo>
                <a:cubicBezTo>
                  <a:pt x="780981" y="121346"/>
                  <a:pt x="782367" y="122270"/>
                  <a:pt x="784361" y="122270"/>
                </a:cubicBezTo>
                <a:cubicBezTo>
                  <a:pt x="787415" y="122270"/>
                  <a:pt x="790095" y="121361"/>
                  <a:pt x="792400" y="119544"/>
                </a:cubicBezTo>
                <a:cubicBezTo>
                  <a:pt x="794706" y="121515"/>
                  <a:pt x="795859" y="123358"/>
                  <a:pt x="795859" y="125074"/>
                </a:cubicBezTo>
                <a:cubicBezTo>
                  <a:pt x="788319" y="132241"/>
                  <a:pt x="779968" y="135793"/>
                  <a:pt x="770807" y="135731"/>
                </a:cubicBezTo>
                <a:cubicBezTo>
                  <a:pt x="762145" y="135793"/>
                  <a:pt x="757190" y="132085"/>
                  <a:pt x="755944" y="124607"/>
                </a:cubicBezTo>
                <a:moveTo>
                  <a:pt x="754916" y="92135"/>
                </a:moveTo>
                <a:lnTo>
                  <a:pt x="744913" y="95281"/>
                </a:lnTo>
                <a:cubicBezTo>
                  <a:pt x="741735" y="96274"/>
                  <a:pt x="739133" y="97422"/>
                  <a:pt x="737108" y="98725"/>
                </a:cubicBezTo>
                <a:cubicBezTo>
                  <a:pt x="735083" y="100026"/>
                  <a:pt x="733649" y="101498"/>
                  <a:pt x="732808" y="103142"/>
                </a:cubicBezTo>
                <a:cubicBezTo>
                  <a:pt x="731967" y="104785"/>
                  <a:pt x="731421" y="106243"/>
                  <a:pt x="731172" y="107515"/>
                </a:cubicBezTo>
                <a:cubicBezTo>
                  <a:pt x="730923" y="108787"/>
                  <a:pt x="730798" y="110508"/>
                  <a:pt x="730798" y="112680"/>
                </a:cubicBezTo>
                <a:cubicBezTo>
                  <a:pt x="730798" y="116025"/>
                  <a:pt x="731686" y="118803"/>
                  <a:pt x="733462" y="121014"/>
                </a:cubicBezTo>
                <a:cubicBezTo>
                  <a:pt x="735238" y="123222"/>
                  <a:pt x="738058" y="124326"/>
                  <a:pt x="741922" y="124326"/>
                </a:cubicBezTo>
                <a:cubicBezTo>
                  <a:pt x="744851" y="124326"/>
                  <a:pt x="749182" y="121980"/>
                  <a:pt x="754916" y="117286"/>
                </a:cubicBezTo>
                <a:lnTo>
                  <a:pt x="754916" y="9213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D4474-92F2-4644-96E6-6C2A4851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259" y="1209237"/>
            <a:ext cx="1902866" cy="95612"/>
          </a:xfrm>
          <a:custGeom xmlns:a="http://schemas.openxmlformats.org/drawingml/2006/main">
            <a:pathLst>
              <a:path w="1902866" h="95612">
                <a:moveTo>
                  <a:pt x="0" y="31861"/>
                </a:moveTo>
                <a:lnTo>
                  <a:pt x="0" y="63751"/>
                </a:lnTo>
                <a:lnTo>
                  <a:pt x="1807283" y="63751"/>
                </a:lnTo>
                <a:lnTo>
                  <a:pt x="1807283" y="95612"/>
                </a:lnTo>
                <a:lnTo>
                  <a:pt x="1902866" y="47806"/>
                </a:lnTo>
                <a:lnTo>
                  <a:pt x="1807283" y="0"/>
                </a:lnTo>
                <a:lnTo>
                  <a:pt x="1807283" y="31861"/>
                </a:lnTo>
                <a:lnTo>
                  <a:pt x="0" y="3186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36623-CA6E-46DC-80DF-8ECBF75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490" y="988324"/>
            <a:ext cx="1285161" cy="437598"/>
          </a:xfrm>
          <a:custGeom xmlns:a="http://schemas.openxmlformats.org/drawingml/2006/main">
            <a:pathLst>
              <a:path w="1285161" h="437598">
                <a:moveTo>
                  <a:pt x="0" y="437598"/>
                </a:moveTo>
                <a:lnTo>
                  <a:pt x="1285161" y="437598"/>
                </a:lnTo>
                <a:lnTo>
                  <a:pt x="1285161" y="0"/>
                </a:lnTo>
                <a:lnTo>
                  <a:pt x="0" y="0"/>
                </a:lnTo>
                <a:lnTo>
                  <a:pt x="0" y="437598"/>
                </a:lnTo>
                <a:close/>
              </a:path>
            </a:pathLst>
          </a:custGeom>
          <a:solidFill xmlns:a="http://schemas.openxmlformats.org/drawingml/2006/main">
            <a:srgbClr val="FE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45DCD-0AFE-4BD6-B0AA-0FF973B5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490" y="988324"/>
            <a:ext cx="1285161" cy="437598"/>
          </a:xfrm>
          <a:custGeom xmlns:a="http://schemas.openxmlformats.org/drawingml/2006/main">
            <a:pathLst>
              <a:path w="1285161" h="437598" fill="none">
                <a:moveTo>
                  <a:pt x="0" y="437598"/>
                </a:moveTo>
                <a:lnTo>
                  <a:pt x="1285161" y="437598"/>
                </a:lnTo>
                <a:lnTo>
                  <a:pt x="1285161" y="0"/>
                </a:lnTo>
                <a:lnTo>
                  <a:pt x="0" y="0"/>
                </a:lnTo>
                <a:lnTo>
                  <a:pt x="0" y="4375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72" cap="flat">
            <a:solidFill>
              <a:srgbClr val="C7C8CA"/>
            </a:solidFill>
            <a:round/>
          </a:ln>
        </p:spPr>
      </p:sp>
      <p:sp>
        <p:nvSpPr>
          <p:cNvPr id="17" name="Text Location:NY">
            <a:extLst xmlns:a="http://schemas.openxmlformats.org/drawingml/2006/main">
              <a:ext uri="{FF2B5EF4-FFF2-40B4-BE49-F238E27FC236}">
                <a16:creationId xmlns:a16="http://schemas.microsoft.com/office/drawing/2014/main" id="{5C44BAE6-C495-448C-A5CC-DEC8BBC4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103" y="1069595"/>
            <a:ext cx="863388" cy="99905"/>
          </a:xfrm>
          <a:custGeom xmlns:a="http://schemas.openxmlformats.org/drawingml/2006/main">
            <a:pathLst>
              <a:path w="863388" h="99905">
                <a:moveTo>
                  <a:pt x="48355" y="92064"/>
                </a:moveTo>
                <a:cubicBezTo>
                  <a:pt x="55616" y="92064"/>
                  <a:pt x="61025" y="90399"/>
                  <a:pt x="64582" y="87070"/>
                </a:cubicBezTo>
                <a:cubicBezTo>
                  <a:pt x="68140" y="83739"/>
                  <a:pt x="70766" y="79035"/>
                  <a:pt x="72460" y="72959"/>
                </a:cubicBezTo>
                <a:cubicBezTo>
                  <a:pt x="74929" y="72571"/>
                  <a:pt x="77058" y="72814"/>
                  <a:pt x="78849" y="73690"/>
                </a:cubicBezTo>
                <a:cubicBezTo>
                  <a:pt x="77881" y="82232"/>
                  <a:pt x="76574" y="90438"/>
                  <a:pt x="74929" y="98308"/>
                </a:cubicBezTo>
                <a:cubicBezTo>
                  <a:pt x="65926" y="98114"/>
                  <a:pt x="59996" y="98017"/>
                  <a:pt x="57140" y="98017"/>
                </a:cubicBezTo>
                <a:lnTo>
                  <a:pt x="23887" y="98017"/>
                </a:lnTo>
                <a:cubicBezTo>
                  <a:pt x="20063" y="98017"/>
                  <a:pt x="12440" y="98114"/>
                  <a:pt x="1016" y="98308"/>
                </a:cubicBezTo>
                <a:cubicBezTo>
                  <a:pt x="339" y="97824"/>
                  <a:pt x="0" y="96964"/>
                  <a:pt x="0" y="95730"/>
                </a:cubicBezTo>
                <a:cubicBezTo>
                  <a:pt x="0" y="94496"/>
                  <a:pt x="339" y="93661"/>
                  <a:pt x="1016" y="93225"/>
                </a:cubicBezTo>
                <a:cubicBezTo>
                  <a:pt x="3485" y="93128"/>
                  <a:pt x="5324" y="92959"/>
                  <a:pt x="6534" y="92717"/>
                </a:cubicBezTo>
                <a:cubicBezTo>
                  <a:pt x="7745" y="92475"/>
                  <a:pt x="8967" y="91930"/>
                  <a:pt x="10201" y="91083"/>
                </a:cubicBezTo>
                <a:cubicBezTo>
                  <a:pt x="11435" y="90235"/>
                  <a:pt x="12270" y="88902"/>
                  <a:pt x="12706" y="87086"/>
                </a:cubicBezTo>
                <a:cubicBezTo>
                  <a:pt x="13142" y="85269"/>
                  <a:pt x="13359" y="82859"/>
                  <a:pt x="13359" y="79855"/>
                </a:cubicBezTo>
                <a:lnTo>
                  <a:pt x="13359" y="20196"/>
                </a:lnTo>
                <a:cubicBezTo>
                  <a:pt x="13359" y="17240"/>
                  <a:pt x="13142" y="14842"/>
                  <a:pt x="12706" y="13001"/>
                </a:cubicBezTo>
                <a:cubicBezTo>
                  <a:pt x="12270" y="11160"/>
                  <a:pt x="11435" y="9816"/>
                  <a:pt x="10201" y="8969"/>
                </a:cubicBezTo>
                <a:cubicBezTo>
                  <a:pt x="8967" y="8120"/>
                  <a:pt x="7757" y="7575"/>
                  <a:pt x="6571" y="7333"/>
                </a:cubicBezTo>
                <a:cubicBezTo>
                  <a:pt x="5385" y="7091"/>
                  <a:pt x="3533" y="6922"/>
                  <a:pt x="1016" y="6825"/>
                </a:cubicBezTo>
                <a:cubicBezTo>
                  <a:pt x="339" y="6341"/>
                  <a:pt x="0" y="5470"/>
                  <a:pt x="0" y="4211"/>
                </a:cubicBezTo>
                <a:cubicBezTo>
                  <a:pt x="0" y="2953"/>
                  <a:pt x="339" y="2130"/>
                  <a:pt x="1016" y="1743"/>
                </a:cubicBezTo>
                <a:cubicBezTo>
                  <a:pt x="12295" y="1936"/>
                  <a:pt x="19942" y="2033"/>
                  <a:pt x="23960" y="2033"/>
                </a:cubicBezTo>
                <a:cubicBezTo>
                  <a:pt x="25751" y="2033"/>
                  <a:pt x="27566" y="2009"/>
                  <a:pt x="29405" y="1960"/>
                </a:cubicBezTo>
                <a:cubicBezTo>
                  <a:pt x="31244" y="1912"/>
                  <a:pt x="33774" y="1864"/>
                  <a:pt x="36992" y="1815"/>
                </a:cubicBezTo>
                <a:cubicBezTo>
                  <a:pt x="40211" y="1767"/>
                  <a:pt x="43394" y="1743"/>
                  <a:pt x="46540" y="1743"/>
                </a:cubicBezTo>
                <a:cubicBezTo>
                  <a:pt x="47218" y="2130"/>
                  <a:pt x="47569" y="2941"/>
                  <a:pt x="47593" y="4175"/>
                </a:cubicBezTo>
                <a:cubicBezTo>
                  <a:pt x="47617" y="5409"/>
                  <a:pt x="47266" y="6292"/>
                  <a:pt x="46540" y="6825"/>
                </a:cubicBezTo>
                <a:cubicBezTo>
                  <a:pt x="44071" y="6922"/>
                  <a:pt x="42244" y="7092"/>
                  <a:pt x="41058" y="7335"/>
                </a:cubicBezTo>
                <a:cubicBezTo>
                  <a:pt x="39872" y="7579"/>
                  <a:pt x="38662" y="8126"/>
                  <a:pt x="37428" y="8976"/>
                </a:cubicBezTo>
                <a:cubicBezTo>
                  <a:pt x="36194" y="9826"/>
                  <a:pt x="35347" y="11163"/>
                  <a:pt x="34887" y="12987"/>
                </a:cubicBezTo>
                <a:cubicBezTo>
                  <a:pt x="34427" y="14810"/>
                  <a:pt x="34197" y="17228"/>
                  <a:pt x="34197" y="20241"/>
                </a:cubicBezTo>
                <a:lnTo>
                  <a:pt x="34197" y="80252"/>
                </a:lnTo>
                <a:cubicBezTo>
                  <a:pt x="34197" y="88126"/>
                  <a:pt x="35940" y="92064"/>
                  <a:pt x="39425" y="92064"/>
                </a:cubicBezTo>
                <a:lnTo>
                  <a:pt x="48355" y="92064"/>
                </a:lnTo>
                <a:close/>
                <a:moveTo>
                  <a:pt x="120018" y="37900"/>
                </a:moveTo>
                <a:cubicBezTo>
                  <a:pt x="111790" y="37900"/>
                  <a:pt x="107675" y="46570"/>
                  <a:pt x="107675" y="63909"/>
                </a:cubicBezTo>
                <a:cubicBezTo>
                  <a:pt x="107675" y="70814"/>
                  <a:pt x="109139" y="77474"/>
                  <a:pt x="112068" y="83891"/>
                </a:cubicBezTo>
                <a:cubicBezTo>
                  <a:pt x="114996" y="90307"/>
                  <a:pt x="119195" y="93516"/>
                  <a:pt x="124665" y="93516"/>
                </a:cubicBezTo>
                <a:cubicBezTo>
                  <a:pt x="127956" y="93516"/>
                  <a:pt x="130836" y="91741"/>
                  <a:pt x="133305" y="88191"/>
                </a:cubicBezTo>
                <a:cubicBezTo>
                  <a:pt x="135773" y="84639"/>
                  <a:pt x="137008" y="78798"/>
                  <a:pt x="137008" y="70668"/>
                </a:cubicBezTo>
                <a:cubicBezTo>
                  <a:pt x="137008" y="60430"/>
                  <a:pt x="135459" y="52410"/>
                  <a:pt x="132361" y="46606"/>
                </a:cubicBezTo>
                <a:cubicBezTo>
                  <a:pt x="129263" y="40802"/>
                  <a:pt x="125149" y="37900"/>
                  <a:pt x="120018" y="37900"/>
                </a:cubicBezTo>
                <a:moveTo>
                  <a:pt x="86910" y="67214"/>
                </a:moveTo>
                <a:cubicBezTo>
                  <a:pt x="86910" y="57277"/>
                  <a:pt x="89621" y="49180"/>
                  <a:pt x="95042" y="42926"/>
                </a:cubicBezTo>
                <a:cubicBezTo>
                  <a:pt x="101431" y="35558"/>
                  <a:pt x="110555" y="31898"/>
                  <a:pt x="122414" y="31946"/>
                </a:cubicBezTo>
                <a:cubicBezTo>
                  <a:pt x="133208" y="31946"/>
                  <a:pt x="141812" y="35121"/>
                  <a:pt x="148225" y="41469"/>
                </a:cubicBezTo>
                <a:cubicBezTo>
                  <a:pt x="154639" y="47817"/>
                  <a:pt x="157846" y="55958"/>
                  <a:pt x="157846" y="65892"/>
                </a:cubicBezTo>
                <a:cubicBezTo>
                  <a:pt x="157846" y="76599"/>
                  <a:pt x="154457" y="84982"/>
                  <a:pt x="147681" y="91038"/>
                </a:cubicBezTo>
                <a:cubicBezTo>
                  <a:pt x="141340" y="96707"/>
                  <a:pt x="132869" y="99518"/>
                  <a:pt x="122269" y="99469"/>
                </a:cubicBezTo>
                <a:cubicBezTo>
                  <a:pt x="112153" y="99469"/>
                  <a:pt x="103730" y="96503"/>
                  <a:pt x="97002" y="90571"/>
                </a:cubicBezTo>
                <a:cubicBezTo>
                  <a:pt x="90274" y="84638"/>
                  <a:pt x="86910" y="76853"/>
                  <a:pt x="86910" y="67214"/>
                </a:cubicBezTo>
                <a:close/>
                <a:moveTo>
                  <a:pt x="226828" y="84998"/>
                </a:moveTo>
                <a:cubicBezTo>
                  <a:pt x="223972" y="89188"/>
                  <a:pt x="220209" y="92647"/>
                  <a:pt x="215538" y="95376"/>
                </a:cubicBezTo>
                <a:cubicBezTo>
                  <a:pt x="210867" y="98105"/>
                  <a:pt x="206354" y="99469"/>
                  <a:pt x="201997" y="99469"/>
                </a:cubicBezTo>
                <a:cubicBezTo>
                  <a:pt x="191978" y="99469"/>
                  <a:pt x="184257" y="96888"/>
                  <a:pt x="178836" y="91725"/>
                </a:cubicBezTo>
                <a:cubicBezTo>
                  <a:pt x="172689" y="85931"/>
                  <a:pt x="169615" y="77993"/>
                  <a:pt x="169615" y="67911"/>
                </a:cubicBezTo>
                <a:cubicBezTo>
                  <a:pt x="169615" y="57250"/>
                  <a:pt x="172834" y="48591"/>
                  <a:pt x="179272" y="41934"/>
                </a:cubicBezTo>
                <a:cubicBezTo>
                  <a:pt x="185709" y="35276"/>
                  <a:pt x="193478" y="31946"/>
                  <a:pt x="202578" y="31946"/>
                </a:cubicBezTo>
                <a:cubicBezTo>
                  <a:pt x="210129" y="31946"/>
                  <a:pt x="216059" y="33575"/>
                  <a:pt x="220366" y="36834"/>
                </a:cubicBezTo>
                <a:cubicBezTo>
                  <a:pt x="224674" y="40090"/>
                  <a:pt x="226828" y="43600"/>
                  <a:pt x="226828" y="47364"/>
                </a:cubicBezTo>
                <a:cubicBezTo>
                  <a:pt x="226828" y="49728"/>
                  <a:pt x="226066" y="51694"/>
                  <a:pt x="224541" y="53263"/>
                </a:cubicBezTo>
                <a:cubicBezTo>
                  <a:pt x="223017" y="54831"/>
                  <a:pt x="221056" y="55616"/>
                  <a:pt x="218660" y="55616"/>
                </a:cubicBezTo>
                <a:cubicBezTo>
                  <a:pt x="216264" y="55616"/>
                  <a:pt x="214183" y="54942"/>
                  <a:pt x="212416" y="53594"/>
                </a:cubicBezTo>
                <a:cubicBezTo>
                  <a:pt x="210649" y="52246"/>
                  <a:pt x="209669" y="50568"/>
                  <a:pt x="209476" y="48559"/>
                </a:cubicBezTo>
                <a:cubicBezTo>
                  <a:pt x="209185" y="45667"/>
                  <a:pt x="208362" y="43168"/>
                  <a:pt x="207007" y="41061"/>
                </a:cubicBezTo>
                <a:cubicBezTo>
                  <a:pt x="205652" y="38954"/>
                  <a:pt x="203740" y="37900"/>
                  <a:pt x="201271" y="37900"/>
                </a:cubicBezTo>
                <a:cubicBezTo>
                  <a:pt x="193043" y="37900"/>
                  <a:pt x="188928" y="46175"/>
                  <a:pt x="188928" y="62726"/>
                </a:cubicBezTo>
                <a:cubicBezTo>
                  <a:pt x="188928" y="70613"/>
                  <a:pt x="190937" y="76942"/>
                  <a:pt x="194955" y="81713"/>
                </a:cubicBezTo>
                <a:cubicBezTo>
                  <a:pt x="198972" y="86484"/>
                  <a:pt x="203861" y="88869"/>
                  <a:pt x="209621" y="88869"/>
                </a:cubicBezTo>
                <a:cubicBezTo>
                  <a:pt x="213687" y="88869"/>
                  <a:pt x="218793" y="86021"/>
                  <a:pt x="224941" y="80326"/>
                </a:cubicBezTo>
                <a:cubicBezTo>
                  <a:pt x="226199" y="80375"/>
                  <a:pt x="226828" y="81932"/>
                  <a:pt x="226828" y="84998"/>
                </a:cubicBezTo>
                <a:close/>
                <a:moveTo>
                  <a:pt x="276082" y="90829"/>
                </a:moveTo>
                <a:lnTo>
                  <a:pt x="275138" y="90902"/>
                </a:lnTo>
                <a:cubicBezTo>
                  <a:pt x="272476" y="92983"/>
                  <a:pt x="269329" y="94931"/>
                  <a:pt x="265699" y="96747"/>
                </a:cubicBezTo>
                <a:cubicBezTo>
                  <a:pt x="262069" y="98562"/>
                  <a:pt x="259262" y="99469"/>
                  <a:pt x="257277" y="99469"/>
                </a:cubicBezTo>
                <a:cubicBezTo>
                  <a:pt x="244886" y="99469"/>
                  <a:pt x="238690" y="94232"/>
                  <a:pt x="238690" y="83757"/>
                </a:cubicBezTo>
                <a:cubicBezTo>
                  <a:pt x="238690" y="78415"/>
                  <a:pt x="240820" y="74324"/>
                  <a:pt x="245079" y="71484"/>
                </a:cubicBezTo>
                <a:cubicBezTo>
                  <a:pt x="249339" y="68645"/>
                  <a:pt x="256091" y="65789"/>
                  <a:pt x="265336" y="62915"/>
                </a:cubicBezTo>
                <a:lnTo>
                  <a:pt x="275283" y="59827"/>
                </a:lnTo>
                <a:cubicBezTo>
                  <a:pt x="275283" y="51066"/>
                  <a:pt x="274291" y="45221"/>
                  <a:pt x="272306" y="42293"/>
                </a:cubicBezTo>
                <a:cubicBezTo>
                  <a:pt x="270322" y="39364"/>
                  <a:pt x="267490" y="37900"/>
                  <a:pt x="263811" y="37900"/>
                </a:cubicBezTo>
                <a:cubicBezTo>
                  <a:pt x="259939" y="37900"/>
                  <a:pt x="257858" y="39032"/>
                  <a:pt x="257567" y="41297"/>
                </a:cubicBezTo>
                <a:cubicBezTo>
                  <a:pt x="257471" y="41886"/>
                  <a:pt x="257458" y="42538"/>
                  <a:pt x="257531" y="43252"/>
                </a:cubicBezTo>
                <a:cubicBezTo>
                  <a:pt x="257604" y="43966"/>
                  <a:pt x="257688" y="44594"/>
                  <a:pt x="257785" y="45136"/>
                </a:cubicBezTo>
                <a:cubicBezTo>
                  <a:pt x="257882" y="45677"/>
                  <a:pt x="257979" y="46256"/>
                  <a:pt x="258076" y="46871"/>
                </a:cubicBezTo>
                <a:cubicBezTo>
                  <a:pt x="258172" y="47485"/>
                  <a:pt x="258221" y="48014"/>
                  <a:pt x="258221" y="48457"/>
                </a:cubicBezTo>
                <a:cubicBezTo>
                  <a:pt x="258221" y="50327"/>
                  <a:pt x="257325" y="51963"/>
                  <a:pt x="255534" y="53367"/>
                </a:cubicBezTo>
                <a:cubicBezTo>
                  <a:pt x="253744" y="54769"/>
                  <a:pt x="251565" y="55470"/>
                  <a:pt x="249000" y="55470"/>
                </a:cubicBezTo>
                <a:cubicBezTo>
                  <a:pt x="246241" y="55470"/>
                  <a:pt x="244269" y="54793"/>
                  <a:pt x="243083" y="53438"/>
                </a:cubicBezTo>
                <a:cubicBezTo>
                  <a:pt x="241897" y="52082"/>
                  <a:pt x="241304" y="50243"/>
                  <a:pt x="241304" y="47920"/>
                </a:cubicBezTo>
                <a:cubicBezTo>
                  <a:pt x="241304" y="44870"/>
                  <a:pt x="242865" y="42075"/>
                  <a:pt x="245987" y="39534"/>
                </a:cubicBezTo>
                <a:cubicBezTo>
                  <a:pt x="249109" y="36992"/>
                  <a:pt x="252751" y="35093"/>
                  <a:pt x="256914" y="33834"/>
                </a:cubicBezTo>
                <a:cubicBezTo>
                  <a:pt x="261077" y="32576"/>
                  <a:pt x="265070" y="31946"/>
                  <a:pt x="268894" y="31946"/>
                </a:cubicBezTo>
                <a:cubicBezTo>
                  <a:pt x="285835" y="31946"/>
                  <a:pt x="294306" y="40454"/>
                  <a:pt x="294306" y="57469"/>
                </a:cubicBezTo>
                <a:lnTo>
                  <a:pt x="294015" y="79010"/>
                </a:lnTo>
                <a:cubicBezTo>
                  <a:pt x="294015" y="82807"/>
                  <a:pt x="294318" y="85424"/>
                  <a:pt x="294923" y="86861"/>
                </a:cubicBezTo>
                <a:cubicBezTo>
                  <a:pt x="295528" y="88296"/>
                  <a:pt x="296605" y="89014"/>
                  <a:pt x="298154" y="89014"/>
                </a:cubicBezTo>
                <a:cubicBezTo>
                  <a:pt x="300526" y="89014"/>
                  <a:pt x="302607" y="88309"/>
                  <a:pt x="304398" y="86897"/>
                </a:cubicBezTo>
                <a:cubicBezTo>
                  <a:pt x="306189" y="88428"/>
                  <a:pt x="307084" y="89860"/>
                  <a:pt x="307084" y="91192"/>
                </a:cubicBezTo>
                <a:cubicBezTo>
                  <a:pt x="301227" y="96759"/>
                  <a:pt x="294741" y="99518"/>
                  <a:pt x="287626" y="99469"/>
                </a:cubicBezTo>
                <a:cubicBezTo>
                  <a:pt x="280898" y="99518"/>
                  <a:pt x="277050" y="96638"/>
                  <a:pt x="276082" y="90829"/>
                </a:cubicBezTo>
                <a:moveTo>
                  <a:pt x="275283" y="65608"/>
                </a:moveTo>
                <a:lnTo>
                  <a:pt x="267514" y="68052"/>
                </a:lnTo>
                <a:cubicBezTo>
                  <a:pt x="265046" y="68823"/>
                  <a:pt x="263025" y="69715"/>
                  <a:pt x="261452" y="70727"/>
                </a:cubicBezTo>
                <a:cubicBezTo>
                  <a:pt x="259879" y="71737"/>
                  <a:pt x="258765" y="72881"/>
                  <a:pt x="258112" y="74157"/>
                </a:cubicBezTo>
                <a:cubicBezTo>
                  <a:pt x="257458" y="75434"/>
                  <a:pt x="257035" y="76566"/>
                  <a:pt x="256841" y="77554"/>
                </a:cubicBezTo>
                <a:cubicBezTo>
                  <a:pt x="256648" y="78542"/>
                  <a:pt x="256551" y="79879"/>
                  <a:pt x="256551" y="81565"/>
                </a:cubicBezTo>
                <a:cubicBezTo>
                  <a:pt x="256551" y="84164"/>
                  <a:pt x="257241" y="86322"/>
                  <a:pt x="258620" y="88039"/>
                </a:cubicBezTo>
                <a:cubicBezTo>
                  <a:pt x="260000" y="89754"/>
                  <a:pt x="262190" y="90611"/>
                  <a:pt x="265191" y="90611"/>
                </a:cubicBezTo>
                <a:cubicBezTo>
                  <a:pt x="267466" y="90611"/>
                  <a:pt x="270830" y="88789"/>
                  <a:pt x="275283" y="85143"/>
                </a:cubicBezTo>
                <a:lnTo>
                  <a:pt x="275283" y="65608"/>
                </a:lnTo>
                <a:close/>
                <a:moveTo>
                  <a:pt x="316033" y="33398"/>
                </a:moveTo>
                <a:lnTo>
                  <a:pt x="320171" y="33398"/>
                </a:lnTo>
                <a:cubicBezTo>
                  <a:pt x="320171" y="23411"/>
                  <a:pt x="320728" y="17693"/>
                  <a:pt x="321841" y="16245"/>
                </a:cubicBezTo>
                <a:cubicBezTo>
                  <a:pt x="322132" y="15860"/>
                  <a:pt x="322725" y="15474"/>
                  <a:pt x="323620" y="15088"/>
                </a:cubicBezTo>
                <a:cubicBezTo>
                  <a:pt x="324516" y="14701"/>
                  <a:pt x="325617" y="14302"/>
                  <a:pt x="326924" y="13893"/>
                </a:cubicBezTo>
                <a:cubicBezTo>
                  <a:pt x="328231" y="13483"/>
                  <a:pt x="329150" y="13157"/>
                  <a:pt x="329683" y="12915"/>
                </a:cubicBezTo>
                <a:cubicBezTo>
                  <a:pt x="330844" y="12432"/>
                  <a:pt x="332502" y="11878"/>
                  <a:pt x="334656" y="11252"/>
                </a:cubicBezTo>
                <a:cubicBezTo>
                  <a:pt x="336810" y="10624"/>
                  <a:pt x="338153" y="10310"/>
                  <a:pt x="338686" y="10310"/>
                </a:cubicBezTo>
                <a:cubicBezTo>
                  <a:pt x="339460" y="10310"/>
                  <a:pt x="339847" y="10744"/>
                  <a:pt x="339847" y="11612"/>
                </a:cubicBezTo>
                <a:cubicBezTo>
                  <a:pt x="339557" y="16245"/>
                  <a:pt x="339291" y="21843"/>
                  <a:pt x="339049" y="28405"/>
                </a:cubicBezTo>
                <a:lnTo>
                  <a:pt x="338904" y="33398"/>
                </a:lnTo>
                <a:lnTo>
                  <a:pt x="356329" y="33398"/>
                </a:lnTo>
                <a:cubicBezTo>
                  <a:pt x="357103" y="33398"/>
                  <a:pt x="357491" y="33692"/>
                  <a:pt x="357491" y="34279"/>
                </a:cubicBezTo>
                <a:lnTo>
                  <a:pt x="357491" y="38971"/>
                </a:lnTo>
                <a:cubicBezTo>
                  <a:pt x="357491" y="40290"/>
                  <a:pt x="356305" y="40949"/>
                  <a:pt x="353933" y="40949"/>
                </a:cubicBezTo>
                <a:lnTo>
                  <a:pt x="338904" y="40949"/>
                </a:lnTo>
                <a:cubicBezTo>
                  <a:pt x="338904" y="46507"/>
                  <a:pt x="338928" y="53780"/>
                  <a:pt x="338976" y="62770"/>
                </a:cubicBezTo>
                <a:cubicBezTo>
                  <a:pt x="339025" y="71759"/>
                  <a:pt x="339049" y="77197"/>
                  <a:pt x="339049" y="79083"/>
                </a:cubicBezTo>
                <a:cubicBezTo>
                  <a:pt x="339049" y="82562"/>
                  <a:pt x="339678" y="85087"/>
                  <a:pt x="340937" y="86659"/>
                </a:cubicBezTo>
                <a:cubicBezTo>
                  <a:pt x="342195" y="88229"/>
                  <a:pt x="343768" y="89014"/>
                  <a:pt x="345656" y="89014"/>
                </a:cubicBezTo>
                <a:cubicBezTo>
                  <a:pt x="349528" y="89014"/>
                  <a:pt x="352336" y="88313"/>
                  <a:pt x="354078" y="86911"/>
                </a:cubicBezTo>
                <a:cubicBezTo>
                  <a:pt x="355869" y="88416"/>
                  <a:pt x="356765" y="89823"/>
                  <a:pt x="356765" y="91133"/>
                </a:cubicBezTo>
                <a:cubicBezTo>
                  <a:pt x="355167" y="93327"/>
                  <a:pt x="352396" y="95264"/>
                  <a:pt x="348451" y="96946"/>
                </a:cubicBezTo>
                <a:cubicBezTo>
                  <a:pt x="344506" y="98628"/>
                  <a:pt x="340549" y="99469"/>
                  <a:pt x="336580" y="99469"/>
                </a:cubicBezTo>
                <a:cubicBezTo>
                  <a:pt x="331643" y="99469"/>
                  <a:pt x="327529" y="98090"/>
                  <a:pt x="324237" y="95331"/>
                </a:cubicBezTo>
                <a:cubicBezTo>
                  <a:pt x="321285" y="92765"/>
                  <a:pt x="319784" y="88458"/>
                  <a:pt x="319736" y="82407"/>
                </a:cubicBezTo>
                <a:cubicBezTo>
                  <a:pt x="319736" y="67741"/>
                  <a:pt x="319881" y="53922"/>
                  <a:pt x="320171" y="40949"/>
                </a:cubicBezTo>
                <a:lnTo>
                  <a:pt x="310515" y="40949"/>
                </a:lnTo>
                <a:cubicBezTo>
                  <a:pt x="310031" y="40949"/>
                  <a:pt x="309789" y="40632"/>
                  <a:pt x="309789" y="39996"/>
                </a:cubicBezTo>
                <a:lnTo>
                  <a:pt x="309789" y="35672"/>
                </a:lnTo>
                <a:cubicBezTo>
                  <a:pt x="311483" y="34156"/>
                  <a:pt x="313564" y="33398"/>
                  <a:pt x="316033" y="33398"/>
                </a:cubicBezTo>
                <a:close/>
                <a:moveTo>
                  <a:pt x="394402" y="79832"/>
                </a:moveTo>
                <a:cubicBezTo>
                  <a:pt x="394402" y="85801"/>
                  <a:pt x="394995" y="89453"/>
                  <a:pt x="396181" y="90788"/>
                </a:cubicBezTo>
                <a:cubicBezTo>
                  <a:pt x="397367" y="92123"/>
                  <a:pt x="400356" y="92935"/>
                  <a:pt x="405148" y="93225"/>
                </a:cubicBezTo>
                <a:cubicBezTo>
                  <a:pt x="405535" y="93612"/>
                  <a:pt x="405729" y="94460"/>
                  <a:pt x="405729" y="95766"/>
                </a:cubicBezTo>
                <a:cubicBezTo>
                  <a:pt x="405729" y="97073"/>
                  <a:pt x="405535" y="97920"/>
                  <a:pt x="405148" y="98308"/>
                </a:cubicBezTo>
                <a:cubicBezTo>
                  <a:pt x="396629" y="98114"/>
                  <a:pt x="389828" y="98017"/>
                  <a:pt x="384746" y="98017"/>
                </a:cubicBezTo>
                <a:cubicBezTo>
                  <a:pt x="379470" y="98017"/>
                  <a:pt x="372669" y="98114"/>
                  <a:pt x="364344" y="98308"/>
                </a:cubicBezTo>
                <a:cubicBezTo>
                  <a:pt x="363956" y="97920"/>
                  <a:pt x="363763" y="97085"/>
                  <a:pt x="363763" y="95803"/>
                </a:cubicBezTo>
                <a:cubicBezTo>
                  <a:pt x="363763" y="94520"/>
                  <a:pt x="363956" y="93661"/>
                  <a:pt x="364344" y="93225"/>
                </a:cubicBezTo>
                <a:cubicBezTo>
                  <a:pt x="369087" y="92837"/>
                  <a:pt x="372064" y="91999"/>
                  <a:pt x="373274" y="90714"/>
                </a:cubicBezTo>
                <a:cubicBezTo>
                  <a:pt x="374484" y="89428"/>
                  <a:pt x="375089" y="85800"/>
                  <a:pt x="375089" y="79830"/>
                </a:cubicBezTo>
                <a:lnTo>
                  <a:pt x="375089" y="51216"/>
                </a:lnTo>
                <a:cubicBezTo>
                  <a:pt x="375089" y="47041"/>
                  <a:pt x="374520" y="44360"/>
                  <a:pt x="373383" y="43171"/>
                </a:cubicBezTo>
                <a:cubicBezTo>
                  <a:pt x="372245" y="41982"/>
                  <a:pt x="369595" y="41193"/>
                  <a:pt x="365433" y="40804"/>
                </a:cubicBezTo>
                <a:cubicBezTo>
                  <a:pt x="364852" y="38916"/>
                  <a:pt x="364755" y="37319"/>
                  <a:pt x="365142" y="36012"/>
                </a:cubicBezTo>
                <a:cubicBezTo>
                  <a:pt x="380922" y="33967"/>
                  <a:pt x="389731" y="32612"/>
                  <a:pt x="391571" y="31946"/>
                </a:cubicBezTo>
                <a:cubicBezTo>
                  <a:pt x="393846" y="31946"/>
                  <a:pt x="394983" y="32778"/>
                  <a:pt x="394983" y="34442"/>
                </a:cubicBezTo>
                <a:cubicBezTo>
                  <a:pt x="394983" y="34537"/>
                  <a:pt x="394983" y="34692"/>
                  <a:pt x="394983" y="34907"/>
                </a:cubicBezTo>
                <a:cubicBezTo>
                  <a:pt x="394983" y="35121"/>
                  <a:pt x="394959" y="35552"/>
                  <a:pt x="394910" y="36201"/>
                </a:cubicBezTo>
                <a:cubicBezTo>
                  <a:pt x="394862" y="36849"/>
                  <a:pt x="394814" y="37526"/>
                  <a:pt x="394765" y="38229"/>
                </a:cubicBezTo>
                <a:cubicBezTo>
                  <a:pt x="394717" y="38932"/>
                  <a:pt x="394668" y="39794"/>
                  <a:pt x="394620" y="40813"/>
                </a:cubicBezTo>
                <a:cubicBezTo>
                  <a:pt x="394572" y="41833"/>
                  <a:pt x="394535" y="42816"/>
                  <a:pt x="394511" y="43763"/>
                </a:cubicBezTo>
                <a:cubicBezTo>
                  <a:pt x="394487" y="44708"/>
                  <a:pt x="394463" y="45751"/>
                  <a:pt x="394438" y="46892"/>
                </a:cubicBezTo>
                <a:cubicBezTo>
                  <a:pt x="394414" y="48032"/>
                  <a:pt x="394402" y="49112"/>
                  <a:pt x="394402" y="50132"/>
                </a:cubicBezTo>
                <a:lnTo>
                  <a:pt x="394402" y="79832"/>
                </a:lnTo>
                <a:moveTo>
                  <a:pt x="374363" y="9255"/>
                </a:moveTo>
                <a:cubicBezTo>
                  <a:pt x="374363" y="6777"/>
                  <a:pt x="375271" y="4616"/>
                  <a:pt x="377086" y="2770"/>
                </a:cubicBezTo>
                <a:cubicBezTo>
                  <a:pt x="378901" y="923"/>
                  <a:pt x="381454" y="0"/>
                  <a:pt x="384746" y="0"/>
                </a:cubicBezTo>
                <a:cubicBezTo>
                  <a:pt x="387601" y="0"/>
                  <a:pt x="389925" y="1020"/>
                  <a:pt x="391716" y="3061"/>
                </a:cubicBezTo>
                <a:cubicBezTo>
                  <a:pt x="393507" y="5101"/>
                  <a:pt x="394402" y="7385"/>
                  <a:pt x="394402" y="9913"/>
                </a:cubicBezTo>
                <a:cubicBezTo>
                  <a:pt x="394402" y="12099"/>
                  <a:pt x="393410" y="14188"/>
                  <a:pt x="391425" y="16180"/>
                </a:cubicBezTo>
                <a:cubicBezTo>
                  <a:pt x="389441" y="18172"/>
                  <a:pt x="386924" y="19168"/>
                  <a:pt x="383874" y="19168"/>
                </a:cubicBezTo>
                <a:cubicBezTo>
                  <a:pt x="381019" y="19168"/>
                  <a:pt x="378719" y="18160"/>
                  <a:pt x="376977" y="16143"/>
                </a:cubicBezTo>
                <a:cubicBezTo>
                  <a:pt x="375234" y="14127"/>
                  <a:pt x="374363" y="11831"/>
                  <a:pt x="374363" y="9255"/>
                </a:cubicBezTo>
                <a:close/>
                <a:moveTo>
                  <a:pt x="446674" y="37900"/>
                </a:moveTo>
                <a:cubicBezTo>
                  <a:pt x="438445" y="37900"/>
                  <a:pt x="434331" y="46570"/>
                  <a:pt x="434331" y="63909"/>
                </a:cubicBezTo>
                <a:cubicBezTo>
                  <a:pt x="434331" y="70814"/>
                  <a:pt x="435795" y="77474"/>
                  <a:pt x="438724" y="83891"/>
                </a:cubicBezTo>
                <a:cubicBezTo>
                  <a:pt x="441652" y="90307"/>
                  <a:pt x="445851" y="93516"/>
                  <a:pt x="451321" y="93516"/>
                </a:cubicBezTo>
                <a:cubicBezTo>
                  <a:pt x="454612" y="93516"/>
                  <a:pt x="457492" y="91741"/>
                  <a:pt x="459961" y="88191"/>
                </a:cubicBezTo>
                <a:cubicBezTo>
                  <a:pt x="462429" y="84639"/>
                  <a:pt x="463663" y="78798"/>
                  <a:pt x="463663" y="70668"/>
                </a:cubicBezTo>
                <a:cubicBezTo>
                  <a:pt x="463663" y="60430"/>
                  <a:pt x="462115" y="52410"/>
                  <a:pt x="459017" y="46606"/>
                </a:cubicBezTo>
                <a:cubicBezTo>
                  <a:pt x="455919" y="40802"/>
                  <a:pt x="451805" y="37900"/>
                  <a:pt x="446674" y="37900"/>
                </a:cubicBezTo>
                <a:moveTo>
                  <a:pt x="413566" y="67214"/>
                </a:moveTo>
                <a:cubicBezTo>
                  <a:pt x="413566" y="57277"/>
                  <a:pt x="416276" y="49180"/>
                  <a:pt x="421698" y="42926"/>
                </a:cubicBezTo>
                <a:cubicBezTo>
                  <a:pt x="428087" y="35558"/>
                  <a:pt x="437211" y="31898"/>
                  <a:pt x="449070" y="31946"/>
                </a:cubicBezTo>
                <a:cubicBezTo>
                  <a:pt x="459864" y="31946"/>
                  <a:pt x="468468" y="35121"/>
                  <a:pt x="474881" y="41469"/>
                </a:cubicBezTo>
                <a:cubicBezTo>
                  <a:pt x="481294" y="47817"/>
                  <a:pt x="484501" y="55958"/>
                  <a:pt x="484501" y="65892"/>
                </a:cubicBezTo>
                <a:cubicBezTo>
                  <a:pt x="484501" y="76599"/>
                  <a:pt x="481113" y="84982"/>
                  <a:pt x="474336" y="91038"/>
                </a:cubicBezTo>
                <a:cubicBezTo>
                  <a:pt x="467996" y="96707"/>
                  <a:pt x="459525" y="99518"/>
                  <a:pt x="448925" y="99469"/>
                </a:cubicBezTo>
                <a:cubicBezTo>
                  <a:pt x="438808" y="99469"/>
                  <a:pt x="430386" y="96503"/>
                  <a:pt x="423658" y="90571"/>
                </a:cubicBezTo>
                <a:cubicBezTo>
                  <a:pt x="416930" y="84638"/>
                  <a:pt x="413566" y="76853"/>
                  <a:pt x="413566" y="67214"/>
                </a:cubicBezTo>
                <a:close/>
                <a:moveTo>
                  <a:pt x="524139" y="79866"/>
                </a:moveTo>
                <a:cubicBezTo>
                  <a:pt x="524139" y="85723"/>
                  <a:pt x="524586" y="89341"/>
                  <a:pt x="525482" y="90720"/>
                </a:cubicBezTo>
                <a:cubicBezTo>
                  <a:pt x="526377" y="92100"/>
                  <a:pt x="528495" y="92935"/>
                  <a:pt x="531835" y="93225"/>
                </a:cubicBezTo>
                <a:cubicBezTo>
                  <a:pt x="532222" y="93612"/>
                  <a:pt x="532428" y="94460"/>
                  <a:pt x="532452" y="95766"/>
                </a:cubicBezTo>
                <a:cubicBezTo>
                  <a:pt x="532476" y="97073"/>
                  <a:pt x="532271" y="97920"/>
                  <a:pt x="531835" y="98308"/>
                </a:cubicBezTo>
                <a:cubicBezTo>
                  <a:pt x="523316" y="98114"/>
                  <a:pt x="517532" y="98017"/>
                  <a:pt x="514482" y="98017"/>
                </a:cubicBezTo>
                <a:cubicBezTo>
                  <a:pt x="509206" y="98017"/>
                  <a:pt x="502406" y="98114"/>
                  <a:pt x="494080" y="98308"/>
                </a:cubicBezTo>
                <a:cubicBezTo>
                  <a:pt x="493693" y="97920"/>
                  <a:pt x="493499" y="97085"/>
                  <a:pt x="493499" y="95803"/>
                </a:cubicBezTo>
                <a:cubicBezTo>
                  <a:pt x="493499" y="94520"/>
                  <a:pt x="493693" y="93661"/>
                  <a:pt x="494080" y="93225"/>
                </a:cubicBezTo>
                <a:cubicBezTo>
                  <a:pt x="498824" y="92838"/>
                  <a:pt x="501801" y="92003"/>
                  <a:pt x="503011" y="90720"/>
                </a:cubicBezTo>
                <a:cubicBezTo>
                  <a:pt x="504221" y="89438"/>
                  <a:pt x="504826" y="85820"/>
                  <a:pt x="504826" y="79866"/>
                </a:cubicBezTo>
                <a:lnTo>
                  <a:pt x="504826" y="52058"/>
                </a:lnTo>
                <a:cubicBezTo>
                  <a:pt x="504826" y="47895"/>
                  <a:pt x="504257" y="45221"/>
                  <a:pt x="503120" y="44035"/>
                </a:cubicBezTo>
                <a:cubicBezTo>
                  <a:pt x="501982" y="42849"/>
                  <a:pt x="499332" y="42063"/>
                  <a:pt x="495169" y="41675"/>
                </a:cubicBezTo>
                <a:cubicBezTo>
                  <a:pt x="494588" y="39788"/>
                  <a:pt x="494467" y="38190"/>
                  <a:pt x="494806" y="36884"/>
                </a:cubicBezTo>
                <a:cubicBezTo>
                  <a:pt x="503228" y="35754"/>
                  <a:pt x="511457" y="34108"/>
                  <a:pt x="519492" y="31946"/>
                </a:cubicBezTo>
                <a:cubicBezTo>
                  <a:pt x="521670" y="31946"/>
                  <a:pt x="522832" y="32799"/>
                  <a:pt x="522977" y="34503"/>
                </a:cubicBezTo>
                <a:cubicBezTo>
                  <a:pt x="523413" y="37473"/>
                  <a:pt x="523727" y="40686"/>
                  <a:pt x="523921" y="44144"/>
                </a:cubicBezTo>
                <a:cubicBezTo>
                  <a:pt x="535731" y="35964"/>
                  <a:pt x="543984" y="31898"/>
                  <a:pt x="548679" y="31946"/>
                </a:cubicBezTo>
                <a:cubicBezTo>
                  <a:pt x="561845" y="31946"/>
                  <a:pt x="568428" y="39885"/>
                  <a:pt x="568428" y="55761"/>
                </a:cubicBezTo>
                <a:lnTo>
                  <a:pt x="568428" y="78995"/>
                </a:lnTo>
                <a:cubicBezTo>
                  <a:pt x="568428" y="85045"/>
                  <a:pt x="569154" y="88881"/>
                  <a:pt x="570606" y="90503"/>
                </a:cubicBezTo>
                <a:cubicBezTo>
                  <a:pt x="572058" y="92124"/>
                  <a:pt x="575156" y="93032"/>
                  <a:pt x="579900" y="93225"/>
                </a:cubicBezTo>
                <a:cubicBezTo>
                  <a:pt x="580384" y="93612"/>
                  <a:pt x="580626" y="94460"/>
                  <a:pt x="580626" y="95766"/>
                </a:cubicBezTo>
                <a:cubicBezTo>
                  <a:pt x="580626" y="97073"/>
                  <a:pt x="580384" y="97920"/>
                  <a:pt x="579900" y="98308"/>
                </a:cubicBezTo>
                <a:cubicBezTo>
                  <a:pt x="571381" y="98114"/>
                  <a:pt x="564338" y="98017"/>
                  <a:pt x="558771" y="98017"/>
                </a:cubicBezTo>
                <a:cubicBezTo>
                  <a:pt x="554996" y="98017"/>
                  <a:pt x="548946" y="98114"/>
                  <a:pt x="540620" y="98308"/>
                </a:cubicBezTo>
                <a:cubicBezTo>
                  <a:pt x="540136" y="97920"/>
                  <a:pt x="539894" y="97085"/>
                  <a:pt x="539894" y="95803"/>
                </a:cubicBezTo>
                <a:cubicBezTo>
                  <a:pt x="539894" y="94520"/>
                  <a:pt x="540136" y="93661"/>
                  <a:pt x="540620" y="93225"/>
                </a:cubicBezTo>
                <a:cubicBezTo>
                  <a:pt x="543912" y="93032"/>
                  <a:pt x="546150" y="92076"/>
                  <a:pt x="547336" y="90357"/>
                </a:cubicBezTo>
                <a:cubicBezTo>
                  <a:pt x="548522" y="88639"/>
                  <a:pt x="549115" y="84851"/>
                  <a:pt x="549115" y="78995"/>
                </a:cubicBezTo>
                <a:lnTo>
                  <a:pt x="549115" y="54164"/>
                </a:lnTo>
                <a:cubicBezTo>
                  <a:pt x="549115" y="46709"/>
                  <a:pt x="545654" y="42982"/>
                  <a:pt x="538732" y="42982"/>
                </a:cubicBezTo>
                <a:cubicBezTo>
                  <a:pt x="535780" y="42982"/>
                  <a:pt x="530915" y="45306"/>
                  <a:pt x="524139" y="49952"/>
                </a:cubicBezTo>
                <a:lnTo>
                  <a:pt x="524139" y="50243"/>
                </a:lnTo>
                <a:lnTo>
                  <a:pt x="524139" y="79866"/>
                </a:lnTo>
                <a:close/>
                <a:moveTo>
                  <a:pt x="591012" y="44035"/>
                </a:moveTo>
                <a:cubicBezTo>
                  <a:pt x="591012" y="41170"/>
                  <a:pt x="592101" y="38681"/>
                  <a:pt x="594279" y="36568"/>
                </a:cubicBezTo>
                <a:cubicBezTo>
                  <a:pt x="596457" y="34455"/>
                  <a:pt x="599035" y="33398"/>
                  <a:pt x="602011" y="33398"/>
                </a:cubicBezTo>
                <a:cubicBezTo>
                  <a:pt x="604988" y="33398"/>
                  <a:pt x="607517" y="34395"/>
                  <a:pt x="609599" y="36387"/>
                </a:cubicBezTo>
                <a:cubicBezTo>
                  <a:pt x="611680" y="38377"/>
                  <a:pt x="612721" y="40806"/>
                  <a:pt x="612721" y="43672"/>
                </a:cubicBezTo>
                <a:cubicBezTo>
                  <a:pt x="612721" y="46440"/>
                  <a:pt x="611632" y="48881"/>
                  <a:pt x="609453" y="50994"/>
                </a:cubicBezTo>
                <a:cubicBezTo>
                  <a:pt x="607275" y="53107"/>
                  <a:pt x="604698" y="54164"/>
                  <a:pt x="601721" y="54164"/>
                </a:cubicBezTo>
                <a:cubicBezTo>
                  <a:pt x="598744" y="54164"/>
                  <a:pt x="596215" y="53168"/>
                  <a:pt x="594134" y="51178"/>
                </a:cubicBezTo>
                <a:cubicBezTo>
                  <a:pt x="592052" y="49186"/>
                  <a:pt x="591012" y="46805"/>
                  <a:pt x="591012" y="44035"/>
                </a:cubicBezTo>
                <a:moveTo>
                  <a:pt x="591012" y="87889"/>
                </a:moveTo>
                <a:cubicBezTo>
                  <a:pt x="591012" y="85024"/>
                  <a:pt x="592101" y="82535"/>
                  <a:pt x="594279" y="80422"/>
                </a:cubicBezTo>
                <a:cubicBezTo>
                  <a:pt x="596457" y="78309"/>
                  <a:pt x="599035" y="77252"/>
                  <a:pt x="602011" y="77252"/>
                </a:cubicBezTo>
                <a:cubicBezTo>
                  <a:pt x="604988" y="77252"/>
                  <a:pt x="607517" y="78248"/>
                  <a:pt x="609599" y="80240"/>
                </a:cubicBezTo>
                <a:cubicBezTo>
                  <a:pt x="611680" y="82231"/>
                  <a:pt x="612721" y="84684"/>
                  <a:pt x="612721" y="87598"/>
                </a:cubicBezTo>
                <a:cubicBezTo>
                  <a:pt x="612721" y="90366"/>
                  <a:pt x="611632" y="92795"/>
                  <a:pt x="609453" y="94884"/>
                </a:cubicBezTo>
                <a:cubicBezTo>
                  <a:pt x="607275" y="96973"/>
                  <a:pt x="604698" y="98017"/>
                  <a:pt x="601721" y="98017"/>
                </a:cubicBezTo>
                <a:cubicBezTo>
                  <a:pt x="598744" y="98017"/>
                  <a:pt x="596215" y="97022"/>
                  <a:pt x="594134" y="95031"/>
                </a:cubicBezTo>
                <a:cubicBezTo>
                  <a:pt x="592052" y="93039"/>
                  <a:pt x="591012" y="90658"/>
                  <a:pt x="591012" y="87889"/>
                </a:cubicBezTo>
                <a:close/>
                <a:moveTo>
                  <a:pt x="754117" y="98088"/>
                </a:moveTo>
                <a:cubicBezTo>
                  <a:pt x="751648" y="99299"/>
                  <a:pt x="748526" y="99905"/>
                  <a:pt x="744750" y="99905"/>
                </a:cubicBezTo>
                <a:cubicBezTo>
                  <a:pt x="742718" y="97996"/>
                  <a:pt x="740733" y="95769"/>
                  <a:pt x="738797" y="93225"/>
                </a:cubicBezTo>
                <a:lnTo>
                  <a:pt x="688990" y="34002"/>
                </a:lnTo>
                <a:cubicBezTo>
                  <a:pt x="687344" y="32016"/>
                  <a:pt x="686158" y="31023"/>
                  <a:pt x="685432" y="31023"/>
                </a:cubicBezTo>
                <a:cubicBezTo>
                  <a:pt x="684657" y="31023"/>
                  <a:pt x="684270" y="32016"/>
                  <a:pt x="684270" y="34002"/>
                </a:cubicBezTo>
                <a:lnTo>
                  <a:pt x="684270" y="78255"/>
                </a:lnTo>
                <a:cubicBezTo>
                  <a:pt x="684270" y="82809"/>
                  <a:pt x="684694" y="86080"/>
                  <a:pt x="685541" y="88066"/>
                </a:cubicBezTo>
                <a:cubicBezTo>
                  <a:pt x="686388" y="90052"/>
                  <a:pt x="687550" y="91312"/>
                  <a:pt x="689026" y="91846"/>
                </a:cubicBezTo>
                <a:cubicBezTo>
                  <a:pt x="690502" y="92378"/>
                  <a:pt x="693225" y="92838"/>
                  <a:pt x="697194" y="93225"/>
                </a:cubicBezTo>
                <a:cubicBezTo>
                  <a:pt x="697581" y="93612"/>
                  <a:pt x="697775" y="94460"/>
                  <a:pt x="697775" y="95766"/>
                </a:cubicBezTo>
                <a:cubicBezTo>
                  <a:pt x="697775" y="97073"/>
                  <a:pt x="697581" y="97920"/>
                  <a:pt x="697194" y="98308"/>
                </a:cubicBezTo>
                <a:cubicBezTo>
                  <a:pt x="687271" y="98114"/>
                  <a:pt x="681729" y="98017"/>
                  <a:pt x="680567" y="98017"/>
                </a:cubicBezTo>
                <a:cubicBezTo>
                  <a:pt x="679164" y="98017"/>
                  <a:pt x="673597" y="98114"/>
                  <a:pt x="663868" y="98308"/>
                </a:cubicBezTo>
                <a:cubicBezTo>
                  <a:pt x="663481" y="97920"/>
                  <a:pt x="663287" y="97085"/>
                  <a:pt x="663287" y="95803"/>
                </a:cubicBezTo>
                <a:cubicBezTo>
                  <a:pt x="663287" y="94520"/>
                  <a:pt x="663481" y="93661"/>
                  <a:pt x="663868" y="93225"/>
                </a:cubicBezTo>
                <a:cubicBezTo>
                  <a:pt x="667837" y="92838"/>
                  <a:pt x="670572" y="92354"/>
                  <a:pt x="672073" y="91773"/>
                </a:cubicBezTo>
                <a:cubicBezTo>
                  <a:pt x="673573" y="91191"/>
                  <a:pt x="674735" y="89907"/>
                  <a:pt x="675558" y="87921"/>
                </a:cubicBezTo>
                <a:cubicBezTo>
                  <a:pt x="676380" y="85934"/>
                  <a:pt x="676792" y="82713"/>
                  <a:pt x="676792" y="78255"/>
                </a:cubicBezTo>
                <a:lnTo>
                  <a:pt x="676792" y="16198"/>
                </a:lnTo>
                <a:cubicBezTo>
                  <a:pt x="676308" y="14018"/>
                  <a:pt x="674977" y="11959"/>
                  <a:pt x="672799" y="10022"/>
                </a:cubicBezTo>
                <a:cubicBezTo>
                  <a:pt x="670620" y="8084"/>
                  <a:pt x="668055" y="7019"/>
                  <a:pt x="665102" y="6825"/>
                </a:cubicBezTo>
                <a:cubicBezTo>
                  <a:pt x="664715" y="6341"/>
                  <a:pt x="664509" y="5494"/>
                  <a:pt x="664485" y="4284"/>
                </a:cubicBezTo>
                <a:cubicBezTo>
                  <a:pt x="664461" y="3074"/>
                  <a:pt x="664667" y="2227"/>
                  <a:pt x="665102" y="1743"/>
                </a:cubicBezTo>
                <a:lnTo>
                  <a:pt x="689280" y="2033"/>
                </a:lnTo>
                <a:lnTo>
                  <a:pt x="702567" y="17654"/>
                </a:lnTo>
                <a:lnTo>
                  <a:pt x="741991" y="64158"/>
                </a:lnTo>
                <a:cubicBezTo>
                  <a:pt x="743105" y="65467"/>
                  <a:pt x="744012" y="66145"/>
                  <a:pt x="744714" y="66193"/>
                </a:cubicBezTo>
                <a:cubicBezTo>
                  <a:pt x="745416" y="66242"/>
                  <a:pt x="745840" y="65394"/>
                  <a:pt x="745985" y="63650"/>
                </a:cubicBezTo>
                <a:lnTo>
                  <a:pt x="745985" y="21795"/>
                </a:lnTo>
                <a:cubicBezTo>
                  <a:pt x="745985" y="17241"/>
                  <a:pt x="745561" y="13970"/>
                  <a:pt x="744714" y="11984"/>
                </a:cubicBezTo>
                <a:cubicBezTo>
                  <a:pt x="743867" y="9998"/>
                  <a:pt x="742693" y="8739"/>
                  <a:pt x="741193" y="8207"/>
                </a:cubicBezTo>
                <a:cubicBezTo>
                  <a:pt x="739692" y="7673"/>
                  <a:pt x="736957" y="7212"/>
                  <a:pt x="732988" y="6825"/>
                </a:cubicBezTo>
                <a:cubicBezTo>
                  <a:pt x="732504" y="6341"/>
                  <a:pt x="732262" y="5494"/>
                  <a:pt x="732262" y="4284"/>
                </a:cubicBezTo>
                <a:cubicBezTo>
                  <a:pt x="732262" y="3074"/>
                  <a:pt x="732504" y="2227"/>
                  <a:pt x="732988" y="1743"/>
                </a:cubicBezTo>
                <a:cubicBezTo>
                  <a:pt x="742911" y="1936"/>
                  <a:pt x="748671" y="2033"/>
                  <a:pt x="750268" y="2033"/>
                </a:cubicBezTo>
                <a:cubicBezTo>
                  <a:pt x="751237" y="2033"/>
                  <a:pt x="756585" y="1936"/>
                  <a:pt x="766314" y="1743"/>
                </a:cubicBezTo>
                <a:cubicBezTo>
                  <a:pt x="766798" y="2227"/>
                  <a:pt x="767040" y="3062"/>
                  <a:pt x="767040" y="4247"/>
                </a:cubicBezTo>
                <a:cubicBezTo>
                  <a:pt x="767040" y="5433"/>
                  <a:pt x="766798" y="6292"/>
                  <a:pt x="766314" y="6825"/>
                </a:cubicBezTo>
                <a:cubicBezTo>
                  <a:pt x="762345" y="7212"/>
                  <a:pt x="759622" y="7697"/>
                  <a:pt x="758146" y="8279"/>
                </a:cubicBezTo>
                <a:cubicBezTo>
                  <a:pt x="756670" y="8862"/>
                  <a:pt x="755508" y="10147"/>
                  <a:pt x="754661" y="12134"/>
                </a:cubicBezTo>
                <a:cubicBezTo>
                  <a:pt x="753814" y="14122"/>
                  <a:pt x="753390" y="17345"/>
                  <a:pt x="753390" y="21804"/>
                </a:cubicBezTo>
                <a:lnTo>
                  <a:pt x="753390" y="82888"/>
                </a:lnTo>
                <a:lnTo>
                  <a:pt x="754117" y="98088"/>
                </a:lnTo>
                <a:close/>
                <a:moveTo>
                  <a:pt x="828174" y="79793"/>
                </a:moveTo>
                <a:cubicBezTo>
                  <a:pt x="828174" y="85747"/>
                  <a:pt x="829009" y="89438"/>
                  <a:pt x="830679" y="90866"/>
                </a:cubicBezTo>
                <a:cubicBezTo>
                  <a:pt x="832349" y="92293"/>
                  <a:pt x="836306" y="93128"/>
                  <a:pt x="842550" y="93370"/>
                </a:cubicBezTo>
                <a:cubicBezTo>
                  <a:pt x="842937" y="93862"/>
                  <a:pt x="843131" y="94710"/>
                  <a:pt x="843131" y="95914"/>
                </a:cubicBezTo>
                <a:cubicBezTo>
                  <a:pt x="843131" y="97116"/>
                  <a:pt x="842937" y="97914"/>
                  <a:pt x="842550" y="98308"/>
                </a:cubicBezTo>
                <a:cubicBezTo>
                  <a:pt x="832627" y="98111"/>
                  <a:pt x="824762" y="98013"/>
                  <a:pt x="818953" y="98013"/>
                </a:cubicBezTo>
                <a:cubicBezTo>
                  <a:pt x="811306" y="98013"/>
                  <a:pt x="802617" y="98111"/>
                  <a:pt x="792888" y="98308"/>
                </a:cubicBezTo>
                <a:cubicBezTo>
                  <a:pt x="792501" y="97914"/>
                  <a:pt x="792307" y="97116"/>
                  <a:pt x="792307" y="95914"/>
                </a:cubicBezTo>
                <a:cubicBezTo>
                  <a:pt x="792307" y="94710"/>
                  <a:pt x="792501" y="93862"/>
                  <a:pt x="792888" y="93370"/>
                </a:cubicBezTo>
                <a:cubicBezTo>
                  <a:pt x="799132" y="93177"/>
                  <a:pt x="803101" y="92354"/>
                  <a:pt x="804795" y="90902"/>
                </a:cubicBezTo>
                <a:cubicBezTo>
                  <a:pt x="806489" y="89450"/>
                  <a:pt x="807337" y="85747"/>
                  <a:pt x="807337" y="79793"/>
                </a:cubicBezTo>
                <a:lnTo>
                  <a:pt x="807337" y="59464"/>
                </a:lnTo>
                <a:cubicBezTo>
                  <a:pt x="807337" y="56802"/>
                  <a:pt x="807167" y="54890"/>
                  <a:pt x="806828" y="53728"/>
                </a:cubicBezTo>
                <a:cubicBezTo>
                  <a:pt x="806489" y="52566"/>
                  <a:pt x="805667" y="50848"/>
                  <a:pt x="804360" y="48573"/>
                </a:cubicBezTo>
                <a:lnTo>
                  <a:pt x="785410" y="16627"/>
                </a:lnTo>
                <a:cubicBezTo>
                  <a:pt x="783086" y="12658"/>
                  <a:pt x="781017" y="10092"/>
                  <a:pt x="779202" y="8930"/>
                </a:cubicBezTo>
                <a:cubicBezTo>
                  <a:pt x="777387" y="7769"/>
                  <a:pt x="774809" y="7067"/>
                  <a:pt x="771470" y="6825"/>
                </a:cubicBezTo>
                <a:cubicBezTo>
                  <a:pt x="770985" y="6341"/>
                  <a:pt x="770743" y="5494"/>
                  <a:pt x="770743" y="4284"/>
                </a:cubicBezTo>
                <a:cubicBezTo>
                  <a:pt x="770743" y="3074"/>
                  <a:pt x="770937" y="2227"/>
                  <a:pt x="771324" y="1743"/>
                </a:cubicBezTo>
                <a:cubicBezTo>
                  <a:pt x="777278" y="1936"/>
                  <a:pt x="784321" y="2033"/>
                  <a:pt x="792452" y="2033"/>
                </a:cubicBezTo>
                <a:cubicBezTo>
                  <a:pt x="796809" y="2033"/>
                  <a:pt x="802956" y="1936"/>
                  <a:pt x="810894" y="1743"/>
                </a:cubicBezTo>
                <a:cubicBezTo>
                  <a:pt x="811378" y="2227"/>
                  <a:pt x="811620" y="3062"/>
                  <a:pt x="811620" y="4247"/>
                </a:cubicBezTo>
                <a:cubicBezTo>
                  <a:pt x="811620" y="5433"/>
                  <a:pt x="811378" y="6292"/>
                  <a:pt x="810894" y="6825"/>
                </a:cubicBezTo>
                <a:cubicBezTo>
                  <a:pt x="806925" y="7019"/>
                  <a:pt x="804614" y="7757"/>
                  <a:pt x="803960" y="9039"/>
                </a:cubicBezTo>
                <a:cubicBezTo>
                  <a:pt x="803307" y="10322"/>
                  <a:pt x="803876" y="12343"/>
                  <a:pt x="805667" y="15102"/>
                </a:cubicBezTo>
                <a:lnTo>
                  <a:pt x="821204" y="42474"/>
                </a:lnTo>
                <a:cubicBezTo>
                  <a:pt x="822463" y="44652"/>
                  <a:pt x="823576" y="44797"/>
                  <a:pt x="824544" y="42910"/>
                </a:cubicBezTo>
                <a:lnTo>
                  <a:pt x="839864" y="14085"/>
                </a:lnTo>
                <a:cubicBezTo>
                  <a:pt x="841074" y="11907"/>
                  <a:pt x="840989" y="10201"/>
                  <a:pt x="839610" y="8967"/>
                </a:cubicBezTo>
                <a:cubicBezTo>
                  <a:pt x="838230" y="7732"/>
                  <a:pt x="835798" y="7019"/>
                  <a:pt x="832313" y="6825"/>
                </a:cubicBezTo>
                <a:cubicBezTo>
                  <a:pt x="831829" y="6341"/>
                  <a:pt x="831587" y="5494"/>
                  <a:pt x="831587" y="4284"/>
                </a:cubicBezTo>
                <a:cubicBezTo>
                  <a:pt x="831587" y="3074"/>
                  <a:pt x="831829" y="2227"/>
                  <a:pt x="832313" y="1743"/>
                </a:cubicBezTo>
                <a:cubicBezTo>
                  <a:pt x="840251" y="1936"/>
                  <a:pt x="845745" y="2033"/>
                  <a:pt x="848794" y="2033"/>
                </a:cubicBezTo>
                <a:cubicBezTo>
                  <a:pt x="852086" y="2033"/>
                  <a:pt x="856708" y="1936"/>
                  <a:pt x="862662" y="1743"/>
                </a:cubicBezTo>
                <a:cubicBezTo>
                  <a:pt x="863146" y="2227"/>
                  <a:pt x="863388" y="3062"/>
                  <a:pt x="863388" y="4247"/>
                </a:cubicBezTo>
                <a:cubicBezTo>
                  <a:pt x="863388" y="5433"/>
                  <a:pt x="863146" y="6292"/>
                  <a:pt x="862662" y="6825"/>
                </a:cubicBezTo>
                <a:cubicBezTo>
                  <a:pt x="859080" y="7164"/>
                  <a:pt x="856430" y="7757"/>
                  <a:pt x="854712" y="8604"/>
                </a:cubicBezTo>
                <a:cubicBezTo>
                  <a:pt x="852993" y="9451"/>
                  <a:pt x="851335" y="11230"/>
                  <a:pt x="849738" y="13940"/>
                </a:cubicBezTo>
                <a:lnTo>
                  <a:pt x="830643" y="45741"/>
                </a:lnTo>
                <a:cubicBezTo>
                  <a:pt x="828949" y="48549"/>
                  <a:pt x="828126" y="52687"/>
                  <a:pt x="828174" y="58157"/>
                </a:cubicBezTo>
                <a:lnTo>
                  <a:pt x="828174" y="7979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Date:2024/06/07">
            <a:extLst xmlns:a="http://schemas.openxmlformats.org/drawingml/2006/main">
              <a:ext uri="{FF2B5EF4-FFF2-40B4-BE49-F238E27FC236}">
                <a16:creationId xmlns:a16="http://schemas.microsoft.com/office/drawing/2014/main" id="{12CCDFCD-ACC3-42F4-9252-74CEF855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103" y="1244618"/>
            <a:ext cx="1082514" cy="104552"/>
          </a:xfrm>
          <a:custGeom xmlns:a="http://schemas.openxmlformats.org/drawingml/2006/main">
            <a:pathLst>
              <a:path w="1082514" h="104552">
                <a:moveTo>
                  <a:pt x="34197" y="83914"/>
                </a:moveTo>
                <a:cubicBezTo>
                  <a:pt x="34197" y="88693"/>
                  <a:pt x="35214" y="91864"/>
                  <a:pt x="37247" y="93425"/>
                </a:cubicBezTo>
                <a:cubicBezTo>
                  <a:pt x="39279" y="94986"/>
                  <a:pt x="43031" y="95766"/>
                  <a:pt x="48500" y="95766"/>
                </a:cubicBezTo>
                <a:cubicBezTo>
                  <a:pt x="51550" y="95766"/>
                  <a:pt x="54587" y="95121"/>
                  <a:pt x="57612" y="93829"/>
                </a:cubicBezTo>
                <a:cubicBezTo>
                  <a:pt x="60638" y="92535"/>
                  <a:pt x="63566" y="90535"/>
                  <a:pt x="66398" y="87827"/>
                </a:cubicBezTo>
                <a:cubicBezTo>
                  <a:pt x="69229" y="85120"/>
                  <a:pt x="71540" y="81291"/>
                  <a:pt x="73331" y="76340"/>
                </a:cubicBezTo>
                <a:cubicBezTo>
                  <a:pt x="75122" y="71388"/>
                  <a:pt x="76018" y="65668"/>
                  <a:pt x="76018" y="59180"/>
                </a:cubicBezTo>
                <a:cubicBezTo>
                  <a:pt x="76018" y="54010"/>
                  <a:pt x="75836" y="49425"/>
                  <a:pt x="75473" y="45426"/>
                </a:cubicBezTo>
                <a:cubicBezTo>
                  <a:pt x="75110" y="41425"/>
                  <a:pt x="74263" y="37181"/>
                  <a:pt x="72932" y="32693"/>
                </a:cubicBezTo>
                <a:cubicBezTo>
                  <a:pt x="71601" y="28205"/>
                  <a:pt x="69822" y="24485"/>
                  <a:pt x="67596" y="21534"/>
                </a:cubicBezTo>
                <a:cubicBezTo>
                  <a:pt x="65369" y="18583"/>
                  <a:pt x="62199" y="16132"/>
                  <a:pt x="58084" y="14181"/>
                </a:cubicBezTo>
                <a:cubicBezTo>
                  <a:pt x="53970" y="12229"/>
                  <a:pt x="49081" y="11254"/>
                  <a:pt x="43418" y="11254"/>
                </a:cubicBezTo>
                <a:cubicBezTo>
                  <a:pt x="37271" y="11254"/>
                  <a:pt x="34197" y="15010"/>
                  <a:pt x="34197" y="22521"/>
                </a:cubicBezTo>
                <a:lnTo>
                  <a:pt x="34197" y="83914"/>
                </a:lnTo>
                <a:moveTo>
                  <a:pt x="23960" y="101430"/>
                </a:moveTo>
                <a:lnTo>
                  <a:pt x="1016" y="101720"/>
                </a:lnTo>
                <a:cubicBezTo>
                  <a:pt x="339" y="101236"/>
                  <a:pt x="0" y="100377"/>
                  <a:pt x="0" y="99143"/>
                </a:cubicBezTo>
                <a:cubicBezTo>
                  <a:pt x="0" y="97908"/>
                  <a:pt x="339" y="97073"/>
                  <a:pt x="1016" y="96638"/>
                </a:cubicBezTo>
                <a:cubicBezTo>
                  <a:pt x="3485" y="96541"/>
                  <a:pt x="5324" y="96371"/>
                  <a:pt x="6534" y="96129"/>
                </a:cubicBezTo>
                <a:cubicBezTo>
                  <a:pt x="7745" y="95887"/>
                  <a:pt x="8967" y="95343"/>
                  <a:pt x="10201" y="94496"/>
                </a:cubicBezTo>
                <a:cubicBezTo>
                  <a:pt x="11435" y="93647"/>
                  <a:pt x="12270" y="92315"/>
                  <a:pt x="12706" y="90498"/>
                </a:cubicBezTo>
                <a:cubicBezTo>
                  <a:pt x="13142" y="88681"/>
                  <a:pt x="13359" y="86271"/>
                  <a:pt x="13359" y="83267"/>
                </a:cubicBezTo>
                <a:lnTo>
                  <a:pt x="13359" y="23608"/>
                </a:lnTo>
                <a:cubicBezTo>
                  <a:pt x="13359" y="20652"/>
                  <a:pt x="13142" y="18254"/>
                  <a:pt x="12706" y="16413"/>
                </a:cubicBezTo>
                <a:cubicBezTo>
                  <a:pt x="12270" y="14572"/>
                  <a:pt x="11435" y="13229"/>
                  <a:pt x="10201" y="12381"/>
                </a:cubicBezTo>
                <a:cubicBezTo>
                  <a:pt x="8967" y="11533"/>
                  <a:pt x="7757" y="10988"/>
                  <a:pt x="6571" y="10746"/>
                </a:cubicBezTo>
                <a:cubicBezTo>
                  <a:pt x="5385" y="10504"/>
                  <a:pt x="3533" y="10334"/>
                  <a:pt x="1016" y="10237"/>
                </a:cubicBezTo>
                <a:cubicBezTo>
                  <a:pt x="339" y="9753"/>
                  <a:pt x="0" y="8882"/>
                  <a:pt x="0" y="7624"/>
                </a:cubicBezTo>
                <a:cubicBezTo>
                  <a:pt x="0" y="6365"/>
                  <a:pt x="339" y="5542"/>
                  <a:pt x="1016" y="5155"/>
                </a:cubicBezTo>
                <a:cubicBezTo>
                  <a:pt x="12295" y="5349"/>
                  <a:pt x="19942" y="5445"/>
                  <a:pt x="23960" y="5445"/>
                </a:cubicBezTo>
                <a:cubicBezTo>
                  <a:pt x="25751" y="5445"/>
                  <a:pt x="28849" y="5421"/>
                  <a:pt x="33253" y="5373"/>
                </a:cubicBezTo>
                <a:cubicBezTo>
                  <a:pt x="37658" y="5324"/>
                  <a:pt x="41240" y="5300"/>
                  <a:pt x="43999" y="5300"/>
                </a:cubicBezTo>
                <a:cubicBezTo>
                  <a:pt x="61521" y="5300"/>
                  <a:pt x="74977" y="10013"/>
                  <a:pt x="84367" y="19438"/>
                </a:cubicBezTo>
                <a:cubicBezTo>
                  <a:pt x="93758" y="28861"/>
                  <a:pt x="98453" y="40865"/>
                  <a:pt x="98453" y="55450"/>
                </a:cubicBezTo>
                <a:cubicBezTo>
                  <a:pt x="98453" y="62907"/>
                  <a:pt x="97364" y="69614"/>
                  <a:pt x="95186" y="75571"/>
                </a:cubicBezTo>
                <a:cubicBezTo>
                  <a:pt x="93007" y="81527"/>
                  <a:pt x="90079" y="86080"/>
                  <a:pt x="86400" y="89227"/>
                </a:cubicBezTo>
                <a:cubicBezTo>
                  <a:pt x="76865" y="97556"/>
                  <a:pt x="64086" y="101720"/>
                  <a:pt x="48065" y="101720"/>
                </a:cubicBezTo>
                <a:cubicBezTo>
                  <a:pt x="46080" y="101720"/>
                  <a:pt x="42063" y="101672"/>
                  <a:pt x="36012" y="101575"/>
                </a:cubicBezTo>
                <a:cubicBezTo>
                  <a:pt x="29962" y="101478"/>
                  <a:pt x="25944" y="101430"/>
                  <a:pt x="23960" y="101430"/>
                </a:cubicBezTo>
                <a:close/>
                <a:moveTo>
                  <a:pt x="149408" y="94242"/>
                </a:moveTo>
                <a:lnTo>
                  <a:pt x="148464" y="94314"/>
                </a:lnTo>
                <a:cubicBezTo>
                  <a:pt x="145802" y="96396"/>
                  <a:pt x="142655" y="98344"/>
                  <a:pt x="139025" y="100159"/>
                </a:cubicBezTo>
                <a:cubicBezTo>
                  <a:pt x="135395" y="101974"/>
                  <a:pt x="132587" y="102882"/>
                  <a:pt x="130603" y="102882"/>
                </a:cubicBezTo>
                <a:cubicBezTo>
                  <a:pt x="118212" y="102882"/>
                  <a:pt x="112016" y="97644"/>
                  <a:pt x="112016" y="87170"/>
                </a:cubicBezTo>
                <a:cubicBezTo>
                  <a:pt x="112016" y="81827"/>
                  <a:pt x="114146" y="77736"/>
                  <a:pt x="118405" y="74897"/>
                </a:cubicBezTo>
                <a:cubicBezTo>
                  <a:pt x="122665" y="72058"/>
                  <a:pt x="129417" y="69201"/>
                  <a:pt x="138662" y="66327"/>
                </a:cubicBezTo>
                <a:lnTo>
                  <a:pt x="148609" y="63239"/>
                </a:lnTo>
                <a:cubicBezTo>
                  <a:pt x="148609" y="54478"/>
                  <a:pt x="147617" y="48633"/>
                  <a:pt x="145632" y="45705"/>
                </a:cubicBezTo>
                <a:cubicBezTo>
                  <a:pt x="143648" y="42777"/>
                  <a:pt x="140816" y="41312"/>
                  <a:pt x="137137" y="41312"/>
                </a:cubicBezTo>
                <a:cubicBezTo>
                  <a:pt x="133265" y="41312"/>
                  <a:pt x="131184" y="42445"/>
                  <a:pt x="130893" y="44709"/>
                </a:cubicBezTo>
                <a:cubicBezTo>
                  <a:pt x="130796" y="45299"/>
                  <a:pt x="130784" y="45951"/>
                  <a:pt x="130857" y="46665"/>
                </a:cubicBezTo>
                <a:cubicBezTo>
                  <a:pt x="130930" y="47379"/>
                  <a:pt x="131014" y="48006"/>
                  <a:pt x="131111" y="48548"/>
                </a:cubicBezTo>
                <a:cubicBezTo>
                  <a:pt x="131208" y="49090"/>
                  <a:pt x="131305" y="49668"/>
                  <a:pt x="131401" y="50284"/>
                </a:cubicBezTo>
                <a:cubicBezTo>
                  <a:pt x="131498" y="50898"/>
                  <a:pt x="131547" y="51427"/>
                  <a:pt x="131547" y="51870"/>
                </a:cubicBezTo>
                <a:cubicBezTo>
                  <a:pt x="131547" y="53739"/>
                  <a:pt x="130651" y="55376"/>
                  <a:pt x="128860" y="56780"/>
                </a:cubicBezTo>
                <a:cubicBezTo>
                  <a:pt x="127069" y="58182"/>
                  <a:pt x="124891" y="58883"/>
                  <a:pt x="122326" y="58883"/>
                </a:cubicBezTo>
                <a:cubicBezTo>
                  <a:pt x="119567" y="58883"/>
                  <a:pt x="117594" y="58205"/>
                  <a:pt x="116408" y="56850"/>
                </a:cubicBezTo>
                <a:cubicBezTo>
                  <a:pt x="115223" y="55495"/>
                  <a:pt x="114630" y="53655"/>
                  <a:pt x="114630" y="51332"/>
                </a:cubicBezTo>
                <a:cubicBezTo>
                  <a:pt x="114630" y="48283"/>
                  <a:pt x="116191" y="45487"/>
                  <a:pt x="119313" y="42946"/>
                </a:cubicBezTo>
                <a:cubicBezTo>
                  <a:pt x="122435" y="40405"/>
                  <a:pt x="126077" y="38505"/>
                  <a:pt x="130240" y="37247"/>
                </a:cubicBezTo>
                <a:cubicBezTo>
                  <a:pt x="134403" y="35988"/>
                  <a:pt x="138396" y="35359"/>
                  <a:pt x="142220" y="35359"/>
                </a:cubicBezTo>
                <a:cubicBezTo>
                  <a:pt x="159161" y="35359"/>
                  <a:pt x="167632" y="43866"/>
                  <a:pt x="167632" y="60882"/>
                </a:cubicBezTo>
                <a:lnTo>
                  <a:pt x="167341" y="82423"/>
                </a:lnTo>
                <a:cubicBezTo>
                  <a:pt x="167341" y="86220"/>
                  <a:pt x="167644" y="88836"/>
                  <a:pt x="168249" y="90273"/>
                </a:cubicBezTo>
                <a:cubicBezTo>
                  <a:pt x="168854" y="91709"/>
                  <a:pt x="169931" y="92427"/>
                  <a:pt x="171480" y="92427"/>
                </a:cubicBezTo>
                <a:cubicBezTo>
                  <a:pt x="173851" y="92427"/>
                  <a:pt x="175933" y="91721"/>
                  <a:pt x="177724" y="90310"/>
                </a:cubicBezTo>
                <a:cubicBezTo>
                  <a:pt x="179515" y="91840"/>
                  <a:pt x="180410" y="93272"/>
                  <a:pt x="180410" y="94605"/>
                </a:cubicBezTo>
                <a:cubicBezTo>
                  <a:pt x="174553" y="100171"/>
                  <a:pt x="168067" y="102930"/>
                  <a:pt x="160952" y="102882"/>
                </a:cubicBezTo>
                <a:cubicBezTo>
                  <a:pt x="154224" y="102930"/>
                  <a:pt x="150376" y="100050"/>
                  <a:pt x="149408" y="94242"/>
                </a:cubicBezTo>
                <a:moveTo>
                  <a:pt x="148609" y="69020"/>
                </a:moveTo>
                <a:lnTo>
                  <a:pt x="140840" y="71464"/>
                </a:lnTo>
                <a:cubicBezTo>
                  <a:pt x="138372" y="72236"/>
                  <a:pt x="136351" y="73127"/>
                  <a:pt x="134778" y="74139"/>
                </a:cubicBezTo>
                <a:cubicBezTo>
                  <a:pt x="133205" y="75150"/>
                  <a:pt x="132091" y="76293"/>
                  <a:pt x="131438" y="77570"/>
                </a:cubicBezTo>
                <a:cubicBezTo>
                  <a:pt x="130784" y="78846"/>
                  <a:pt x="130361" y="79979"/>
                  <a:pt x="130167" y="80966"/>
                </a:cubicBezTo>
                <a:cubicBezTo>
                  <a:pt x="129974" y="81954"/>
                  <a:pt x="129877" y="83291"/>
                  <a:pt x="129877" y="84978"/>
                </a:cubicBezTo>
                <a:cubicBezTo>
                  <a:pt x="129877" y="87576"/>
                  <a:pt x="130567" y="89734"/>
                  <a:pt x="131946" y="91451"/>
                </a:cubicBezTo>
                <a:cubicBezTo>
                  <a:pt x="133326" y="93166"/>
                  <a:pt x="135516" y="94024"/>
                  <a:pt x="138517" y="94024"/>
                </a:cubicBezTo>
                <a:cubicBezTo>
                  <a:pt x="140792" y="94024"/>
                  <a:pt x="144156" y="92201"/>
                  <a:pt x="148609" y="88556"/>
                </a:cubicBezTo>
                <a:lnTo>
                  <a:pt x="148609" y="69020"/>
                </a:lnTo>
                <a:close/>
                <a:moveTo>
                  <a:pt x="189210" y="36811"/>
                </a:moveTo>
                <a:lnTo>
                  <a:pt x="193348" y="36811"/>
                </a:lnTo>
                <a:cubicBezTo>
                  <a:pt x="193348" y="26823"/>
                  <a:pt x="193905" y="21105"/>
                  <a:pt x="195018" y="19658"/>
                </a:cubicBezTo>
                <a:cubicBezTo>
                  <a:pt x="195308" y="19272"/>
                  <a:pt x="195901" y="18886"/>
                  <a:pt x="196797" y="18501"/>
                </a:cubicBezTo>
                <a:cubicBezTo>
                  <a:pt x="197692" y="18114"/>
                  <a:pt x="198794" y="17715"/>
                  <a:pt x="200100" y="17305"/>
                </a:cubicBezTo>
                <a:cubicBezTo>
                  <a:pt x="201407" y="16895"/>
                  <a:pt x="202327" y="16569"/>
                  <a:pt x="202859" y="16327"/>
                </a:cubicBezTo>
                <a:cubicBezTo>
                  <a:pt x="204021" y="15845"/>
                  <a:pt x="205679" y="15290"/>
                  <a:pt x="207833" y="14664"/>
                </a:cubicBezTo>
                <a:cubicBezTo>
                  <a:pt x="209987" y="14036"/>
                  <a:pt x="211330" y="13722"/>
                  <a:pt x="211862" y="13722"/>
                </a:cubicBezTo>
                <a:cubicBezTo>
                  <a:pt x="212637" y="13722"/>
                  <a:pt x="213024" y="14157"/>
                  <a:pt x="213024" y="15025"/>
                </a:cubicBezTo>
                <a:cubicBezTo>
                  <a:pt x="212734" y="19658"/>
                  <a:pt x="212468" y="25255"/>
                  <a:pt x="212226" y="31817"/>
                </a:cubicBezTo>
                <a:lnTo>
                  <a:pt x="212080" y="36811"/>
                </a:lnTo>
                <a:lnTo>
                  <a:pt x="229506" y="36811"/>
                </a:lnTo>
                <a:cubicBezTo>
                  <a:pt x="230280" y="36811"/>
                  <a:pt x="230667" y="37104"/>
                  <a:pt x="230667" y="37691"/>
                </a:cubicBezTo>
                <a:lnTo>
                  <a:pt x="230667" y="42383"/>
                </a:lnTo>
                <a:cubicBezTo>
                  <a:pt x="230667" y="43702"/>
                  <a:pt x="229481" y="44362"/>
                  <a:pt x="227110" y="44362"/>
                </a:cubicBezTo>
                <a:lnTo>
                  <a:pt x="212080" y="44362"/>
                </a:lnTo>
                <a:cubicBezTo>
                  <a:pt x="212080" y="49919"/>
                  <a:pt x="212105" y="57193"/>
                  <a:pt x="212153" y="66182"/>
                </a:cubicBezTo>
                <a:cubicBezTo>
                  <a:pt x="212201" y="75171"/>
                  <a:pt x="212226" y="80609"/>
                  <a:pt x="212226" y="82496"/>
                </a:cubicBezTo>
                <a:cubicBezTo>
                  <a:pt x="212226" y="85975"/>
                  <a:pt x="212855" y="88500"/>
                  <a:pt x="214113" y="90071"/>
                </a:cubicBezTo>
                <a:cubicBezTo>
                  <a:pt x="215372" y="91642"/>
                  <a:pt x="216945" y="92427"/>
                  <a:pt x="218833" y="92427"/>
                </a:cubicBezTo>
                <a:cubicBezTo>
                  <a:pt x="222705" y="92427"/>
                  <a:pt x="225512" y="91725"/>
                  <a:pt x="227255" y="90323"/>
                </a:cubicBezTo>
                <a:cubicBezTo>
                  <a:pt x="229046" y="91828"/>
                  <a:pt x="229941" y="93236"/>
                  <a:pt x="229941" y="94546"/>
                </a:cubicBezTo>
                <a:cubicBezTo>
                  <a:pt x="228344" y="96739"/>
                  <a:pt x="225573" y="98677"/>
                  <a:pt x="221628" y="100359"/>
                </a:cubicBezTo>
                <a:cubicBezTo>
                  <a:pt x="217683" y="102041"/>
                  <a:pt x="213726" y="102882"/>
                  <a:pt x="209757" y="102882"/>
                </a:cubicBezTo>
                <a:cubicBezTo>
                  <a:pt x="204820" y="102882"/>
                  <a:pt x="200705" y="101502"/>
                  <a:pt x="197414" y="98743"/>
                </a:cubicBezTo>
                <a:cubicBezTo>
                  <a:pt x="194461" y="96178"/>
                  <a:pt x="192961" y="91870"/>
                  <a:pt x="192913" y="85820"/>
                </a:cubicBezTo>
                <a:cubicBezTo>
                  <a:pt x="192913" y="71153"/>
                  <a:pt x="193058" y="57334"/>
                  <a:pt x="193348" y="44362"/>
                </a:cubicBezTo>
                <a:lnTo>
                  <a:pt x="183692" y="44362"/>
                </a:lnTo>
                <a:cubicBezTo>
                  <a:pt x="183208" y="44362"/>
                  <a:pt x="182966" y="44044"/>
                  <a:pt x="182966" y="43409"/>
                </a:cubicBezTo>
                <a:lnTo>
                  <a:pt x="182966" y="39084"/>
                </a:lnTo>
                <a:cubicBezTo>
                  <a:pt x="184660" y="37569"/>
                  <a:pt x="186741" y="36811"/>
                  <a:pt x="189210" y="36811"/>
                </a:cubicBezTo>
                <a:close/>
                <a:moveTo>
                  <a:pt x="258529" y="60480"/>
                </a:moveTo>
                <a:lnTo>
                  <a:pt x="278786" y="60480"/>
                </a:lnTo>
                <a:cubicBezTo>
                  <a:pt x="278979" y="60284"/>
                  <a:pt x="279076" y="59227"/>
                  <a:pt x="279076" y="57311"/>
                </a:cubicBezTo>
                <a:cubicBezTo>
                  <a:pt x="279076" y="51855"/>
                  <a:pt x="278108" y="47824"/>
                  <a:pt x="276172" y="45220"/>
                </a:cubicBezTo>
                <a:cubicBezTo>
                  <a:pt x="274236" y="42615"/>
                  <a:pt x="272034" y="41312"/>
                  <a:pt x="269565" y="41312"/>
                </a:cubicBezTo>
                <a:cubicBezTo>
                  <a:pt x="268452" y="41312"/>
                  <a:pt x="267109" y="41767"/>
                  <a:pt x="265535" y="42676"/>
                </a:cubicBezTo>
                <a:cubicBezTo>
                  <a:pt x="263962" y="43585"/>
                  <a:pt x="262619" y="44826"/>
                  <a:pt x="261506" y="46399"/>
                </a:cubicBezTo>
                <a:cubicBezTo>
                  <a:pt x="259715" y="49152"/>
                  <a:pt x="258723" y="53846"/>
                  <a:pt x="258529" y="60480"/>
                </a:cubicBezTo>
                <a:moveTo>
                  <a:pt x="296284" y="82237"/>
                </a:moveTo>
                <a:cubicBezTo>
                  <a:pt x="297784" y="82237"/>
                  <a:pt x="298535" y="83767"/>
                  <a:pt x="298535" y="86827"/>
                </a:cubicBezTo>
                <a:cubicBezTo>
                  <a:pt x="291177" y="97530"/>
                  <a:pt x="281908" y="102882"/>
                  <a:pt x="270727" y="102882"/>
                </a:cubicBezTo>
                <a:cubicBezTo>
                  <a:pt x="260998" y="102882"/>
                  <a:pt x="253422" y="100409"/>
                  <a:pt x="248001" y="95462"/>
                </a:cubicBezTo>
                <a:cubicBezTo>
                  <a:pt x="241660" y="89692"/>
                  <a:pt x="238490" y="81836"/>
                  <a:pt x="238490" y="71895"/>
                </a:cubicBezTo>
                <a:cubicBezTo>
                  <a:pt x="238490" y="61097"/>
                  <a:pt x="241830" y="52308"/>
                  <a:pt x="248509" y="45528"/>
                </a:cubicBezTo>
                <a:cubicBezTo>
                  <a:pt x="255189" y="38749"/>
                  <a:pt x="262740" y="35359"/>
                  <a:pt x="271162" y="35359"/>
                </a:cubicBezTo>
                <a:cubicBezTo>
                  <a:pt x="276438" y="35359"/>
                  <a:pt x="280904" y="36121"/>
                  <a:pt x="284558" y="37646"/>
                </a:cubicBezTo>
                <a:cubicBezTo>
                  <a:pt x="288212" y="39171"/>
                  <a:pt x="290959" y="41276"/>
                  <a:pt x="292799" y="43963"/>
                </a:cubicBezTo>
                <a:cubicBezTo>
                  <a:pt x="294638" y="46649"/>
                  <a:pt x="295957" y="49432"/>
                  <a:pt x="296756" y="52312"/>
                </a:cubicBezTo>
                <a:cubicBezTo>
                  <a:pt x="297554" y="55192"/>
                  <a:pt x="297954" y="58350"/>
                  <a:pt x="297954" y="61787"/>
                </a:cubicBezTo>
                <a:cubicBezTo>
                  <a:pt x="297954" y="64837"/>
                  <a:pt x="296526" y="66385"/>
                  <a:pt x="293670" y="66434"/>
                </a:cubicBezTo>
                <a:lnTo>
                  <a:pt x="257948" y="66434"/>
                </a:lnTo>
                <a:cubicBezTo>
                  <a:pt x="257948" y="66627"/>
                  <a:pt x="257924" y="66967"/>
                  <a:pt x="257876" y="67453"/>
                </a:cubicBezTo>
                <a:cubicBezTo>
                  <a:pt x="257827" y="67938"/>
                  <a:pt x="257803" y="68375"/>
                  <a:pt x="257803" y="68764"/>
                </a:cubicBezTo>
                <a:cubicBezTo>
                  <a:pt x="257803" y="75902"/>
                  <a:pt x="259437" y="81243"/>
                  <a:pt x="262704" y="84787"/>
                </a:cubicBezTo>
                <a:cubicBezTo>
                  <a:pt x="265971" y="88331"/>
                  <a:pt x="270581" y="90103"/>
                  <a:pt x="276535" y="90103"/>
                </a:cubicBezTo>
                <a:cubicBezTo>
                  <a:pt x="284570" y="90152"/>
                  <a:pt x="291153" y="87530"/>
                  <a:pt x="296284" y="82237"/>
                </a:cubicBezTo>
                <a:close/>
                <a:moveTo>
                  <a:pt x="313768" y="47448"/>
                </a:moveTo>
                <a:cubicBezTo>
                  <a:pt x="313768" y="44583"/>
                  <a:pt x="314857" y="42094"/>
                  <a:pt x="317035" y="39981"/>
                </a:cubicBezTo>
                <a:cubicBezTo>
                  <a:pt x="319213" y="37867"/>
                  <a:pt x="321791" y="36811"/>
                  <a:pt x="324768" y="36811"/>
                </a:cubicBezTo>
                <a:cubicBezTo>
                  <a:pt x="327744" y="36811"/>
                  <a:pt x="330274" y="37807"/>
                  <a:pt x="332355" y="39799"/>
                </a:cubicBezTo>
                <a:cubicBezTo>
                  <a:pt x="334436" y="41790"/>
                  <a:pt x="335477" y="44218"/>
                  <a:pt x="335477" y="47085"/>
                </a:cubicBezTo>
                <a:cubicBezTo>
                  <a:pt x="335477" y="49853"/>
                  <a:pt x="334388" y="52293"/>
                  <a:pt x="332210" y="54406"/>
                </a:cubicBezTo>
                <a:cubicBezTo>
                  <a:pt x="330032" y="56519"/>
                  <a:pt x="327454" y="57576"/>
                  <a:pt x="324477" y="57576"/>
                </a:cubicBezTo>
                <a:cubicBezTo>
                  <a:pt x="321500" y="57576"/>
                  <a:pt x="318971" y="56581"/>
                  <a:pt x="316890" y="54590"/>
                </a:cubicBezTo>
                <a:cubicBezTo>
                  <a:pt x="314809" y="52598"/>
                  <a:pt x="313768" y="50217"/>
                  <a:pt x="313768" y="47448"/>
                </a:cubicBezTo>
                <a:moveTo>
                  <a:pt x="313768" y="91301"/>
                </a:moveTo>
                <a:cubicBezTo>
                  <a:pt x="313768" y="88436"/>
                  <a:pt x="314857" y="85947"/>
                  <a:pt x="317035" y="83834"/>
                </a:cubicBezTo>
                <a:cubicBezTo>
                  <a:pt x="319213" y="81721"/>
                  <a:pt x="321791" y="80665"/>
                  <a:pt x="324768" y="80665"/>
                </a:cubicBezTo>
                <a:cubicBezTo>
                  <a:pt x="327744" y="80665"/>
                  <a:pt x="330274" y="81661"/>
                  <a:pt x="332355" y="83653"/>
                </a:cubicBezTo>
                <a:cubicBezTo>
                  <a:pt x="334436" y="85643"/>
                  <a:pt x="335477" y="88096"/>
                  <a:pt x="335477" y="91011"/>
                </a:cubicBezTo>
                <a:cubicBezTo>
                  <a:pt x="335477" y="93779"/>
                  <a:pt x="334388" y="96207"/>
                  <a:pt x="332210" y="98296"/>
                </a:cubicBezTo>
                <a:cubicBezTo>
                  <a:pt x="330032" y="100385"/>
                  <a:pt x="327454" y="101430"/>
                  <a:pt x="324477" y="101430"/>
                </a:cubicBezTo>
                <a:cubicBezTo>
                  <a:pt x="321500" y="101430"/>
                  <a:pt x="318971" y="100434"/>
                  <a:pt x="316890" y="98444"/>
                </a:cubicBezTo>
                <a:cubicBezTo>
                  <a:pt x="314809" y="96452"/>
                  <a:pt x="313768" y="94071"/>
                  <a:pt x="313768" y="91301"/>
                </a:cubicBezTo>
                <a:close/>
                <a:moveTo>
                  <a:pt x="390650" y="33834"/>
                </a:moveTo>
                <a:cubicBezTo>
                  <a:pt x="390650" y="28364"/>
                  <a:pt x="393481" y="23137"/>
                  <a:pt x="399145" y="18151"/>
                </a:cubicBezTo>
                <a:cubicBezTo>
                  <a:pt x="404808" y="13166"/>
                  <a:pt x="412504" y="10673"/>
                  <a:pt x="422233" y="10673"/>
                </a:cubicBezTo>
                <a:cubicBezTo>
                  <a:pt x="431333" y="10673"/>
                  <a:pt x="438666" y="13300"/>
                  <a:pt x="444233" y="18555"/>
                </a:cubicBezTo>
                <a:cubicBezTo>
                  <a:pt x="448492" y="22606"/>
                  <a:pt x="450622" y="27910"/>
                  <a:pt x="450622" y="34467"/>
                </a:cubicBezTo>
                <a:cubicBezTo>
                  <a:pt x="450622" y="36264"/>
                  <a:pt x="450501" y="37915"/>
                  <a:pt x="450259" y="39420"/>
                </a:cubicBezTo>
                <a:cubicBezTo>
                  <a:pt x="450017" y="40925"/>
                  <a:pt x="449763" y="42224"/>
                  <a:pt x="449496" y="43316"/>
                </a:cubicBezTo>
                <a:cubicBezTo>
                  <a:pt x="449230" y="44408"/>
                  <a:pt x="448601" y="45670"/>
                  <a:pt x="447609" y="47103"/>
                </a:cubicBezTo>
                <a:cubicBezTo>
                  <a:pt x="446616" y="48535"/>
                  <a:pt x="445903" y="49628"/>
                  <a:pt x="445467" y="50381"/>
                </a:cubicBezTo>
                <a:cubicBezTo>
                  <a:pt x="445031" y="51133"/>
                  <a:pt x="443918" y="52407"/>
                  <a:pt x="442127" y="54204"/>
                </a:cubicBezTo>
                <a:cubicBezTo>
                  <a:pt x="440336" y="56000"/>
                  <a:pt x="439041" y="57262"/>
                  <a:pt x="438243" y="57991"/>
                </a:cubicBezTo>
                <a:cubicBezTo>
                  <a:pt x="437444" y="58719"/>
                  <a:pt x="435689" y="60333"/>
                  <a:pt x="432979" y="62833"/>
                </a:cubicBezTo>
                <a:cubicBezTo>
                  <a:pt x="430268" y="65332"/>
                  <a:pt x="428259" y="67164"/>
                  <a:pt x="426953" y="68331"/>
                </a:cubicBezTo>
                <a:lnTo>
                  <a:pt x="418240" y="76413"/>
                </a:lnTo>
                <a:cubicBezTo>
                  <a:pt x="414126" y="80200"/>
                  <a:pt x="411826" y="84618"/>
                  <a:pt x="411342" y="89668"/>
                </a:cubicBezTo>
                <a:lnTo>
                  <a:pt x="430655" y="89668"/>
                </a:lnTo>
                <a:cubicBezTo>
                  <a:pt x="434044" y="89668"/>
                  <a:pt x="436875" y="88579"/>
                  <a:pt x="439150" y="86400"/>
                </a:cubicBezTo>
                <a:cubicBezTo>
                  <a:pt x="441425" y="84222"/>
                  <a:pt x="443361" y="80616"/>
                  <a:pt x="444959" y="75582"/>
                </a:cubicBezTo>
                <a:cubicBezTo>
                  <a:pt x="447234" y="75582"/>
                  <a:pt x="449460" y="76053"/>
                  <a:pt x="451638" y="76996"/>
                </a:cubicBezTo>
                <a:cubicBezTo>
                  <a:pt x="450331" y="87710"/>
                  <a:pt x="448807" y="95854"/>
                  <a:pt x="447064" y="101430"/>
                </a:cubicBezTo>
                <a:lnTo>
                  <a:pt x="389633" y="101430"/>
                </a:lnTo>
                <a:lnTo>
                  <a:pt x="389053" y="96629"/>
                </a:lnTo>
                <a:cubicBezTo>
                  <a:pt x="389246" y="94446"/>
                  <a:pt x="390710" y="91670"/>
                  <a:pt x="393445" y="88299"/>
                </a:cubicBezTo>
                <a:cubicBezTo>
                  <a:pt x="396180" y="84929"/>
                  <a:pt x="401855" y="79122"/>
                  <a:pt x="410471" y="70879"/>
                </a:cubicBezTo>
                <a:lnTo>
                  <a:pt x="423104" y="58790"/>
                </a:lnTo>
                <a:cubicBezTo>
                  <a:pt x="426783" y="55294"/>
                  <a:pt x="429119" y="51860"/>
                  <a:pt x="430111" y="48487"/>
                </a:cubicBezTo>
                <a:cubicBezTo>
                  <a:pt x="431103" y="45112"/>
                  <a:pt x="431599" y="40609"/>
                  <a:pt x="431599" y="34978"/>
                </a:cubicBezTo>
                <a:cubicBezTo>
                  <a:pt x="431599" y="29540"/>
                  <a:pt x="430292" y="25146"/>
                  <a:pt x="427679" y="21797"/>
                </a:cubicBezTo>
                <a:cubicBezTo>
                  <a:pt x="424968" y="18302"/>
                  <a:pt x="421991" y="16578"/>
                  <a:pt x="418748" y="16627"/>
                </a:cubicBezTo>
                <a:cubicBezTo>
                  <a:pt x="415457" y="16627"/>
                  <a:pt x="412577" y="17844"/>
                  <a:pt x="410108" y="20277"/>
                </a:cubicBezTo>
                <a:cubicBezTo>
                  <a:pt x="407640" y="22711"/>
                  <a:pt x="406405" y="24926"/>
                  <a:pt x="406405" y="26923"/>
                </a:cubicBezTo>
                <a:cubicBezTo>
                  <a:pt x="406405" y="28141"/>
                  <a:pt x="406720" y="29431"/>
                  <a:pt x="407349" y="30794"/>
                </a:cubicBezTo>
                <a:cubicBezTo>
                  <a:pt x="407833" y="32303"/>
                  <a:pt x="408075" y="33350"/>
                  <a:pt x="408075" y="33934"/>
                </a:cubicBezTo>
                <a:cubicBezTo>
                  <a:pt x="408075" y="36222"/>
                  <a:pt x="407204" y="38122"/>
                  <a:pt x="405461" y="39631"/>
                </a:cubicBezTo>
                <a:cubicBezTo>
                  <a:pt x="403719" y="41139"/>
                  <a:pt x="401710" y="41893"/>
                  <a:pt x="399435" y="41893"/>
                </a:cubicBezTo>
                <a:cubicBezTo>
                  <a:pt x="396870" y="41893"/>
                  <a:pt x="394764" y="41046"/>
                  <a:pt x="393118" y="39352"/>
                </a:cubicBezTo>
                <a:cubicBezTo>
                  <a:pt x="391473" y="37658"/>
                  <a:pt x="390650" y="35819"/>
                  <a:pt x="390650" y="33834"/>
                </a:cubicBezTo>
                <a:close/>
                <a:moveTo>
                  <a:pt x="498196" y="16627"/>
                </a:moveTo>
                <a:cubicBezTo>
                  <a:pt x="489580" y="16627"/>
                  <a:pt x="485272" y="30657"/>
                  <a:pt x="485272" y="58717"/>
                </a:cubicBezTo>
                <a:cubicBezTo>
                  <a:pt x="485272" y="61694"/>
                  <a:pt x="485296" y="64171"/>
                  <a:pt x="485345" y="66148"/>
                </a:cubicBezTo>
                <a:cubicBezTo>
                  <a:pt x="485393" y="68123"/>
                  <a:pt x="485526" y="70808"/>
                  <a:pt x="485744" y="74200"/>
                </a:cubicBezTo>
                <a:cubicBezTo>
                  <a:pt x="485962" y="77592"/>
                  <a:pt x="486337" y="80434"/>
                  <a:pt x="486869" y="82727"/>
                </a:cubicBezTo>
                <a:cubicBezTo>
                  <a:pt x="487402" y="85020"/>
                  <a:pt x="488091" y="87362"/>
                  <a:pt x="488939" y="89754"/>
                </a:cubicBezTo>
                <a:cubicBezTo>
                  <a:pt x="489786" y="92145"/>
                  <a:pt x="490947" y="93939"/>
                  <a:pt x="492424" y="95136"/>
                </a:cubicBezTo>
                <a:cubicBezTo>
                  <a:pt x="493900" y="96331"/>
                  <a:pt x="495630" y="96928"/>
                  <a:pt x="497615" y="96928"/>
                </a:cubicBezTo>
                <a:cubicBezTo>
                  <a:pt x="506134" y="96928"/>
                  <a:pt x="510393" y="82190"/>
                  <a:pt x="510393" y="52714"/>
                </a:cubicBezTo>
                <a:cubicBezTo>
                  <a:pt x="510393" y="44419"/>
                  <a:pt x="509752" y="37429"/>
                  <a:pt x="508469" y="31744"/>
                </a:cubicBezTo>
                <a:cubicBezTo>
                  <a:pt x="507187" y="26059"/>
                  <a:pt x="505674" y="22117"/>
                  <a:pt x="503932" y="19921"/>
                </a:cubicBezTo>
                <a:cubicBezTo>
                  <a:pt x="502189" y="17725"/>
                  <a:pt x="500277" y="16627"/>
                  <a:pt x="498196" y="16627"/>
                </a:cubicBezTo>
                <a:moveTo>
                  <a:pt x="497470" y="102882"/>
                </a:moveTo>
                <a:cubicBezTo>
                  <a:pt x="487063" y="102882"/>
                  <a:pt x="478883" y="98474"/>
                  <a:pt x="472929" y="89659"/>
                </a:cubicBezTo>
                <a:cubicBezTo>
                  <a:pt x="466975" y="80842"/>
                  <a:pt x="463999" y="69991"/>
                  <a:pt x="463999" y="57106"/>
                </a:cubicBezTo>
                <a:cubicBezTo>
                  <a:pt x="463999" y="42622"/>
                  <a:pt x="467230" y="31262"/>
                  <a:pt x="473691" y="23027"/>
                </a:cubicBezTo>
                <a:cubicBezTo>
                  <a:pt x="480153" y="14791"/>
                  <a:pt x="488321" y="10673"/>
                  <a:pt x="498196" y="10673"/>
                </a:cubicBezTo>
                <a:cubicBezTo>
                  <a:pt x="502262" y="10673"/>
                  <a:pt x="506134" y="11412"/>
                  <a:pt x="509813" y="12890"/>
                </a:cubicBezTo>
                <a:cubicBezTo>
                  <a:pt x="513491" y="14366"/>
                  <a:pt x="517013" y="16715"/>
                  <a:pt x="520377" y="19937"/>
                </a:cubicBezTo>
                <a:cubicBezTo>
                  <a:pt x="523741" y="23157"/>
                  <a:pt x="526439" y="27843"/>
                  <a:pt x="528472" y="33995"/>
                </a:cubicBezTo>
                <a:cubicBezTo>
                  <a:pt x="530505" y="40145"/>
                  <a:pt x="531522" y="47386"/>
                  <a:pt x="531522" y="55716"/>
                </a:cubicBezTo>
                <a:cubicBezTo>
                  <a:pt x="531522" y="64145"/>
                  <a:pt x="530457" y="71571"/>
                  <a:pt x="528327" y="77992"/>
                </a:cubicBezTo>
                <a:cubicBezTo>
                  <a:pt x="526197" y="84411"/>
                  <a:pt x="523402" y="89329"/>
                  <a:pt x="519941" y="92744"/>
                </a:cubicBezTo>
                <a:cubicBezTo>
                  <a:pt x="516480" y="96160"/>
                  <a:pt x="512862" y="98703"/>
                  <a:pt x="509086" y="100375"/>
                </a:cubicBezTo>
                <a:cubicBezTo>
                  <a:pt x="505311" y="102046"/>
                  <a:pt x="501439" y="102882"/>
                  <a:pt x="497470" y="102882"/>
                </a:cubicBezTo>
                <a:close/>
                <a:moveTo>
                  <a:pt x="543301" y="33834"/>
                </a:moveTo>
                <a:cubicBezTo>
                  <a:pt x="543301" y="28364"/>
                  <a:pt x="546132" y="23137"/>
                  <a:pt x="551795" y="18151"/>
                </a:cubicBezTo>
                <a:cubicBezTo>
                  <a:pt x="557459" y="13166"/>
                  <a:pt x="565155" y="10673"/>
                  <a:pt x="574884" y="10673"/>
                </a:cubicBezTo>
                <a:cubicBezTo>
                  <a:pt x="583984" y="10673"/>
                  <a:pt x="591317" y="13300"/>
                  <a:pt x="596883" y="18555"/>
                </a:cubicBezTo>
                <a:cubicBezTo>
                  <a:pt x="601143" y="22606"/>
                  <a:pt x="603273" y="27910"/>
                  <a:pt x="603273" y="34467"/>
                </a:cubicBezTo>
                <a:cubicBezTo>
                  <a:pt x="603273" y="36264"/>
                  <a:pt x="603152" y="37915"/>
                  <a:pt x="602910" y="39420"/>
                </a:cubicBezTo>
                <a:cubicBezTo>
                  <a:pt x="602668" y="40925"/>
                  <a:pt x="602413" y="42224"/>
                  <a:pt x="602147" y="43316"/>
                </a:cubicBezTo>
                <a:cubicBezTo>
                  <a:pt x="601881" y="44408"/>
                  <a:pt x="601252" y="45670"/>
                  <a:pt x="600260" y="47103"/>
                </a:cubicBezTo>
                <a:cubicBezTo>
                  <a:pt x="599267" y="48535"/>
                  <a:pt x="598553" y="49628"/>
                  <a:pt x="598118" y="50381"/>
                </a:cubicBezTo>
                <a:cubicBezTo>
                  <a:pt x="597682" y="51133"/>
                  <a:pt x="596569" y="52407"/>
                  <a:pt x="594778" y="54204"/>
                </a:cubicBezTo>
                <a:cubicBezTo>
                  <a:pt x="592987" y="56000"/>
                  <a:pt x="591692" y="57262"/>
                  <a:pt x="590893" y="57991"/>
                </a:cubicBezTo>
                <a:cubicBezTo>
                  <a:pt x="590095" y="58719"/>
                  <a:pt x="588340" y="60333"/>
                  <a:pt x="585630" y="62833"/>
                </a:cubicBezTo>
                <a:cubicBezTo>
                  <a:pt x="582919" y="65332"/>
                  <a:pt x="580910" y="67164"/>
                  <a:pt x="579603" y="68331"/>
                </a:cubicBezTo>
                <a:lnTo>
                  <a:pt x="570891" y="76413"/>
                </a:lnTo>
                <a:cubicBezTo>
                  <a:pt x="566776" y="80200"/>
                  <a:pt x="564477" y="84618"/>
                  <a:pt x="563993" y="89668"/>
                </a:cubicBezTo>
                <a:lnTo>
                  <a:pt x="583306" y="89668"/>
                </a:lnTo>
                <a:cubicBezTo>
                  <a:pt x="586694" y="89668"/>
                  <a:pt x="589526" y="88579"/>
                  <a:pt x="591801" y="86400"/>
                </a:cubicBezTo>
                <a:cubicBezTo>
                  <a:pt x="594076" y="84222"/>
                  <a:pt x="596012" y="80616"/>
                  <a:pt x="597609" y="75582"/>
                </a:cubicBezTo>
                <a:cubicBezTo>
                  <a:pt x="599884" y="75582"/>
                  <a:pt x="602111" y="76053"/>
                  <a:pt x="604289" y="76996"/>
                </a:cubicBezTo>
                <a:cubicBezTo>
                  <a:pt x="602982" y="87710"/>
                  <a:pt x="601458" y="95854"/>
                  <a:pt x="599715" y="101430"/>
                </a:cubicBezTo>
                <a:lnTo>
                  <a:pt x="542284" y="101430"/>
                </a:lnTo>
                <a:lnTo>
                  <a:pt x="541703" y="96629"/>
                </a:lnTo>
                <a:cubicBezTo>
                  <a:pt x="541897" y="94446"/>
                  <a:pt x="543361" y="91670"/>
                  <a:pt x="546096" y="88299"/>
                </a:cubicBezTo>
                <a:cubicBezTo>
                  <a:pt x="548831" y="84929"/>
                  <a:pt x="554506" y="79122"/>
                  <a:pt x="563122" y="70879"/>
                </a:cubicBezTo>
                <a:lnTo>
                  <a:pt x="575755" y="58790"/>
                </a:lnTo>
                <a:cubicBezTo>
                  <a:pt x="579434" y="55294"/>
                  <a:pt x="581769" y="51860"/>
                  <a:pt x="582762" y="48487"/>
                </a:cubicBezTo>
                <a:cubicBezTo>
                  <a:pt x="583754" y="45112"/>
                  <a:pt x="584250" y="40609"/>
                  <a:pt x="584250" y="34978"/>
                </a:cubicBezTo>
                <a:cubicBezTo>
                  <a:pt x="584250" y="29540"/>
                  <a:pt x="582943" y="25146"/>
                  <a:pt x="580329" y="21797"/>
                </a:cubicBezTo>
                <a:cubicBezTo>
                  <a:pt x="577619" y="18302"/>
                  <a:pt x="574642" y="16578"/>
                  <a:pt x="571399" y="16627"/>
                </a:cubicBezTo>
                <a:cubicBezTo>
                  <a:pt x="568107" y="16627"/>
                  <a:pt x="565227" y="17844"/>
                  <a:pt x="562759" y="20277"/>
                </a:cubicBezTo>
                <a:cubicBezTo>
                  <a:pt x="560290" y="22711"/>
                  <a:pt x="559056" y="24926"/>
                  <a:pt x="559056" y="26923"/>
                </a:cubicBezTo>
                <a:cubicBezTo>
                  <a:pt x="559056" y="28141"/>
                  <a:pt x="559371" y="29431"/>
                  <a:pt x="560000" y="30794"/>
                </a:cubicBezTo>
                <a:cubicBezTo>
                  <a:pt x="560484" y="32303"/>
                  <a:pt x="560726" y="33350"/>
                  <a:pt x="560726" y="33934"/>
                </a:cubicBezTo>
                <a:cubicBezTo>
                  <a:pt x="560726" y="36222"/>
                  <a:pt x="559855" y="38122"/>
                  <a:pt x="558112" y="39631"/>
                </a:cubicBezTo>
                <a:cubicBezTo>
                  <a:pt x="556370" y="41139"/>
                  <a:pt x="554361" y="41893"/>
                  <a:pt x="552086" y="41893"/>
                </a:cubicBezTo>
                <a:cubicBezTo>
                  <a:pt x="549521" y="41893"/>
                  <a:pt x="547415" y="41046"/>
                  <a:pt x="545769" y="39352"/>
                </a:cubicBezTo>
                <a:cubicBezTo>
                  <a:pt x="544124" y="37658"/>
                  <a:pt x="543301" y="35819"/>
                  <a:pt x="543301" y="33834"/>
                </a:cubicBezTo>
                <a:close/>
                <a:moveTo>
                  <a:pt x="651064" y="26884"/>
                </a:moveTo>
                <a:cubicBezTo>
                  <a:pt x="646224" y="33523"/>
                  <a:pt x="637100" y="48013"/>
                  <a:pt x="623692" y="70355"/>
                </a:cubicBezTo>
                <a:lnTo>
                  <a:pt x="651064" y="70355"/>
                </a:lnTo>
                <a:lnTo>
                  <a:pt x="651064" y="26884"/>
                </a:lnTo>
                <a:moveTo>
                  <a:pt x="684027" y="70355"/>
                </a:moveTo>
                <a:cubicBezTo>
                  <a:pt x="685527" y="70355"/>
                  <a:pt x="686278" y="71153"/>
                  <a:pt x="686278" y="72751"/>
                </a:cubicBezTo>
                <a:cubicBezTo>
                  <a:pt x="686278" y="73622"/>
                  <a:pt x="685806" y="74602"/>
                  <a:pt x="684862" y="75691"/>
                </a:cubicBezTo>
                <a:cubicBezTo>
                  <a:pt x="683918" y="76780"/>
                  <a:pt x="682962" y="77325"/>
                  <a:pt x="681994" y="77325"/>
                </a:cubicBezTo>
                <a:lnTo>
                  <a:pt x="669433" y="77325"/>
                </a:lnTo>
                <a:lnTo>
                  <a:pt x="669433" y="83278"/>
                </a:lnTo>
                <a:cubicBezTo>
                  <a:pt x="669433" y="86231"/>
                  <a:pt x="669736" y="88627"/>
                  <a:pt x="670341" y="90466"/>
                </a:cubicBezTo>
                <a:cubicBezTo>
                  <a:pt x="670946" y="92306"/>
                  <a:pt x="671962" y="93649"/>
                  <a:pt x="673390" y="94496"/>
                </a:cubicBezTo>
                <a:cubicBezTo>
                  <a:pt x="674818" y="95343"/>
                  <a:pt x="676185" y="95887"/>
                  <a:pt x="677492" y="96129"/>
                </a:cubicBezTo>
                <a:cubicBezTo>
                  <a:pt x="678799" y="96371"/>
                  <a:pt x="680735" y="96541"/>
                  <a:pt x="683301" y="96638"/>
                </a:cubicBezTo>
                <a:cubicBezTo>
                  <a:pt x="684075" y="97025"/>
                  <a:pt x="684462" y="97848"/>
                  <a:pt x="684462" y="99106"/>
                </a:cubicBezTo>
                <a:cubicBezTo>
                  <a:pt x="684462" y="100365"/>
                  <a:pt x="684075" y="101236"/>
                  <a:pt x="683301" y="101720"/>
                </a:cubicBezTo>
                <a:cubicBezTo>
                  <a:pt x="680106" y="101720"/>
                  <a:pt x="676875" y="101696"/>
                  <a:pt x="673608" y="101647"/>
                </a:cubicBezTo>
                <a:cubicBezTo>
                  <a:pt x="670341" y="101599"/>
                  <a:pt x="667763" y="101551"/>
                  <a:pt x="665876" y="101502"/>
                </a:cubicBezTo>
                <a:cubicBezTo>
                  <a:pt x="663988" y="101454"/>
                  <a:pt x="662173" y="101430"/>
                  <a:pt x="660430" y="101430"/>
                </a:cubicBezTo>
                <a:lnTo>
                  <a:pt x="637196" y="101720"/>
                </a:lnTo>
                <a:cubicBezTo>
                  <a:pt x="636422" y="101333"/>
                  <a:pt x="636035" y="100498"/>
                  <a:pt x="636035" y="99215"/>
                </a:cubicBezTo>
                <a:cubicBezTo>
                  <a:pt x="636035" y="97932"/>
                  <a:pt x="636422" y="97073"/>
                  <a:pt x="637196" y="96638"/>
                </a:cubicBezTo>
                <a:cubicBezTo>
                  <a:pt x="639762" y="96541"/>
                  <a:pt x="641698" y="96371"/>
                  <a:pt x="643005" y="96129"/>
                </a:cubicBezTo>
                <a:cubicBezTo>
                  <a:pt x="644312" y="95887"/>
                  <a:pt x="645679" y="95343"/>
                  <a:pt x="647107" y="94496"/>
                </a:cubicBezTo>
                <a:cubicBezTo>
                  <a:pt x="648535" y="93649"/>
                  <a:pt x="649551" y="92318"/>
                  <a:pt x="650156" y="90503"/>
                </a:cubicBezTo>
                <a:cubicBezTo>
                  <a:pt x="650761" y="88687"/>
                  <a:pt x="651064" y="86279"/>
                  <a:pt x="651064" y="83278"/>
                </a:cubicBezTo>
                <a:lnTo>
                  <a:pt x="651064" y="77325"/>
                </a:lnTo>
                <a:lnTo>
                  <a:pt x="624708" y="77325"/>
                </a:lnTo>
                <a:cubicBezTo>
                  <a:pt x="622143" y="77325"/>
                  <a:pt x="620497" y="76986"/>
                  <a:pt x="619771" y="76308"/>
                </a:cubicBezTo>
                <a:lnTo>
                  <a:pt x="617593" y="73622"/>
                </a:lnTo>
                <a:cubicBezTo>
                  <a:pt x="617399" y="73235"/>
                  <a:pt x="617097" y="72763"/>
                  <a:pt x="616685" y="72206"/>
                </a:cubicBezTo>
                <a:cubicBezTo>
                  <a:pt x="616274" y="71649"/>
                  <a:pt x="615971" y="71226"/>
                  <a:pt x="615778" y="70935"/>
                </a:cubicBezTo>
                <a:cubicBezTo>
                  <a:pt x="615584" y="70645"/>
                  <a:pt x="615487" y="70403"/>
                  <a:pt x="615487" y="70209"/>
                </a:cubicBezTo>
                <a:cubicBezTo>
                  <a:pt x="615487" y="69919"/>
                  <a:pt x="615826" y="69265"/>
                  <a:pt x="616504" y="68247"/>
                </a:cubicBezTo>
                <a:cubicBezTo>
                  <a:pt x="618488" y="65193"/>
                  <a:pt x="621671" y="60358"/>
                  <a:pt x="626051" y="53744"/>
                </a:cubicBezTo>
                <a:cubicBezTo>
                  <a:pt x="630432" y="47129"/>
                  <a:pt x="634026" y="41666"/>
                  <a:pt x="636833" y="37353"/>
                </a:cubicBezTo>
                <a:cubicBezTo>
                  <a:pt x="639641" y="33039"/>
                  <a:pt x="642884" y="28302"/>
                  <a:pt x="646562" y="23141"/>
                </a:cubicBezTo>
                <a:cubicBezTo>
                  <a:pt x="650241" y="17980"/>
                  <a:pt x="653412" y="13824"/>
                  <a:pt x="656074" y="10673"/>
                </a:cubicBezTo>
                <a:lnTo>
                  <a:pt x="669433" y="10673"/>
                </a:lnTo>
                <a:lnTo>
                  <a:pt x="669433" y="70355"/>
                </a:lnTo>
                <a:lnTo>
                  <a:pt x="684027" y="70355"/>
                </a:lnTo>
                <a:close/>
                <a:moveTo>
                  <a:pt x="733416" y="0"/>
                </a:moveTo>
                <a:lnTo>
                  <a:pt x="698202" y="104552"/>
                </a:lnTo>
                <a:lnTo>
                  <a:pt x="688836" y="104552"/>
                </a:lnTo>
                <a:lnTo>
                  <a:pt x="724049" y="0"/>
                </a:lnTo>
                <a:lnTo>
                  <a:pt x="733416" y="0"/>
                </a:lnTo>
                <a:close/>
                <a:moveTo>
                  <a:pt x="774055" y="16627"/>
                </a:moveTo>
                <a:cubicBezTo>
                  <a:pt x="765439" y="16627"/>
                  <a:pt x="761131" y="30657"/>
                  <a:pt x="761131" y="58717"/>
                </a:cubicBezTo>
                <a:cubicBezTo>
                  <a:pt x="761131" y="61694"/>
                  <a:pt x="761155" y="64171"/>
                  <a:pt x="761204" y="66148"/>
                </a:cubicBezTo>
                <a:cubicBezTo>
                  <a:pt x="761252" y="68123"/>
                  <a:pt x="761385" y="70808"/>
                  <a:pt x="761603" y="74200"/>
                </a:cubicBezTo>
                <a:cubicBezTo>
                  <a:pt x="761821" y="77592"/>
                  <a:pt x="762196" y="80434"/>
                  <a:pt x="762729" y="82727"/>
                </a:cubicBezTo>
                <a:cubicBezTo>
                  <a:pt x="763261" y="85020"/>
                  <a:pt x="763951" y="87362"/>
                  <a:pt x="764798" y="89754"/>
                </a:cubicBezTo>
                <a:cubicBezTo>
                  <a:pt x="765645" y="92145"/>
                  <a:pt x="766807" y="93939"/>
                  <a:pt x="768283" y="95136"/>
                </a:cubicBezTo>
                <a:cubicBezTo>
                  <a:pt x="769759" y="96331"/>
                  <a:pt x="771490" y="96928"/>
                  <a:pt x="773474" y="96928"/>
                </a:cubicBezTo>
                <a:cubicBezTo>
                  <a:pt x="781993" y="96928"/>
                  <a:pt x="786253" y="82190"/>
                  <a:pt x="786253" y="52714"/>
                </a:cubicBezTo>
                <a:cubicBezTo>
                  <a:pt x="786253" y="44419"/>
                  <a:pt x="785611" y="37429"/>
                  <a:pt x="784329" y="31744"/>
                </a:cubicBezTo>
                <a:cubicBezTo>
                  <a:pt x="783046" y="26059"/>
                  <a:pt x="781533" y="22117"/>
                  <a:pt x="779791" y="19921"/>
                </a:cubicBezTo>
                <a:cubicBezTo>
                  <a:pt x="778048" y="17725"/>
                  <a:pt x="776136" y="16627"/>
                  <a:pt x="774055" y="16627"/>
                </a:cubicBezTo>
                <a:moveTo>
                  <a:pt x="773329" y="102882"/>
                </a:moveTo>
                <a:cubicBezTo>
                  <a:pt x="762922" y="102882"/>
                  <a:pt x="754742" y="98474"/>
                  <a:pt x="748788" y="89659"/>
                </a:cubicBezTo>
                <a:cubicBezTo>
                  <a:pt x="742835" y="80842"/>
                  <a:pt x="739858" y="69991"/>
                  <a:pt x="739858" y="57106"/>
                </a:cubicBezTo>
                <a:cubicBezTo>
                  <a:pt x="739858" y="42622"/>
                  <a:pt x="743089" y="31262"/>
                  <a:pt x="749551" y="23027"/>
                </a:cubicBezTo>
                <a:cubicBezTo>
                  <a:pt x="756013" y="14791"/>
                  <a:pt x="764181" y="10673"/>
                  <a:pt x="774055" y="10673"/>
                </a:cubicBezTo>
                <a:cubicBezTo>
                  <a:pt x="778121" y="10673"/>
                  <a:pt x="781993" y="11412"/>
                  <a:pt x="785672" y="12890"/>
                </a:cubicBezTo>
                <a:cubicBezTo>
                  <a:pt x="789351" y="14366"/>
                  <a:pt x="792872" y="16715"/>
                  <a:pt x="796236" y="19937"/>
                </a:cubicBezTo>
                <a:cubicBezTo>
                  <a:pt x="799600" y="23157"/>
                  <a:pt x="802299" y="27843"/>
                  <a:pt x="804331" y="33995"/>
                </a:cubicBezTo>
                <a:cubicBezTo>
                  <a:pt x="806364" y="40145"/>
                  <a:pt x="807381" y="47386"/>
                  <a:pt x="807381" y="55716"/>
                </a:cubicBezTo>
                <a:cubicBezTo>
                  <a:pt x="807381" y="64145"/>
                  <a:pt x="806316" y="71571"/>
                  <a:pt x="804186" y="77992"/>
                </a:cubicBezTo>
                <a:cubicBezTo>
                  <a:pt x="802056" y="84411"/>
                  <a:pt x="799261" y="89329"/>
                  <a:pt x="795800" y="92744"/>
                </a:cubicBezTo>
                <a:cubicBezTo>
                  <a:pt x="792339" y="96160"/>
                  <a:pt x="788721" y="98703"/>
                  <a:pt x="784946" y="100375"/>
                </a:cubicBezTo>
                <a:cubicBezTo>
                  <a:pt x="781170" y="102046"/>
                  <a:pt x="777298" y="102882"/>
                  <a:pt x="773329" y="102882"/>
                </a:cubicBezTo>
                <a:close/>
                <a:moveTo>
                  <a:pt x="837166" y="58361"/>
                </a:moveTo>
                <a:cubicBezTo>
                  <a:pt x="837069" y="59471"/>
                  <a:pt x="837021" y="61787"/>
                  <a:pt x="837021" y="65308"/>
                </a:cubicBezTo>
                <a:cubicBezTo>
                  <a:pt x="837021" y="86340"/>
                  <a:pt x="842224" y="96880"/>
                  <a:pt x="852631" y="96928"/>
                </a:cubicBezTo>
                <a:cubicBezTo>
                  <a:pt x="855487" y="96928"/>
                  <a:pt x="857883" y="94950"/>
                  <a:pt x="859819" y="90995"/>
                </a:cubicBezTo>
                <a:cubicBezTo>
                  <a:pt x="861755" y="87039"/>
                  <a:pt x="862723" y="81251"/>
                  <a:pt x="862723" y="73629"/>
                </a:cubicBezTo>
                <a:cubicBezTo>
                  <a:pt x="862723" y="68902"/>
                  <a:pt x="861319" y="64536"/>
                  <a:pt x="858512" y="60532"/>
                </a:cubicBezTo>
                <a:cubicBezTo>
                  <a:pt x="855705" y="56529"/>
                  <a:pt x="852268" y="54527"/>
                  <a:pt x="848202" y="54527"/>
                </a:cubicBezTo>
                <a:cubicBezTo>
                  <a:pt x="845104" y="54527"/>
                  <a:pt x="841426" y="55805"/>
                  <a:pt x="837166" y="58361"/>
                </a:cubicBezTo>
                <a:moveTo>
                  <a:pt x="878696" y="16627"/>
                </a:moveTo>
                <a:cubicBezTo>
                  <a:pt x="866886" y="17209"/>
                  <a:pt x="857713" y="20196"/>
                  <a:pt x="851179" y="25587"/>
                </a:cubicBezTo>
                <a:cubicBezTo>
                  <a:pt x="847694" y="28453"/>
                  <a:pt x="844765" y="32266"/>
                  <a:pt x="842394" y="37026"/>
                </a:cubicBezTo>
                <a:cubicBezTo>
                  <a:pt x="840022" y="41787"/>
                  <a:pt x="838546" y="46838"/>
                  <a:pt x="837965" y="52181"/>
                </a:cubicBezTo>
                <a:cubicBezTo>
                  <a:pt x="843289" y="49346"/>
                  <a:pt x="848372" y="47611"/>
                  <a:pt x="853212" y="46976"/>
                </a:cubicBezTo>
                <a:cubicBezTo>
                  <a:pt x="858875" y="47072"/>
                  <a:pt x="863788" y="48017"/>
                  <a:pt x="867951" y="49810"/>
                </a:cubicBezTo>
                <a:cubicBezTo>
                  <a:pt x="872113" y="51602"/>
                  <a:pt x="875187" y="53842"/>
                  <a:pt x="877172" y="56530"/>
                </a:cubicBezTo>
                <a:cubicBezTo>
                  <a:pt x="879156" y="59218"/>
                  <a:pt x="880572" y="61749"/>
                  <a:pt x="881419" y="64122"/>
                </a:cubicBezTo>
                <a:cubicBezTo>
                  <a:pt x="882266" y="66495"/>
                  <a:pt x="882690" y="68772"/>
                  <a:pt x="882690" y="70951"/>
                </a:cubicBezTo>
                <a:cubicBezTo>
                  <a:pt x="882690" y="74450"/>
                  <a:pt x="882097" y="77986"/>
                  <a:pt x="880911" y="81558"/>
                </a:cubicBezTo>
                <a:cubicBezTo>
                  <a:pt x="879725" y="85130"/>
                  <a:pt x="877934" y="88568"/>
                  <a:pt x="875538" y="91873"/>
                </a:cubicBezTo>
                <a:cubicBezTo>
                  <a:pt x="873142" y="95178"/>
                  <a:pt x="869814" y="97839"/>
                  <a:pt x="865555" y="99857"/>
                </a:cubicBezTo>
                <a:cubicBezTo>
                  <a:pt x="861295" y="101874"/>
                  <a:pt x="856407" y="102882"/>
                  <a:pt x="850889" y="102882"/>
                </a:cubicBezTo>
                <a:cubicBezTo>
                  <a:pt x="829155" y="102882"/>
                  <a:pt x="818289" y="90164"/>
                  <a:pt x="818289" y="64730"/>
                </a:cubicBezTo>
                <a:cubicBezTo>
                  <a:pt x="818289" y="57087"/>
                  <a:pt x="819632" y="49734"/>
                  <a:pt x="822318" y="42672"/>
                </a:cubicBezTo>
                <a:cubicBezTo>
                  <a:pt x="825005" y="35609"/>
                  <a:pt x="829010" y="29732"/>
                  <a:pt x="834334" y="25040"/>
                </a:cubicBezTo>
                <a:cubicBezTo>
                  <a:pt x="840095" y="20106"/>
                  <a:pt x="846193" y="16550"/>
                  <a:pt x="852631" y="14374"/>
                </a:cubicBezTo>
                <a:cubicBezTo>
                  <a:pt x="859069" y="12197"/>
                  <a:pt x="867443" y="10963"/>
                  <a:pt x="877752" y="10673"/>
                </a:cubicBezTo>
                <a:cubicBezTo>
                  <a:pt x="879059" y="12137"/>
                  <a:pt x="879374" y="14122"/>
                  <a:pt x="878696" y="16627"/>
                </a:cubicBezTo>
                <a:close/>
                <a:moveTo>
                  <a:pt x="932950" y="0"/>
                </a:moveTo>
                <a:lnTo>
                  <a:pt x="897736" y="104552"/>
                </a:lnTo>
                <a:lnTo>
                  <a:pt x="888370" y="104552"/>
                </a:lnTo>
                <a:lnTo>
                  <a:pt x="923584" y="0"/>
                </a:lnTo>
                <a:lnTo>
                  <a:pt x="932950" y="0"/>
                </a:lnTo>
                <a:close/>
                <a:moveTo>
                  <a:pt x="973589" y="16627"/>
                </a:moveTo>
                <a:cubicBezTo>
                  <a:pt x="964973" y="16627"/>
                  <a:pt x="960665" y="30657"/>
                  <a:pt x="960665" y="58717"/>
                </a:cubicBezTo>
                <a:cubicBezTo>
                  <a:pt x="960665" y="61694"/>
                  <a:pt x="960689" y="64171"/>
                  <a:pt x="960737" y="66148"/>
                </a:cubicBezTo>
                <a:cubicBezTo>
                  <a:pt x="960786" y="68123"/>
                  <a:pt x="960919" y="70808"/>
                  <a:pt x="961137" y="74200"/>
                </a:cubicBezTo>
                <a:cubicBezTo>
                  <a:pt x="961355" y="77592"/>
                  <a:pt x="961730" y="80434"/>
                  <a:pt x="962262" y="82727"/>
                </a:cubicBezTo>
                <a:cubicBezTo>
                  <a:pt x="962795" y="85020"/>
                  <a:pt x="963484" y="87362"/>
                  <a:pt x="964331" y="89754"/>
                </a:cubicBezTo>
                <a:cubicBezTo>
                  <a:pt x="965178" y="92145"/>
                  <a:pt x="966340" y="93939"/>
                  <a:pt x="967816" y="95136"/>
                </a:cubicBezTo>
                <a:cubicBezTo>
                  <a:pt x="969293" y="96331"/>
                  <a:pt x="971023" y="96928"/>
                  <a:pt x="973008" y="96928"/>
                </a:cubicBezTo>
                <a:cubicBezTo>
                  <a:pt x="981527" y="96928"/>
                  <a:pt x="985786" y="82190"/>
                  <a:pt x="985786" y="52714"/>
                </a:cubicBezTo>
                <a:cubicBezTo>
                  <a:pt x="985786" y="44419"/>
                  <a:pt x="985145" y="37429"/>
                  <a:pt x="983862" y="31744"/>
                </a:cubicBezTo>
                <a:cubicBezTo>
                  <a:pt x="982579" y="26059"/>
                  <a:pt x="981067" y="22117"/>
                  <a:pt x="979324" y="19921"/>
                </a:cubicBezTo>
                <a:cubicBezTo>
                  <a:pt x="977582" y="17725"/>
                  <a:pt x="975670" y="16627"/>
                  <a:pt x="973589" y="16627"/>
                </a:cubicBezTo>
                <a:moveTo>
                  <a:pt x="972862" y="102882"/>
                </a:moveTo>
                <a:cubicBezTo>
                  <a:pt x="962456" y="102882"/>
                  <a:pt x="954276" y="98474"/>
                  <a:pt x="948322" y="89659"/>
                </a:cubicBezTo>
                <a:cubicBezTo>
                  <a:pt x="942368" y="80842"/>
                  <a:pt x="939391" y="69991"/>
                  <a:pt x="939391" y="57106"/>
                </a:cubicBezTo>
                <a:cubicBezTo>
                  <a:pt x="939391" y="42622"/>
                  <a:pt x="942622" y="31262"/>
                  <a:pt x="949084" y="23027"/>
                </a:cubicBezTo>
                <a:cubicBezTo>
                  <a:pt x="955546" y="14791"/>
                  <a:pt x="963714" y="10673"/>
                  <a:pt x="973589" y="10673"/>
                </a:cubicBezTo>
                <a:cubicBezTo>
                  <a:pt x="977654" y="10673"/>
                  <a:pt x="981527" y="11412"/>
                  <a:pt x="985205" y="12890"/>
                </a:cubicBezTo>
                <a:cubicBezTo>
                  <a:pt x="988884" y="14366"/>
                  <a:pt x="992405" y="16715"/>
                  <a:pt x="995769" y="19937"/>
                </a:cubicBezTo>
                <a:cubicBezTo>
                  <a:pt x="999134" y="23157"/>
                  <a:pt x="1001832" y="27843"/>
                  <a:pt x="1003865" y="33995"/>
                </a:cubicBezTo>
                <a:cubicBezTo>
                  <a:pt x="1005898" y="40145"/>
                  <a:pt x="1006914" y="47386"/>
                  <a:pt x="1006914" y="55716"/>
                </a:cubicBezTo>
                <a:cubicBezTo>
                  <a:pt x="1006914" y="64145"/>
                  <a:pt x="1005850" y="71571"/>
                  <a:pt x="1003720" y="77992"/>
                </a:cubicBezTo>
                <a:cubicBezTo>
                  <a:pt x="1001590" y="84411"/>
                  <a:pt x="998795" y="89329"/>
                  <a:pt x="995334" y="92744"/>
                </a:cubicBezTo>
                <a:cubicBezTo>
                  <a:pt x="991873" y="96160"/>
                  <a:pt x="988255" y="98703"/>
                  <a:pt x="984479" y="100375"/>
                </a:cubicBezTo>
                <a:cubicBezTo>
                  <a:pt x="980704" y="102046"/>
                  <a:pt x="976832" y="102882"/>
                  <a:pt x="972862" y="102882"/>
                </a:cubicBezTo>
                <a:close/>
                <a:moveTo>
                  <a:pt x="1038661" y="27372"/>
                </a:moveTo>
                <a:cubicBezTo>
                  <a:pt x="1036676" y="27372"/>
                  <a:pt x="1035018" y="27603"/>
                  <a:pt x="1033687" y="28064"/>
                </a:cubicBezTo>
                <a:cubicBezTo>
                  <a:pt x="1032356" y="28524"/>
                  <a:pt x="1030892" y="29735"/>
                  <a:pt x="1029294" y="31697"/>
                </a:cubicBezTo>
                <a:cubicBezTo>
                  <a:pt x="1027697" y="33659"/>
                  <a:pt x="1026414" y="36529"/>
                  <a:pt x="1025446" y="40307"/>
                </a:cubicBezTo>
                <a:lnTo>
                  <a:pt x="1020219" y="39872"/>
                </a:lnTo>
                <a:cubicBezTo>
                  <a:pt x="1022010" y="27928"/>
                  <a:pt x="1023002" y="18147"/>
                  <a:pt x="1023196" y="10528"/>
                </a:cubicBezTo>
                <a:cubicBezTo>
                  <a:pt x="1023196" y="10237"/>
                  <a:pt x="1023389" y="10092"/>
                  <a:pt x="1023776" y="10092"/>
                </a:cubicBezTo>
                <a:cubicBezTo>
                  <a:pt x="1023970" y="10189"/>
                  <a:pt x="1024866" y="10552"/>
                  <a:pt x="1026463" y="11181"/>
                </a:cubicBezTo>
                <a:cubicBezTo>
                  <a:pt x="1028060" y="11810"/>
                  <a:pt x="1029851" y="12125"/>
                  <a:pt x="1031836" y="12125"/>
                </a:cubicBezTo>
                <a:lnTo>
                  <a:pt x="1081643" y="12125"/>
                </a:lnTo>
                <a:lnTo>
                  <a:pt x="1082514" y="13511"/>
                </a:lnTo>
                <a:cubicBezTo>
                  <a:pt x="1078835" y="21268"/>
                  <a:pt x="1075508" y="28467"/>
                  <a:pt x="1072531" y="35109"/>
                </a:cubicBezTo>
                <a:cubicBezTo>
                  <a:pt x="1069554" y="41750"/>
                  <a:pt x="1066638" y="48512"/>
                  <a:pt x="1063782" y="55396"/>
                </a:cubicBezTo>
                <a:cubicBezTo>
                  <a:pt x="1060926" y="62279"/>
                  <a:pt x="1058821" y="67370"/>
                  <a:pt x="1057465" y="70668"/>
                </a:cubicBezTo>
                <a:cubicBezTo>
                  <a:pt x="1056110" y="73964"/>
                  <a:pt x="1053896" y="79550"/>
                  <a:pt x="1050822" y="87428"/>
                </a:cubicBezTo>
                <a:cubicBezTo>
                  <a:pt x="1047748" y="95306"/>
                  <a:pt x="1045921" y="100093"/>
                  <a:pt x="1045340" y="101790"/>
                </a:cubicBezTo>
                <a:lnTo>
                  <a:pt x="1030166" y="103317"/>
                </a:lnTo>
                <a:lnTo>
                  <a:pt x="1029294" y="101500"/>
                </a:lnTo>
                <a:cubicBezTo>
                  <a:pt x="1044493" y="73449"/>
                  <a:pt x="1057272" y="48739"/>
                  <a:pt x="1067630" y="27372"/>
                </a:cubicBezTo>
                <a:lnTo>
                  <a:pt x="1038661" y="2737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1935667c8449a"/>
          <a:stretch xmlns:a="http://schemas.openxmlformats.org/drawingml/2006/main"/>
        </p:blipFill>
        <p:spPr>
          <a:xfrm xmlns:a="http://schemas.openxmlformats.org/drawingml/2006/main">
            <a:off x="6144082" y="622126"/>
            <a:ext cx="429082" cy="422271"/>
          </a:xfrm>
          <a:prstGeom xmlns:a="http://schemas.openxmlformats.org/drawingml/2006/main" prst="rect">
            <a:avLst/>
          </a:prstGeom>
        </p:spPr>
      </p:pic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947EC-33B2-4A8C-B95D-A2BAF867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150" y="779097"/>
            <a:ext cx="278263" cy="1025985"/>
          </a:xfrm>
          <a:custGeom xmlns:a="http://schemas.openxmlformats.org/drawingml/2006/main">
            <a:pathLst>
              <a:path w="278263" h="1025985" fill="none">
                <a:moveTo>
                  <a:pt x="278263" y="1025985"/>
                </a:moveTo>
                <a:cubicBezTo>
                  <a:pt x="124587" y="1025985"/>
                  <a:pt x="0" y="1015584"/>
                  <a:pt x="0" y="1002840"/>
                </a:cubicBezTo>
                <a:lnTo>
                  <a:pt x="0" y="23146"/>
                </a:lnTo>
                <a:cubicBezTo>
                  <a:pt x="0" y="10401"/>
                  <a:pt x="124587" y="0"/>
                  <a:pt x="27826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1861" cap="flat">
            <a:solidFill>
              <a:srgbClr val="231F2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B6438-0DBB-46B7-9177-A52FC23B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172" y="1257044"/>
            <a:ext cx="735606" cy="10"/>
          </a:xfrm>
          <a:custGeom xmlns:a="http://schemas.openxmlformats.org/drawingml/2006/main">
            <a:pathLst>
              <a:path w="735606" h="1" fill="none">
                <a:moveTo>
                  <a:pt x="0" y="0"/>
                </a:moveTo>
                <a:lnTo>
                  <a:pt x="7356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861" cap="flat">
            <a:solidFill>
              <a:srgbClr val="231F20"/>
            </a:solidFill>
            <a:miter/>
          </a:ln>
        </p:spPr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4879a98524444"/>
          <a:stretch xmlns:a="http://schemas.openxmlformats.org/drawingml/2006/main"/>
        </p:blipFill>
        <p:spPr>
          <a:xfrm xmlns:a="http://schemas.openxmlformats.org/drawingml/2006/main">
            <a:off x="6127080" y="1045674"/>
            <a:ext cx="450342" cy="450342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c005d3182485e"/>
          <a:stretch xmlns:a="http://schemas.openxmlformats.org/drawingml/2006/main"/>
        </p:blipFill>
        <p:spPr>
          <a:xfrm xmlns:a="http://schemas.openxmlformats.org/drawingml/2006/main">
            <a:off x="6144082" y="1045887"/>
            <a:ext cx="429082" cy="3831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83dcf13034517"/>
          <a:stretch xmlns:a="http://schemas.openxmlformats.org/drawingml/2006/main"/>
        </p:blipFill>
        <p:spPr>
          <a:xfrm xmlns:a="http://schemas.openxmlformats.org/drawingml/2006/main">
            <a:off x="4510535" y="969859"/>
            <a:ext cx="482175" cy="495757"/>
          </a:xfrm>
          <a:prstGeom xmlns:a="http://schemas.openxmlformats.org/drawingml/2006/main" prst="rect">
            <a:avLst/>
          </a:prstGeom>
        </p:spPr>
      </p:pic>
      <p:sp>
        <p:nvSpPr>
          <p:cNvPr id="25" name="Text Determinewhich">
            <a:extLst xmlns:a="http://schemas.openxmlformats.org/drawingml/2006/main">
              <a:ext uri="{FF2B5EF4-FFF2-40B4-BE49-F238E27FC236}">
                <a16:creationId xmlns:a16="http://schemas.microsoft.com/office/drawing/2014/main" id="{0F41F0B9-8FAA-49F2-A937-D51EA44E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874" y="1509960"/>
            <a:ext cx="1329077" cy="120982"/>
          </a:xfrm>
          <a:custGeom xmlns:a="http://schemas.openxmlformats.org/drawingml/2006/main">
            <a:pathLst>
              <a:path w="1329077" h="120982">
                <a:moveTo>
                  <a:pt x="39083" y="98806"/>
                </a:moveTo>
                <a:cubicBezTo>
                  <a:pt x="39083" y="104268"/>
                  <a:pt x="40244" y="107892"/>
                  <a:pt x="42568" y="109676"/>
                </a:cubicBezTo>
                <a:cubicBezTo>
                  <a:pt x="44891" y="111460"/>
                  <a:pt x="49178" y="112352"/>
                  <a:pt x="55429" y="112352"/>
                </a:cubicBezTo>
                <a:cubicBezTo>
                  <a:pt x="58914" y="112352"/>
                  <a:pt x="62385" y="111614"/>
                  <a:pt x="65843" y="110137"/>
                </a:cubicBezTo>
                <a:cubicBezTo>
                  <a:pt x="69300" y="108659"/>
                  <a:pt x="72647" y="106373"/>
                  <a:pt x="75883" y="103279"/>
                </a:cubicBezTo>
                <a:cubicBezTo>
                  <a:pt x="79119" y="100184"/>
                  <a:pt x="81761" y="95808"/>
                  <a:pt x="83808" y="90150"/>
                </a:cubicBezTo>
                <a:cubicBezTo>
                  <a:pt x="85854" y="84490"/>
                  <a:pt x="86878" y="77953"/>
                  <a:pt x="86878" y="70539"/>
                </a:cubicBezTo>
                <a:cubicBezTo>
                  <a:pt x="86878" y="64630"/>
                  <a:pt x="86670" y="59390"/>
                  <a:pt x="86255" y="54820"/>
                </a:cubicBezTo>
                <a:cubicBezTo>
                  <a:pt x="85840" y="50247"/>
                  <a:pt x="84872" y="45397"/>
                  <a:pt x="83351" y="40268"/>
                </a:cubicBezTo>
                <a:cubicBezTo>
                  <a:pt x="81830" y="35138"/>
                  <a:pt x="79797" y="30888"/>
                  <a:pt x="77252" y="27515"/>
                </a:cubicBezTo>
                <a:cubicBezTo>
                  <a:pt x="74708" y="24142"/>
                  <a:pt x="71084" y="21341"/>
                  <a:pt x="66382" y="19111"/>
                </a:cubicBezTo>
                <a:cubicBezTo>
                  <a:pt x="61680" y="16881"/>
                  <a:pt x="56093" y="15766"/>
                  <a:pt x="49621" y="15766"/>
                </a:cubicBezTo>
                <a:cubicBezTo>
                  <a:pt x="42595" y="15766"/>
                  <a:pt x="39083" y="20058"/>
                  <a:pt x="39083" y="28643"/>
                </a:cubicBezTo>
                <a:lnTo>
                  <a:pt x="39083" y="98806"/>
                </a:lnTo>
                <a:moveTo>
                  <a:pt x="27383" y="118824"/>
                </a:moveTo>
                <a:lnTo>
                  <a:pt x="1162" y="119156"/>
                </a:lnTo>
                <a:cubicBezTo>
                  <a:pt x="387" y="118603"/>
                  <a:pt x="0" y="117621"/>
                  <a:pt x="0" y="116210"/>
                </a:cubicBezTo>
                <a:cubicBezTo>
                  <a:pt x="0" y="114800"/>
                  <a:pt x="387" y="113845"/>
                  <a:pt x="1162" y="113348"/>
                </a:cubicBezTo>
                <a:cubicBezTo>
                  <a:pt x="3983" y="113237"/>
                  <a:pt x="6085" y="113043"/>
                  <a:pt x="7468" y="112767"/>
                </a:cubicBezTo>
                <a:cubicBezTo>
                  <a:pt x="8851" y="112490"/>
                  <a:pt x="10248" y="111868"/>
                  <a:pt x="11658" y="110900"/>
                </a:cubicBezTo>
                <a:cubicBezTo>
                  <a:pt x="13069" y="109930"/>
                  <a:pt x="14023" y="108407"/>
                  <a:pt x="14521" y="106331"/>
                </a:cubicBezTo>
                <a:cubicBezTo>
                  <a:pt x="15019" y="104255"/>
                  <a:pt x="15268" y="101500"/>
                  <a:pt x="15268" y="98067"/>
                </a:cubicBezTo>
                <a:lnTo>
                  <a:pt x="15268" y="29885"/>
                </a:lnTo>
                <a:cubicBezTo>
                  <a:pt x="15268" y="26507"/>
                  <a:pt x="15019" y="23766"/>
                  <a:pt x="14521" y="21662"/>
                </a:cubicBezTo>
                <a:cubicBezTo>
                  <a:pt x="14023" y="19559"/>
                  <a:pt x="13069" y="18023"/>
                  <a:pt x="11658" y="17055"/>
                </a:cubicBezTo>
                <a:cubicBezTo>
                  <a:pt x="10248" y="16085"/>
                  <a:pt x="8865" y="15462"/>
                  <a:pt x="7509" y="15185"/>
                </a:cubicBezTo>
                <a:cubicBezTo>
                  <a:pt x="6154" y="14908"/>
                  <a:pt x="4038" y="14715"/>
                  <a:pt x="1162" y="14604"/>
                </a:cubicBezTo>
                <a:cubicBezTo>
                  <a:pt x="387" y="14051"/>
                  <a:pt x="0" y="13055"/>
                  <a:pt x="0" y="11617"/>
                </a:cubicBezTo>
                <a:cubicBezTo>
                  <a:pt x="0" y="10179"/>
                  <a:pt x="387" y="9238"/>
                  <a:pt x="1162" y="8796"/>
                </a:cubicBezTo>
                <a:cubicBezTo>
                  <a:pt x="14051" y="9017"/>
                  <a:pt x="22791" y="9128"/>
                  <a:pt x="27383" y="9128"/>
                </a:cubicBezTo>
                <a:cubicBezTo>
                  <a:pt x="29429" y="9128"/>
                  <a:pt x="32970" y="9100"/>
                  <a:pt x="38004" y="9045"/>
                </a:cubicBezTo>
                <a:cubicBezTo>
                  <a:pt x="43038" y="8989"/>
                  <a:pt x="47131" y="8962"/>
                  <a:pt x="50285" y="8962"/>
                </a:cubicBezTo>
                <a:cubicBezTo>
                  <a:pt x="70310" y="8962"/>
                  <a:pt x="85688" y="14347"/>
                  <a:pt x="96420" y="25119"/>
                </a:cubicBezTo>
                <a:cubicBezTo>
                  <a:pt x="107152" y="35889"/>
                  <a:pt x="112518" y="49608"/>
                  <a:pt x="112518" y="66276"/>
                </a:cubicBezTo>
                <a:cubicBezTo>
                  <a:pt x="112518" y="74798"/>
                  <a:pt x="111273" y="82463"/>
                  <a:pt x="108784" y="89271"/>
                </a:cubicBezTo>
                <a:cubicBezTo>
                  <a:pt x="106294" y="96079"/>
                  <a:pt x="102948" y="101281"/>
                  <a:pt x="98743" y="104879"/>
                </a:cubicBezTo>
                <a:cubicBezTo>
                  <a:pt x="87846" y="114397"/>
                  <a:pt x="73242" y="119156"/>
                  <a:pt x="54931" y="119156"/>
                </a:cubicBezTo>
                <a:cubicBezTo>
                  <a:pt x="52663" y="119156"/>
                  <a:pt x="48072" y="119101"/>
                  <a:pt x="41157" y="118990"/>
                </a:cubicBezTo>
                <a:cubicBezTo>
                  <a:pt x="34242" y="118879"/>
                  <a:pt x="29651" y="118824"/>
                  <a:pt x="27383" y="118824"/>
                </a:cubicBezTo>
                <a:close/>
                <a:moveTo>
                  <a:pt x="150166" y="72025"/>
                </a:moveTo>
                <a:lnTo>
                  <a:pt x="173317" y="72025"/>
                </a:lnTo>
                <a:cubicBezTo>
                  <a:pt x="173538" y="71800"/>
                  <a:pt x="173649" y="70592"/>
                  <a:pt x="173649" y="68402"/>
                </a:cubicBezTo>
                <a:cubicBezTo>
                  <a:pt x="173649" y="62167"/>
                  <a:pt x="172542" y="57561"/>
                  <a:pt x="170329" y="54584"/>
                </a:cubicBezTo>
                <a:cubicBezTo>
                  <a:pt x="168117" y="51607"/>
                  <a:pt x="165600" y="50119"/>
                  <a:pt x="162778" y="50119"/>
                </a:cubicBezTo>
                <a:cubicBezTo>
                  <a:pt x="161506" y="50119"/>
                  <a:pt x="159971" y="50638"/>
                  <a:pt x="158173" y="51677"/>
                </a:cubicBezTo>
                <a:cubicBezTo>
                  <a:pt x="156375" y="52716"/>
                  <a:pt x="154840" y="54134"/>
                  <a:pt x="153568" y="55932"/>
                </a:cubicBezTo>
                <a:cubicBezTo>
                  <a:pt x="151521" y="59078"/>
                  <a:pt x="150387" y="64443"/>
                  <a:pt x="150166" y="72025"/>
                </a:cubicBezTo>
                <a:moveTo>
                  <a:pt x="193314" y="96889"/>
                </a:moveTo>
                <a:cubicBezTo>
                  <a:pt x="195029" y="96889"/>
                  <a:pt x="195887" y="98638"/>
                  <a:pt x="195887" y="102135"/>
                </a:cubicBezTo>
                <a:cubicBezTo>
                  <a:pt x="187478" y="114368"/>
                  <a:pt x="176885" y="120484"/>
                  <a:pt x="164106" y="120484"/>
                </a:cubicBezTo>
                <a:cubicBezTo>
                  <a:pt x="152987" y="120484"/>
                  <a:pt x="144330" y="117657"/>
                  <a:pt x="138134" y="112004"/>
                </a:cubicBezTo>
                <a:cubicBezTo>
                  <a:pt x="130887" y="105409"/>
                  <a:pt x="127264" y="96431"/>
                  <a:pt x="127264" y="85070"/>
                </a:cubicBezTo>
                <a:cubicBezTo>
                  <a:pt x="127264" y="72729"/>
                  <a:pt x="131081" y="62684"/>
                  <a:pt x="138715" y="54936"/>
                </a:cubicBezTo>
                <a:cubicBezTo>
                  <a:pt x="146349" y="47188"/>
                  <a:pt x="154979" y="43314"/>
                  <a:pt x="164604" y="43314"/>
                </a:cubicBezTo>
                <a:cubicBezTo>
                  <a:pt x="170634" y="43314"/>
                  <a:pt x="175737" y="44186"/>
                  <a:pt x="179913" y="45928"/>
                </a:cubicBezTo>
                <a:cubicBezTo>
                  <a:pt x="184090" y="47671"/>
                  <a:pt x="187229" y="50077"/>
                  <a:pt x="189331" y="53147"/>
                </a:cubicBezTo>
                <a:cubicBezTo>
                  <a:pt x="191433" y="56217"/>
                  <a:pt x="192941" y="59398"/>
                  <a:pt x="193854" y="62690"/>
                </a:cubicBezTo>
                <a:cubicBezTo>
                  <a:pt x="194766" y="65981"/>
                  <a:pt x="195223" y="69591"/>
                  <a:pt x="195223" y="73518"/>
                </a:cubicBezTo>
                <a:cubicBezTo>
                  <a:pt x="195223" y="77003"/>
                  <a:pt x="193591" y="78774"/>
                  <a:pt x="190327" y="78829"/>
                </a:cubicBezTo>
                <a:lnTo>
                  <a:pt x="149502" y="78829"/>
                </a:lnTo>
                <a:cubicBezTo>
                  <a:pt x="149502" y="79050"/>
                  <a:pt x="149474" y="79438"/>
                  <a:pt x="149419" y="79993"/>
                </a:cubicBezTo>
                <a:cubicBezTo>
                  <a:pt x="149364" y="80548"/>
                  <a:pt x="149336" y="81048"/>
                  <a:pt x="149336" y="81492"/>
                </a:cubicBezTo>
                <a:cubicBezTo>
                  <a:pt x="149336" y="89650"/>
                  <a:pt x="151203" y="95754"/>
                  <a:pt x="154937" y="99804"/>
                </a:cubicBezTo>
                <a:cubicBezTo>
                  <a:pt x="158671" y="103854"/>
                  <a:pt x="163940" y="105880"/>
                  <a:pt x="170744" y="105880"/>
                </a:cubicBezTo>
                <a:cubicBezTo>
                  <a:pt x="179927" y="105935"/>
                  <a:pt x="187451" y="102938"/>
                  <a:pt x="193314" y="96889"/>
                </a:cubicBezTo>
                <a:close/>
                <a:moveTo>
                  <a:pt x="214201" y="44974"/>
                </a:moveTo>
                <a:lnTo>
                  <a:pt x="218931" y="44974"/>
                </a:lnTo>
                <a:cubicBezTo>
                  <a:pt x="218931" y="33559"/>
                  <a:pt x="219567" y="27025"/>
                  <a:pt x="220839" y="25370"/>
                </a:cubicBezTo>
                <a:cubicBezTo>
                  <a:pt x="221171" y="24930"/>
                  <a:pt x="221849" y="24489"/>
                  <a:pt x="222872" y="24048"/>
                </a:cubicBezTo>
                <a:cubicBezTo>
                  <a:pt x="223896" y="23605"/>
                  <a:pt x="225154" y="23150"/>
                  <a:pt x="226648" y="22681"/>
                </a:cubicBezTo>
                <a:cubicBezTo>
                  <a:pt x="228141" y="22213"/>
                  <a:pt x="229192" y="21840"/>
                  <a:pt x="229801" y="21564"/>
                </a:cubicBezTo>
                <a:cubicBezTo>
                  <a:pt x="231128" y="21012"/>
                  <a:pt x="233023" y="20379"/>
                  <a:pt x="235485" y="19663"/>
                </a:cubicBezTo>
                <a:cubicBezTo>
                  <a:pt x="237946" y="18946"/>
                  <a:pt x="239482" y="18587"/>
                  <a:pt x="240090" y="18587"/>
                </a:cubicBezTo>
                <a:cubicBezTo>
                  <a:pt x="240975" y="18587"/>
                  <a:pt x="241418" y="19083"/>
                  <a:pt x="241418" y="20075"/>
                </a:cubicBezTo>
                <a:cubicBezTo>
                  <a:pt x="241086" y="25370"/>
                  <a:pt x="240782" y="31768"/>
                  <a:pt x="240505" y="39267"/>
                </a:cubicBezTo>
                <a:lnTo>
                  <a:pt x="240339" y="44974"/>
                </a:lnTo>
                <a:lnTo>
                  <a:pt x="260254" y="44974"/>
                </a:lnTo>
                <a:cubicBezTo>
                  <a:pt x="261139" y="44974"/>
                  <a:pt x="261581" y="45309"/>
                  <a:pt x="261581" y="45980"/>
                </a:cubicBezTo>
                <a:lnTo>
                  <a:pt x="261581" y="51342"/>
                </a:lnTo>
                <a:cubicBezTo>
                  <a:pt x="261581" y="52850"/>
                  <a:pt x="260226" y="53604"/>
                  <a:pt x="257515" y="53604"/>
                </a:cubicBezTo>
                <a:lnTo>
                  <a:pt x="240339" y="53604"/>
                </a:lnTo>
                <a:cubicBezTo>
                  <a:pt x="240339" y="59955"/>
                  <a:pt x="240367" y="68267"/>
                  <a:pt x="240422" y="78541"/>
                </a:cubicBezTo>
                <a:cubicBezTo>
                  <a:pt x="240477" y="88815"/>
                  <a:pt x="240505" y="95029"/>
                  <a:pt x="240505" y="97185"/>
                </a:cubicBezTo>
                <a:cubicBezTo>
                  <a:pt x="240505" y="101161"/>
                  <a:pt x="241224" y="104047"/>
                  <a:pt x="242662" y="105843"/>
                </a:cubicBezTo>
                <a:cubicBezTo>
                  <a:pt x="244101" y="107638"/>
                  <a:pt x="245899" y="108535"/>
                  <a:pt x="248056" y="108535"/>
                </a:cubicBezTo>
                <a:cubicBezTo>
                  <a:pt x="252481" y="108535"/>
                  <a:pt x="255690" y="107734"/>
                  <a:pt x="257681" y="106131"/>
                </a:cubicBezTo>
                <a:cubicBezTo>
                  <a:pt x="259728" y="107851"/>
                  <a:pt x="260752" y="109460"/>
                  <a:pt x="260752" y="110957"/>
                </a:cubicBezTo>
                <a:cubicBezTo>
                  <a:pt x="258926" y="113463"/>
                  <a:pt x="255759" y="115678"/>
                  <a:pt x="251251" y="117600"/>
                </a:cubicBezTo>
                <a:cubicBezTo>
                  <a:pt x="246742" y="119523"/>
                  <a:pt x="242220" y="120484"/>
                  <a:pt x="237684" y="120484"/>
                </a:cubicBezTo>
                <a:cubicBezTo>
                  <a:pt x="232041" y="120484"/>
                  <a:pt x="227339" y="118907"/>
                  <a:pt x="223577" y="115754"/>
                </a:cubicBezTo>
                <a:cubicBezTo>
                  <a:pt x="220203" y="112822"/>
                  <a:pt x="218488" y="107899"/>
                  <a:pt x="218433" y="100984"/>
                </a:cubicBezTo>
                <a:cubicBezTo>
                  <a:pt x="218433" y="84222"/>
                  <a:pt x="218599" y="68429"/>
                  <a:pt x="218931" y="53604"/>
                </a:cubicBezTo>
                <a:lnTo>
                  <a:pt x="207895" y="53604"/>
                </a:lnTo>
                <a:cubicBezTo>
                  <a:pt x="207342" y="53604"/>
                  <a:pt x="207065" y="53241"/>
                  <a:pt x="207065" y="52515"/>
                </a:cubicBezTo>
                <a:lnTo>
                  <a:pt x="207065" y="47572"/>
                </a:lnTo>
                <a:cubicBezTo>
                  <a:pt x="209001" y="45840"/>
                  <a:pt x="211380" y="44974"/>
                  <a:pt x="214201" y="44974"/>
                </a:cubicBezTo>
                <a:close/>
                <a:moveTo>
                  <a:pt x="293832" y="72025"/>
                </a:moveTo>
                <a:lnTo>
                  <a:pt x="316983" y="72025"/>
                </a:lnTo>
                <a:cubicBezTo>
                  <a:pt x="317204" y="71800"/>
                  <a:pt x="317315" y="70592"/>
                  <a:pt x="317315" y="68402"/>
                </a:cubicBezTo>
                <a:cubicBezTo>
                  <a:pt x="317315" y="62167"/>
                  <a:pt x="316208" y="57561"/>
                  <a:pt x="313995" y="54584"/>
                </a:cubicBezTo>
                <a:cubicBezTo>
                  <a:pt x="311783" y="51607"/>
                  <a:pt x="309266" y="50119"/>
                  <a:pt x="306444" y="50119"/>
                </a:cubicBezTo>
                <a:cubicBezTo>
                  <a:pt x="305172" y="50119"/>
                  <a:pt x="303637" y="50638"/>
                  <a:pt x="301839" y="51677"/>
                </a:cubicBezTo>
                <a:cubicBezTo>
                  <a:pt x="300041" y="52716"/>
                  <a:pt x="298506" y="54134"/>
                  <a:pt x="297234" y="55932"/>
                </a:cubicBezTo>
                <a:cubicBezTo>
                  <a:pt x="295187" y="59078"/>
                  <a:pt x="294053" y="64443"/>
                  <a:pt x="293832" y="72025"/>
                </a:cubicBezTo>
                <a:moveTo>
                  <a:pt x="336980" y="96889"/>
                </a:moveTo>
                <a:cubicBezTo>
                  <a:pt x="338695" y="96889"/>
                  <a:pt x="339553" y="98638"/>
                  <a:pt x="339553" y="102135"/>
                </a:cubicBezTo>
                <a:cubicBezTo>
                  <a:pt x="331144" y="114368"/>
                  <a:pt x="320551" y="120484"/>
                  <a:pt x="307772" y="120484"/>
                </a:cubicBezTo>
                <a:cubicBezTo>
                  <a:pt x="296653" y="120484"/>
                  <a:pt x="287996" y="117657"/>
                  <a:pt x="281800" y="112004"/>
                </a:cubicBezTo>
                <a:cubicBezTo>
                  <a:pt x="274553" y="105409"/>
                  <a:pt x="270930" y="96431"/>
                  <a:pt x="270930" y="85070"/>
                </a:cubicBezTo>
                <a:cubicBezTo>
                  <a:pt x="270930" y="72729"/>
                  <a:pt x="274747" y="62684"/>
                  <a:pt x="282381" y="54936"/>
                </a:cubicBezTo>
                <a:cubicBezTo>
                  <a:pt x="290015" y="47188"/>
                  <a:pt x="298645" y="43314"/>
                  <a:pt x="308270" y="43314"/>
                </a:cubicBezTo>
                <a:cubicBezTo>
                  <a:pt x="314300" y="43314"/>
                  <a:pt x="319403" y="44186"/>
                  <a:pt x="323579" y="45928"/>
                </a:cubicBezTo>
                <a:cubicBezTo>
                  <a:pt x="327756" y="47671"/>
                  <a:pt x="330895" y="50077"/>
                  <a:pt x="332997" y="53147"/>
                </a:cubicBezTo>
                <a:cubicBezTo>
                  <a:pt x="335099" y="56217"/>
                  <a:pt x="336607" y="59398"/>
                  <a:pt x="337520" y="62690"/>
                </a:cubicBezTo>
                <a:cubicBezTo>
                  <a:pt x="338432" y="65981"/>
                  <a:pt x="338889" y="69591"/>
                  <a:pt x="338889" y="73518"/>
                </a:cubicBezTo>
                <a:cubicBezTo>
                  <a:pt x="338889" y="77003"/>
                  <a:pt x="337257" y="78774"/>
                  <a:pt x="333993" y="78829"/>
                </a:cubicBezTo>
                <a:lnTo>
                  <a:pt x="293168" y="78829"/>
                </a:lnTo>
                <a:cubicBezTo>
                  <a:pt x="293168" y="79050"/>
                  <a:pt x="293140" y="79438"/>
                  <a:pt x="293085" y="79993"/>
                </a:cubicBezTo>
                <a:cubicBezTo>
                  <a:pt x="293030" y="80548"/>
                  <a:pt x="293002" y="81048"/>
                  <a:pt x="293002" y="81492"/>
                </a:cubicBezTo>
                <a:cubicBezTo>
                  <a:pt x="293002" y="89650"/>
                  <a:pt x="294869" y="95754"/>
                  <a:pt x="298603" y="99804"/>
                </a:cubicBezTo>
                <a:cubicBezTo>
                  <a:pt x="302337" y="103854"/>
                  <a:pt x="307606" y="105880"/>
                  <a:pt x="314410" y="105880"/>
                </a:cubicBezTo>
                <a:cubicBezTo>
                  <a:pt x="323593" y="105935"/>
                  <a:pt x="331116" y="102938"/>
                  <a:pt x="336980" y="96889"/>
                </a:cubicBezTo>
                <a:close/>
                <a:moveTo>
                  <a:pt x="385913" y="73207"/>
                </a:moveTo>
                <a:lnTo>
                  <a:pt x="385913" y="98056"/>
                </a:lnTo>
                <a:cubicBezTo>
                  <a:pt x="385913" y="104871"/>
                  <a:pt x="386591" y="109041"/>
                  <a:pt x="387946" y="110565"/>
                </a:cubicBezTo>
                <a:cubicBezTo>
                  <a:pt x="389302" y="112088"/>
                  <a:pt x="392690" y="113016"/>
                  <a:pt x="398111" y="113348"/>
                </a:cubicBezTo>
                <a:cubicBezTo>
                  <a:pt x="398554" y="113790"/>
                  <a:pt x="398789" y="114758"/>
                  <a:pt x="398816" y="116252"/>
                </a:cubicBezTo>
                <a:cubicBezTo>
                  <a:pt x="398844" y="117745"/>
                  <a:pt x="398609" y="118713"/>
                  <a:pt x="398111" y="119156"/>
                </a:cubicBezTo>
                <a:cubicBezTo>
                  <a:pt x="388375" y="118935"/>
                  <a:pt x="380631" y="118824"/>
                  <a:pt x="374877" y="118824"/>
                </a:cubicBezTo>
                <a:cubicBezTo>
                  <a:pt x="368848" y="118824"/>
                  <a:pt x="361075" y="118935"/>
                  <a:pt x="351561" y="119156"/>
                </a:cubicBezTo>
                <a:cubicBezTo>
                  <a:pt x="351118" y="118713"/>
                  <a:pt x="350897" y="117759"/>
                  <a:pt x="350897" y="116293"/>
                </a:cubicBezTo>
                <a:cubicBezTo>
                  <a:pt x="350897" y="114827"/>
                  <a:pt x="351118" y="113845"/>
                  <a:pt x="351561" y="113348"/>
                </a:cubicBezTo>
                <a:cubicBezTo>
                  <a:pt x="356982" y="112905"/>
                  <a:pt x="360384" y="111949"/>
                  <a:pt x="361767" y="110480"/>
                </a:cubicBezTo>
                <a:cubicBezTo>
                  <a:pt x="363150" y="109009"/>
                  <a:pt x="363841" y="104861"/>
                  <a:pt x="363841" y="98038"/>
                </a:cubicBezTo>
                <a:lnTo>
                  <a:pt x="363841" y="66167"/>
                </a:lnTo>
                <a:cubicBezTo>
                  <a:pt x="363841" y="61396"/>
                  <a:pt x="363164" y="58303"/>
                  <a:pt x="361808" y="56889"/>
                </a:cubicBezTo>
                <a:cubicBezTo>
                  <a:pt x="360453" y="55475"/>
                  <a:pt x="357452" y="54546"/>
                  <a:pt x="352805" y="54101"/>
                </a:cubicBezTo>
                <a:cubicBezTo>
                  <a:pt x="352142" y="52055"/>
                  <a:pt x="352003" y="50285"/>
                  <a:pt x="352390" y="48791"/>
                </a:cubicBezTo>
                <a:cubicBezTo>
                  <a:pt x="358973" y="48137"/>
                  <a:pt x="368377" y="46312"/>
                  <a:pt x="380603" y="43314"/>
                </a:cubicBezTo>
                <a:cubicBezTo>
                  <a:pt x="382982" y="43314"/>
                  <a:pt x="384309" y="44282"/>
                  <a:pt x="384586" y="46219"/>
                </a:cubicBezTo>
                <a:cubicBezTo>
                  <a:pt x="385139" y="51750"/>
                  <a:pt x="385526" y="56204"/>
                  <a:pt x="385747" y="59578"/>
                </a:cubicBezTo>
                <a:lnTo>
                  <a:pt x="386411" y="59578"/>
                </a:lnTo>
                <a:cubicBezTo>
                  <a:pt x="393990" y="48680"/>
                  <a:pt x="400739" y="43259"/>
                  <a:pt x="406658" y="43314"/>
                </a:cubicBezTo>
                <a:cubicBezTo>
                  <a:pt x="409590" y="43314"/>
                  <a:pt x="412190" y="44320"/>
                  <a:pt x="414458" y="46333"/>
                </a:cubicBezTo>
                <a:cubicBezTo>
                  <a:pt x="416726" y="48343"/>
                  <a:pt x="417860" y="50478"/>
                  <a:pt x="417860" y="52738"/>
                </a:cubicBezTo>
                <a:cubicBezTo>
                  <a:pt x="417860" y="56209"/>
                  <a:pt x="416864" y="59129"/>
                  <a:pt x="414873" y="61499"/>
                </a:cubicBezTo>
                <a:cubicBezTo>
                  <a:pt x="412881" y="63870"/>
                  <a:pt x="410613" y="65055"/>
                  <a:pt x="408068" y="65055"/>
                </a:cubicBezTo>
                <a:cubicBezTo>
                  <a:pt x="404473" y="65055"/>
                  <a:pt x="401735" y="64127"/>
                  <a:pt x="399854" y="62272"/>
                </a:cubicBezTo>
                <a:cubicBezTo>
                  <a:pt x="399632" y="62054"/>
                  <a:pt x="399328" y="61754"/>
                  <a:pt x="398941" y="61372"/>
                </a:cubicBezTo>
                <a:cubicBezTo>
                  <a:pt x="398554" y="60990"/>
                  <a:pt x="398249" y="60690"/>
                  <a:pt x="398028" y="60473"/>
                </a:cubicBezTo>
                <a:cubicBezTo>
                  <a:pt x="397807" y="60253"/>
                  <a:pt x="397530" y="60021"/>
                  <a:pt x="397198" y="59775"/>
                </a:cubicBezTo>
                <a:cubicBezTo>
                  <a:pt x="396867" y="59530"/>
                  <a:pt x="396562" y="59352"/>
                  <a:pt x="396286" y="59244"/>
                </a:cubicBezTo>
                <a:cubicBezTo>
                  <a:pt x="396009" y="59135"/>
                  <a:pt x="395705" y="59080"/>
                  <a:pt x="395373" y="59080"/>
                </a:cubicBezTo>
                <a:cubicBezTo>
                  <a:pt x="393769" y="59080"/>
                  <a:pt x="391971" y="60050"/>
                  <a:pt x="389979" y="61990"/>
                </a:cubicBezTo>
                <a:cubicBezTo>
                  <a:pt x="388652" y="63264"/>
                  <a:pt x="387642" y="64746"/>
                  <a:pt x="386951" y="66437"/>
                </a:cubicBezTo>
                <a:cubicBezTo>
                  <a:pt x="386259" y="68126"/>
                  <a:pt x="385913" y="70382"/>
                  <a:pt x="385913" y="73207"/>
                </a:cubicBezTo>
                <a:close/>
                <a:moveTo>
                  <a:pt x="458936" y="98080"/>
                </a:moveTo>
                <a:cubicBezTo>
                  <a:pt x="458936" y="104773"/>
                  <a:pt x="459447" y="108908"/>
                  <a:pt x="460471" y="110485"/>
                </a:cubicBezTo>
                <a:cubicBezTo>
                  <a:pt x="461494" y="112061"/>
                  <a:pt x="463914" y="113016"/>
                  <a:pt x="467731" y="113348"/>
                </a:cubicBezTo>
                <a:cubicBezTo>
                  <a:pt x="468174" y="113790"/>
                  <a:pt x="468409" y="114758"/>
                  <a:pt x="468437" y="116252"/>
                </a:cubicBezTo>
                <a:cubicBezTo>
                  <a:pt x="468464" y="117745"/>
                  <a:pt x="468229" y="118713"/>
                  <a:pt x="467731" y="119156"/>
                </a:cubicBezTo>
                <a:cubicBezTo>
                  <a:pt x="457995" y="118935"/>
                  <a:pt x="451385" y="118824"/>
                  <a:pt x="447900" y="118824"/>
                </a:cubicBezTo>
                <a:cubicBezTo>
                  <a:pt x="441870" y="118824"/>
                  <a:pt x="434098" y="118935"/>
                  <a:pt x="424583" y="119156"/>
                </a:cubicBezTo>
                <a:cubicBezTo>
                  <a:pt x="424140" y="118713"/>
                  <a:pt x="423919" y="117759"/>
                  <a:pt x="423919" y="116293"/>
                </a:cubicBezTo>
                <a:cubicBezTo>
                  <a:pt x="423919" y="114827"/>
                  <a:pt x="424140" y="113845"/>
                  <a:pt x="424583" y="113348"/>
                </a:cubicBezTo>
                <a:cubicBezTo>
                  <a:pt x="430004" y="112905"/>
                  <a:pt x="433406" y="111951"/>
                  <a:pt x="434789" y="110485"/>
                </a:cubicBezTo>
                <a:cubicBezTo>
                  <a:pt x="436172" y="109019"/>
                  <a:pt x="436864" y="104884"/>
                  <a:pt x="436864" y="98080"/>
                </a:cubicBezTo>
                <a:lnTo>
                  <a:pt x="436864" y="66299"/>
                </a:lnTo>
                <a:cubicBezTo>
                  <a:pt x="436864" y="61542"/>
                  <a:pt x="436214" y="58485"/>
                  <a:pt x="434914" y="57130"/>
                </a:cubicBezTo>
                <a:cubicBezTo>
                  <a:pt x="433614" y="55775"/>
                  <a:pt x="430585" y="54876"/>
                  <a:pt x="425828" y="54433"/>
                </a:cubicBezTo>
                <a:cubicBezTo>
                  <a:pt x="425164" y="52276"/>
                  <a:pt x="425025" y="50450"/>
                  <a:pt x="425413" y="48957"/>
                </a:cubicBezTo>
                <a:cubicBezTo>
                  <a:pt x="435038" y="47666"/>
                  <a:pt x="444442" y="45785"/>
                  <a:pt x="453625" y="43314"/>
                </a:cubicBezTo>
                <a:cubicBezTo>
                  <a:pt x="456114" y="43314"/>
                  <a:pt x="457442" y="44289"/>
                  <a:pt x="457608" y="46239"/>
                </a:cubicBezTo>
                <a:cubicBezTo>
                  <a:pt x="457995" y="48857"/>
                  <a:pt x="458300" y="51865"/>
                  <a:pt x="458521" y="55263"/>
                </a:cubicBezTo>
                <a:cubicBezTo>
                  <a:pt x="464606" y="51809"/>
                  <a:pt x="470124" y="48954"/>
                  <a:pt x="475075" y="46698"/>
                </a:cubicBezTo>
                <a:cubicBezTo>
                  <a:pt x="480026" y="44442"/>
                  <a:pt x="483884" y="43314"/>
                  <a:pt x="486650" y="43314"/>
                </a:cubicBezTo>
                <a:cubicBezTo>
                  <a:pt x="488033" y="43314"/>
                  <a:pt x="489375" y="43412"/>
                  <a:pt x="490675" y="43607"/>
                </a:cubicBezTo>
                <a:cubicBezTo>
                  <a:pt x="491975" y="43803"/>
                  <a:pt x="493206" y="44081"/>
                  <a:pt x="494367" y="44442"/>
                </a:cubicBezTo>
                <a:cubicBezTo>
                  <a:pt x="495529" y="44804"/>
                  <a:pt x="496608" y="45263"/>
                  <a:pt x="497603" y="45822"/>
                </a:cubicBezTo>
                <a:cubicBezTo>
                  <a:pt x="498599" y="46378"/>
                  <a:pt x="499526" y="47005"/>
                  <a:pt x="500383" y="47702"/>
                </a:cubicBezTo>
                <a:cubicBezTo>
                  <a:pt x="501241" y="48397"/>
                  <a:pt x="502029" y="49163"/>
                  <a:pt x="502748" y="49999"/>
                </a:cubicBezTo>
                <a:cubicBezTo>
                  <a:pt x="503467" y="50834"/>
                  <a:pt x="504089" y="51725"/>
                  <a:pt x="504615" y="52673"/>
                </a:cubicBezTo>
                <a:cubicBezTo>
                  <a:pt x="505140" y="53618"/>
                  <a:pt x="505597" y="54620"/>
                  <a:pt x="505984" y="55678"/>
                </a:cubicBezTo>
                <a:cubicBezTo>
                  <a:pt x="511682" y="52447"/>
                  <a:pt x="517463" y="49579"/>
                  <a:pt x="523326" y="47074"/>
                </a:cubicBezTo>
                <a:cubicBezTo>
                  <a:pt x="529190" y="44568"/>
                  <a:pt x="533560" y="43314"/>
                  <a:pt x="536437" y="43314"/>
                </a:cubicBezTo>
                <a:cubicBezTo>
                  <a:pt x="543794" y="43314"/>
                  <a:pt x="549202" y="45520"/>
                  <a:pt x="552659" y="49932"/>
                </a:cubicBezTo>
                <a:cubicBezTo>
                  <a:pt x="556116" y="54344"/>
                  <a:pt x="557845" y="61210"/>
                  <a:pt x="557845" y="70531"/>
                </a:cubicBezTo>
                <a:lnTo>
                  <a:pt x="557845" y="97084"/>
                </a:lnTo>
                <a:cubicBezTo>
                  <a:pt x="557845" y="103999"/>
                  <a:pt x="558661" y="108383"/>
                  <a:pt x="560293" y="110236"/>
                </a:cubicBezTo>
                <a:cubicBezTo>
                  <a:pt x="561925" y="112089"/>
                  <a:pt x="565479" y="113126"/>
                  <a:pt x="570956" y="113348"/>
                </a:cubicBezTo>
                <a:cubicBezTo>
                  <a:pt x="571509" y="113790"/>
                  <a:pt x="571785" y="114758"/>
                  <a:pt x="571785" y="116252"/>
                </a:cubicBezTo>
                <a:cubicBezTo>
                  <a:pt x="571785" y="117745"/>
                  <a:pt x="571509" y="118713"/>
                  <a:pt x="570956" y="119156"/>
                </a:cubicBezTo>
                <a:cubicBezTo>
                  <a:pt x="561220" y="118935"/>
                  <a:pt x="553171" y="118824"/>
                  <a:pt x="546809" y="118824"/>
                </a:cubicBezTo>
                <a:cubicBezTo>
                  <a:pt x="542494" y="118824"/>
                  <a:pt x="535579" y="118935"/>
                  <a:pt x="526065" y="119156"/>
                </a:cubicBezTo>
                <a:cubicBezTo>
                  <a:pt x="525512" y="118713"/>
                  <a:pt x="525235" y="117759"/>
                  <a:pt x="525235" y="116293"/>
                </a:cubicBezTo>
                <a:cubicBezTo>
                  <a:pt x="525235" y="114827"/>
                  <a:pt x="525512" y="113845"/>
                  <a:pt x="526065" y="113348"/>
                </a:cubicBezTo>
                <a:cubicBezTo>
                  <a:pt x="529826" y="113126"/>
                  <a:pt x="532385" y="112034"/>
                  <a:pt x="533740" y="110070"/>
                </a:cubicBezTo>
                <a:cubicBezTo>
                  <a:pt x="535095" y="108106"/>
                  <a:pt x="535773" y="103777"/>
                  <a:pt x="535773" y="97084"/>
                </a:cubicBezTo>
                <a:lnTo>
                  <a:pt x="535773" y="68706"/>
                </a:lnTo>
                <a:cubicBezTo>
                  <a:pt x="535773" y="60187"/>
                  <a:pt x="531901" y="55927"/>
                  <a:pt x="524156" y="55927"/>
                </a:cubicBezTo>
                <a:cubicBezTo>
                  <a:pt x="523437" y="55927"/>
                  <a:pt x="522483" y="56051"/>
                  <a:pt x="521293" y="56300"/>
                </a:cubicBezTo>
                <a:cubicBezTo>
                  <a:pt x="520104" y="56549"/>
                  <a:pt x="518790" y="56895"/>
                  <a:pt x="517352" y="57338"/>
                </a:cubicBezTo>
                <a:cubicBezTo>
                  <a:pt x="515914" y="57780"/>
                  <a:pt x="514337" y="58347"/>
                  <a:pt x="512622" y="59039"/>
                </a:cubicBezTo>
                <a:cubicBezTo>
                  <a:pt x="510907" y="59730"/>
                  <a:pt x="509303" y="60463"/>
                  <a:pt x="507810" y="61238"/>
                </a:cubicBezTo>
                <a:cubicBezTo>
                  <a:pt x="507976" y="62123"/>
                  <a:pt x="508114" y="63395"/>
                  <a:pt x="508224" y="65055"/>
                </a:cubicBezTo>
                <a:cubicBezTo>
                  <a:pt x="508335" y="66714"/>
                  <a:pt x="508390" y="68540"/>
                  <a:pt x="508390" y="70531"/>
                </a:cubicBezTo>
                <a:lnTo>
                  <a:pt x="508390" y="97084"/>
                </a:lnTo>
                <a:cubicBezTo>
                  <a:pt x="508390" y="103777"/>
                  <a:pt x="509068" y="108106"/>
                  <a:pt x="510423" y="110070"/>
                </a:cubicBezTo>
                <a:cubicBezTo>
                  <a:pt x="511779" y="112034"/>
                  <a:pt x="514337" y="113126"/>
                  <a:pt x="518099" y="113348"/>
                </a:cubicBezTo>
                <a:cubicBezTo>
                  <a:pt x="518541" y="113790"/>
                  <a:pt x="518763" y="114758"/>
                  <a:pt x="518763" y="116252"/>
                </a:cubicBezTo>
                <a:cubicBezTo>
                  <a:pt x="518763" y="117745"/>
                  <a:pt x="518541" y="118713"/>
                  <a:pt x="518099" y="119156"/>
                </a:cubicBezTo>
                <a:cubicBezTo>
                  <a:pt x="508363" y="118935"/>
                  <a:pt x="501448" y="118824"/>
                  <a:pt x="497354" y="118824"/>
                </a:cubicBezTo>
                <a:cubicBezTo>
                  <a:pt x="493040" y="118824"/>
                  <a:pt x="486125" y="118935"/>
                  <a:pt x="476610" y="119156"/>
                </a:cubicBezTo>
                <a:cubicBezTo>
                  <a:pt x="476167" y="118713"/>
                  <a:pt x="475946" y="117759"/>
                  <a:pt x="475946" y="116293"/>
                </a:cubicBezTo>
                <a:cubicBezTo>
                  <a:pt x="475946" y="114827"/>
                  <a:pt x="476167" y="113845"/>
                  <a:pt x="476610" y="113348"/>
                </a:cubicBezTo>
                <a:cubicBezTo>
                  <a:pt x="480372" y="113126"/>
                  <a:pt x="482930" y="112034"/>
                  <a:pt x="484285" y="110070"/>
                </a:cubicBezTo>
                <a:cubicBezTo>
                  <a:pt x="485641" y="108106"/>
                  <a:pt x="486318" y="103777"/>
                  <a:pt x="486318" y="97084"/>
                </a:cubicBezTo>
                <a:lnTo>
                  <a:pt x="486318" y="68706"/>
                </a:lnTo>
                <a:cubicBezTo>
                  <a:pt x="486318" y="60187"/>
                  <a:pt x="482335" y="55927"/>
                  <a:pt x="474370" y="55927"/>
                </a:cubicBezTo>
                <a:cubicBezTo>
                  <a:pt x="472765" y="55927"/>
                  <a:pt x="470553" y="56425"/>
                  <a:pt x="467731" y="57421"/>
                </a:cubicBezTo>
                <a:cubicBezTo>
                  <a:pt x="464910" y="58416"/>
                  <a:pt x="461978" y="59855"/>
                  <a:pt x="458936" y="61735"/>
                </a:cubicBezTo>
                <a:cubicBezTo>
                  <a:pt x="458936" y="62842"/>
                  <a:pt x="458936" y="63672"/>
                  <a:pt x="458936" y="64225"/>
                </a:cubicBezTo>
                <a:lnTo>
                  <a:pt x="458936" y="98080"/>
                </a:lnTo>
                <a:close/>
                <a:moveTo>
                  <a:pt x="612068" y="98041"/>
                </a:moveTo>
                <a:cubicBezTo>
                  <a:pt x="612068" y="104862"/>
                  <a:pt x="612746" y="109036"/>
                  <a:pt x="614101" y="110563"/>
                </a:cubicBezTo>
                <a:cubicBezTo>
                  <a:pt x="615457" y="112087"/>
                  <a:pt x="618872" y="113016"/>
                  <a:pt x="624349" y="113348"/>
                </a:cubicBezTo>
                <a:cubicBezTo>
                  <a:pt x="624792" y="113790"/>
                  <a:pt x="625013" y="114758"/>
                  <a:pt x="625013" y="116252"/>
                </a:cubicBezTo>
                <a:cubicBezTo>
                  <a:pt x="625013" y="117745"/>
                  <a:pt x="624792" y="118713"/>
                  <a:pt x="624349" y="119156"/>
                </a:cubicBezTo>
                <a:cubicBezTo>
                  <a:pt x="614613" y="118935"/>
                  <a:pt x="606841" y="118824"/>
                  <a:pt x="601032" y="118824"/>
                </a:cubicBezTo>
                <a:cubicBezTo>
                  <a:pt x="595003" y="118824"/>
                  <a:pt x="587230" y="118935"/>
                  <a:pt x="577716" y="119156"/>
                </a:cubicBezTo>
                <a:cubicBezTo>
                  <a:pt x="577273" y="118713"/>
                  <a:pt x="577052" y="117759"/>
                  <a:pt x="577052" y="116293"/>
                </a:cubicBezTo>
                <a:cubicBezTo>
                  <a:pt x="577052" y="114827"/>
                  <a:pt x="577273" y="113845"/>
                  <a:pt x="577716" y="113348"/>
                </a:cubicBezTo>
                <a:cubicBezTo>
                  <a:pt x="583137" y="112903"/>
                  <a:pt x="586539" y="111946"/>
                  <a:pt x="587922" y="110477"/>
                </a:cubicBezTo>
                <a:cubicBezTo>
                  <a:pt x="589305" y="109008"/>
                  <a:pt x="589996" y="104861"/>
                  <a:pt x="589996" y="98038"/>
                </a:cubicBezTo>
                <a:lnTo>
                  <a:pt x="589996" y="65337"/>
                </a:lnTo>
                <a:cubicBezTo>
                  <a:pt x="589996" y="60566"/>
                  <a:pt x="589346" y="57501"/>
                  <a:pt x="588046" y="56142"/>
                </a:cubicBezTo>
                <a:cubicBezTo>
                  <a:pt x="586746" y="54783"/>
                  <a:pt x="583718" y="53882"/>
                  <a:pt x="578960" y="53438"/>
                </a:cubicBezTo>
                <a:cubicBezTo>
                  <a:pt x="578296" y="51280"/>
                  <a:pt x="578186" y="49455"/>
                  <a:pt x="578628" y="47961"/>
                </a:cubicBezTo>
                <a:cubicBezTo>
                  <a:pt x="596662" y="45624"/>
                  <a:pt x="606730" y="44075"/>
                  <a:pt x="608832" y="43314"/>
                </a:cubicBezTo>
                <a:cubicBezTo>
                  <a:pt x="611432" y="43314"/>
                  <a:pt x="612732" y="44265"/>
                  <a:pt x="612732" y="46167"/>
                </a:cubicBezTo>
                <a:cubicBezTo>
                  <a:pt x="612732" y="46276"/>
                  <a:pt x="612732" y="46453"/>
                  <a:pt x="612732" y="46698"/>
                </a:cubicBezTo>
                <a:cubicBezTo>
                  <a:pt x="612732" y="46942"/>
                  <a:pt x="612704" y="47435"/>
                  <a:pt x="612649" y="48176"/>
                </a:cubicBezTo>
                <a:cubicBezTo>
                  <a:pt x="612594" y="48918"/>
                  <a:pt x="612539" y="49691"/>
                  <a:pt x="612483" y="50495"/>
                </a:cubicBezTo>
                <a:cubicBezTo>
                  <a:pt x="612428" y="51298"/>
                  <a:pt x="612373" y="52283"/>
                  <a:pt x="612317" y="53448"/>
                </a:cubicBezTo>
                <a:cubicBezTo>
                  <a:pt x="612262" y="54613"/>
                  <a:pt x="612220" y="55737"/>
                  <a:pt x="612193" y="56819"/>
                </a:cubicBezTo>
                <a:cubicBezTo>
                  <a:pt x="612165" y="57899"/>
                  <a:pt x="612137" y="59091"/>
                  <a:pt x="612110" y="60395"/>
                </a:cubicBezTo>
                <a:cubicBezTo>
                  <a:pt x="612082" y="61698"/>
                  <a:pt x="612068" y="62933"/>
                  <a:pt x="612068" y="64098"/>
                </a:cubicBezTo>
                <a:lnTo>
                  <a:pt x="612068" y="98041"/>
                </a:lnTo>
                <a:moveTo>
                  <a:pt x="589166" y="17381"/>
                </a:moveTo>
                <a:cubicBezTo>
                  <a:pt x="589166" y="14550"/>
                  <a:pt x="590204" y="12079"/>
                  <a:pt x="592278" y="9970"/>
                </a:cubicBezTo>
                <a:cubicBezTo>
                  <a:pt x="594353" y="7860"/>
                  <a:pt x="597271" y="6804"/>
                  <a:pt x="601032" y="6804"/>
                </a:cubicBezTo>
                <a:cubicBezTo>
                  <a:pt x="604296" y="6804"/>
                  <a:pt x="606951" y="7970"/>
                  <a:pt x="608998" y="10302"/>
                </a:cubicBezTo>
                <a:cubicBezTo>
                  <a:pt x="611045" y="12634"/>
                  <a:pt x="612068" y="15245"/>
                  <a:pt x="612068" y="18133"/>
                </a:cubicBezTo>
                <a:cubicBezTo>
                  <a:pt x="612068" y="20631"/>
                  <a:pt x="610934" y="23019"/>
                  <a:pt x="608666" y="25295"/>
                </a:cubicBezTo>
                <a:cubicBezTo>
                  <a:pt x="606398" y="27572"/>
                  <a:pt x="603522" y="28710"/>
                  <a:pt x="600037" y="28710"/>
                </a:cubicBezTo>
                <a:cubicBezTo>
                  <a:pt x="596773" y="28710"/>
                  <a:pt x="594145" y="27558"/>
                  <a:pt x="592154" y="25254"/>
                </a:cubicBezTo>
                <a:cubicBezTo>
                  <a:pt x="590162" y="22949"/>
                  <a:pt x="589166" y="20325"/>
                  <a:pt x="589166" y="17381"/>
                </a:cubicBezTo>
                <a:close/>
                <a:moveTo>
                  <a:pt x="666414" y="98080"/>
                </a:moveTo>
                <a:cubicBezTo>
                  <a:pt x="666414" y="104773"/>
                  <a:pt x="666925" y="108908"/>
                  <a:pt x="667949" y="110485"/>
                </a:cubicBezTo>
                <a:cubicBezTo>
                  <a:pt x="668972" y="112061"/>
                  <a:pt x="671392" y="113016"/>
                  <a:pt x="675209" y="113348"/>
                </a:cubicBezTo>
                <a:cubicBezTo>
                  <a:pt x="675652" y="113790"/>
                  <a:pt x="675887" y="114758"/>
                  <a:pt x="675915" y="116252"/>
                </a:cubicBezTo>
                <a:cubicBezTo>
                  <a:pt x="675942" y="117745"/>
                  <a:pt x="675707" y="118713"/>
                  <a:pt x="675209" y="119156"/>
                </a:cubicBezTo>
                <a:cubicBezTo>
                  <a:pt x="665473" y="118935"/>
                  <a:pt x="658863" y="118824"/>
                  <a:pt x="655378" y="118824"/>
                </a:cubicBezTo>
                <a:cubicBezTo>
                  <a:pt x="649348" y="118824"/>
                  <a:pt x="641576" y="118935"/>
                  <a:pt x="632061" y="119156"/>
                </a:cubicBezTo>
                <a:cubicBezTo>
                  <a:pt x="631618" y="118713"/>
                  <a:pt x="631397" y="117759"/>
                  <a:pt x="631397" y="116293"/>
                </a:cubicBezTo>
                <a:cubicBezTo>
                  <a:pt x="631397" y="114827"/>
                  <a:pt x="631618" y="113845"/>
                  <a:pt x="632061" y="113348"/>
                </a:cubicBezTo>
                <a:cubicBezTo>
                  <a:pt x="637482" y="112905"/>
                  <a:pt x="640884" y="111951"/>
                  <a:pt x="642267" y="110485"/>
                </a:cubicBezTo>
                <a:cubicBezTo>
                  <a:pt x="643650" y="109019"/>
                  <a:pt x="644342" y="104884"/>
                  <a:pt x="644342" y="98080"/>
                </a:cubicBezTo>
                <a:lnTo>
                  <a:pt x="644342" y="66299"/>
                </a:lnTo>
                <a:cubicBezTo>
                  <a:pt x="644342" y="61542"/>
                  <a:pt x="643692" y="58485"/>
                  <a:pt x="642392" y="57130"/>
                </a:cubicBezTo>
                <a:cubicBezTo>
                  <a:pt x="641092" y="55775"/>
                  <a:pt x="638063" y="54876"/>
                  <a:pt x="633306" y="54433"/>
                </a:cubicBezTo>
                <a:cubicBezTo>
                  <a:pt x="632642" y="52276"/>
                  <a:pt x="632503" y="50450"/>
                  <a:pt x="632891" y="48957"/>
                </a:cubicBezTo>
                <a:cubicBezTo>
                  <a:pt x="642516" y="47666"/>
                  <a:pt x="651920" y="45785"/>
                  <a:pt x="661103" y="43314"/>
                </a:cubicBezTo>
                <a:cubicBezTo>
                  <a:pt x="663592" y="43314"/>
                  <a:pt x="664920" y="44288"/>
                  <a:pt x="665086" y="46237"/>
                </a:cubicBezTo>
                <a:cubicBezTo>
                  <a:pt x="665584" y="49630"/>
                  <a:pt x="665943" y="53303"/>
                  <a:pt x="666165" y="57255"/>
                </a:cubicBezTo>
                <a:cubicBezTo>
                  <a:pt x="679662" y="47906"/>
                  <a:pt x="689094" y="43259"/>
                  <a:pt x="694460" y="43314"/>
                </a:cubicBezTo>
                <a:cubicBezTo>
                  <a:pt x="709507" y="43314"/>
                  <a:pt x="717030" y="52387"/>
                  <a:pt x="717030" y="70531"/>
                </a:cubicBezTo>
                <a:lnTo>
                  <a:pt x="717030" y="97084"/>
                </a:lnTo>
                <a:cubicBezTo>
                  <a:pt x="717030" y="103999"/>
                  <a:pt x="717860" y="108383"/>
                  <a:pt x="719519" y="110236"/>
                </a:cubicBezTo>
                <a:cubicBezTo>
                  <a:pt x="721179" y="112089"/>
                  <a:pt x="724719" y="113126"/>
                  <a:pt x="730141" y="113348"/>
                </a:cubicBezTo>
                <a:cubicBezTo>
                  <a:pt x="730694" y="113790"/>
                  <a:pt x="730970" y="114758"/>
                  <a:pt x="730970" y="116252"/>
                </a:cubicBezTo>
                <a:cubicBezTo>
                  <a:pt x="730970" y="117745"/>
                  <a:pt x="730694" y="118713"/>
                  <a:pt x="730141" y="119156"/>
                </a:cubicBezTo>
                <a:cubicBezTo>
                  <a:pt x="720404" y="118935"/>
                  <a:pt x="712356" y="118824"/>
                  <a:pt x="705994" y="118824"/>
                </a:cubicBezTo>
                <a:cubicBezTo>
                  <a:pt x="701679" y="118824"/>
                  <a:pt x="694764" y="118935"/>
                  <a:pt x="685250" y="119156"/>
                </a:cubicBezTo>
                <a:cubicBezTo>
                  <a:pt x="684696" y="118713"/>
                  <a:pt x="684420" y="117759"/>
                  <a:pt x="684420" y="116293"/>
                </a:cubicBezTo>
                <a:cubicBezTo>
                  <a:pt x="684420" y="114827"/>
                  <a:pt x="684696" y="113845"/>
                  <a:pt x="685250" y="113348"/>
                </a:cubicBezTo>
                <a:cubicBezTo>
                  <a:pt x="689011" y="113126"/>
                  <a:pt x="691570" y="112034"/>
                  <a:pt x="692925" y="110070"/>
                </a:cubicBezTo>
                <a:cubicBezTo>
                  <a:pt x="694280" y="108106"/>
                  <a:pt x="694958" y="103777"/>
                  <a:pt x="694958" y="97084"/>
                </a:cubicBezTo>
                <a:lnTo>
                  <a:pt x="694958" y="68706"/>
                </a:lnTo>
                <a:cubicBezTo>
                  <a:pt x="694958" y="60187"/>
                  <a:pt x="691003" y="55927"/>
                  <a:pt x="683092" y="55927"/>
                </a:cubicBezTo>
                <a:cubicBezTo>
                  <a:pt x="679718" y="55927"/>
                  <a:pt x="674158" y="58582"/>
                  <a:pt x="666414" y="63893"/>
                </a:cubicBezTo>
                <a:lnTo>
                  <a:pt x="666414" y="64225"/>
                </a:lnTo>
                <a:lnTo>
                  <a:pt x="666414" y="98080"/>
                </a:lnTo>
                <a:close/>
                <a:moveTo>
                  <a:pt x="761842" y="72025"/>
                </a:moveTo>
                <a:lnTo>
                  <a:pt x="784993" y="72025"/>
                </a:lnTo>
                <a:cubicBezTo>
                  <a:pt x="785214" y="71800"/>
                  <a:pt x="785325" y="70592"/>
                  <a:pt x="785325" y="68402"/>
                </a:cubicBezTo>
                <a:cubicBezTo>
                  <a:pt x="785325" y="62167"/>
                  <a:pt x="784218" y="57561"/>
                  <a:pt x="782006" y="54584"/>
                </a:cubicBezTo>
                <a:cubicBezTo>
                  <a:pt x="779793" y="51607"/>
                  <a:pt x="777276" y="50119"/>
                  <a:pt x="774455" y="50119"/>
                </a:cubicBezTo>
                <a:cubicBezTo>
                  <a:pt x="773182" y="50119"/>
                  <a:pt x="771647" y="50638"/>
                  <a:pt x="769849" y="51677"/>
                </a:cubicBezTo>
                <a:cubicBezTo>
                  <a:pt x="768052" y="52716"/>
                  <a:pt x="766516" y="54134"/>
                  <a:pt x="765244" y="55932"/>
                </a:cubicBezTo>
                <a:cubicBezTo>
                  <a:pt x="763197" y="59078"/>
                  <a:pt x="762063" y="64443"/>
                  <a:pt x="761842" y="72025"/>
                </a:cubicBezTo>
                <a:moveTo>
                  <a:pt x="804990" y="96889"/>
                </a:moveTo>
                <a:cubicBezTo>
                  <a:pt x="806705" y="96889"/>
                  <a:pt x="807563" y="98638"/>
                  <a:pt x="807563" y="102135"/>
                </a:cubicBezTo>
                <a:cubicBezTo>
                  <a:pt x="799154" y="114368"/>
                  <a:pt x="788561" y="120484"/>
                  <a:pt x="775782" y="120484"/>
                </a:cubicBezTo>
                <a:cubicBezTo>
                  <a:pt x="764663" y="120484"/>
                  <a:pt x="756006" y="117657"/>
                  <a:pt x="749810" y="112004"/>
                </a:cubicBezTo>
                <a:cubicBezTo>
                  <a:pt x="742564" y="105409"/>
                  <a:pt x="738940" y="96431"/>
                  <a:pt x="738940" y="85070"/>
                </a:cubicBezTo>
                <a:cubicBezTo>
                  <a:pt x="738940" y="72729"/>
                  <a:pt x="742757" y="62684"/>
                  <a:pt x="750391" y="54936"/>
                </a:cubicBezTo>
                <a:cubicBezTo>
                  <a:pt x="758025" y="47188"/>
                  <a:pt x="766655" y="43314"/>
                  <a:pt x="776280" y="43314"/>
                </a:cubicBezTo>
                <a:cubicBezTo>
                  <a:pt x="782310" y="43314"/>
                  <a:pt x="787413" y="44186"/>
                  <a:pt x="791590" y="45928"/>
                </a:cubicBezTo>
                <a:cubicBezTo>
                  <a:pt x="795766" y="47671"/>
                  <a:pt x="798905" y="50077"/>
                  <a:pt x="801008" y="53147"/>
                </a:cubicBezTo>
                <a:cubicBezTo>
                  <a:pt x="803110" y="56217"/>
                  <a:pt x="804617" y="59398"/>
                  <a:pt x="805530" y="62690"/>
                </a:cubicBezTo>
                <a:cubicBezTo>
                  <a:pt x="806443" y="65981"/>
                  <a:pt x="806899" y="69591"/>
                  <a:pt x="806899" y="73518"/>
                </a:cubicBezTo>
                <a:cubicBezTo>
                  <a:pt x="806899" y="77003"/>
                  <a:pt x="805267" y="78774"/>
                  <a:pt x="802003" y="78829"/>
                </a:cubicBezTo>
                <a:lnTo>
                  <a:pt x="761178" y="78829"/>
                </a:lnTo>
                <a:cubicBezTo>
                  <a:pt x="761178" y="79050"/>
                  <a:pt x="761151" y="79438"/>
                  <a:pt x="761095" y="79993"/>
                </a:cubicBezTo>
                <a:cubicBezTo>
                  <a:pt x="761040" y="80548"/>
                  <a:pt x="761012" y="81048"/>
                  <a:pt x="761012" y="81492"/>
                </a:cubicBezTo>
                <a:cubicBezTo>
                  <a:pt x="761012" y="89650"/>
                  <a:pt x="762879" y="95754"/>
                  <a:pt x="766613" y="99804"/>
                </a:cubicBezTo>
                <a:cubicBezTo>
                  <a:pt x="770347" y="103854"/>
                  <a:pt x="775616" y="105880"/>
                  <a:pt x="782421" y="105880"/>
                </a:cubicBezTo>
                <a:cubicBezTo>
                  <a:pt x="791603" y="105935"/>
                  <a:pt x="799127" y="102938"/>
                  <a:pt x="804990" y="96889"/>
                </a:cubicBezTo>
                <a:close/>
                <a:moveTo>
                  <a:pt x="939557" y="62596"/>
                </a:moveTo>
                <a:lnTo>
                  <a:pt x="950759" y="91019"/>
                </a:lnTo>
                <a:cubicBezTo>
                  <a:pt x="951090" y="91854"/>
                  <a:pt x="951491" y="92271"/>
                  <a:pt x="951962" y="92271"/>
                </a:cubicBezTo>
                <a:cubicBezTo>
                  <a:pt x="952432" y="92271"/>
                  <a:pt x="952833" y="91773"/>
                  <a:pt x="953165" y="90778"/>
                </a:cubicBezTo>
                <a:lnTo>
                  <a:pt x="962956" y="64051"/>
                </a:lnTo>
                <a:cubicBezTo>
                  <a:pt x="964726" y="59823"/>
                  <a:pt x="965141" y="56582"/>
                  <a:pt x="964201" y="54330"/>
                </a:cubicBezTo>
                <a:cubicBezTo>
                  <a:pt x="963260" y="52077"/>
                  <a:pt x="960605" y="50784"/>
                  <a:pt x="956235" y="50450"/>
                </a:cubicBezTo>
                <a:cubicBezTo>
                  <a:pt x="955792" y="50008"/>
                  <a:pt x="955571" y="49040"/>
                  <a:pt x="955571" y="47546"/>
                </a:cubicBezTo>
                <a:cubicBezTo>
                  <a:pt x="955571" y="46053"/>
                  <a:pt x="955792" y="45085"/>
                  <a:pt x="956235" y="44642"/>
                </a:cubicBezTo>
                <a:cubicBezTo>
                  <a:pt x="964643" y="44863"/>
                  <a:pt x="971254" y="44974"/>
                  <a:pt x="976067" y="44974"/>
                </a:cubicBezTo>
                <a:cubicBezTo>
                  <a:pt x="978556" y="44974"/>
                  <a:pt x="982318" y="44863"/>
                  <a:pt x="987352" y="44642"/>
                </a:cubicBezTo>
                <a:cubicBezTo>
                  <a:pt x="987905" y="45085"/>
                  <a:pt x="988181" y="46053"/>
                  <a:pt x="988181" y="47546"/>
                </a:cubicBezTo>
                <a:cubicBezTo>
                  <a:pt x="988181" y="49040"/>
                  <a:pt x="987905" y="50008"/>
                  <a:pt x="987352" y="50450"/>
                </a:cubicBezTo>
                <a:cubicBezTo>
                  <a:pt x="985803" y="50563"/>
                  <a:pt x="984392" y="50830"/>
                  <a:pt x="983120" y="51252"/>
                </a:cubicBezTo>
                <a:cubicBezTo>
                  <a:pt x="981848" y="51672"/>
                  <a:pt x="980727" y="52275"/>
                  <a:pt x="979759" y="53062"/>
                </a:cubicBezTo>
                <a:cubicBezTo>
                  <a:pt x="978791" y="53846"/>
                  <a:pt x="977948" y="54605"/>
                  <a:pt x="977228" y="55336"/>
                </a:cubicBezTo>
                <a:cubicBezTo>
                  <a:pt x="976509" y="56065"/>
                  <a:pt x="975804" y="57062"/>
                  <a:pt x="975112" y="58326"/>
                </a:cubicBezTo>
                <a:cubicBezTo>
                  <a:pt x="974421" y="59588"/>
                  <a:pt x="973882" y="60678"/>
                  <a:pt x="973494" y="61598"/>
                </a:cubicBezTo>
                <a:cubicBezTo>
                  <a:pt x="973107" y="62516"/>
                  <a:pt x="972582" y="63742"/>
                  <a:pt x="971918" y="65278"/>
                </a:cubicBezTo>
                <a:lnTo>
                  <a:pt x="951090" y="117276"/>
                </a:lnTo>
                <a:cubicBezTo>
                  <a:pt x="950095" y="119695"/>
                  <a:pt x="948131" y="120930"/>
                  <a:pt x="945199" y="120982"/>
                </a:cubicBezTo>
                <a:cubicBezTo>
                  <a:pt x="941714" y="120982"/>
                  <a:pt x="939501" y="119769"/>
                  <a:pt x="938561" y="117343"/>
                </a:cubicBezTo>
                <a:lnTo>
                  <a:pt x="922214" y="75033"/>
                </a:lnTo>
                <a:lnTo>
                  <a:pt x="906282" y="117165"/>
                </a:lnTo>
                <a:cubicBezTo>
                  <a:pt x="905287" y="119656"/>
                  <a:pt x="903185" y="120928"/>
                  <a:pt x="899976" y="120982"/>
                </a:cubicBezTo>
                <a:cubicBezTo>
                  <a:pt x="897155" y="120982"/>
                  <a:pt x="895274" y="119765"/>
                  <a:pt x="894334" y="117333"/>
                </a:cubicBezTo>
                <a:lnTo>
                  <a:pt x="873672" y="63543"/>
                </a:lnTo>
                <a:cubicBezTo>
                  <a:pt x="873506" y="63159"/>
                  <a:pt x="873313" y="62612"/>
                  <a:pt x="873091" y="61901"/>
                </a:cubicBezTo>
                <a:cubicBezTo>
                  <a:pt x="871487" y="57666"/>
                  <a:pt x="869966" y="54824"/>
                  <a:pt x="868528" y="53375"/>
                </a:cubicBezTo>
                <a:cubicBezTo>
                  <a:pt x="867089" y="51927"/>
                  <a:pt x="864268" y="50952"/>
                  <a:pt x="860064" y="50450"/>
                </a:cubicBezTo>
                <a:cubicBezTo>
                  <a:pt x="859621" y="50008"/>
                  <a:pt x="859386" y="49040"/>
                  <a:pt x="859359" y="47546"/>
                </a:cubicBezTo>
                <a:cubicBezTo>
                  <a:pt x="859331" y="46053"/>
                  <a:pt x="859566" y="45085"/>
                  <a:pt x="860064" y="44642"/>
                </a:cubicBezTo>
                <a:cubicBezTo>
                  <a:pt x="868472" y="44863"/>
                  <a:pt x="875442" y="44974"/>
                  <a:pt x="880974" y="44974"/>
                </a:cubicBezTo>
                <a:cubicBezTo>
                  <a:pt x="887447" y="44974"/>
                  <a:pt x="894859" y="44863"/>
                  <a:pt x="903212" y="44642"/>
                </a:cubicBezTo>
                <a:cubicBezTo>
                  <a:pt x="903655" y="45085"/>
                  <a:pt x="903876" y="46053"/>
                  <a:pt x="903876" y="47546"/>
                </a:cubicBezTo>
                <a:cubicBezTo>
                  <a:pt x="903876" y="49040"/>
                  <a:pt x="903655" y="50008"/>
                  <a:pt x="903212" y="50450"/>
                </a:cubicBezTo>
                <a:cubicBezTo>
                  <a:pt x="898566" y="50841"/>
                  <a:pt x="895910" y="51847"/>
                  <a:pt x="895246" y="53469"/>
                </a:cubicBezTo>
                <a:cubicBezTo>
                  <a:pt x="894583" y="55090"/>
                  <a:pt x="895025" y="57689"/>
                  <a:pt x="896574" y="61266"/>
                </a:cubicBezTo>
                <a:cubicBezTo>
                  <a:pt x="896795" y="61816"/>
                  <a:pt x="896961" y="62256"/>
                  <a:pt x="897072" y="62586"/>
                </a:cubicBezTo>
                <a:lnTo>
                  <a:pt x="906780" y="91449"/>
                </a:lnTo>
                <a:cubicBezTo>
                  <a:pt x="907112" y="92219"/>
                  <a:pt x="907444" y="92603"/>
                  <a:pt x="907776" y="92603"/>
                </a:cubicBezTo>
                <a:cubicBezTo>
                  <a:pt x="908108" y="92603"/>
                  <a:pt x="908385" y="92271"/>
                  <a:pt x="908606" y="91607"/>
                </a:cubicBezTo>
                <a:lnTo>
                  <a:pt x="924786" y="46895"/>
                </a:lnTo>
                <a:cubicBezTo>
                  <a:pt x="927608" y="47163"/>
                  <a:pt x="930789" y="47159"/>
                  <a:pt x="934329" y="46882"/>
                </a:cubicBezTo>
                <a:cubicBezTo>
                  <a:pt x="935712" y="51953"/>
                  <a:pt x="937454" y="57191"/>
                  <a:pt x="939557" y="62596"/>
                </a:cubicBezTo>
                <a:close/>
                <a:moveTo>
                  <a:pt x="1079688" y="97084"/>
                </a:moveTo>
                <a:cubicBezTo>
                  <a:pt x="1079688" y="103999"/>
                  <a:pt x="1080517" y="108383"/>
                  <a:pt x="1082177" y="110236"/>
                </a:cubicBezTo>
                <a:cubicBezTo>
                  <a:pt x="1083836" y="112089"/>
                  <a:pt x="1087377" y="113126"/>
                  <a:pt x="1092798" y="113348"/>
                </a:cubicBezTo>
                <a:cubicBezTo>
                  <a:pt x="1093351" y="113790"/>
                  <a:pt x="1093628" y="114758"/>
                  <a:pt x="1093628" y="116252"/>
                </a:cubicBezTo>
                <a:cubicBezTo>
                  <a:pt x="1093628" y="117745"/>
                  <a:pt x="1093351" y="118713"/>
                  <a:pt x="1092798" y="119156"/>
                </a:cubicBezTo>
                <a:cubicBezTo>
                  <a:pt x="1083062" y="118935"/>
                  <a:pt x="1075013" y="118824"/>
                  <a:pt x="1068652" y="118824"/>
                </a:cubicBezTo>
                <a:cubicBezTo>
                  <a:pt x="1064337" y="118824"/>
                  <a:pt x="1057422" y="118935"/>
                  <a:pt x="1047907" y="119156"/>
                </a:cubicBezTo>
                <a:cubicBezTo>
                  <a:pt x="1047354" y="118713"/>
                  <a:pt x="1047077" y="117759"/>
                  <a:pt x="1047077" y="116293"/>
                </a:cubicBezTo>
                <a:cubicBezTo>
                  <a:pt x="1047077" y="114827"/>
                  <a:pt x="1047354" y="113845"/>
                  <a:pt x="1047907" y="113348"/>
                </a:cubicBezTo>
                <a:cubicBezTo>
                  <a:pt x="1051669" y="113126"/>
                  <a:pt x="1054227" y="112034"/>
                  <a:pt x="1055583" y="110070"/>
                </a:cubicBezTo>
                <a:cubicBezTo>
                  <a:pt x="1056938" y="108106"/>
                  <a:pt x="1057615" y="103777"/>
                  <a:pt x="1057615" y="97084"/>
                </a:cubicBezTo>
                <a:lnTo>
                  <a:pt x="1057615" y="68706"/>
                </a:lnTo>
                <a:cubicBezTo>
                  <a:pt x="1057615" y="60187"/>
                  <a:pt x="1053384" y="55927"/>
                  <a:pt x="1044920" y="55927"/>
                </a:cubicBezTo>
                <a:cubicBezTo>
                  <a:pt x="1041214" y="55927"/>
                  <a:pt x="1035931" y="58112"/>
                  <a:pt x="1029071" y="62482"/>
                </a:cubicBezTo>
                <a:lnTo>
                  <a:pt x="1029071" y="97250"/>
                </a:lnTo>
                <a:cubicBezTo>
                  <a:pt x="1029071" y="103943"/>
                  <a:pt x="1029721" y="108244"/>
                  <a:pt x="1031021" y="110153"/>
                </a:cubicBezTo>
                <a:cubicBezTo>
                  <a:pt x="1032321" y="112061"/>
                  <a:pt x="1034907" y="113126"/>
                  <a:pt x="1038780" y="113348"/>
                </a:cubicBezTo>
                <a:cubicBezTo>
                  <a:pt x="1039333" y="113790"/>
                  <a:pt x="1039609" y="114758"/>
                  <a:pt x="1039609" y="116252"/>
                </a:cubicBezTo>
                <a:cubicBezTo>
                  <a:pt x="1039609" y="117745"/>
                  <a:pt x="1039333" y="118713"/>
                  <a:pt x="1038780" y="119156"/>
                </a:cubicBezTo>
                <a:cubicBezTo>
                  <a:pt x="1029043" y="118935"/>
                  <a:pt x="1022129" y="118824"/>
                  <a:pt x="1018035" y="118824"/>
                </a:cubicBezTo>
                <a:cubicBezTo>
                  <a:pt x="1011452" y="118824"/>
                  <a:pt x="1003403" y="118935"/>
                  <a:pt x="993889" y="119156"/>
                </a:cubicBezTo>
                <a:cubicBezTo>
                  <a:pt x="993335" y="118713"/>
                  <a:pt x="993059" y="117759"/>
                  <a:pt x="993059" y="116293"/>
                </a:cubicBezTo>
                <a:cubicBezTo>
                  <a:pt x="993059" y="114827"/>
                  <a:pt x="993335" y="113845"/>
                  <a:pt x="993889" y="113348"/>
                </a:cubicBezTo>
                <a:cubicBezTo>
                  <a:pt x="999310" y="113126"/>
                  <a:pt x="1002850" y="112088"/>
                  <a:pt x="1004510" y="110233"/>
                </a:cubicBezTo>
                <a:cubicBezTo>
                  <a:pt x="1006169" y="108378"/>
                  <a:pt x="1006999" y="104046"/>
                  <a:pt x="1006999" y="97237"/>
                </a:cubicBezTo>
                <a:lnTo>
                  <a:pt x="1006999" y="22746"/>
                </a:lnTo>
                <a:cubicBezTo>
                  <a:pt x="1006999" y="17099"/>
                  <a:pt x="1006432" y="13666"/>
                  <a:pt x="1005298" y="12449"/>
                </a:cubicBezTo>
                <a:cubicBezTo>
                  <a:pt x="1004164" y="11231"/>
                  <a:pt x="1000886" y="10400"/>
                  <a:pt x="995465" y="9957"/>
                </a:cubicBezTo>
                <a:cubicBezTo>
                  <a:pt x="994580" y="8329"/>
                  <a:pt x="994386" y="6503"/>
                  <a:pt x="994884" y="4481"/>
                </a:cubicBezTo>
                <a:cubicBezTo>
                  <a:pt x="1008935" y="3928"/>
                  <a:pt x="1019584" y="2434"/>
                  <a:pt x="1026831" y="0"/>
                </a:cubicBezTo>
                <a:cubicBezTo>
                  <a:pt x="1028656" y="0"/>
                  <a:pt x="1029569" y="747"/>
                  <a:pt x="1029569" y="2240"/>
                </a:cubicBezTo>
                <a:cubicBezTo>
                  <a:pt x="1029237" y="6457"/>
                  <a:pt x="1029071" y="12256"/>
                  <a:pt x="1029071" y="19637"/>
                </a:cubicBezTo>
                <a:lnTo>
                  <a:pt x="1029071" y="55675"/>
                </a:lnTo>
                <a:cubicBezTo>
                  <a:pt x="1042071" y="47435"/>
                  <a:pt x="1051420" y="43314"/>
                  <a:pt x="1057118" y="43314"/>
                </a:cubicBezTo>
                <a:cubicBezTo>
                  <a:pt x="1072164" y="43314"/>
                  <a:pt x="1079688" y="52387"/>
                  <a:pt x="1079688" y="70531"/>
                </a:cubicBezTo>
                <a:lnTo>
                  <a:pt x="1079688" y="97084"/>
                </a:lnTo>
                <a:close/>
                <a:moveTo>
                  <a:pt x="1133303" y="98041"/>
                </a:moveTo>
                <a:cubicBezTo>
                  <a:pt x="1133303" y="104862"/>
                  <a:pt x="1133981" y="109036"/>
                  <a:pt x="1135336" y="110563"/>
                </a:cubicBezTo>
                <a:cubicBezTo>
                  <a:pt x="1136691" y="112087"/>
                  <a:pt x="1140107" y="113016"/>
                  <a:pt x="1145584" y="113348"/>
                </a:cubicBezTo>
                <a:cubicBezTo>
                  <a:pt x="1146026" y="113790"/>
                  <a:pt x="1146247" y="114758"/>
                  <a:pt x="1146247" y="116252"/>
                </a:cubicBezTo>
                <a:cubicBezTo>
                  <a:pt x="1146247" y="117745"/>
                  <a:pt x="1146026" y="118713"/>
                  <a:pt x="1145584" y="119156"/>
                </a:cubicBezTo>
                <a:cubicBezTo>
                  <a:pt x="1135848" y="118935"/>
                  <a:pt x="1128075" y="118824"/>
                  <a:pt x="1122267" y="118824"/>
                </a:cubicBezTo>
                <a:cubicBezTo>
                  <a:pt x="1116237" y="118824"/>
                  <a:pt x="1108465" y="118935"/>
                  <a:pt x="1098950" y="119156"/>
                </a:cubicBezTo>
                <a:cubicBezTo>
                  <a:pt x="1098508" y="118713"/>
                  <a:pt x="1098286" y="117759"/>
                  <a:pt x="1098286" y="116293"/>
                </a:cubicBezTo>
                <a:cubicBezTo>
                  <a:pt x="1098286" y="114827"/>
                  <a:pt x="1098508" y="113845"/>
                  <a:pt x="1098950" y="113348"/>
                </a:cubicBezTo>
                <a:cubicBezTo>
                  <a:pt x="1104371" y="112903"/>
                  <a:pt x="1107773" y="111946"/>
                  <a:pt x="1109156" y="110477"/>
                </a:cubicBezTo>
                <a:cubicBezTo>
                  <a:pt x="1110539" y="109008"/>
                  <a:pt x="1111231" y="104861"/>
                  <a:pt x="1111231" y="98038"/>
                </a:cubicBezTo>
                <a:lnTo>
                  <a:pt x="1111231" y="65337"/>
                </a:lnTo>
                <a:cubicBezTo>
                  <a:pt x="1111231" y="60566"/>
                  <a:pt x="1110581" y="57501"/>
                  <a:pt x="1109281" y="56142"/>
                </a:cubicBezTo>
                <a:cubicBezTo>
                  <a:pt x="1107981" y="54783"/>
                  <a:pt x="1104952" y="53882"/>
                  <a:pt x="1100195" y="53438"/>
                </a:cubicBezTo>
                <a:cubicBezTo>
                  <a:pt x="1099531" y="51280"/>
                  <a:pt x="1099420" y="49455"/>
                  <a:pt x="1099863" y="47961"/>
                </a:cubicBezTo>
                <a:cubicBezTo>
                  <a:pt x="1117897" y="45624"/>
                  <a:pt x="1127965" y="44075"/>
                  <a:pt x="1130067" y="43314"/>
                </a:cubicBezTo>
                <a:cubicBezTo>
                  <a:pt x="1132667" y="43314"/>
                  <a:pt x="1133967" y="44265"/>
                  <a:pt x="1133967" y="46167"/>
                </a:cubicBezTo>
                <a:cubicBezTo>
                  <a:pt x="1133967" y="46276"/>
                  <a:pt x="1133967" y="46453"/>
                  <a:pt x="1133967" y="46698"/>
                </a:cubicBezTo>
                <a:cubicBezTo>
                  <a:pt x="1133967" y="46942"/>
                  <a:pt x="1133939" y="47435"/>
                  <a:pt x="1133884" y="48176"/>
                </a:cubicBezTo>
                <a:cubicBezTo>
                  <a:pt x="1133828" y="48918"/>
                  <a:pt x="1133773" y="49691"/>
                  <a:pt x="1133718" y="50495"/>
                </a:cubicBezTo>
                <a:cubicBezTo>
                  <a:pt x="1133662" y="51298"/>
                  <a:pt x="1133607" y="52283"/>
                  <a:pt x="1133552" y="53448"/>
                </a:cubicBezTo>
                <a:cubicBezTo>
                  <a:pt x="1133496" y="54613"/>
                  <a:pt x="1133455" y="55737"/>
                  <a:pt x="1133427" y="56819"/>
                </a:cubicBezTo>
                <a:cubicBezTo>
                  <a:pt x="1133400" y="57899"/>
                  <a:pt x="1133372" y="59091"/>
                  <a:pt x="1133344" y="60395"/>
                </a:cubicBezTo>
                <a:cubicBezTo>
                  <a:pt x="1133317" y="61698"/>
                  <a:pt x="1133303" y="62933"/>
                  <a:pt x="1133303" y="64098"/>
                </a:cubicBezTo>
                <a:lnTo>
                  <a:pt x="1133303" y="98041"/>
                </a:lnTo>
                <a:moveTo>
                  <a:pt x="1110401" y="17381"/>
                </a:moveTo>
                <a:cubicBezTo>
                  <a:pt x="1110401" y="14550"/>
                  <a:pt x="1111438" y="12079"/>
                  <a:pt x="1113513" y="9970"/>
                </a:cubicBezTo>
                <a:cubicBezTo>
                  <a:pt x="1115587" y="7860"/>
                  <a:pt x="1118505" y="6804"/>
                  <a:pt x="1122267" y="6804"/>
                </a:cubicBezTo>
                <a:cubicBezTo>
                  <a:pt x="1125531" y="6804"/>
                  <a:pt x="1128186" y="7970"/>
                  <a:pt x="1130233" y="10302"/>
                </a:cubicBezTo>
                <a:cubicBezTo>
                  <a:pt x="1132279" y="12634"/>
                  <a:pt x="1133303" y="15245"/>
                  <a:pt x="1133303" y="18133"/>
                </a:cubicBezTo>
                <a:cubicBezTo>
                  <a:pt x="1133303" y="20631"/>
                  <a:pt x="1132169" y="23019"/>
                  <a:pt x="1129901" y="25295"/>
                </a:cubicBezTo>
                <a:cubicBezTo>
                  <a:pt x="1127633" y="27572"/>
                  <a:pt x="1124756" y="28710"/>
                  <a:pt x="1121271" y="28710"/>
                </a:cubicBezTo>
                <a:cubicBezTo>
                  <a:pt x="1118007" y="28710"/>
                  <a:pt x="1115380" y="27558"/>
                  <a:pt x="1113388" y="25254"/>
                </a:cubicBezTo>
                <a:cubicBezTo>
                  <a:pt x="1111397" y="22949"/>
                  <a:pt x="1110401" y="20325"/>
                  <a:pt x="1110401" y="17381"/>
                </a:cubicBezTo>
                <a:close/>
                <a:moveTo>
                  <a:pt x="1220591" y="103945"/>
                </a:moveTo>
                <a:cubicBezTo>
                  <a:pt x="1217327" y="108734"/>
                  <a:pt x="1213026" y="112687"/>
                  <a:pt x="1207688" y="115806"/>
                </a:cubicBezTo>
                <a:cubicBezTo>
                  <a:pt x="1202349" y="118924"/>
                  <a:pt x="1197191" y="120484"/>
                  <a:pt x="1192212" y="120484"/>
                </a:cubicBezTo>
                <a:cubicBezTo>
                  <a:pt x="1180761" y="120484"/>
                  <a:pt x="1171938" y="117534"/>
                  <a:pt x="1165742" y="111634"/>
                </a:cubicBezTo>
                <a:cubicBezTo>
                  <a:pt x="1158717" y="105011"/>
                  <a:pt x="1155204" y="95939"/>
                  <a:pt x="1155204" y="84417"/>
                </a:cubicBezTo>
                <a:cubicBezTo>
                  <a:pt x="1155204" y="72233"/>
                  <a:pt x="1158883" y="62337"/>
                  <a:pt x="1166240" y="54729"/>
                </a:cubicBezTo>
                <a:cubicBezTo>
                  <a:pt x="1173598" y="47119"/>
                  <a:pt x="1182476" y="43314"/>
                  <a:pt x="1192876" y="43314"/>
                </a:cubicBezTo>
                <a:cubicBezTo>
                  <a:pt x="1201506" y="43314"/>
                  <a:pt x="1208282" y="45176"/>
                  <a:pt x="1213206" y="48900"/>
                </a:cubicBezTo>
                <a:cubicBezTo>
                  <a:pt x="1218129" y="52622"/>
                  <a:pt x="1220591" y="56633"/>
                  <a:pt x="1220591" y="60934"/>
                </a:cubicBezTo>
                <a:cubicBezTo>
                  <a:pt x="1220591" y="63636"/>
                  <a:pt x="1219719" y="65883"/>
                  <a:pt x="1217977" y="67676"/>
                </a:cubicBezTo>
                <a:cubicBezTo>
                  <a:pt x="1216234" y="69469"/>
                  <a:pt x="1213994" y="70365"/>
                  <a:pt x="1211256" y="70365"/>
                </a:cubicBezTo>
                <a:cubicBezTo>
                  <a:pt x="1208517" y="70365"/>
                  <a:pt x="1206139" y="69595"/>
                  <a:pt x="1204120" y="68055"/>
                </a:cubicBezTo>
                <a:cubicBezTo>
                  <a:pt x="1202100" y="66514"/>
                  <a:pt x="1200980" y="64596"/>
                  <a:pt x="1200759" y="62301"/>
                </a:cubicBezTo>
                <a:cubicBezTo>
                  <a:pt x="1200427" y="58995"/>
                  <a:pt x="1199487" y="56139"/>
                  <a:pt x="1197938" y="53731"/>
                </a:cubicBezTo>
                <a:cubicBezTo>
                  <a:pt x="1196389" y="51323"/>
                  <a:pt x="1194204" y="50119"/>
                  <a:pt x="1191383" y="50119"/>
                </a:cubicBezTo>
                <a:cubicBezTo>
                  <a:pt x="1181978" y="50119"/>
                  <a:pt x="1177276" y="59576"/>
                  <a:pt x="1177276" y="78492"/>
                </a:cubicBezTo>
                <a:cubicBezTo>
                  <a:pt x="1177276" y="87505"/>
                  <a:pt x="1179572" y="94738"/>
                  <a:pt x="1184163" y="100190"/>
                </a:cubicBezTo>
                <a:cubicBezTo>
                  <a:pt x="1188755" y="105643"/>
                  <a:pt x="1194342" y="108369"/>
                  <a:pt x="1200925" y="108369"/>
                </a:cubicBezTo>
                <a:cubicBezTo>
                  <a:pt x="1205572" y="108369"/>
                  <a:pt x="1211408" y="105115"/>
                  <a:pt x="1218433" y="98606"/>
                </a:cubicBezTo>
                <a:cubicBezTo>
                  <a:pt x="1219872" y="98661"/>
                  <a:pt x="1220591" y="100441"/>
                  <a:pt x="1220591" y="103945"/>
                </a:cubicBezTo>
                <a:close/>
                <a:moveTo>
                  <a:pt x="1315137" y="97084"/>
                </a:moveTo>
                <a:cubicBezTo>
                  <a:pt x="1315137" y="103999"/>
                  <a:pt x="1315967" y="108383"/>
                  <a:pt x="1317626" y="110236"/>
                </a:cubicBezTo>
                <a:cubicBezTo>
                  <a:pt x="1319286" y="112089"/>
                  <a:pt x="1322826" y="113126"/>
                  <a:pt x="1328247" y="113348"/>
                </a:cubicBezTo>
                <a:cubicBezTo>
                  <a:pt x="1328801" y="113790"/>
                  <a:pt x="1329077" y="114758"/>
                  <a:pt x="1329077" y="116252"/>
                </a:cubicBezTo>
                <a:cubicBezTo>
                  <a:pt x="1329077" y="117745"/>
                  <a:pt x="1328801" y="118713"/>
                  <a:pt x="1328247" y="119156"/>
                </a:cubicBezTo>
                <a:cubicBezTo>
                  <a:pt x="1318511" y="118935"/>
                  <a:pt x="1310463" y="118824"/>
                  <a:pt x="1304101" y="118824"/>
                </a:cubicBezTo>
                <a:cubicBezTo>
                  <a:pt x="1299786" y="118824"/>
                  <a:pt x="1292871" y="118935"/>
                  <a:pt x="1283356" y="119156"/>
                </a:cubicBezTo>
                <a:cubicBezTo>
                  <a:pt x="1282803" y="118713"/>
                  <a:pt x="1282527" y="117759"/>
                  <a:pt x="1282527" y="116293"/>
                </a:cubicBezTo>
                <a:cubicBezTo>
                  <a:pt x="1282527" y="114827"/>
                  <a:pt x="1282803" y="113845"/>
                  <a:pt x="1283356" y="113348"/>
                </a:cubicBezTo>
                <a:cubicBezTo>
                  <a:pt x="1287118" y="113126"/>
                  <a:pt x="1289677" y="112034"/>
                  <a:pt x="1291032" y="110070"/>
                </a:cubicBezTo>
                <a:cubicBezTo>
                  <a:pt x="1292387" y="108106"/>
                  <a:pt x="1293065" y="103777"/>
                  <a:pt x="1293065" y="97084"/>
                </a:cubicBezTo>
                <a:lnTo>
                  <a:pt x="1293065" y="68706"/>
                </a:lnTo>
                <a:cubicBezTo>
                  <a:pt x="1293065" y="60187"/>
                  <a:pt x="1288833" y="55927"/>
                  <a:pt x="1280369" y="55927"/>
                </a:cubicBezTo>
                <a:cubicBezTo>
                  <a:pt x="1276663" y="55927"/>
                  <a:pt x="1271380" y="58112"/>
                  <a:pt x="1264521" y="62482"/>
                </a:cubicBezTo>
                <a:lnTo>
                  <a:pt x="1264521" y="97250"/>
                </a:lnTo>
                <a:cubicBezTo>
                  <a:pt x="1264521" y="103943"/>
                  <a:pt x="1265171" y="108244"/>
                  <a:pt x="1266471" y="110153"/>
                </a:cubicBezTo>
                <a:cubicBezTo>
                  <a:pt x="1267771" y="112061"/>
                  <a:pt x="1270357" y="113126"/>
                  <a:pt x="1274229" y="113348"/>
                </a:cubicBezTo>
                <a:cubicBezTo>
                  <a:pt x="1274782" y="113790"/>
                  <a:pt x="1275059" y="114758"/>
                  <a:pt x="1275059" y="116252"/>
                </a:cubicBezTo>
                <a:cubicBezTo>
                  <a:pt x="1275059" y="117745"/>
                  <a:pt x="1274782" y="118713"/>
                  <a:pt x="1274229" y="119156"/>
                </a:cubicBezTo>
                <a:cubicBezTo>
                  <a:pt x="1264493" y="118935"/>
                  <a:pt x="1257578" y="118824"/>
                  <a:pt x="1253485" y="118824"/>
                </a:cubicBezTo>
                <a:cubicBezTo>
                  <a:pt x="1246902" y="118824"/>
                  <a:pt x="1238853" y="118935"/>
                  <a:pt x="1229338" y="119156"/>
                </a:cubicBezTo>
                <a:cubicBezTo>
                  <a:pt x="1228785" y="118713"/>
                  <a:pt x="1228508" y="117759"/>
                  <a:pt x="1228508" y="116293"/>
                </a:cubicBezTo>
                <a:cubicBezTo>
                  <a:pt x="1228508" y="114827"/>
                  <a:pt x="1228785" y="113845"/>
                  <a:pt x="1229338" y="113348"/>
                </a:cubicBezTo>
                <a:cubicBezTo>
                  <a:pt x="1234759" y="113126"/>
                  <a:pt x="1238300" y="112088"/>
                  <a:pt x="1239959" y="110233"/>
                </a:cubicBezTo>
                <a:cubicBezTo>
                  <a:pt x="1241619" y="108378"/>
                  <a:pt x="1242448" y="104046"/>
                  <a:pt x="1242448" y="97237"/>
                </a:cubicBezTo>
                <a:lnTo>
                  <a:pt x="1242448" y="22746"/>
                </a:lnTo>
                <a:cubicBezTo>
                  <a:pt x="1242448" y="17099"/>
                  <a:pt x="1241881" y="13666"/>
                  <a:pt x="1240747" y="12449"/>
                </a:cubicBezTo>
                <a:cubicBezTo>
                  <a:pt x="1239613" y="11231"/>
                  <a:pt x="1236336" y="10400"/>
                  <a:pt x="1230915" y="9957"/>
                </a:cubicBezTo>
                <a:cubicBezTo>
                  <a:pt x="1230029" y="8329"/>
                  <a:pt x="1229836" y="6503"/>
                  <a:pt x="1230334" y="4481"/>
                </a:cubicBezTo>
                <a:cubicBezTo>
                  <a:pt x="1244385" y="3928"/>
                  <a:pt x="1255033" y="2434"/>
                  <a:pt x="1262280" y="0"/>
                </a:cubicBezTo>
                <a:cubicBezTo>
                  <a:pt x="1264106" y="0"/>
                  <a:pt x="1265018" y="747"/>
                  <a:pt x="1265018" y="2240"/>
                </a:cubicBezTo>
                <a:cubicBezTo>
                  <a:pt x="1264687" y="6457"/>
                  <a:pt x="1264521" y="12256"/>
                  <a:pt x="1264521" y="19637"/>
                </a:cubicBezTo>
                <a:lnTo>
                  <a:pt x="1264521" y="55675"/>
                </a:lnTo>
                <a:cubicBezTo>
                  <a:pt x="1277520" y="47435"/>
                  <a:pt x="1286869" y="43314"/>
                  <a:pt x="1292567" y="43314"/>
                </a:cubicBezTo>
                <a:cubicBezTo>
                  <a:pt x="1307614" y="43314"/>
                  <a:pt x="1315137" y="52387"/>
                  <a:pt x="1315137" y="70531"/>
                </a:cubicBezTo>
                <a:lnTo>
                  <a:pt x="1315137" y="9708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plugintoenable">
            <a:extLst xmlns:a="http://schemas.openxmlformats.org/drawingml/2006/main">
              <a:ext uri="{FF2B5EF4-FFF2-40B4-BE49-F238E27FC236}">
                <a16:creationId xmlns:a16="http://schemas.microsoft.com/office/drawing/2014/main" id="{16AD5214-B52E-46C2-9F65-7437CB2F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363" y="1713886"/>
            <a:ext cx="1238145" cy="159317"/>
          </a:xfrm>
          <a:custGeom xmlns:a="http://schemas.openxmlformats.org/drawingml/2006/main">
            <a:pathLst>
              <a:path w="1238145" h="159317">
                <a:moveTo>
                  <a:pt x="13110" y="66299"/>
                </a:moveTo>
                <a:cubicBezTo>
                  <a:pt x="13110" y="61542"/>
                  <a:pt x="12447" y="58485"/>
                  <a:pt x="11119" y="57130"/>
                </a:cubicBezTo>
                <a:cubicBezTo>
                  <a:pt x="9791" y="55775"/>
                  <a:pt x="6749" y="54876"/>
                  <a:pt x="1991" y="54433"/>
                </a:cubicBezTo>
                <a:cubicBezTo>
                  <a:pt x="1328" y="52276"/>
                  <a:pt x="1217" y="50450"/>
                  <a:pt x="1660" y="48957"/>
                </a:cubicBezTo>
                <a:cubicBezTo>
                  <a:pt x="11285" y="47666"/>
                  <a:pt x="20689" y="45785"/>
                  <a:pt x="29872" y="43314"/>
                </a:cubicBezTo>
                <a:cubicBezTo>
                  <a:pt x="32361" y="43314"/>
                  <a:pt x="33661" y="44289"/>
                  <a:pt x="33772" y="46239"/>
                </a:cubicBezTo>
                <a:cubicBezTo>
                  <a:pt x="34104" y="48748"/>
                  <a:pt x="34408" y="51590"/>
                  <a:pt x="34685" y="54765"/>
                </a:cubicBezTo>
                <a:lnTo>
                  <a:pt x="35680" y="54765"/>
                </a:lnTo>
                <a:cubicBezTo>
                  <a:pt x="38944" y="51813"/>
                  <a:pt x="42540" y="49166"/>
                  <a:pt x="46468" y="46825"/>
                </a:cubicBezTo>
                <a:cubicBezTo>
                  <a:pt x="50395" y="44485"/>
                  <a:pt x="53493" y="43314"/>
                  <a:pt x="55761" y="43314"/>
                </a:cubicBezTo>
                <a:cubicBezTo>
                  <a:pt x="65608" y="43314"/>
                  <a:pt x="73352" y="46153"/>
                  <a:pt x="78995" y="51830"/>
                </a:cubicBezTo>
                <a:cubicBezTo>
                  <a:pt x="82148" y="55002"/>
                  <a:pt x="84637" y="59052"/>
                  <a:pt x="86463" y="63978"/>
                </a:cubicBezTo>
                <a:cubicBezTo>
                  <a:pt x="88288" y="68905"/>
                  <a:pt x="89201" y="73817"/>
                  <a:pt x="89201" y="78715"/>
                </a:cubicBezTo>
                <a:cubicBezTo>
                  <a:pt x="89201" y="91232"/>
                  <a:pt x="85315" y="101324"/>
                  <a:pt x="77543" y="108989"/>
                </a:cubicBezTo>
                <a:cubicBezTo>
                  <a:pt x="69770" y="116652"/>
                  <a:pt x="59440" y="120484"/>
                  <a:pt x="46551" y="120484"/>
                </a:cubicBezTo>
                <a:cubicBezTo>
                  <a:pt x="42678" y="120484"/>
                  <a:pt x="38889" y="119587"/>
                  <a:pt x="35183" y="117795"/>
                </a:cubicBezTo>
                <a:lnTo>
                  <a:pt x="35183" y="137551"/>
                </a:lnTo>
                <a:cubicBezTo>
                  <a:pt x="35183" y="144329"/>
                  <a:pt x="35860" y="148477"/>
                  <a:pt x="37216" y="149993"/>
                </a:cubicBezTo>
                <a:cubicBezTo>
                  <a:pt x="38571" y="151509"/>
                  <a:pt x="41959" y="152459"/>
                  <a:pt x="47380" y="152845"/>
                </a:cubicBezTo>
                <a:cubicBezTo>
                  <a:pt x="47933" y="153294"/>
                  <a:pt x="48210" y="154263"/>
                  <a:pt x="48210" y="155749"/>
                </a:cubicBezTo>
                <a:cubicBezTo>
                  <a:pt x="48210" y="157236"/>
                  <a:pt x="47933" y="158204"/>
                  <a:pt x="47380" y="158653"/>
                </a:cubicBezTo>
                <a:cubicBezTo>
                  <a:pt x="37644" y="158429"/>
                  <a:pt x="29900" y="158316"/>
                  <a:pt x="24147" y="158316"/>
                </a:cubicBezTo>
                <a:cubicBezTo>
                  <a:pt x="18117" y="158316"/>
                  <a:pt x="10345" y="158429"/>
                  <a:pt x="830" y="158653"/>
                </a:cubicBezTo>
                <a:cubicBezTo>
                  <a:pt x="277" y="158204"/>
                  <a:pt x="0" y="157236"/>
                  <a:pt x="0" y="155749"/>
                </a:cubicBezTo>
                <a:cubicBezTo>
                  <a:pt x="0" y="154263"/>
                  <a:pt x="277" y="153294"/>
                  <a:pt x="830" y="152845"/>
                </a:cubicBezTo>
                <a:cubicBezTo>
                  <a:pt x="6251" y="152402"/>
                  <a:pt x="9653" y="151434"/>
                  <a:pt x="11036" y="149941"/>
                </a:cubicBezTo>
                <a:cubicBezTo>
                  <a:pt x="12419" y="148447"/>
                  <a:pt x="13110" y="144298"/>
                  <a:pt x="13110" y="137494"/>
                </a:cubicBezTo>
                <a:lnTo>
                  <a:pt x="13110" y="66299"/>
                </a:lnTo>
                <a:moveTo>
                  <a:pt x="35183" y="108089"/>
                </a:moveTo>
                <a:cubicBezTo>
                  <a:pt x="38668" y="111871"/>
                  <a:pt x="42125" y="113735"/>
                  <a:pt x="45555" y="113679"/>
                </a:cubicBezTo>
                <a:cubicBezTo>
                  <a:pt x="52359" y="113679"/>
                  <a:pt x="57365" y="110690"/>
                  <a:pt x="60574" y="104710"/>
                </a:cubicBezTo>
                <a:cubicBezTo>
                  <a:pt x="63782" y="98729"/>
                  <a:pt x="65386" y="91594"/>
                  <a:pt x="65386" y="83304"/>
                </a:cubicBezTo>
                <a:cubicBezTo>
                  <a:pt x="65386" y="74070"/>
                  <a:pt x="63865" y="67005"/>
                  <a:pt x="60823" y="62109"/>
                </a:cubicBezTo>
                <a:cubicBezTo>
                  <a:pt x="57780" y="57213"/>
                  <a:pt x="54267" y="54765"/>
                  <a:pt x="50285" y="54765"/>
                </a:cubicBezTo>
                <a:cubicBezTo>
                  <a:pt x="48127" y="54765"/>
                  <a:pt x="45638" y="55363"/>
                  <a:pt x="42817" y="56560"/>
                </a:cubicBezTo>
                <a:cubicBezTo>
                  <a:pt x="39995" y="57756"/>
                  <a:pt x="37423" y="59411"/>
                  <a:pt x="35100" y="61525"/>
                </a:cubicBezTo>
                <a:cubicBezTo>
                  <a:pt x="35155" y="62471"/>
                  <a:pt x="35183" y="63389"/>
                  <a:pt x="35183" y="64279"/>
                </a:cubicBezTo>
                <a:lnTo>
                  <a:pt x="35183" y="108089"/>
                </a:lnTo>
                <a:close/>
                <a:moveTo>
                  <a:pt x="111723" y="97237"/>
                </a:moveTo>
                <a:lnTo>
                  <a:pt x="111723" y="22746"/>
                </a:lnTo>
                <a:cubicBezTo>
                  <a:pt x="111723" y="17099"/>
                  <a:pt x="111156" y="13666"/>
                  <a:pt x="110022" y="12449"/>
                </a:cubicBezTo>
                <a:cubicBezTo>
                  <a:pt x="108888" y="11231"/>
                  <a:pt x="105610" y="10400"/>
                  <a:pt x="100189" y="9957"/>
                </a:cubicBezTo>
                <a:cubicBezTo>
                  <a:pt x="99304" y="8329"/>
                  <a:pt x="99110" y="6503"/>
                  <a:pt x="99608" y="4481"/>
                </a:cubicBezTo>
                <a:cubicBezTo>
                  <a:pt x="113659" y="3928"/>
                  <a:pt x="124308" y="2434"/>
                  <a:pt x="131554" y="0"/>
                </a:cubicBezTo>
                <a:cubicBezTo>
                  <a:pt x="133380" y="0"/>
                  <a:pt x="134293" y="747"/>
                  <a:pt x="134293" y="2240"/>
                </a:cubicBezTo>
                <a:cubicBezTo>
                  <a:pt x="133961" y="6452"/>
                  <a:pt x="133795" y="12241"/>
                  <a:pt x="133795" y="19609"/>
                </a:cubicBezTo>
                <a:lnTo>
                  <a:pt x="133795" y="97227"/>
                </a:lnTo>
                <a:cubicBezTo>
                  <a:pt x="133795" y="104041"/>
                  <a:pt x="134611" y="108377"/>
                  <a:pt x="136243" y="110233"/>
                </a:cubicBezTo>
                <a:cubicBezTo>
                  <a:pt x="137875" y="112088"/>
                  <a:pt x="141429" y="113126"/>
                  <a:pt x="146905" y="113348"/>
                </a:cubicBezTo>
                <a:cubicBezTo>
                  <a:pt x="147459" y="113790"/>
                  <a:pt x="147735" y="114758"/>
                  <a:pt x="147735" y="116252"/>
                </a:cubicBezTo>
                <a:cubicBezTo>
                  <a:pt x="147735" y="117745"/>
                  <a:pt x="147459" y="118713"/>
                  <a:pt x="146905" y="119156"/>
                </a:cubicBezTo>
                <a:cubicBezTo>
                  <a:pt x="137169" y="118935"/>
                  <a:pt x="129120" y="118824"/>
                  <a:pt x="122759" y="118824"/>
                </a:cubicBezTo>
                <a:cubicBezTo>
                  <a:pt x="116176" y="118824"/>
                  <a:pt x="108127" y="118935"/>
                  <a:pt x="98612" y="119156"/>
                </a:cubicBezTo>
                <a:cubicBezTo>
                  <a:pt x="98059" y="118713"/>
                  <a:pt x="97783" y="117759"/>
                  <a:pt x="97783" y="116293"/>
                </a:cubicBezTo>
                <a:cubicBezTo>
                  <a:pt x="97783" y="114827"/>
                  <a:pt x="98059" y="113845"/>
                  <a:pt x="98612" y="113348"/>
                </a:cubicBezTo>
                <a:cubicBezTo>
                  <a:pt x="104033" y="113126"/>
                  <a:pt x="107574" y="112088"/>
                  <a:pt x="109233" y="110233"/>
                </a:cubicBezTo>
                <a:cubicBezTo>
                  <a:pt x="110893" y="108378"/>
                  <a:pt x="111723" y="104046"/>
                  <a:pt x="111723" y="97237"/>
                </a:cubicBezTo>
                <a:close/>
                <a:moveTo>
                  <a:pt x="236656" y="96171"/>
                </a:moveTo>
                <a:cubicBezTo>
                  <a:pt x="236656" y="101039"/>
                  <a:pt x="237375" y="104344"/>
                  <a:pt x="238813" y="106087"/>
                </a:cubicBezTo>
                <a:cubicBezTo>
                  <a:pt x="240252" y="107830"/>
                  <a:pt x="243239" y="108922"/>
                  <a:pt x="247775" y="109365"/>
                </a:cubicBezTo>
                <a:cubicBezTo>
                  <a:pt x="248439" y="111522"/>
                  <a:pt x="248549" y="113348"/>
                  <a:pt x="248107" y="114841"/>
                </a:cubicBezTo>
                <a:cubicBezTo>
                  <a:pt x="238481" y="116133"/>
                  <a:pt x="229077" y="118013"/>
                  <a:pt x="219894" y="120484"/>
                </a:cubicBezTo>
                <a:cubicBezTo>
                  <a:pt x="217405" y="120484"/>
                  <a:pt x="216105" y="119535"/>
                  <a:pt x="215995" y="117639"/>
                </a:cubicBezTo>
                <a:cubicBezTo>
                  <a:pt x="215718" y="115464"/>
                  <a:pt x="215441" y="112955"/>
                  <a:pt x="215165" y="110111"/>
                </a:cubicBezTo>
                <a:cubicBezTo>
                  <a:pt x="210020" y="113010"/>
                  <a:pt x="204765" y="115464"/>
                  <a:pt x="199399" y="117473"/>
                </a:cubicBezTo>
                <a:cubicBezTo>
                  <a:pt x="194033" y="119480"/>
                  <a:pt x="189857" y="120484"/>
                  <a:pt x="186869" y="120484"/>
                </a:cubicBezTo>
                <a:cubicBezTo>
                  <a:pt x="172376" y="120484"/>
                  <a:pt x="165129" y="111411"/>
                  <a:pt x="165129" y="93267"/>
                </a:cubicBezTo>
                <a:lnTo>
                  <a:pt x="165129" y="66714"/>
                </a:lnTo>
                <a:cubicBezTo>
                  <a:pt x="165129" y="60021"/>
                  <a:pt x="164313" y="55692"/>
                  <a:pt x="162681" y="53728"/>
                </a:cubicBezTo>
                <a:cubicBezTo>
                  <a:pt x="161049" y="51764"/>
                  <a:pt x="158076" y="50672"/>
                  <a:pt x="153761" y="50450"/>
                </a:cubicBezTo>
                <a:cubicBezTo>
                  <a:pt x="153319" y="50008"/>
                  <a:pt x="153097" y="49040"/>
                  <a:pt x="153097" y="47546"/>
                </a:cubicBezTo>
                <a:cubicBezTo>
                  <a:pt x="153097" y="46053"/>
                  <a:pt x="153319" y="45085"/>
                  <a:pt x="153761" y="44642"/>
                </a:cubicBezTo>
                <a:cubicBezTo>
                  <a:pt x="163497" y="44863"/>
                  <a:pt x="170965" y="44974"/>
                  <a:pt x="176165" y="44974"/>
                </a:cubicBezTo>
                <a:cubicBezTo>
                  <a:pt x="178544" y="44974"/>
                  <a:pt x="181780" y="44863"/>
                  <a:pt x="185874" y="44642"/>
                </a:cubicBezTo>
                <a:cubicBezTo>
                  <a:pt x="186980" y="45748"/>
                  <a:pt x="187561" y="47685"/>
                  <a:pt x="187616" y="50450"/>
                </a:cubicBezTo>
                <a:cubicBezTo>
                  <a:pt x="187616" y="50893"/>
                  <a:pt x="187561" y="52304"/>
                  <a:pt x="187450" y="54682"/>
                </a:cubicBezTo>
                <a:cubicBezTo>
                  <a:pt x="187340" y="57061"/>
                  <a:pt x="187284" y="61072"/>
                  <a:pt x="187284" y="66714"/>
                </a:cubicBezTo>
                <a:lnTo>
                  <a:pt x="187284" y="95092"/>
                </a:lnTo>
                <a:cubicBezTo>
                  <a:pt x="187284" y="100514"/>
                  <a:pt x="188238" y="103999"/>
                  <a:pt x="190147" y="105548"/>
                </a:cubicBezTo>
                <a:cubicBezTo>
                  <a:pt x="192055" y="107097"/>
                  <a:pt x="195056" y="107871"/>
                  <a:pt x="199150" y="107871"/>
                </a:cubicBezTo>
                <a:cubicBezTo>
                  <a:pt x="204627" y="107871"/>
                  <a:pt x="209827" y="106350"/>
                  <a:pt x="214750" y="103307"/>
                </a:cubicBezTo>
                <a:cubicBezTo>
                  <a:pt x="214695" y="102422"/>
                  <a:pt x="214653" y="101551"/>
                  <a:pt x="214625" y="100693"/>
                </a:cubicBezTo>
                <a:cubicBezTo>
                  <a:pt x="214598" y="99836"/>
                  <a:pt x="214584" y="99020"/>
                  <a:pt x="214584" y="98246"/>
                </a:cubicBezTo>
                <a:lnTo>
                  <a:pt x="214584" y="66714"/>
                </a:lnTo>
                <a:cubicBezTo>
                  <a:pt x="214584" y="59910"/>
                  <a:pt x="213851" y="55609"/>
                  <a:pt x="212385" y="53811"/>
                </a:cubicBezTo>
                <a:cubicBezTo>
                  <a:pt x="210919" y="52013"/>
                  <a:pt x="207863" y="50893"/>
                  <a:pt x="203216" y="50450"/>
                </a:cubicBezTo>
                <a:cubicBezTo>
                  <a:pt x="202663" y="50008"/>
                  <a:pt x="202386" y="49040"/>
                  <a:pt x="202386" y="47546"/>
                </a:cubicBezTo>
                <a:cubicBezTo>
                  <a:pt x="202386" y="46053"/>
                  <a:pt x="202663" y="45085"/>
                  <a:pt x="203216" y="44642"/>
                </a:cubicBezTo>
                <a:cubicBezTo>
                  <a:pt x="212952" y="44863"/>
                  <a:pt x="220420" y="44974"/>
                  <a:pt x="225620" y="44974"/>
                </a:cubicBezTo>
                <a:cubicBezTo>
                  <a:pt x="227777" y="44974"/>
                  <a:pt x="231014" y="44863"/>
                  <a:pt x="235328" y="44642"/>
                </a:cubicBezTo>
                <a:cubicBezTo>
                  <a:pt x="236435" y="45748"/>
                  <a:pt x="237016" y="47685"/>
                  <a:pt x="237071" y="50450"/>
                </a:cubicBezTo>
                <a:cubicBezTo>
                  <a:pt x="237071" y="50893"/>
                  <a:pt x="237002" y="52304"/>
                  <a:pt x="236863" y="54682"/>
                </a:cubicBezTo>
                <a:cubicBezTo>
                  <a:pt x="236725" y="57061"/>
                  <a:pt x="236656" y="61072"/>
                  <a:pt x="236656" y="66714"/>
                </a:cubicBezTo>
                <a:lnTo>
                  <a:pt x="236656" y="96171"/>
                </a:lnTo>
                <a:close/>
                <a:moveTo>
                  <a:pt x="301024" y="69769"/>
                </a:moveTo>
                <a:cubicBezTo>
                  <a:pt x="301024" y="56613"/>
                  <a:pt x="297235" y="50063"/>
                  <a:pt x="289656" y="50119"/>
                </a:cubicBezTo>
                <a:cubicBezTo>
                  <a:pt x="286282" y="50119"/>
                  <a:pt x="283820" y="51396"/>
                  <a:pt x="282271" y="53951"/>
                </a:cubicBezTo>
                <a:cubicBezTo>
                  <a:pt x="280722" y="56506"/>
                  <a:pt x="279948" y="60828"/>
                  <a:pt x="279948" y="66916"/>
                </a:cubicBezTo>
                <a:cubicBezTo>
                  <a:pt x="279948" y="80832"/>
                  <a:pt x="283903" y="87790"/>
                  <a:pt x="291814" y="87790"/>
                </a:cubicBezTo>
                <a:cubicBezTo>
                  <a:pt x="294524" y="87790"/>
                  <a:pt x="296737" y="86595"/>
                  <a:pt x="298452" y="84204"/>
                </a:cubicBezTo>
                <a:cubicBezTo>
                  <a:pt x="300167" y="81812"/>
                  <a:pt x="301024" y="77000"/>
                  <a:pt x="301024" y="69769"/>
                </a:cubicBezTo>
                <a:moveTo>
                  <a:pt x="281441" y="123139"/>
                </a:moveTo>
                <a:cubicBezTo>
                  <a:pt x="278178" y="123139"/>
                  <a:pt x="275688" y="122807"/>
                  <a:pt x="273973" y="122143"/>
                </a:cubicBezTo>
                <a:cubicBezTo>
                  <a:pt x="272701" y="124435"/>
                  <a:pt x="272093" y="128854"/>
                  <a:pt x="272148" y="135399"/>
                </a:cubicBezTo>
                <a:cubicBezTo>
                  <a:pt x="272148" y="139985"/>
                  <a:pt x="273932" y="143984"/>
                  <a:pt x="277500" y="147394"/>
                </a:cubicBezTo>
                <a:cubicBezTo>
                  <a:pt x="281068" y="150807"/>
                  <a:pt x="285563" y="152513"/>
                  <a:pt x="290984" y="152513"/>
                </a:cubicBezTo>
                <a:cubicBezTo>
                  <a:pt x="295188" y="152513"/>
                  <a:pt x="299047" y="152289"/>
                  <a:pt x="302559" y="151841"/>
                </a:cubicBezTo>
                <a:cubicBezTo>
                  <a:pt x="306072" y="151394"/>
                  <a:pt x="309018" y="150498"/>
                  <a:pt x="311396" y="149155"/>
                </a:cubicBezTo>
                <a:cubicBezTo>
                  <a:pt x="314052" y="147644"/>
                  <a:pt x="316098" y="145364"/>
                  <a:pt x="317537" y="142315"/>
                </a:cubicBezTo>
                <a:cubicBezTo>
                  <a:pt x="318975" y="139267"/>
                  <a:pt x="319694" y="136092"/>
                  <a:pt x="319694" y="132790"/>
                </a:cubicBezTo>
                <a:cubicBezTo>
                  <a:pt x="319694" y="126356"/>
                  <a:pt x="306943" y="123139"/>
                  <a:pt x="281441" y="123139"/>
                </a:cubicBezTo>
                <a:moveTo>
                  <a:pt x="331062" y="51612"/>
                </a:moveTo>
                <a:cubicBezTo>
                  <a:pt x="329126" y="51612"/>
                  <a:pt x="327425" y="51004"/>
                  <a:pt x="325959" y="49787"/>
                </a:cubicBezTo>
                <a:cubicBezTo>
                  <a:pt x="324493" y="48568"/>
                  <a:pt x="323539" y="47282"/>
                  <a:pt x="323096" y="45928"/>
                </a:cubicBezTo>
                <a:cubicBezTo>
                  <a:pt x="322432" y="44573"/>
                  <a:pt x="321354" y="43923"/>
                  <a:pt x="319860" y="43978"/>
                </a:cubicBezTo>
                <a:cubicBezTo>
                  <a:pt x="318975" y="43978"/>
                  <a:pt x="317481" y="44607"/>
                  <a:pt x="315379" y="45863"/>
                </a:cubicBezTo>
                <a:cubicBezTo>
                  <a:pt x="313277" y="47120"/>
                  <a:pt x="311894" y="48158"/>
                  <a:pt x="311230" y="48978"/>
                </a:cubicBezTo>
                <a:cubicBezTo>
                  <a:pt x="318256" y="54655"/>
                  <a:pt x="321769" y="61423"/>
                  <a:pt x="321769" y="69281"/>
                </a:cubicBezTo>
                <a:cubicBezTo>
                  <a:pt x="321769" y="76419"/>
                  <a:pt x="318989" y="82423"/>
                  <a:pt x="313429" y="87293"/>
                </a:cubicBezTo>
                <a:cubicBezTo>
                  <a:pt x="307870" y="92161"/>
                  <a:pt x="300388" y="94595"/>
                  <a:pt x="290984" y="94595"/>
                </a:cubicBezTo>
                <a:cubicBezTo>
                  <a:pt x="285286" y="94595"/>
                  <a:pt x="281137" y="93955"/>
                  <a:pt x="278537" y="92676"/>
                </a:cubicBezTo>
                <a:cubicBezTo>
                  <a:pt x="278427" y="92902"/>
                  <a:pt x="278108" y="93553"/>
                  <a:pt x="277583" y="94628"/>
                </a:cubicBezTo>
                <a:cubicBezTo>
                  <a:pt x="277057" y="95704"/>
                  <a:pt x="276670" y="96652"/>
                  <a:pt x="276421" y="97473"/>
                </a:cubicBezTo>
                <a:cubicBezTo>
                  <a:pt x="276172" y="98292"/>
                  <a:pt x="276048" y="99126"/>
                  <a:pt x="276048" y="99975"/>
                </a:cubicBezTo>
                <a:cubicBezTo>
                  <a:pt x="276048" y="104797"/>
                  <a:pt x="278593" y="107207"/>
                  <a:pt x="283682" y="107207"/>
                </a:cubicBezTo>
                <a:cubicBezTo>
                  <a:pt x="292201" y="107207"/>
                  <a:pt x="301038" y="107652"/>
                  <a:pt x="310193" y="108540"/>
                </a:cubicBezTo>
                <a:cubicBezTo>
                  <a:pt x="319348" y="109427"/>
                  <a:pt x="325420" y="110841"/>
                  <a:pt x="328407" y="112782"/>
                </a:cubicBezTo>
                <a:cubicBezTo>
                  <a:pt x="334049" y="116665"/>
                  <a:pt x="336871" y="121852"/>
                  <a:pt x="336871" y="128343"/>
                </a:cubicBezTo>
                <a:cubicBezTo>
                  <a:pt x="336871" y="137177"/>
                  <a:pt x="331574" y="144547"/>
                  <a:pt x="320980" y="150454"/>
                </a:cubicBezTo>
                <a:cubicBezTo>
                  <a:pt x="310387" y="156363"/>
                  <a:pt x="298811" y="159317"/>
                  <a:pt x="286254" y="159317"/>
                </a:cubicBezTo>
                <a:cubicBezTo>
                  <a:pt x="274250" y="159317"/>
                  <a:pt x="265565" y="157464"/>
                  <a:pt x="260199" y="153758"/>
                </a:cubicBezTo>
                <a:cubicBezTo>
                  <a:pt x="255774" y="150715"/>
                  <a:pt x="253589" y="145100"/>
                  <a:pt x="253644" y="136913"/>
                </a:cubicBezTo>
                <a:cubicBezTo>
                  <a:pt x="253644" y="135309"/>
                  <a:pt x="255248" y="132585"/>
                  <a:pt x="258457" y="128740"/>
                </a:cubicBezTo>
                <a:cubicBezTo>
                  <a:pt x="261665" y="124895"/>
                  <a:pt x="264984" y="121950"/>
                  <a:pt x="268414" y="119903"/>
                </a:cubicBezTo>
                <a:cubicBezTo>
                  <a:pt x="265150" y="118907"/>
                  <a:pt x="262827" y="117331"/>
                  <a:pt x="261444" y="115173"/>
                </a:cubicBezTo>
                <a:cubicBezTo>
                  <a:pt x="259950" y="112905"/>
                  <a:pt x="259203" y="110305"/>
                  <a:pt x="259203" y="107373"/>
                </a:cubicBezTo>
                <a:cubicBezTo>
                  <a:pt x="259203" y="105733"/>
                  <a:pt x="260683" y="103102"/>
                  <a:pt x="263643" y="99480"/>
                </a:cubicBezTo>
                <a:cubicBezTo>
                  <a:pt x="266602" y="95858"/>
                  <a:pt x="269603" y="92718"/>
                  <a:pt x="272646" y="90059"/>
                </a:cubicBezTo>
                <a:cubicBezTo>
                  <a:pt x="268663" y="87869"/>
                  <a:pt x="265482" y="84776"/>
                  <a:pt x="263103" y="80781"/>
                </a:cubicBezTo>
                <a:cubicBezTo>
                  <a:pt x="260725" y="76785"/>
                  <a:pt x="259535" y="72679"/>
                  <a:pt x="259535" y="68464"/>
                </a:cubicBezTo>
                <a:cubicBezTo>
                  <a:pt x="259535" y="60331"/>
                  <a:pt x="263380" y="53746"/>
                  <a:pt x="271069" y="48711"/>
                </a:cubicBezTo>
                <a:cubicBezTo>
                  <a:pt x="276601" y="45058"/>
                  <a:pt x="283295" y="43259"/>
                  <a:pt x="291150" y="43314"/>
                </a:cubicBezTo>
                <a:cubicBezTo>
                  <a:pt x="298175" y="43314"/>
                  <a:pt x="302933" y="44003"/>
                  <a:pt x="305422" y="45381"/>
                </a:cubicBezTo>
                <a:cubicBezTo>
                  <a:pt x="308243" y="42852"/>
                  <a:pt x="311784" y="40520"/>
                  <a:pt x="316043" y="38385"/>
                </a:cubicBezTo>
                <a:cubicBezTo>
                  <a:pt x="320303" y="36250"/>
                  <a:pt x="324175" y="35183"/>
                  <a:pt x="327660" y="35183"/>
                </a:cubicBezTo>
                <a:cubicBezTo>
                  <a:pt x="330703" y="35183"/>
                  <a:pt x="333289" y="36091"/>
                  <a:pt x="335418" y="37908"/>
                </a:cubicBezTo>
                <a:cubicBezTo>
                  <a:pt x="337548" y="39723"/>
                  <a:pt x="338613" y="41539"/>
                  <a:pt x="338613" y="43356"/>
                </a:cubicBezTo>
                <a:cubicBezTo>
                  <a:pt x="338558" y="48860"/>
                  <a:pt x="336041" y="51612"/>
                  <a:pt x="331062" y="51612"/>
                </a:cubicBezTo>
                <a:close/>
                <a:moveTo>
                  <a:pt x="380708" y="98041"/>
                </a:moveTo>
                <a:cubicBezTo>
                  <a:pt x="380708" y="104862"/>
                  <a:pt x="381385" y="109036"/>
                  <a:pt x="382741" y="110563"/>
                </a:cubicBezTo>
                <a:cubicBezTo>
                  <a:pt x="384096" y="112087"/>
                  <a:pt x="387512" y="113016"/>
                  <a:pt x="392988" y="113348"/>
                </a:cubicBezTo>
                <a:cubicBezTo>
                  <a:pt x="393431" y="113790"/>
                  <a:pt x="393652" y="114758"/>
                  <a:pt x="393652" y="116252"/>
                </a:cubicBezTo>
                <a:cubicBezTo>
                  <a:pt x="393652" y="117745"/>
                  <a:pt x="393431" y="118713"/>
                  <a:pt x="392988" y="119156"/>
                </a:cubicBezTo>
                <a:cubicBezTo>
                  <a:pt x="383252" y="118935"/>
                  <a:pt x="375480" y="118824"/>
                  <a:pt x="369672" y="118824"/>
                </a:cubicBezTo>
                <a:cubicBezTo>
                  <a:pt x="363642" y="118824"/>
                  <a:pt x="355870" y="118935"/>
                  <a:pt x="346355" y="119156"/>
                </a:cubicBezTo>
                <a:cubicBezTo>
                  <a:pt x="345912" y="118713"/>
                  <a:pt x="345691" y="117759"/>
                  <a:pt x="345691" y="116293"/>
                </a:cubicBezTo>
                <a:cubicBezTo>
                  <a:pt x="345691" y="114827"/>
                  <a:pt x="345912" y="113845"/>
                  <a:pt x="346355" y="113348"/>
                </a:cubicBezTo>
                <a:cubicBezTo>
                  <a:pt x="351776" y="112903"/>
                  <a:pt x="355178" y="111946"/>
                  <a:pt x="356561" y="110477"/>
                </a:cubicBezTo>
                <a:cubicBezTo>
                  <a:pt x="357944" y="109008"/>
                  <a:pt x="358635" y="104861"/>
                  <a:pt x="358635" y="98038"/>
                </a:cubicBezTo>
                <a:lnTo>
                  <a:pt x="358635" y="65337"/>
                </a:lnTo>
                <a:cubicBezTo>
                  <a:pt x="358635" y="60566"/>
                  <a:pt x="357986" y="57501"/>
                  <a:pt x="356686" y="56142"/>
                </a:cubicBezTo>
                <a:cubicBezTo>
                  <a:pt x="355386" y="54783"/>
                  <a:pt x="352357" y="53882"/>
                  <a:pt x="347599" y="53438"/>
                </a:cubicBezTo>
                <a:cubicBezTo>
                  <a:pt x="346936" y="51280"/>
                  <a:pt x="346825" y="49455"/>
                  <a:pt x="347268" y="47961"/>
                </a:cubicBezTo>
                <a:cubicBezTo>
                  <a:pt x="365301" y="45624"/>
                  <a:pt x="375369" y="44075"/>
                  <a:pt x="377471" y="43314"/>
                </a:cubicBezTo>
                <a:cubicBezTo>
                  <a:pt x="380071" y="43314"/>
                  <a:pt x="381371" y="44265"/>
                  <a:pt x="381371" y="46167"/>
                </a:cubicBezTo>
                <a:cubicBezTo>
                  <a:pt x="381371" y="46276"/>
                  <a:pt x="381371" y="46453"/>
                  <a:pt x="381371" y="46698"/>
                </a:cubicBezTo>
                <a:cubicBezTo>
                  <a:pt x="381371" y="46942"/>
                  <a:pt x="381344" y="47435"/>
                  <a:pt x="381288" y="48176"/>
                </a:cubicBezTo>
                <a:cubicBezTo>
                  <a:pt x="381233" y="48918"/>
                  <a:pt x="381178" y="49691"/>
                  <a:pt x="381122" y="50495"/>
                </a:cubicBezTo>
                <a:cubicBezTo>
                  <a:pt x="381067" y="51298"/>
                  <a:pt x="381012" y="52283"/>
                  <a:pt x="380957" y="53448"/>
                </a:cubicBezTo>
                <a:cubicBezTo>
                  <a:pt x="380901" y="54613"/>
                  <a:pt x="380860" y="55737"/>
                  <a:pt x="380832" y="56819"/>
                </a:cubicBezTo>
                <a:cubicBezTo>
                  <a:pt x="380804" y="57899"/>
                  <a:pt x="380777" y="59091"/>
                  <a:pt x="380749" y="60395"/>
                </a:cubicBezTo>
                <a:cubicBezTo>
                  <a:pt x="380721" y="61698"/>
                  <a:pt x="380708" y="62933"/>
                  <a:pt x="380708" y="64098"/>
                </a:cubicBezTo>
                <a:lnTo>
                  <a:pt x="380708" y="98041"/>
                </a:lnTo>
                <a:moveTo>
                  <a:pt x="357806" y="17381"/>
                </a:moveTo>
                <a:cubicBezTo>
                  <a:pt x="357806" y="14550"/>
                  <a:pt x="358843" y="12079"/>
                  <a:pt x="360917" y="9970"/>
                </a:cubicBezTo>
                <a:cubicBezTo>
                  <a:pt x="362992" y="7860"/>
                  <a:pt x="365910" y="6804"/>
                  <a:pt x="369672" y="6804"/>
                </a:cubicBezTo>
                <a:cubicBezTo>
                  <a:pt x="372935" y="6804"/>
                  <a:pt x="375591" y="7970"/>
                  <a:pt x="377637" y="10302"/>
                </a:cubicBezTo>
                <a:cubicBezTo>
                  <a:pt x="379684" y="12634"/>
                  <a:pt x="380708" y="15245"/>
                  <a:pt x="380708" y="18133"/>
                </a:cubicBezTo>
                <a:cubicBezTo>
                  <a:pt x="380708" y="20631"/>
                  <a:pt x="379574" y="23019"/>
                  <a:pt x="377305" y="25295"/>
                </a:cubicBezTo>
                <a:cubicBezTo>
                  <a:pt x="375037" y="27572"/>
                  <a:pt x="372161" y="28710"/>
                  <a:pt x="368676" y="28710"/>
                </a:cubicBezTo>
                <a:cubicBezTo>
                  <a:pt x="365412" y="28710"/>
                  <a:pt x="362784" y="27558"/>
                  <a:pt x="360793" y="25254"/>
                </a:cubicBezTo>
                <a:cubicBezTo>
                  <a:pt x="358801" y="22949"/>
                  <a:pt x="357806" y="20325"/>
                  <a:pt x="357806" y="17381"/>
                </a:cubicBezTo>
                <a:close/>
                <a:moveTo>
                  <a:pt x="434849" y="98080"/>
                </a:moveTo>
                <a:cubicBezTo>
                  <a:pt x="434849" y="104773"/>
                  <a:pt x="435360" y="108908"/>
                  <a:pt x="436384" y="110485"/>
                </a:cubicBezTo>
                <a:cubicBezTo>
                  <a:pt x="437407" y="112061"/>
                  <a:pt x="439827" y="113016"/>
                  <a:pt x="443644" y="113348"/>
                </a:cubicBezTo>
                <a:cubicBezTo>
                  <a:pt x="444087" y="113790"/>
                  <a:pt x="444322" y="114758"/>
                  <a:pt x="444350" y="116252"/>
                </a:cubicBezTo>
                <a:cubicBezTo>
                  <a:pt x="444377" y="117745"/>
                  <a:pt x="444142" y="118713"/>
                  <a:pt x="443644" y="119156"/>
                </a:cubicBezTo>
                <a:cubicBezTo>
                  <a:pt x="433908" y="118935"/>
                  <a:pt x="427298" y="118824"/>
                  <a:pt x="423813" y="118824"/>
                </a:cubicBezTo>
                <a:cubicBezTo>
                  <a:pt x="417783" y="118824"/>
                  <a:pt x="410011" y="118935"/>
                  <a:pt x="400496" y="119156"/>
                </a:cubicBezTo>
                <a:cubicBezTo>
                  <a:pt x="400053" y="118713"/>
                  <a:pt x="399832" y="117759"/>
                  <a:pt x="399832" y="116293"/>
                </a:cubicBezTo>
                <a:cubicBezTo>
                  <a:pt x="399832" y="114827"/>
                  <a:pt x="400053" y="113845"/>
                  <a:pt x="400496" y="113348"/>
                </a:cubicBezTo>
                <a:cubicBezTo>
                  <a:pt x="405917" y="112905"/>
                  <a:pt x="409319" y="111951"/>
                  <a:pt x="410702" y="110485"/>
                </a:cubicBezTo>
                <a:cubicBezTo>
                  <a:pt x="412085" y="109019"/>
                  <a:pt x="412777" y="104884"/>
                  <a:pt x="412777" y="98080"/>
                </a:cubicBezTo>
                <a:lnTo>
                  <a:pt x="412777" y="66299"/>
                </a:lnTo>
                <a:cubicBezTo>
                  <a:pt x="412777" y="61542"/>
                  <a:pt x="412127" y="58485"/>
                  <a:pt x="410827" y="57130"/>
                </a:cubicBezTo>
                <a:cubicBezTo>
                  <a:pt x="409527" y="55775"/>
                  <a:pt x="406498" y="54876"/>
                  <a:pt x="401740" y="54433"/>
                </a:cubicBezTo>
                <a:cubicBezTo>
                  <a:pt x="401077" y="52276"/>
                  <a:pt x="400938" y="50450"/>
                  <a:pt x="401326" y="48957"/>
                </a:cubicBezTo>
                <a:cubicBezTo>
                  <a:pt x="410951" y="47666"/>
                  <a:pt x="420355" y="45785"/>
                  <a:pt x="429538" y="43314"/>
                </a:cubicBezTo>
                <a:cubicBezTo>
                  <a:pt x="432027" y="43314"/>
                  <a:pt x="433355" y="44288"/>
                  <a:pt x="433521" y="46237"/>
                </a:cubicBezTo>
                <a:cubicBezTo>
                  <a:pt x="434019" y="49630"/>
                  <a:pt x="434378" y="53303"/>
                  <a:pt x="434600" y="57255"/>
                </a:cubicBezTo>
                <a:cubicBezTo>
                  <a:pt x="448097" y="47906"/>
                  <a:pt x="457529" y="43259"/>
                  <a:pt x="462895" y="43314"/>
                </a:cubicBezTo>
                <a:cubicBezTo>
                  <a:pt x="477942" y="43314"/>
                  <a:pt x="485465" y="52387"/>
                  <a:pt x="485465" y="70531"/>
                </a:cubicBezTo>
                <a:lnTo>
                  <a:pt x="485465" y="97084"/>
                </a:lnTo>
                <a:cubicBezTo>
                  <a:pt x="485465" y="103999"/>
                  <a:pt x="486295" y="108383"/>
                  <a:pt x="487954" y="110236"/>
                </a:cubicBezTo>
                <a:cubicBezTo>
                  <a:pt x="489614" y="112089"/>
                  <a:pt x="493154" y="113126"/>
                  <a:pt x="498575" y="113348"/>
                </a:cubicBezTo>
                <a:cubicBezTo>
                  <a:pt x="499129" y="113790"/>
                  <a:pt x="499405" y="114758"/>
                  <a:pt x="499405" y="116252"/>
                </a:cubicBezTo>
                <a:cubicBezTo>
                  <a:pt x="499405" y="117745"/>
                  <a:pt x="499129" y="118713"/>
                  <a:pt x="498575" y="119156"/>
                </a:cubicBezTo>
                <a:cubicBezTo>
                  <a:pt x="488839" y="118935"/>
                  <a:pt x="480791" y="118824"/>
                  <a:pt x="474429" y="118824"/>
                </a:cubicBezTo>
                <a:cubicBezTo>
                  <a:pt x="470114" y="118824"/>
                  <a:pt x="463199" y="118935"/>
                  <a:pt x="453685" y="119156"/>
                </a:cubicBezTo>
                <a:cubicBezTo>
                  <a:pt x="453131" y="118713"/>
                  <a:pt x="452855" y="117759"/>
                  <a:pt x="452855" y="116293"/>
                </a:cubicBezTo>
                <a:cubicBezTo>
                  <a:pt x="452855" y="114827"/>
                  <a:pt x="453131" y="113845"/>
                  <a:pt x="453685" y="113348"/>
                </a:cubicBezTo>
                <a:cubicBezTo>
                  <a:pt x="457446" y="113126"/>
                  <a:pt x="460005" y="112034"/>
                  <a:pt x="461360" y="110070"/>
                </a:cubicBezTo>
                <a:cubicBezTo>
                  <a:pt x="462715" y="108106"/>
                  <a:pt x="463393" y="103777"/>
                  <a:pt x="463393" y="97084"/>
                </a:cubicBezTo>
                <a:lnTo>
                  <a:pt x="463393" y="68706"/>
                </a:lnTo>
                <a:cubicBezTo>
                  <a:pt x="463393" y="60187"/>
                  <a:pt x="459438" y="55927"/>
                  <a:pt x="451527" y="55927"/>
                </a:cubicBezTo>
                <a:cubicBezTo>
                  <a:pt x="448153" y="55927"/>
                  <a:pt x="442593" y="58582"/>
                  <a:pt x="434849" y="63893"/>
                </a:cubicBezTo>
                <a:lnTo>
                  <a:pt x="434849" y="64225"/>
                </a:lnTo>
                <a:lnTo>
                  <a:pt x="434849" y="98080"/>
                </a:lnTo>
                <a:close/>
                <a:moveTo>
                  <a:pt x="558132" y="44974"/>
                </a:moveTo>
                <a:lnTo>
                  <a:pt x="562862" y="44974"/>
                </a:lnTo>
                <a:cubicBezTo>
                  <a:pt x="562862" y="33559"/>
                  <a:pt x="563498" y="27025"/>
                  <a:pt x="564770" y="25370"/>
                </a:cubicBezTo>
                <a:cubicBezTo>
                  <a:pt x="565102" y="24930"/>
                  <a:pt x="565780" y="24489"/>
                  <a:pt x="566803" y="24048"/>
                </a:cubicBezTo>
                <a:cubicBezTo>
                  <a:pt x="567826" y="23605"/>
                  <a:pt x="569085" y="23150"/>
                  <a:pt x="570579" y="22681"/>
                </a:cubicBezTo>
                <a:cubicBezTo>
                  <a:pt x="572072" y="22213"/>
                  <a:pt x="573123" y="21840"/>
                  <a:pt x="573732" y="21564"/>
                </a:cubicBezTo>
                <a:cubicBezTo>
                  <a:pt x="575059" y="21012"/>
                  <a:pt x="576954" y="20379"/>
                  <a:pt x="579416" y="19663"/>
                </a:cubicBezTo>
                <a:cubicBezTo>
                  <a:pt x="581877" y="18946"/>
                  <a:pt x="583412" y="18587"/>
                  <a:pt x="584021" y="18587"/>
                </a:cubicBezTo>
                <a:cubicBezTo>
                  <a:pt x="584906" y="18587"/>
                  <a:pt x="585349" y="19083"/>
                  <a:pt x="585349" y="20075"/>
                </a:cubicBezTo>
                <a:cubicBezTo>
                  <a:pt x="585017" y="25370"/>
                  <a:pt x="584712" y="31768"/>
                  <a:pt x="584436" y="39267"/>
                </a:cubicBezTo>
                <a:lnTo>
                  <a:pt x="584270" y="44974"/>
                </a:lnTo>
                <a:lnTo>
                  <a:pt x="604185" y="44974"/>
                </a:lnTo>
                <a:cubicBezTo>
                  <a:pt x="605070" y="44974"/>
                  <a:pt x="605512" y="45309"/>
                  <a:pt x="605512" y="45980"/>
                </a:cubicBezTo>
                <a:lnTo>
                  <a:pt x="605512" y="51342"/>
                </a:lnTo>
                <a:cubicBezTo>
                  <a:pt x="605512" y="52850"/>
                  <a:pt x="604157" y="53604"/>
                  <a:pt x="601446" y="53604"/>
                </a:cubicBezTo>
                <a:lnTo>
                  <a:pt x="584270" y="53604"/>
                </a:lnTo>
                <a:cubicBezTo>
                  <a:pt x="584270" y="59955"/>
                  <a:pt x="584298" y="68267"/>
                  <a:pt x="584353" y="78541"/>
                </a:cubicBezTo>
                <a:cubicBezTo>
                  <a:pt x="584408" y="88815"/>
                  <a:pt x="584436" y="95029"/>
                  <a:pt x="584436" y="97185"/>
                </a:cubicBezTo>
                <a:cubicBezTo>
                  <a:pt x="584436" y="101161"/>
                  <a:pt x="585155" y="104047"/>
                  <a:pt x="586593" y="105843"/>
                </a:cubicBezTo>
                <a:cubicBezTo>
                  <a:pt x="588032" y="107638"/>
                  <a:pt x="589829" y="108535"/>
                  <a:pt x="591987" y="108535"/>
                </a:cubicBezTo>
                <a:cubicBezTo>
                  <a:pt x="596412" y="108535"/>
                  <a:pt x="599621" y="107734"/>
                  <a:pt x="601612" y="106131"/>
                </a:cubicBezTo>
                <a:cubicBezTo>
                  <a:pt x="603659" y="107851"/>
                  <a:pt x="604682" y="109460"/>
                  <a:pt x="604682" y="110957"/>
                </a:cubicBezTo>
                <a:cubicBezTo>
                  <a:pt x="602857" y="113463"/>
                  <a:pt x="599690" y="115678"/>
                  <a:pt x="595181" y="117600"/>
                </a:cubicBezTo>
                <a:cubicBezTo>
                  <a:pt x="590673" y="119523"/>
                  <a:pt x="586151" y="120484"/>
                  <a:pt x="581615" y="120484"/>
                </a:cubicBezTo>
                <a:cubicBezTo>
                  <a:pt x="575972" y="120484"/>
                  <a:pt x="571270" y="118907"/>
                  <a:pt x="567508" y="115754"/>
                </a:cubicBezTo>
                <a:cubicBezTo>
                  <a:pt x="564134" y="112822"/>
                  <a:pt x="562419" y="107899"/>
                  <a:pt x="562364" y="100984"/>
                </a:cubicBezTo>
                <a:cubicBezTo>
                  <a:pt x="562364" y="84222"/>
                  <a:pt x="562530" y="68429"/>
                  <a:pt x="562862" y="53604"/>
                </a:cubicBezTo>
                <a:lnTo>
                  <a:pt x="551826" y="53604"/>
                </a:lnTo>
                <a:cubicBezTo>
                  <a:pt x="551272" y="53604"/>
                  <a:pt x="550996" y="53241"/>
                  <a:pt x="550996" y="52515"/>
                </a:cubicBezTo>
                <a:lnTo>
                  <a:pt x="550996" y="47572"/>
                </a:lnTo>
                <a:cubicBezTo>
                  <a:pt x="552932" y="45840"/>
                  <a:pt x="555311" y="44974"/>
                  <a:pt x="558132" y="44974"/>
                </a:cubicBezTo>
                <a:close/>
                <a:moveTo>
                  <a:pt x="652495" y="50119"/>
                </a:moveTo>
                <a:cubicBezTo>
                  <a:pt x="643091" y="50119"/>
                  <a:pt x="638389" y="60027"/>
                  <a:pt x="638389" y="79843"/>
                </a:cubicBezTo>
                <a:cubicBezTo>
                  <a:pt x="638389" y="87734"/>
                  <a:pt x="640062" y="95347"/>
                  <a:pt x="643409" y="102680"/>
                </a:cubicBezTo>
                <a:cubicBezTo>
                  <a:pt x="646756" y="110013"/>
                  <a:pt x="651555" y="113679"/>
                  <a:pt x="657806" y="113679"/>
                </a:cubicBezTo>
                <a:cubicBezTo>
                  <a:pt x="661567" y="113679"/>
                  <a:pt x="664859" y="111651"/>
                  <a:pt x="667680" y="107594"/>
                </a:cubicBezTo>
                <a:cubicBezTo>
                  <a:pt x="670501" y="103535"/>
                  <a:pt x="671912" y="96859"/>
                  <a:pt x="671912" y="87567"/>
                </a:cubicBezTo>
                <a:cubicBezTo>
                  <a:pt x="671912" y="75868"/>
                  <a:pt x="670142" y="66701"/>
                  <a:pt x="666601" y="60068"/>
                </a:cubicBezTo>
                <a:cubicBezTo>
                  <a:pt x="663061" y="53435"/>
                  <a:pt x="658359" y="50119"/>
                  <a:pt x="652495" y="50119"/>
                </a:cubicBezTo>
                <a:moveTo>
                  <a:pt x="614657" y="83621"/>
                </a:moveTo>
                <a:cubicBezTo>
                  <a:pt x="614657" y="72263"/>
                  <a:pt x="617755" y="63010"/>
                  <a:pt x="623951" y="55862"/>
                </a:cubicBezTo>
                <a:cubicBezTo>
                  <a:pt x="631253" y="47442"/>
                  <a:pt x="641680" y="43259"/>
                  <a:pt x="655233" y="43314"/>
                </a:cubicBezTo>
                <a:cubicBezTo>
                  <a:pt x="667569" y="43314"/>
                  <a:pt x="677402" y="46942"/>
                  <a:pt x="684732" y="54197"/>
                </a:cubicBezTo>
                <a:cubicBezTo>
                  <a:pt x="692062" y="61453"/>
                  <a:pt x="695726" y="70757"/>
                  <a:pt x="695726" y="82109"/>
                </a:cubicBezTo>
                <a:cubicBezTo>
                  <a:pt x="695726" y="94347"/>
                  <a:pt x="691854" y="103926"/>
                  <a:pt x="684109" y="110848"/>
                </a:cubicBezTo>
                <a:cubicBezTo>
                  <a:pt x="676863" y="117327"/>
                  <a:pt x="667182" y="120539"/>
                  <a:pt x="655067" y="120484"/>
                </a:cubicBezTo>
                <a:cubicBezTo>
                  <a:pt x="643506" y="120484"/>
                  <a:pt x="633880" y="117094"/>
                  <a:pt x="626191" y="110314"/>
                </a:cubicBezTo>
                <a:cubicBezTo>
                  <a:pt x="618502" y="103534"/>
                  <a:pt x="614657" y="94636"/>
                  <a:pt x="614657" y="83621"/>
                </a:cubicBezTo>
                <a:close/>
                <a:moveTo>
                  <a:pt x="773765" y="72025"/>
                </a:moveTo>
                <a:lnTo>
                  <a:pt x="796915" y="72025"/>
                </a:lnTo>
                <a:cubicBezTo>
                  <a:pt x="797137" y="71800"/>
                  <a:pt x="797247" y="70592"/>
                  <a:pt x="797247" y="68402"/>
                </a:cubicBezTo>
                <a:cubicBezTo>
                  <a:pt x="797247" y="62167"/>
                  <a:pt x="796141" y="57561"/>
                  <a:pt x="793928" y="54584"/>
                </a:cubicBezTo>
                <a:cubicBezTo>
                  <a:pt x="791715" y="51607"/>
                  <a:pt x="789198" y="50119"/>
                  <a:pt x="786377" y="50119"/>
                </a:cubicBezTo>
                <a:cubicBezTo>
                  <a:pt x="785105" y="50119"/>
                  <a:pt x="783570" y="50638"/>
                  <a:pt x="781772" y="51677"/>
                </a:cubicBezTo>
                <a:cubicBezTo>
                  <a:pt x="779974" y="52716"/>
                  <a:pt x="778439" y="54134"/>
                  <a:pt x="777167" y="55932"/>
                </a:cubicBezTo>
                <a:cubicBezTo>
                  <a:pt x="775120" y="59078"/>
                  <a:pt x="773986" y="64443"/>
                  <a:pt x="773765" y="72025"/>
                </a:cubicBezTo>
                <a:moveTo>
                  <a:pt x="816913" y="96889"/>
                </a:moveTo>
                <a:cubicBezTo>
                  <a:pt x="818628" y="96889"/>
                  <a:pt x="819485" y="98638"/>
                  <a:pt x="819485" y="102135"/>
                </a:cubicBezTo>
                <a:cubicBezTo>
                  <a:pt x="811077" y="114368"/>
                  <a:pt x="800483" y="120484"/>
                  <a:pt x="787705" y="120484"/>
                </a:cubicBezTo>
                <a:cubicBezTo>
                  <a:pt x="776586" y="120484"/>
                  <a:pt x="767928" y="117657"/>
                  <a:pt x="761733" y="112004"/>
                </a:cubicBezTo>
                <a:cubicBezTo>
                  <a:pt x="754486" y="105409"/>
                  <a:pt x="750863" y="96431"/>
                  <a:pt x="750863" y="85070"/>
                </a:cubicBezTo>
                <a:cubicBezTo>
                  <a:pt x="750863" y="72729"/>
                  <a:pt x="754680" y="62684"/>
                  <a:pt x="762314" y="54936"/>
                </a:cubicBezTo>
                <a:cubicBezTo>
                  <a:pt x="769948" y="47188"/>
                  <a:pt x="778577" y="43314"/>
                  <a:pt x="788203" y="43314"/>
                </a:cubicBezTo>
                <a:cubicBezTo>
                  <a:pt x="794232" y="43314"/>
                  <a:pt x="799336" y="44186"/>
                  <a:pt x="803512" y="45928"/>
                </a:cubicBezTo>
                <a:cubicBezTo>
                  <a:pt x="807689" y="47671"/>
                  <a:pt x="810828" y="50077"/>
                  <a:pt x="812930" y="53147"/>
                </a:cubicBezTo>
                <a:cubicBezTo>
                  <a:pt x="815032" y="56217"/>
                  <a:pt x="816540" y="59398"/>
                  <a:pt x="817452" y="62690"/>
                </a:cubicBezTo>
                <a:cubicBezTo>
                  <a:pt x="818365" y="65981"/>
                  <a:pt x="818821" y="69591"/>
                  <a:pt x="818821" y="73518"/>
                </a:cubicBezTo>
                <a:cubicBezTo>
                  <a:pt x="818821" y="77003"/>
                  <a:pt x="817190" y="78774"/>
                  <a:pt x="813926" y="78829"/>
                </a:cubicBezTo>
                <a:lnTo>
                  <a:pt x="773101" y="78829"/>
                </a:lnTo>
                <a:cubicBezTo>
                  <a:pt x="773101" y="79050"/>
                  <a:pt x="773073" y="79438"/>
                  <a:pt x="773018" y="79993"/>
                </a:cubicBezTo>
                <a:cubicBezTo>
                  <a:pt x="772962" y="80548"/>
                  <a:pt x="772935" y="81048"/>
                  <a:pt x="772935" y="81492"/>
                </a:cubicBezTo>
                <a:cubicBezTo>
                  <a:pt x="772935" y="89650"/>
                  <a:pt x="774802" y="95754"/>
                  <a:pt x="778536" y="99804"/>
                </a:cubicBezTo>
                <a:cubicBezTo>
                  <a:pt x="782270" y="103854"/>
                  <a:pt x="787539" y="105880"/>
                  <a:pt x="794343" y="105880"/>
                </a:cubicBezTo>
                <a:cubicBezTo>
                  <a:pt x="803526" y="105935"/>
                  <a:pt x="811049" y="102938"/>
                  <a:pt x="816913" y="96889"/>
                </a:cubicBezTo>
                <a:close/>
                <a:moveTo>
                  <a:pt x="865642" y="98080"/>
                </a:moveTo>
                <a:cubicBezTo>
                  <a:pt x="865642" y="104773"/>
                  <a:pt x="866154" y="108908"/>
                  <a:pt x="867177" y="110485"/>
                </a:cubicBezTo>
                <a:cubicBezTo>
                  <a:pt x="868200" y="112061"/>
                  <a:pt x="870621" y="113016"/>
                  <a:pt x="874438" y="113348"/>
                </a:cubicBezTo>
                <a:cubicBezTo>
                  <a:pt x="874880" y="113790"/>
                  <a:pt x="875115" y="114758"/>
                  <a:pt x="875143" y="116252"/>
                </a:cubicBezTo>
                <a:cubicBezTo>
                  <a:pt x="875170" y="117745"/>
                  <a:pt x="874935" y="118713"/>
                  <a:pt x="874438" y="119156"/>
                </a:cubicBezTo>
                <a:cubicBezTo>
                  <a:pt x="864701" y="118935"/>
                  <a:pt x="858091" y="118824"/>
                  <a:pt x="854606" y="118824"/>
                </a:cubicBezTo>
                <a:cubicBezTo>
                  <a:pt x="848576" y="118824"/>
                  <a:pt x="840804" y="118935"/>
                  <a:pt x="831289" y="119156"/>
                </a:cubicBezTo>
                <a:cubicBezTo>
                  <a:pt x="830847" y="118713"/>
                  <a:pt x="830625" y="117759"/>
                  <a:pt x="830625" y="116293"/>
                </a:cubicBezTo>
                <a:cubicBezTo>
                  <a:pt x="830625" y="114827"/>
                  <a:pt x="830847" y="113845"/>
                  <a:pt x="831289" y="113348"/>
                </a:cubicBezTo>
                <a:cubicBezTo>
                  <a:pt x="836710" y="112905"/>
                  <a:pt x="840112" y="111951"/>
                  <a:pt x="841495" y="110485"/>
                </a:cubicBezTo>
                <a:cubicBezTo>
                  <a:pt x="842878" y="109019"/>
                  <a:pt x="843570" y="104884"/>
                  <a:pt x="843570" y="98080"/>
                </a:cubicBezTo>
                <a:lnTo>
                  <a:pt x="843570" y="66299"/>
                </a:lnTo>
                <a:cubicBezTo>
                  <a:pt x="843570" y="61542"/>
                  <a:pt x="842920" y="58485"/>
                  <a:pt x="841620" y="57130"/>
                </a:cubicBezTo>
                <a:cubicBezTo>
                  <a:pt x="840320" y="55775"/>
                  <a:pt x="837291" y="54876"/>
                  <a:pt x="832534" y="54433"/>
                </a:cubicBezTo>
                <a:cubicBezTo>
                  <a:pt x="831870" y="52276"/>
                  <a:pt x="831732" y="50450"/>
                  <a:pt x="832119" y="48957"/>
                </a:cubicBezTo>
                <a:cubicBezTo>
                  <a:pt x="841744" y="47666"/>
                  <a:pt x="851148" y="45785"/>
                  <a:pt x="860331" y="43314"/>
                </a:cubicBezTo>
                <a:cubicBezTo>
                  <a:pt x="862821" y="43314"/>
                  <a:pt x="864148" y="44288"/>
                  <a:pt x="864314" y="46237"/>
                </a:cubicBezTo>
                <a:cubicBezTo>
                  <a:pt x="864812" y="49630"/>
                  <a:pt x="865172" y="53303"/>
                  <a:pt x="865393" y="57255"/>
                </a:cubicBezTo>
                <a:cubicBezTo>
                  <a:pt x="878891" y="47906"/>
                  <a:pt x="888322" y="43259"/>
                  <a:pt x="893688" y="43314"/>
                </a:cubicBezTo>
                <a:cubicBezTo>
                  <a:pt x="908735" y="43314"/>
                  <a:pt x="916258" y="52387"/>
                  <a:pt x="916258" y="70531"/>
                </a:cubicBezTo>
                <a:lnTo>
                  <a:pt x="916258" y="97084"/>
                </a:lnTo>
                <a:cubicBezTo>
                  <a:pt x="916258" y="103999"/>
                  <a:pt x="917088" y="108383"/>
                  <a:pt x="918748" y="110236"/>
                </a:cubicBezTo>
                <a:cubicBezTo>
                  <a:pt x="920407" y="112089"/>
                  <a:pt x="923948" y="113126"/>
                  <a:pt x="929369" y="113348"/>
                </a:cubicBezTo>
                <a:cubicBezTo>
                  <a:pt x="929922" y="113790"/>
                  <a:pt x="930199" y="114758"/>
                  <a:pt x="930199" y="116252"/>
                </a:cubicBezTo>
                <a:cubicBezTo>
                  <a:pt x="930199" y="117745"/>
                  <a:pt x="929922" y="118713"/>
                  <a:pt x="929369" y="119156"/>
                </a:cubicBezTo>
                <a:cubicBezTo>
                  <a:pt x="919633" y="118935"/>
                  <a:pt x="911584" y="118824"/>
                  <a:pt x="905222" y="118824"/>
                </a:cubicBezTo>
                <a:cubicBezTo>
                  <a:pt x="900907" y="118824"/>
                  <a:pt x="893993" y="118935"/>
                  <a:pt x="884478" y="119156"/>
                </a:cubicBezTo>
                <a:cubicBezTo>
                  <a:pt x="883925" y="118713"/>
                  <a:pt x="883648" y="117759"/>
                  <a:pt x="883648" y="116293"/>
                </a:cubicBezTo>
                <a:cubicBezTo>
                  <a:pt x="883648" y="114827"/>
                  <a:pt x="883925" y="113845"/>
                  <a:pt x="884478" y="113348"/>
                </a:cubicBezTo>
                <a:cubicBezTo>
                  <a:pt x="888239" y="113126"/>
                  <a:pt x="890798" y="112034"/>
                  <a:pt x="892153" y="110070"/>
                </a:cubicBezTo>
                <a:cubicBezTo>
                  <a:pt x="893509" y="108106"/>
                  <a:pt x="894186" y="103777"/>
                  <a:pt x="894186" y="97084"/>
                </a:cubicBezTo>
                <a:lnTo>
                  <a:pt x="894186" y="68706"/>
                </a:lnTo>
                <a:cubicBezTo>
                  <a:pt x="894186" y="60187"/>
                  <a:pt x="890231" y="55927"/>
                  <a:pt x="882320" y="55927"/>
                </a:cubicBezTo>
                <a:cubicBezTo>
                  <a:pt x="878946" y="55927"/>
                  <a:pt x="873386" y="58582"/>
                  <a:pt x="865642" y="63893"/>
                </a:cubicBezTo>
                <a:lnTo>
                  <a:pt x="865642" y="64225"/>
                </a:lnTo>
                <a:lnTo>
                  <a:pt x="865642" y="98080"/>
                </a:lnTo>
                <a:close/>
                <a:moveTo>
                  <a:pt x="981860" y="110609"/>
                </a:moveTo>
                <a:lnTo>
                  <a:pt x="980781" y="110692"/>
                </a:lnTo>
                <a:cubicBezTo>
                  <a:pt x="977739" y="113071"/>
                  <a:pt x="974143" y="115298"/>
                  <a:pt x="969994" y="117372"/>
                </a:cubicBezTo>
                <a:cubicBezTo>
                  <a:pt x="965845" y="119446"/>
                  <a:pt x="962637" y="120484"/>
                  <a:pt x="960369" y="120484"/>
                </a:cubicBezTo>
                <a:cubicBezTo>
                  <a:pt x="946207" y="120484"/>
                  <a:pt x="939126" y="114498"/>
                  <a:pt x="939126" y="102527"/>
                </a:cubicBezTo>
                <a:cubicBezTo>
                  <a:pt x="939126" y="96421"/>
                  <a:pt x="941560" y="91746"/>
                  <a:pt x="946428" y="88501"/>
                </a:cubicBezTo>
                <a:cubicBezTo>
                  <a:pt x="951296" y="85256"/>
                  <a:pt x="959013" y="81992"/>
                  <a:pt x="969579" y="78707"/>
                </a:cubicBezTo>
                <a:lnTo>
                  <a:pt x="980947" y="75178"/>
                </a:lnTo>
                <a:cubicBezTo>
                  <a:pt x="980947" y="65165"/>
                  <a:pt x="979813" y="58485"/>
                  <a:pt x="977545" y="55139"/>
                </a:cubicBezTo>
                <a:cubicBezTo>
                  <a:pt x="975277" y="51792"/>
                  <a:pt x="972041" y="50119"/>
                  <a:pt x="967837" y="50119"/>
                </a:cubicBezTo>
                <a:cubicBezTo>
                  <a:pt x="963411" y="50119"/>
                  <a:pt x="961032" y="51412"/>
                  <a:pt x="960701" y="54000"/>
                </a:cubicBezTo>
                <a:cubicBezTo>
                  <a:pt x="960590" y="54675"/>
                  <a:pt x="960576" y="55420"/>
                  <a:pt x="960659" y="56236"/>
                </a:cubicBezTo>
                <a:cubicBezTo>
                  <a:pt x="960742" y="57052"/>
                  <a:pt x="960839" y="57769"/>
                  <a:pt x="960950" y="58388"/>
                </a:cubicBezTo>
                <a:cubicBezTo>
                  <a:pt x="961060" y="59007"/>
                  <a:pt x="961171" y="59668"/>
                  <a:pt x="961281" y="60371"/>
                </a:cubicBezTo>
                <a:cubicBezTo>
                  <a:pt x="961392" y="61073"/>
                  <a:pt x="961447" y="61678"/>
                  <a:pt x="961447" y="62184"/>
                </a:cubicBezTo>
                <a:cubicBezTo>
                  <a:pt x="961447" y="64321"/>
                  <a:pt x="960424" y="66191"/>
                  <a:pt x="958377" y="67795"/>
                </a:cubicBezTo>
                <a:cubicBezTo>
                  <a:pt x="956330" y="69398"/>
                  <a:pt x="953841" y="70199"/>
                  <a:pt x="950909" y="70199"/>
                </a:cubicBezTo>
                <a:cubicBezTo>
                  <a:pt x="947756" y="70199"/>
                  <a:pt x="945502" y="69425"/>
                  <a:pt x="944147" y="67876"/>
                </a:cubicBezTo>
                <a:cubicBezTo>
                  <a:pt x="942791" y="66327"/>
                  <a:pt x="942114" y="64225"/>
                  <a:pt x="942114" y="61569"/>
                </a:cubicBezTo>
                <a:cubicBezTo>
                  <a:pt x="942114" y="58084"/>
                  <a:pt x="943898" y="54890"/>
                  <a:pt x="947466" y="51986"/>
                </a:cubicBezTo>
                <a:cubicBezTo>
                  <a:pt x="951034" y="49081"/>
                  <a:pt x="955196" y="46910"/>
                  <a:pt x="959954" y="45472"/>
                </a:cubicBezTo>
                <a:cubicBezTo>
                  <a:pt x="964711" y="44034"/>
                  <a:pt x="969275" y="43314"/>
                  <a:pt x="973645" y="43314"/>
                </a:cubicBezTo>
                <a:cubicBezTo>
                  <a:pt x="993007" y="43314"/>
                  <a:pt x="1002687" y="53037"/>
                  <a:pt x="1002687" y="72484"/>
                </a:cubicBezTo>
                <a:lnTo>
                  <a:pt x="1002355" y="97102"/>
                </a:lnTo>
                <a:cubicBezTo>
                  <a:pt x="1002355" y="101441"/>
                  <a:pt x="1002701" y="104432"/>
                  <a:pt x="1003393" y="106074"/>
                </a:cubicBezTo>
                <a:cubicBezTo>
                  <a:pt x="1004084" y="107715"/>
                  <a:pt x="1005315" y="108535"/>
                  <a:pt x="1007085" y="108535"/>
                </a:cubicBezTo>
                <a:cubicBezTo>
                  <a:pt x="1009796" y="108535"/>
                  <a:pt x="1012174" y="107728"/>
                  <a:pt x="1014221" y="106116"/>
                </a:cubicBezTo>
                <a:cubicBezTo>
                  <a:pt x="1016268" y="107865"/>
                  <a:pt x="1017291" y="109501"/>
                  <a:pt x="1017291" y="111024"/>
                </a:cubicBezTo>
                <a:cubicBezTo>
                  <a:pt x="1010598" y="117386"/>
                  <a:pt x="1003185" y="120539"/>
                  <a:pt x="995053" y="120484"/>
                </a:cubicBezTo>
                <a:cubicBezTo>
                  <a:pt x="987364" y="120539"/>
                  <a:pt x="982966" y="117248"/>
                  <a:pt x="981860" y="110609"/>
                </a:cubicBezTo>
                <a:moveTo>
                  <a:pt x="980947" y="81785"/>
                </a:moveTo>
                <a:lnTo>
                  <a:pt x="972069" y="84578"/>
                </a:lnTo>
                <a:cubicBezTo>
                  <a:pt x="969247" y="85459"/>
                  <a:pt x="966938" y="86478"/>
                  <a:pt x="965140" y="87635"/>
                </a:cubicBezTo>
                <a:cubicBezTo>
                  <a:pt x="963342" y="88790"/>
                  <a:pt x="962070" y="90097"/>
                  <a:pt x="961323" y="91556"/>
                </a:cubicBezTo>
                <a:cubicBezTo>
                  <a:pt x="960576" y="93015"/>
                  <a:pt x="960092" y="94309"/>
                  <a:pt x="959871" y="95437"/>
                </a:cubicBezTo>
                <a:cubicBezTo>
                  <a:pt x="959650" y="96566"/>
                  <a:pt x="959539" y="98094"/>
                  <a:pt x="959539" y="100022"/>
                </a:cubicBezTo>
                <a:cubicBezTo>
                  <a:pt x="959539" y="102992"/>
                  <a:pt x="960327" y="105458"/>
                  <a:pt x="961904" y="107420"/>
                </a:cubicBezTo>
                <a:cubicBezTo>
                  <a:pt x="963480" y="109380"/>
                  <a:pt x="965983" y="110360"/>
                  <a:pt x="969413" y="110360"/>
                </a:cubicBezTo>
                <a:cubicBezTo>
                  <a:pt x="972013" y="110360"/>
                  <a:pt x="975858" y="108277"/>
                  <a:pt x="980947" y="104111"/>
                </a:cubicBezTo>
                <a:lnTo>
                  <a:pt x="980947" y="81785"/>
                </a:lnTo>
                <a:close/>
                <a:moveTo>
                  <a:pt x="1029087" y="97232"/>
                </a:moveTo>
                <a:lnTo>
                  <a:pt x="1029087" y="22746"/>
                </a:lnTo>
                <a:cubicBezTo>
                  <a:pt x="1029087" y="17099"/>
                  <a:pt x="1028520" y="13666"/>
                  <a:pt x="1027386" y="12449"/>
                </a:cubicBezTo>
                <a:cubicBezTo>
                  <a:pt x="1026252" y="11231"/>
                  <a:pt x="1022947" y="10400"/>
                  <a:pt x="1017470" y="9957"/>
                </a:cubicBezTo>
                <a:cubicBezTo>
                  <a:pt x="1016585" y="8329"/>
                  <a:pt x="1016419" y="6503"/>
                  <a:pt x="1016973" y="4481"/>
                </a:cubicBezTo>
                <a:cubicBezTo>
                  <a:pt x="1031023" y="3928"/>
                  <a:pt x="1041672" y="2434"/>
                  <a:pt x="1048919" y="0"/>
                </a:cubicBezTo>
                <a:cubicBezTo>
                  <a:pt x="1050744" y="0"/>
                  <a:pt x="1051657" y="747"/>
                  <a:pt x="1051657" y="2240"/>
                </a:cubicBezTo>
                <a:cubicBezTo>
                  <a:pt x="1051325" y="6457"/>
                  <a:pt x="1051159" y="12255"/>
                  <a:pt x="1051159" y="19635"/>
                </a:cubicBezTo>
                <a:lnTo>
                  <a:pt x="1051159" y="52839"/>
                </a:lnTo>
                <a:cubicBezTo>
                  <a:pt x="1059900" y="46434"/>
                  <a:pt x="1066289" y="43259"/>
                  <a:pt x="1070327" y="43314"/>
                </a:cubicBezTo>
                <a:cubicBezTo>
                  <a:pt x="1080727" y="43314"/>
                  <a:pt x="1088499" y="46194"/>
                  <a:pt x="1093644" y="51954"/>
                </a:cubicBezTo>
                <a:cubicBezTo>
                  <a:pt x="1099784" y="58987"/>
                  <a:pt x="1102827" y="67487"/>
                  <a:pt x="1102772" y="77455"/>
                </a:cubicBezTo>
                <a:cubicBezTo>
                  <a:pt x="1102772" y="89249"/>
                  <a:pt x="1098761" y="99370"/>
                  <a:pt x="1090740" y="107817"/>
                </a:cubicBezTo>
                <a:cubicBezTo>
                  <a:pt x="1082719" y="116261"/>
                  <a:pt x="1073812" y="120484"/>
                  <a:pt x="1064021" y="120484"/>
                </a:cubicBezTo>
                <a:cubicBezTo>
                  <a:pt x="1053344" y="120484"/>
                  <a:pt x="1045074" y="118348"/>
                  <a:pt x="1039211" y="114076"/>
                </a:cubicBezTo>
                <a:cubicBezTo>
                  <a:pt x="1037717" y="116987"/>
                  <a:pt x="1035919" y="119317"/>
                  <a:pt x="1033817" y="121065"/>
                </a:cubicBezTo>
                <a:cubicBezTo>
                  <a:pt x="1032323" y="121065"/>
                  <a:pt x="1030387" y="120650"/>
                  <a:pt x="1028009" y="119820"/>
                </a:cubicBezTo>
                <a:cubicBezTo>
                  <a:pt x="1028728" y="113398"/>
                  <a:pt x="1029087" y="105868"/>
                  <a:pt x="1029087" y="97232"/>
                </a:cubicBezTo>
                <a:moveTo>
                  <a:pt x="1051159" y="59684"/>
                </a:moveTo>
                <a:lnTo>
                  <a:pt x="1051159" y="107754"/>
                </a:lnTo>
                <a:cubicBezTo>
                  <a:pt x="1054423" y="111760"/>
                  <a:pt x="1058434" y="113735"/>
                  <a:pt x="1063191" y="113679"/>
                </a:cubicBezTo>
                <a:cubicBezTo>
                  <a:pt x="1073702" y="113679"/>
                  <a:pt x="1078985" y="102414"/>
                  <a:pt x="1079040" y="79882"/>
                </a:cubicBezTo>
                <a:cubicBezTo>
                  <a:pt x="1079040" y="71814"/>
                  <a:pt x="1077698" y="65722"/>
                  <a:pt x="1075015" y="61606"/>
                </a:cubicBezTo>
                <a:cubicBezTo>
                  <a:pt x="1072333" y="57488"/>
                  <a:pt x="1068806" y="55429"/>
                  <a:pt x="1064436" y="55429"/>
                </a:cubicBezTo>
                <a:cubicBezTo>
                  <a:pt x="1059900" y="55429"/>
                  <a:pt x="1055474" y="56848"/>
                  <a:pt x="1051159" y="59684"/>
                </a:cubicBezTo>
                <a:close/>
                <a:moveTo>
                  <a:pt x="1124912" y="97237"/>
                </a:moveTo>
                <a:lnTo>
                  <a:pt x="1124912" y="22746"/>
                </a:lnTo>
                <a:cubicBezTo>
                  <a:pt x="1124912" y="17099"/>
                  <a:pt x="1124345" y="13666"/>
                  <a:pt x="1123211" y="12449"/>
                </a:cubicBezTo>
                <a:cubicBezTo>
                  <a:pt x="1122077" y="11231"/>
                  <a:pt x="1118799" y="10400"/>
                  <a:pt x="1113378" y="9957"/>
                </a:cubicBezTo>
                <a:cubicBezTo>
                  <a:pt x="1112493" y="8329"/>
                  <a:pt x="1112299" y="6503"/>
                  <a:pt x="1112797" y="4481"/>
                </a:cubicBezTo>
                <a:cubicBezTo>
                  <a:pt x="1126848" y="3928"/>
                  <a:pt x="1137497" y="2434"/>
                  <a:pt x="1144744" y="0"/>
                </a:cubicBezTo>
                <a:cubicBezTo>
                  <a:pt x="1146569" y="0"/>
                  <a:pt x="1147482" y="747"/>
                  <a:pt x="1147482" y="2240"/>
                </a:cubicBezTo>
                <a:cubicBezTo>
                  <a:pt x="1147150" y="6452"/>
                  <a:pt x="1146984" y="12241"/>
                  <a:pt x="1146984" y="19609"/>
                </a:cubicBezTo>
                <a:lnTo>
                  <a:pt x="1146984" y="97227"/>
                </a:lnTo>
                <a:cubicBezTo>
                  <a:pt x="1146984" y="104041"/>
                  <a:pt x="1147800" y="108377"/>
                  <a:pt x="1149432" y="110233"/>
                </a:cubicBezTo>
                <a:cubicBezTo>
                  <a:pt x="1151064" y="112088"/>
                  <a:pt x="1154618" y="113126"/>
                  <a:pt x="1160095" y="113348"/>
                </a:cubicBezTo>
                <a:cubicBezTo>
                  <a:pt x="1160648" y="113790"/>
                  <a:pt x="1160924" y="114758"/>
                  <a:pt x="1160924" y="116252"/>
                </a:cubicBezTo>
                <a:cubicBezTo>
                  <a:pt x="1160924" y="117745"/>
                  <a:pt x="1160648" y="118713"/>
                  <a:pt x="1160095" y="119156"/>
                </a:cubicBezTo>
                <a:cubicBezTo>
                  <a:pt x="1150358" y="118935"/>
                  <a:pt x="1142310" y="118824"/>
                  <a:pt x="1135948" y="118824"/>
                </a:cubicBezTo>
                <a:cubicBezTo>
                  <a:pt x="1129365" y="118824"/>
                  <a:pt x="1121316" y="118935"/>
                  <a:pt x="1111801" y="119156"/>
                </a:cubicBezTo>
                <a:cubicBezTo>
                  <a:pt x="1111248" y="118713"/>
                  <a:pt x="1110972" y="117759"/>
                  <a:pt x="1110972" y="116293"/>
                </a:cubicBezTo>
                <a:cubicBezTo>
                  <a:pt x="1110972" y="114827"/>
                  <a:pt x="1111248" y="113845"/>
                  <a:pt x="1111801" y="113348"/>
                </a:cubicBezTo>
                <a:cubicBezTo>
                  <a:pt x="1117223" y="113126"/>
                  <a:pt x="1120763" y="112088"/>
                  <a:pt x="1122423" y="110233"/>
                </a:cubicBezTo>
                <a:cubicBezTo>
                  <a:pt x="1124082" y="108378"/>
                  <a:pt x="1124912" y="104046"/>
                  <a:pt x="1124912" y="97237"/>
                </a:cubicBezTo>
                <a:close/>
                <a:moveTo>
                  <a:pt x="1192424" y="72025"/>
                </a:moveTo>
                <a:lnTo>
                  <a:pt x="1215575" y="72025"/>
                </a:lnTo>
                <a:cubicBezTo>
                  <a:pt x="1215796" y="71800"/>
                  <a:pt x="1215907" y="70592"/>
                  <a:pt x="1215907" y="68402"/>
                </a:cubicBezTo>
                <a:cubicBezTo>
                  <a:pt x="1215907" y="62167"/>
                  <a:pt x="1214801" y="57561"/>
                  <a:pt x="1212588" y="54584"/>
                </a:cubicBezTo>
                <a:cubicBezTo>
                  <a:pt x="1210375" y="51607"/>
                  <a:pt x="1207858" y="50119"/>
                  <a:pt x="1205037" y="50119"/>
                </a:cubicBezTo>
                <a:cubicBezTo>
                  <a:pt x="1203765" y="50119"/>
                  <a:pt x="1202230" y="50638"/>
                  <a:pt x="1200432" y="51677"/>
                </a:cubicBezTo>
                <a:cubicBezTo>
                  <a:pt x="1198634" y="52716"/>
                  <a:pt x="1197099" y="54134"/>
                  <a:pt x="1195826" y="55932"/>
                </a:cubicBezTo>
                <a:cubicBezTo>
                  <a:pt x="1193780" y="59078"/>
                  <a:pt x="1192646" y="64443"/>
                  <a:pt x="1192424" y="72025"/>
                </a:cubicBezTo>
                <a:moveTo>
                  <a:pt x="1235573" y="96889"/>
                </a:moveTo>
                <a:cubicBezTo>
                  <a:pt x="1237288" y="96889"/>
                  <a:pt x="1238145" y="98638"/>
                  <a:pt x="1238145" y="102135"/>
                </a:cubicBezTo>
                <a:cubicBezTo>
                  <a:pt x="1229737" y="114368"/>
                  <a:pt x="1219143" y="120484"/>
                  <a:pt x="1206365" y="120484"/>
                </a:cubicBezTo>
                <a:cubicBezTo>
                  <a:pt x="1195246" y="120484"/>
                  <a:pt x="1186588" y="117657"/>
                  <a:pt x="1180393" y="112004"/>
                </a:cubicBezTo>
                <a:cubicBezTo>
                  <a:pt x="1173146" y="105409"/>
                  <a:pt x="1169522" y="96431"/>
                  <a:pt x="1169522" y="85070"/>
                </a:cubicBezTo>
                <a:cubicBezTo>
                  <a:pt x="1169522" y="72729"/>
                  <a:pt x="1173339" y="62684"/>
                  <a:pt x="1180973" y="54936"/>
                </a:cubicBezTo>
                <a:cubicBezTo>
                  <a:pt x="1188607" y="47188"/>
                  <a:pt x="1197237" y="43314"/>
                  <a:pt x="1206862" y="43314"/>
                </a:cubicBezTo>
                <a:cubicBezTo>
                  <a:pt x="1212892" y="43314"/>
                  <a:pt x="1217995" y="44186"/>
                  <a:pt x="1222172" y="45928"/>
                </a:cubicBezTo>
                <a:cubicBezTo>
                  <a:pt x="1226348" y="47671"/>
                  <a:pt x="1229488" y="50077"/>
                  <a:pt x="1231590" y="53147"/>
                </a:cubicBezTo>
                <a:cubicBezTo>
                  <a:pt x="1233692" y="56217"/>
                  <a:pt x="1235199" y="59398"/>
                  <a:pt x="1236112" y="62690"/>
                </a:cubicBezTo>
                <a:cubicBezTo>
                  <a:pt x="1237025" y="65981"/>
                  <a:pt x="1237481" y="69591"/>
                  <a:pt x="1237481" y="73518"/>
                </a:cubicBezTo>
                <a:cubicBezTo>
                  <a:pt x="1237481" y="77003"/>
                  <a:pt x="1235849" y="78774"/>
                  <a:pt x="1232586" y="78829"/>
                </a:cubicBezTo>
                <a:lnTo>
                  <a:pt x="1191761" y="78829"/>
                </a:lnTo>
                <a:cubicBezTo>
                  <a:pt x="1191761" y="79050"/>
                  <a:pt x="1191733" y="79438"/>
                  <a:pt x="1191678" y="79993"/>
                </a:cubicBezTo>
                <a:cubicBezTo>
                  <a:pt x="1191622" y="80548"/>
                  <a:pt x="1191595" y="81048"/>
                  <a:pt x="1191595" y="81492"/>
                </a:cubicBezTo>
                <a:cubicBezTo>
                  <a:pt x="1191595" y="89650"/>
                  <a:pt x="1193462" y="95754"/>
                  <a:pt x="1197196" y="99804"/>
                </a:cubicBezTo>
                <a:cubicBezTo>
                  <a:pt x="1200930" y="103854"/>
                  <a:pt x="1206199" y="105880"/>
                  <a:pt x="1213003" y="105880"/>
                </a:cubicBezTo>
                <a:cubicBezTo>
                  <a:pt x="1222186" y="105935"/>
                  <a:pt x="1229709" y="102938"/>
                  <a:pt x="1235573" y="9688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0dfc7c3db4787"/>
          <a:stretch xmlns:a="http://schemas.openxmlformats.org/drawingml/2006/main"/>
        </p:blipFill>
        <p:spPr>
          <a:xfrm xmlns:a="http://schemas.openxmlformats.org/drawingml/2006/main">
            <a:off x="6144082" y="1612859"/>
            <a:ext cx="429082" cy="429082"/>
          </a:xfrm>
          <a:prstGeom xmlns:a="http://schemas.openxmlformats.org/drawingml/2006/main" prst="rect">
            <a:avLst/>
          </a:prstGeom>
        </p:spPr>
      </p:pic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B56E3-42D0-438A-B1D0-16897157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39" y="1052045"/>
            <a:ext cx="605390" cy="497062"/>
          </a:xfrm>
          <a:custGeom xmlns:a="http://schemas.openxmlformats.org/drawingml/2006/main">
            <a:pathLst>
              <a:path w="605390" h="497062" fill="none">
                <a:moveTo>
                  <a:pt x="0" y="37833"/>
                </a:moveTo>
                <a:cubicBezTo>
                  <a:pt x="0" y="16888"/>
                  <a:pt x="16888" y="0"/>
                  <a:pt x="37776" y="0"/>
                </a:cubicBezTo>
                <a:lnTo>
                  <a:pt x="567585" y="0"/>
                </a:lnTo>
                <a:cubicBezTo>
                  <a:pt x="588502" y="0"/>
                  <a:pt x="605390" y="16888"/>
                  <a:pt x="605390" y="37833"/>
                </a:cubicBezTo>
                <a:lnTo>
                  <a:pt x="605390" y="459257"/>
                </a:lnTo>
                <a:cubicBezTo>
                  <a:pt x="605390" y="480174"/>
                  <a:pt x="588502" y="497062"/>
                  <a:pt x="567585" y="497062"/>
                </a:cubicBezTo>
                <a:lnTo>
                  <a:pt x="37776" y="497062"/>
                </a:lnTo>
                <a:cubicBezTo>
                  <a:pt x="16888" y="497062"/>
                  <a:pt x="0" y="480174"/>
                  <a:pt x="0" y="459257"/>
                </a:cubicBezTo>
                <a:lnTo>
                  <a:pt x="0" y="378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231" cap="flat">
            <a:solidFill>
              <a:srgbClr val="ED1C24"/>
            </a:solidFill>
            <a:custDash>
              <a:ds d="300135" sp="100000"/>
            </a:custDash>
            <a:miter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5d57643c54993"/>
          <a:stretch xmlns:a="http://schemas.openxmlformats.org/drawingml/2006/main"/>
        </p:blipFill>
        <p:spPr>
          <a:xfrm xmlns:a="http://schemas.openxmlformats.org/drawingml/2006/main">
            <a:off x="12125986" y="227857"/>
            <a:ext cx="1748136" cy="3893887"/>
          </a:xfrm>
          <a:prstGeom xmlns:a="http://schemas.openxmlformats.org/drawingml/2006/main" prst="rect">
            <a:avLst/>
          </a:prstGeom>
        </p:spPr>
      </p:pic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8992F-9819-4D7A-A1C3-A39CA36F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405" y="254432"/>
            <a:ext cx="1650721" cy="3795932"/>
          </a:xfrm>
          <a:custGeom xmlns:a="http://schemas.openxmlformats.org/drawingml/2006/main">
            <a:pathLst>
              <a:path w="1650721" h="3795932">
                <a:moveTo>
                  <a:pt x="0" y="59893"/>
                </a:moveTo>
                <a:cubicBezTo>
                  <a:pt x="0" y="26746"/>
                  <a:pt x="26746" y="0"/>
                  <a:pt x="59893" y="0"/>
                </a:cubicBezTo>
                <a:lnTo>
                  <a:pt x="1590913" y="0"/>
                </a:lnTo>
                <a:cubicBezTo>
                  <a:pt x="1623946" y="0"/>
                  <a:pt x="1650721" y="26746"/>
                  <a:pt x="1650721" y="59893"/>
                </a:cubicBezTo>
                <a:lnTo>
                  <a:pt x="1650721" y="3736038"/>
                </a:lnTo>
                <a:cubicBezTo>
                  <a:pt x="1650721" y="3769185"/>
                  <a:pt x="1623946" y="3795932"/>
                  <a:pt x="1590913" y="3795932"/>
                </a:cubicBezTo>
                <a:lnTo>
                  <a:pt x="59893" y="3795932"/>
                </a:lnTo>
                <a:cubicBezTo>
                  <a:pt x="26746" y="3795932"/>
                  <a:pt x="0" y="3769185"/>
                  <a:pt x="0" y="3736038"/>
                </a:cubicBezTo>
                <a:lnTo>
                  <a:pt x="0" y="598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E34BC9-4F99-4B4D-B31C-6A14DC57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7090" y="249117"/>
            <a:ext cx="1661350" cy="3806561"/>
          </a:xfrm>
          <a:custGeom xmlns:a="http://schemas.openxmlformats.org/drawingml/2006/main">
            <a:pathLst>
              <a:path w="1661350" h="3806561">
                <a:moveTo>
                  <a:pt x="5315" y="65208"/>
                </a:moveTo>
                <a:lnTo>
                  <a:pt x="0" y="65208"/>
                </a:lnTo>
                <a:cubicBezTo>
                  <a:pt x="57" y="29146"/>
                  <a:pt x="29146" y="57"/>
                  <a:pt x="65208" y="0"/>
                </a:cubicBezTo>
                <a:lnTo>
                  <a:pt x="1596228" y="0"/>
                </a:lnTo>
                <a:cubicBezTo>
                  <a:pt x="1632204" y="0"/>
                  <a:pt x="1661265" y="29146"/>
                  <a:pt x="1661350" y="65208"/>
                </a:cubicBezTo>
                <a:lnTo>
                  <a:pt x="1661350" y="3741353"/>
                </a:lnTo>
                <a:cubicBezTo>
                  <a:pt x="1661265" y="3777415"/>
                  <a:pt x="1632204" y="3806561"/>
                  <a:pt x="1596228" y="3806561"/>
                </a:cubicBezTo>
                <a:lnTo>
                  <a:pt x="65208" y="3806561"/>
                </a:lnTo>
                <a:cubicBezTo>
                  <a:pt x="29146" y="3806504"/>
                  <a:pt x="57" y="3777415"/>
                  <a:pt x="0" y="3741353"/>
                </a:cubicBezTo>
                <a:lnTo>
                  <a:pt x="0" y="65208"/>
                </a:lnTo>
                <a:lnTo>
                  <a:pt x="10601" y="65208"/>
                </a:lnTo>
                <a:lnTo>
                  <a:pt x="10601" y="3741353"/>
                </a:lnTo>
                <a:cubicBezTo>
                  <a:pt x="10630" y="3771557"/>
                  <a:pt x="35004" y="3795932"/>
                  <a:pt x="65208" y="3795960"/>
                </a:cubicBezTo>
                <a:lnTo>
                  <a:pt x="1596228" y="3795960"/>
                </a:lnTo>
                <a:cubicBezTo>
                  <a:pt x="1626318" y="3795903"/>
                  <a:pt x="1650721" y="3771557"/>
                  <a:pt x="1650721" y="3741353"/>
                </a:cubicBezTo>
                <a:lnTo>
                  <a:pt x="1650721" y="65208"/>
                </a:lnTo>
                <a:cubicBezTo>
                  <a:pt x="1650721" y="35004"/>
                  <a:pt x="1626318" y="10658"/>
                  <a:pt x="1596228" y="10601"/>
                </a:cubicBezTo>
                <a:lnTo>
                  <a:pt x="65208" y="10601"/>
                </a:lnTo>
                <a:cubicBezTo>
                  <a:pt x="35004" y="10630"/>
                  <a:pt x="10630" y="35004"/>
                  <a:pt x="10601" y="65208"/>
                </a:cubicBezTo>
                <a:lnTo>
                  <a:pt x="5315" y="65208"/>
                </a:lnTo>
              </a:path>
            </a:pathLst>
          </a:custGeom>
          <a:solidFill xmlns:a="http://schemas.openxmlformats.org/drawingml/2006/main">
            <a:srgbClr val="DCDDD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d2cf8c1a34c21"/>
          <a:stretch xmlns:a="http://schemas.openxmlformats.org/drawingml/2006/main"/>
        </p:blipFill>
        <p:spPr>
          <a:xfrm xmlns:a="http://schemas.openxmlformats.org/drawingml/2006/main">
            <a:off x="7229532" y="1035072"/>
            <a:ext cx="497062" cy="497062"/>
          </a:xfrm>
          <a:prstGeom xmlns:a="http://schemas.openxmlformats.org/drawingml/2006/main" prst="rect">
            <a:avLst/>
          </a:prstGeom>
        </p:spPr>
      </p:pic>
      <p:sp>
        <p:nvSpPr>
          <p:cNvPr id="33" name="Text Request">
            <a:extLst xmlns:a="http://schemas.openxmlformats.org/drawingml/2006/main">
              <a:ext uri="{FF2B5EF4-FFF2-40B4-BE49-F238E27FC236}">
                <a16:creationId xmlns:a16="http://schemas.microsoft.com/office/drawing/2014/main" id="{AD2432C1-C07F-4BED-BBF1-03714071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996" y="1543530"/>
            <a:ext cx="689671" cy="169895"/>
          </a:xfrm>
          <a:custGeom xmlns:a="http://schemas.openxmlformats.org/drawingml/2006/main">
            <a:pathLst>
              <a:path w="689671" h="169895">
                <a:moveTo>
                  <a:pt x="80280" y="35709"/>
                </a:moveTo>
                <a:cubicBezTo>
                  <a:pt x="80280" y="17006"/>
                  <a:pt x="72003" y="7655"/>
                  <a:pt x="55449" y="7655"/>
                </a:cubicBezTo>
                <a:cubicBezTo>
                  <a:pt x="50595" y="7655"/>
                  <a:pt x="47468" y="8796"/>
                  <a:pt x="46068" y="11079"/>
                </a:cubicBezTo>
                <a:cubicBezTo>
                  <a:pt x="44667" y="13362"/>
                  <a:pt x="43967" y="17913"/>
                  <a:pt x="43967" y="24732"/>
                </a:cubicBezTo>
                <a:lnTo>
                  <a:pt x="43967" y="62917"/>
                </a:lnTo>
                <a:lnTo>
                  <a:pt x="52182" y="62917"/>
                </a:lnTo>
                <a:cubicBezTo>
                  <a:pt x="61330" y="62917"/>
                  <a:pt x="68300" y="61104"/>
                  <a:pt x="73092" y="57477"/>
                </a:cubicBezTo>
                <a:cubicBezTo>
                  <a:pt x="77884" y="53848"/>
                  <a:pt x="80280" y="46592"/>
                  <a:pt x="80280" y="35709"/>
                </a:cubicBezTo>
                <a:moveTo>
                  <a:pt x="61610" y="0"/>
                </a:moveTo>
                <a:cubicBezTo>
                  <a:pt x="75737" y="0"/>
                  <a:pt x="86379" y="2083"/>
                  <a:pt x="93535" y="6249"/>
                </a:cubicBezTo>
                <a:cubicBezTo>
                  <a:pt x="103368" y="12093"/>
                  <a:pt x="108253" y="20828"/>
                  <a:pt x="108191" y="32456"/>
                </a:cubicBezTo>
                <a:cubicBezTo>
                  <a:pt x="108191" y="41348"/>
                  <a:pt x="106029" y="48530"/>
                  <a:pt x="101703" y="54002"/>
                </a:cubicBezTo>
                <a:cubicBezTo>
                  <a:pt x="97378" y="59473"/>
                  <a:pt x="92166" y="63483"/>
                  <a:pt x="86068" y="66033"/>
                </a:cubicBezTo>
                <a:lnTo>
                  <a:pt x="112018" y="106572"/>
                </a:lnTo>
                <a:cubicBezTo>
                  <a:pt x="114943" y="111098"/>
                  <a:pt x="117713" y="114350"/>
                  <a:pt x="120326" y="116330"/>
                </a:cubicBezTo>
                <a:cubicBezTo>
                  <a:pt x="122940" y="118310"/>
                  <a:pt x="126301" y="119300"/>
                  <a:pt x="130408" y="119300"/>
                </a:cubicBezTo>
                <a:cubicBezTo>
                  <a:pt x="130782" y="120004"/>
                  <a:pt x="130999" y="121060"/>
                  <a:pt x="131062" y="122468"/>
                </a:cubicBezTo>
                <a:cubicBezTo>
                  <a:pt x="131124" y="123876"/>
                  <a:pt x="130968" y="124873"/>
                  <a:pt x="130595" y="125461"/>
                </a:cubicBezTo>
                <a:cubicBezTo>
                  <a:pt x="128541" y="126456"/>
                  <a:pt x="122038" y="126954"/>
                  <a:pt x="111085" y="126954"/>
                </a:cubicBezTo>
                <a:cubicBezTo>
                  <a:pt x="102061" y="126954"/>
                  <a:pt x="93660" y="121369"/>
                  <a:pt x="85881" y="110198"/>
                </a:cubicBezTo>
                <a:lnTo>
                  <a:pt x="63477" y="76450"/>
                </a:lnTo>
                <a:cubicBezTo>
                  <a:pt x="62046" y="74110"/>
                  <a:pt x="60225" y="72546"/>
                  <a:pt x="58016" y="71756"/>
                </a:cubicBezTo>
                <a:cubicBezTo>
                  <a:pt x="55807" y="70966"/>
                  <a:pt x="51124" y="70572"/>
                  <a:pt x="43967" y="70572"/>
                </a:cubicBezTo>
                <a:lnTo>
                  <a:pt x="43967" y="101855"/>
                </a:lnTo>
                <a:cubicBezTo>
                  <a:pt x="43967" y="105712"/>
                  <a:pt x="44263" y="108841"/>
                  <a:pt x="44854" y="111243"/>
                </a:cubicBezTo>
                <a:cubicBezTo>
                  <a:pt x="45445" y="113644"/>
                  <a:pt x="46534" y="115398"/>
                  <a:pt x="48121" y="116505"/>
                </a:cubicBezTo>
                <a:cubicBezTo>
                  <a:pt x="49708" y="117610"/>
                  <a:pt x="51264" y="118320"/>
                  <a:pt x="52789" y="118637"/>
                </a:cubicBezTo>
                <a:cubicBezTo>
                  <a:pt x="54313" y="118953"/>
                  <a:pt x="56663" y="119173"/>
                  <a:pt x="59837" y="119300"/>
                </a:cubicBezTo>
                <a:cubicBezTo>
                  <a:pt x="60708" y="119887"/>
                  <a:pt x="61159" y="120914"/>
                  <a:pt x="61190" y="122380"/>
                </a:cubicBezTo>
                <a:cubicBezTo>
                  <a:pt x="61221" y="123847"/>
                  <a:pt x="60770" y="124873"/>
                  <a:pt x="59837" y="125461"/>
                </a:cubicBezTo>
                <a:cubicBezTo>
                  <a:pt x="49630" y="125225"/>
                  <a:pt x="39953" y="125108"/>
                  <a:pt x="30805" y="125108"/>
                </a:cubicBezTo>
                <a:cubicBezTo>
                  <a:pt x="21346" y="125108"/>
                  <a:pt x="11513" y="125225"/>
                  <a:pt x="1307" y="125461"/>
                </a:cubicBezTo>
                <a:cubicBezTo>
                  <a:pt x="436" y="124838"/>
                  <a:pt x="0" y="123734"/>
                  <a:pt x="0" y="122147"/>
                </a:cubicBezTo>
                <a:cubicBezTo>
                  <a:pt x="0" y="120560"/>
                  <a:pt x="436" y="119486"/>
                  <a:pt x="1307" y="118926"/>
                </a:cubicBezTo>
                <a:cubicBezTo>
                  <a:pt x="4481" y="118802"/>
                  <a:pt x="6846" y="118584"/>
                  <a:pt x="8401" y="118273"/>
                </a:cubicBezTo>
                <a:cubicBezTo>
                  <a:pt x="9957" y="117960"/>
                  <a:pt x="11529" y="117258"/>
                  <a:pt x="13115" y="116167"/>
                </a:cubicBezTo>
                <a:cubicBezTo>
                  <a:pt x="14702" y="115074"/>
                  <a:pt x="15776" y="113357"/>
                  <a:pt x="16336" y="111018"/>
                </a:cubicBezTo>
                <a:cubicBezTo>
                  <a:pt x="16896" y="108678"/>
                  <a:pt x="17176" y="105574"/>
                  <a:pt x="17176" y="101706"/>
                </a:cubicBezTo>
                <a:lnTo>
                  <a:pt x="17176" y="24875"/>
                </a:lnTo>
                <a:cubicBezTo>
                  <a:pt x="17176" y="21069"/>
                  <a:pt x="16896" y="17980"/>
                  <a:pt x="16336" y="15610"/>
                </a:cubicBezTo>
                <a:cubicBezTo>
                  <a:pt x="15776" y="13239"/>
                  <a:pt x="14702" y="11508"/>
                  <a:pt x="13115" y="10417"/>
                </a:cubicBezTo>
                <a:cubicBezTo>
                  <a:pt x="11529" y="9324"/>
                  <a:pt x="9973" y="8622"/>
                  <a:pt x="8448" y="8311"/>
                </a:cubicBezTo>
                <a:cubicBezTo>
                  <a:pt x="6923" y="7998"/>
                  <a:pt x="4543" y="7779"/>
                  <a:pt x="1307" y="7655"/>
                </a:cubicBezTo>
                <a:cubicBezTo>
                  <a:pt x="436" y="7050"/>
                  <a:pt x="0" y="5962"/>
                  <a:pt x="0" y="4390"/>
                </a:cubicBezTo>
                <a:cubicBezTo>
                  <a:pt x="0" y="2819"/>
                  <a:pt x="436" y="1791"/>
                  <a:pt x="1307" y="1307"/>
                </a:cubicBezTo>
                <a:cubicBezTo>
                  <a:pt x="3858" y="1307"/>
                  <a:pt x="13909" y="1089"/>
                  <a:pt x="31459" y="653"/>
                </a:cubicBezTo>
                <a:cubicBezTo>
                  <a:pt x="49008" y="218"/>
                  <a:pt x="59059" y="0"/>
                  <a:pt x="61610" y="0"/>
                </a:cubicBezTo>
                <a:close/>
                <a:moveTo>
                  <a:pt x="164709" y="72439"/>
                </a:moveTo>
                <a:lnTo>
                  <a:pt x="190753" y="72439"/>
                </a:lnTo>
                <a:cubicBezTo>
                  <a:pt x="191002" y="72186"/>
                  <a:pt x="191127" y="70827"/>
                  <a:pt x="191127" y="68363"/>
                </a:cubicBezTo>
                <a:cubicBezTo>
                  <a:pt x="191127" y="61349"/>
                  <a:pt x="189882" y="56167"/>
                  <a:pt x="187393" y="52818"/>
                </a:cubicBezTo>
                <a:cubicBezTo>
                  <a:pt x="184904" y="49469"/>
                  <a:pt x="182072" y="47795"/>
                  <a:pt x="178898" y="47795"/>
                </a:cubicBezTo>
                <a:cubicBezTo>
                  <a:pt x="177467" y="47795"/>
                  <a:pt x="175740" y="48379"/>
                  <a:pt x="173717" y="49548"/>
                </a:cubicBezTo>
                <a:cubicBezTo>
                  <a:pt x="171695" y="50717"/>
                  <a:pt x="169968" y="52312"/>
                  <a:pt x="168536" y="54335"/>
                </a:cubicBezTo>
                <a:cubicBezTo>
                  <a:pt x="166234" y="57874"/>
                  <a:pt x="164958" y="63909"/>
                  <a:pt x="164709" y="72439"/>
                </a:cubicBezTo>
                <a:moveTo>
                  <a:pt x="213250" y="100411"/>
                </a:moveTo>
                <a:cubicBezTo>
                  <a:pt x="215180" y="100411"/>
                  <a:pt x="216144" y="102378"/>
                  <a:pt x="216144" y="106313"/>
                </a:cubicBezTo>
                <a:cubicBezTo>
                  <a:pt x="206685" y="120074"/>
                  <a:pt x="194767" y="126954"/>
                  <a:pt x="180392" y="126954"/>
                </a:cubicBezTo>
                <a:cubicBezTo>
                  <a:pt x="167883" y="126954"/>
                  <a:pt x="158144" y="123775"/>
                  <a:pt x="151174" y="117415"/>
                </a:cubicBezTo>
                <a:cubicBezTo>
                  <a:pt x="143021" y="109996"/>
                  <a:pt x="138945" y="99896"/>
                  <a:pt x="138945" y="87115"/>
                </a:cubicBezTo>
                <a:cubicBezTo>
                  <a:pt x="138945" y="73231"/>
                  <a:pt x="143239" y="61931"/>
                  <a:pt x="151827" y="53215"/>
                </a:cubicBezTo>
                <a:cubicBezTo>
                  <a:pt x="160415" y="44498"/>
                  <a:pt x="170123" y="40140"/>
                  <a:pt x="180952" y="40140"/>
                </a:cubicBezTo>
                <a:cubicBezTo>
                  <a:pt x="187735" y="40140"/>
                  <a:pt x="193476" y="41120"/>
                  <a:pt x="198175" y="43080"/>
                </a:cubicBezTo>
                <a:cubicBezTo>
                  <a:pt x="202873" y="45041"/>
                  <a:pt x="206405" y="47748"/>
                  <a:pt x="208770" y="51202"/>
                </a:cubicBezTo>
                <a:cubicBezTo>
                  <a:pt x="211135" y="54656"/>
                  <a:pt x="212830" y="58234"/>
                  <a:pt x="213857" y="61937"/>
                </a:cubicBezTo>
                <a:cubicBezTo>
                  <a:pt x="214884" y="65640"/>
                  <a:pt x="215397" y="69700"/>
                  <a:pt x="215397" y="74119"/>
                </a:cubicBezTo>
                <a:cubicBezTo>
                  <a:pt x="215397" y="78040"/>
                  <a:pt x="213562" y="80031"/>
                  <a:pt x="209890" y="80093"/>
                </a:cubicBezTo>
                <a:lnTo>
                  <a:pt x="163962" y="80093"/>
                </a:lnTo>
                <a:cubicBezTo>
                  <a:pt x="163962" y="80342"/>
                  <a:pt x="163931" y="80779"/>
                  <a:pt x="163869" y="81403"/>
                </a:cubicBezTo>
                <a:cubicBezTo>
                  <a:pt x="163807" y="82027"/>
                  <a:pt x="163776" y="82589"/>
                  <a:pt x="163776" y="83089"/>
                </a:cubicBezTo>
                <a:cubicBezTo>
                  <a:pt x="163776" y="92266"/>
                  <a:pt x="165876" y="99133"/>
                  <a:pt x="170077" y="103690"/>
                </a:cubicBezTo>
                <a:cubicBezTo>
                  <a:pt x="174277" y="108247"/>
                  <a:pt x="180205" y="110525"/>
                  <a:pt x="187860" y="110525"/>
                </a:cubicBezTo>
                <a:cubicBezTo>
                  <a:pt x="198190" y="110587"/>
                  <a:pt x="206654" y="107216"/>
                  <a:pt x="213250" y="100411"/>
                </a:cubicBezTo>
                <a:close/>
                <a:moveTo>
                  <a:pt x="317487" y="146047"/>
                </a:moveTo>
                <a:cubicBezTo>
                  <a:pt x="317487" y="153721"/>
                  <a:pt x="318249" y="158416"/>
                  <a:pt x="319774" y="160131"/>
                </a:cubicBezTo>
                <a:cubicBezTo>
                  <a:pt x="321299" y="161846"/>
                  <a:pt x="325141" y="162923"/>
                  <a:pt x="331302" y="163360"/>
                </a:cubicBezTo>
                <a:cubicBezTo>
                  <a:pt x="331925" y="163866"/>
                  <a:pt x="332236" y="164955"/>
                  <a:pt x="332236" y="166627"/>
                </a:cubicBezTo>
                <a:cubicBezTo>
                  <a:pt x="332236" y="168300"/>
                  <a:pt x="331925" y="169389"/>
                  <a:pt x="331302" y="169895"/>
                </a:cubicBezTo>
                <a:cubicBezTo>
                  <a:pt x="320349" y="169642"/>
                  <a:pt x="311606" y="169515"/>
                  <a:pt x="305071" y="169515"/>
                </a:cubicBezTo>
                <a:cubicBezTo>
                  <a:pt x="298288" y="169515"/>
                  <a:pt x="289544" y="169642"/>
                  <a:pt x="278840" y="169895"/>
                </a:cubicBezTo>
                <a:cubicBezTo>
                  <a:pt x="278218" y="169389"/>
                  <a:pt x="277907" y="168300"/>
                  <a:pt x="277907" y="166627"/>
                </a:cubicBezTo>
                <a:cubicBezTo>
                  <a:pt x="277907" y="164955"/>
                  <a:pt x="278218" y="163866"/>
                  <a:pt x="278840" y="163360"/>
                </a:cubicBezTo>
                <a:cubicBezTo>
                  <a:pt x="284939" y="162860"/>
                  <a:pt x="288767" y="161767"/>
                  <a:pt x="290322" y="160078"/>
                </a:cubicBezTo>
                <a:cubicBezTo>
                  <a:pt x="291878" y="158392"/>
                  <a:pt x="292656" y="153706"/>
                  <a:pt x="292656" y="146021"/>
                </a:cubicBezTo>
                <a:lnTo>
                  <a:pt x="292656" y="119591"/>
                </a:lnTo>
                <a:lnTo>
                  <a:pt x="291723" y="119591"/>
                </a:lnTo>
                <a:cubicBezTo>
                  <a:pt x="281392" y="124465"/>
                  <a:pt x="274578" y="126871"/>
                  <a:pt x="271279" y="126808"/>
                </a:cubicBezTo>
                <a:cubicBezTo>
                  <a:pt x="262131" y="126808"/>
                  <a:pt x="254165" y="124403"/>
                  <a:pt x="247382" y="119591"/>
                </a:cubicBezTo>
                <a:cubicBezTo>
                  <a:pt x="237176" y="112281"/>
                  <a:pt x="232073" y="100752"/>
                  <a:pt x="232073" y="85006"/>
                </a:cubicBezTo>
                <a:cubicBezTo>
                  <a:pt x="232073" y="72559"/>
                  <a:pt x="236880" y="61970"/>
                  <a:pt x="246495" y="53238"/>
                </a:cubicBezTo>
                <a:cubicBezTo>
                  <a:pt x="256110" y="44506"/>
                  <a:pt x="267359" y="40140"/>
                  <a:pt x="280241" y="40140"/>
                </a:cubicBezTo>
                <a:cubicBezTo>
                  <a:pt x="287397" y="40140"/>
                  <a:pt x="293994" y="42365"/>
                  <a:pt x="300031" y="46814"/>
                </a:cubicBezTo>
                <a:cubicBezTo>
                  <a:pt x="302146" y="45093"/>
                  <a:pt x="304651" y="43551"/>
                  <a:pt x="307545" y="42188"/>
                </a:cubicBezTo>
                <a:cubicBezTo>
                  <a:pt x="310439" y="40823"/>
                  <a:pt x="312539" y="40140"/>
                  <a:pt x="313846" y="40140"/>
                </a:cubicBezTo>
                <a:cubicBezTo>
                  <a:pt x="316771" y="40140"/>
                  <a:pt x="318234" y="41178"/>
                  <a:pt x="318234" y="43255"/>
                </a:cubicBezTo>
                <a:cubicBezTo>
                  <a:pt x="318171" y="44028"/>
                  <a:pt x="318109" y="45085"/>
                  <a:pt x="318047" y="46426"/>
                </a:cubicBezTo>
                <a:cubicBezTo>
                  <a:pt x="317985" y="47766"/>
                  <a:pt x="317876" y="50230"/>
                  <a:pt x="317720" y="53818"/>
                </a:cubicBezTo>
                <a:cubicBezTo>
                  <a:pt x="317565" y="57407"/>
                  <a:pt x="317487" y="60604"/>
                  <a:pt x="317487" y="63410"/>
                </a:cubicBezTo>
                <a:lnTo>
                  <a:pt x="317487" y="146047"/>
                </a:lnTo>
                <a:moveTo>
                  <a:pt x="292656" y="111342"/>
                </a:moveTo>
                <a:lnTo>
                  <a:pt x="292656" y="54732"/>
                </a:lnTo>
                <a:cubicBezTo>
                  <a:pt x="288860" y="50045"/>
                  <a:pt x="284535" y="47732"/>
                  <a:pt x="279681" y="47795"/>
                </a:cubicBezTo>
                <a:cubicBezTo>
                  <a:pt x="273582" y="47795"/>
                  <a:pt x="268572" y="50888"/>
                  <a:pt x="264651" y="57074"/>
                </a:cubicBezTo>
                <a:cubicBezTo>
                  <a:pt x="260731" y="63260"/>
                  <a:pt x="258770" y="71227"/>
                  <a:pt x="258770" y="80974"/>
                </a:cubicBezTo>
                <a:cubicBezTo>
                  <a:pt x="258770" y="93784"/>
                  <a:pt x="260886" y="102845"/>
                  <a:pt x="265118" y="108156"/>
                </a:cubicBezTo>
                <a:cubicBezTo>
                  <a:pt x="269350" y="113467"/>
                  <a:pt x="274391" y="116123"/>
                  <a:pt x="280241" y="116123"/>
                </a:cubicBezTo>
                <a:cubicBezTo>
                  <a:pt x="281485" y="116123"/>
                  <a:pt x="283446" y="115639"/>
                  <a:pt x="286122" y="114670"/>
                </a:cubicBezTo>
                <a:cubicBezTo>
                  <a:pt x="288798" y="113702"/>
                  <a:pt x="290976" y="112592"/>
                  <a:pt x="292656" y="111342"/>
                </a:cubicBezTo>
                <a:close/>
                <a:moveTo>
                  <a:pt x="432969" y="99603"/>
                </a:moveTo>
                <a:cubicBezTo>
                  <a:pt x="432969" y="105080"/>
                  <a:pt x="433778" y="108798"/>
                  <a:pt x="435396" y="110758"/>
                </a:cubicBezTo>
                <a:cubicBezTo>
                  <a:pt x="437014" y="112719"/>
                  <a:pt x="440375" y="113948"/>
                  <a:pt x="445478" y="114446"/>
                </a:cubicBezTo>
                <a:cubicBezTo>
                  <a:pt x="446225" y="116873"/>
                  <a:pt x="446349" y="118926"/>
                  <a:pt x="445851" y="120607"/>
                </a:cubicBezTo>
                <a:cubicBezTo>
                  <a:pt x="435023" y="122059"/>
                  <a:pt x="424443" y="124175"/>
                  <a:pt x="414113" y="126954"/>
                </a:cubicBezTo>
                <a:cubicBezTo>
                  <a:pt x="411312" y="126954"/>
                  <a:pt x="409850" y="125888"/>
                  <a:pt x="409725" y="123754"/>
                </a:cubicBezTo>
                <a:cubicBezTo>
                  <a:pt x="409414" y="121308"/>
                  <a:pt x="409103" y="118485"/>
                  <a:pt x="408792" y="115286"/>
                </a:cubicBezTo>
                <a:cubicBezTo>
                  <a:pt x="403004" y="118547"/>
                  <a:pt x="397092" y="121308"/>
                  <a:pt x="391055" y="123567"/>
                </a:cubicBezTo>
                <a:cubicBezTo>
                  <a:pt x="385019" y="125825"/>
                  <a:pt x="380320" y="126954"/>
                  <a:pt x="376960" y="126954"/>
                </a:cubicBezTo>
                <a:cubicBezTo>
                  <a:pt x="360655" y="126954"/>
                  <a:pt x="352502" y="116748"/>
                  <a:pt x="352502" y="96336"/>
                </a:cubicBezTo>
                <a:lnTo>
                  <a:pt x="352502" y="66464"/>
                </a:lnTo>
                <a:cubicBezTo>
                  <a:pt x="352502" y="58934"/>
                  <a:pt x="351585" y="54064"/>
                  <a:pt x="349749" y="51855"/>
                </a:cubicBezTo>
                <a:cubicBezTo>
                  <a:pt x="347913" y="49646"/>
                  <a:pt x="344568" y="48417"/>
                  <a:pt x="339714" y="48168"/>
                </a:cubicBezTo>
                <a:cubicBezTo>
                  <a:pt x="339216" y="47670"/>
                  <a:pt x="338967" y="46581"/>
                  <a:pt x="338967" y="44901"/>
                </a:cubicBezTo>
                <a:cubicBezTo>
                  <a:pt x="338967" y="43220"/>
                  <a:pt x="339216" y="42131"/>
                  <a:pt x="339714" y="41634"/>
                </a:cubicBezTo>
                <a:cubicBezTo>
                  <a:pt x="350667" y="41882"/>
                  <a:pt x="359068" y="42007"/>
                  <a:pt x="364918" y="42007"/>
                </a:cubicBezTo>
                <a:cubicBezTo>
                  <a:pt x="367594" y="42007"/>
                  <a:pt x="371234" y="41882"/>
                  <a:pt x="375840" y="41634"/>
                </a:cubicBezTo>
                <a:cubicBezTo>
                  <a:pt x="377084" y="42878"/>
                  <a:pt x="377738" y="45056"/>
                  <a:pt x="377800" y="48168"/>
                </a:cubicBezTo>
                <a:cubicBezTo>
                  <a:pt x="377800" y="48666"/>
                  <a:pt x="377738" y="50253"/>
                  <a:pt x="377613" y="52929"/>
                </a:cubicBezTo>
                <a:cubicBezTo>
                  <a:pt x="377489" y="55605"/>
                  <a:pt x="377427" y="60117"/>
                  <a:pt x="377427" y="66464"/>
                </a:cubicBezTo>
                <a:lnTo>
                  <a:pt x="377427" y="98390"/>
                </a:lnTo>
                <a:cubicBezTo>
                  <a:pt x="377427" y="104488"/>
                  <a:pt x="378500" y="108409"/>
                  <a:pt x="380647" y="110151"/>
                </a:cubicBezTo>
                <a:cubicBezTo>
                  <a:pt x="382794" y="111894"/>
                  <a:pt x="386170" y="112765"/>
                  <a:pt x="390775" y="112765"/>
                </a:cubicBezTo>
                <a:cubicBezTo>
                  <a:pt x="396936" y="112765"/>
                  <a:pt x="402786" y="111054"/>
                  <a:pt x="408325" y="107631"/>
                </a:cubicBezTo>
                <a:cubicBezTo>
                  <a:pt x="408263" y="106635"/>
                  <a:pt x="408216" y="105655"/>
                  <a:pt x="408185" y="104691"/>
                </a:cubicBezTo>
                <a:cubicBezTo>
                  <a:pt x="408154" y="103726"/>
                  <a:pt x="408138" y="102808"/>
                  <a:pt x="408138" y="101937"/>
                </a:cubicBezTo>
                <a:lnTo>
                  <a:pt x="408138" y="66464"/>
                </a:lnTo>
                <a:cubicBezTo>
                  <a:pt x="408138" y="58810"/>
                  <a:pt x="407314" y="53971"/>
                  <a:pt x="405665" y="51949"/>
                </a:cubicBezTo>
                <a:cubicBezTo>
                  <a:pt x="404015" y="49926"/>
                  <a:pt x="400577" y="48666"/>
                  <a:pt x="395350" y="48168"/>
                </a:cubicBezTo>
                <a:cubicBezTo>
                  <a:pt x="394727" y="47670"/>
                  <a:pt x="394416" y="46581"/>
                  <a:pt x="394416" y="44901"/>
                </a:cubicBezTo>
                <a:cubicBezTo>
                  <a:pt x="394416" y="43220"/>
                  <a:pt x="394727" y="42131"/>
                  <a:pt x="395350" y="41634"/>
                </a:cubicBezTo>
                <a:cubicBezTo>
                  <a:pt x="406302" y="41882"/>
                  <a:pt x="414704" y="42007"/>
                  <a:pt x="420554" y="42007"/>
                </a:cubicBezTo>
                <a:cubicBezTo>
                  <a:pt x="422981" y="42007"/>
                  <a:pt x="426621" y="41882"/>
                  <a:pt x="431475" y="41634"/>
                </a:cubicBezTo>
                <a:cubicBezTo>
                  <a:pt x="432720" y="42878"/>
                  <a:pt x="433374" y="45056"/>
                  <a:pt x="433436" y="48168"/>
                </a:cubicBezTo>
                <a:cubicBezTo>
                  <a:pt x="433436" y="48666"/>
                  <a:pt x="433358" y="50253"/>
                  <a:pt x="433202" y="52929"/>
                </a:cubicBezTo>
                <a:cubicBezTo>
                  <a:pt x="433047" y="55605"/>
                  <a:pt x="432969" y="60117"/>
                  <a:pt x="432969" y="66464"/>
                </a:cubicBezTo>
                <a:lnTo>
                  <a:pt x="432969" y="99603"/>
                </a:lnTo>
                <a:close/>
                <a:moveTo>
                  <a:pt x="482773" y="72439"/>
                </a:moveTo>
                <a:lnTo>
                  <a:pt x="508817" y="72439"/>
                </a:lnTo>
                <a:cubicBezTo>
                  <a:pt x="509066" y="72186"/>
                  <a:pt x="509191" y="70827"/>
                  <a:pt x="509191" y="68363"/>
                </a:cubicBezTo>
                <a:cubicBezTo>
                  <a:pt x="509191" y="61349"/>
                  <a:pt x="507946" y="56167"/>
                  <a:pt x="505457" y="52818"/>
                </a:cubicBezTo>
                <a:cubicBezTo>
                  <a:pt x="502967" y="49469"/>
                  <a:pt x="500136" y="47795"/>
                  <a:pt x="496962" y="47795"/>
                </a:cubicBezTo>
                <a:cubicBezTo>
                  <a:pt x="495531" y="47795"/>
                  <a:pt x="493804" y="48379"/>
                  <a:pt x="491781" y="49548"/>
                </a:cubicBezTo>
                <a:cubicBezTo>
                  <a:pt x="489758" y="50717"/>
                  <a:pt x="488032" y="52312"/>
                  <a:pt x="486600" y="54335"/>
                </a:cubicBezTo>
                <a:cubicBezTo>
                  <a:pt x="484298" y="57874"/>
                  <a:pt x="483022" y="63909"/>
                  <a:pt x="482773" y="72439"/>
                </a:cubicBezTo>
                <a:moveTo>
                  <a:pt x="531314" y="100411"/>
                </a:moveTo>
                <a:cubicBezTo>
                  <a:pt x="533243" y="100411"/>
                  <a:pt x="534208" y="102378"/>
                  <a:pt x="534208" y="106313"/>
                </a:cubicBezTo>
                <a:cubicBezTo>
                  <a:pt x="524749" y="120074"/>
                  <a:pt x="512831" y="126954"/>
                  <a:pt x="498455" y="126954"/>
                </a:cubicBezTo>
                <a:cubicBezTo>
                  <a:pt x="485947" y="126954"/>
                  <a:pt x="476207" y="123775"/>
                  <a:pt x="469237" y="117415"/>
                </a:cubicBezTo>
                <a:cubicBezTo>
                  <a:pt x="461085" y="109996"/>
                  <a:pt x="457009" y="99896"/>
                  <a:pt x="457009" y="87115"/>
                </a:cubicBezTo>
                <a:cubicBezTo>
                  <a:pt x="457009" y="73231"/>
                  <a:pt x="461303" y="61931"/>
                  <a:pt x="469891" y="53215"/>
                </a:cubicBezTo>
                <a:cubicBezTo>
                  <a:pt x="478479" y="44498"/>
                  <a:pt x="488187" y="40140"/>
                  <a:pt x="499016" y="40140"/>
                </a:cubicBezTo>
                <a:cubicBezTo>
                  <a:pt x="505799" y="40140"/>
                  <a:pt x="511540" y="41120"/>
                  <a:pt x="516238" y="43080"/>
                </a:cubicBezTo>
                <a:cubicBezTo>
                  <a:pt x="520937" y="45041"/>
                  <a:pt x="524469" y="47748"/>
                  <a:pt x="526833" y="51202"/>
                </a:cubicBezTo>
                <a:cubicBezTo>
                  <a:pt x="529198" y="54656"/>
                  <a:pt x="530894" y="58234"/>
                  <a:pt x="531921" y="61937"/>
                </a:cubicBezTo>
                <a:cubicBezTo>
                  <a:pt x="532948" y="65640"/>
                  <a:pt x="533461" y="69700"/>
                  <a:pt x="533461" y="74119"/>
                </a:cubicBezTo>
                <a:cubicBezTo>
                  <a:pt x="533461" y="78040"/>
                  <a:pt x="531625" y="80031"/>
                  <a:pt x="527954" y="80093"/>
                </a:cubicBezTo>
                <a:lnTo>
                  <a:pt x="482026" y="80093"/>
                </a:lnTo>
                <a:cubicBezTo>
                  <a:pt x="482026" y="80342"/>
                  <a:pt x="481995" y="80779"/>
                  <a:pt x="481933" y="81403"/>
                </a:cubicBezTo>
                <a:cubicBezTo>
                  <a:pt x="481871" y="82027"/>
                  <a:pt x="481839" y="82589"/>
                  <a:pt x="481839" y="83089"/>
                </a:cubicBezTo>
                <a:cubicBezTo>
                  <a:pt x="481839" y="92266"/>
                  <a:pt x="483940" y="99133"/>
                  <a:pt x="488140" y="103690"/>
                </a:cubicBezTo>
                <a:cubicBezTo>
                  <a:pt x="492341" y="108247"/>
                  <a:pt x="498269" y="110525"/>
                  <a:pt x="505923" y="110525"/>
                </a:cubicBezTo>
                <a:cubicBezTo>
                  <a:pt x="516254" y="110587"/>
                  <a:pt x="524718" y="107216"/>
                  <a:pt x="531314" y="100411"/>
                </a:cubicBezTo>
                <a:close/>
                <a:moveTo>
                  <a:pt x="552759" y="96838"/>
                </a:moveTo>
                <a:cubicBezTo>
                  <a:pt x="555559" y="96213"/>
                  <a:pt x="558111" y="96089"/>
                  <a:pt x="560413" y="96464"/>
                </a:cubicBezTo>
                <a:cubicBezTo>
                  <a:pt x="562342" y="103390"/>
                  <a:pt x="565345" y="108927"/>
                  <a:pt x="569421" y="113077"/>
                </a:cubicBezTo>
                <a:cubicBezTo>
                  <a:pt x="573498" y="117226"/>
                  <a:pt x="577776" y="119300"/>
                  <a:pt x="582257" y="119300"/>
                </a:cubicBezTo>
                <a:cubicBezTo>
                  <a:pt x="585057" y="119300"/>
                  <a:pt x="587640" y="118458"/>
                  <a:pt x="590005" y="116773"/>
                </a:cubicBezTo>
                <a:cubicBezTo>
                  <a:pt x="592370" y="115087"/>
                  <a:pt x="593552" y="112779"/>
                  <a:pt x="593552" y="109848"/>
                </a:cubicBezTo>
                <a:cubicBezTo>
                  <a:pt x="593552" y="102796"/>
                  <a:pt x="590285" y="97835"/>
                  <a:pt x="583750" y="94965"/>
                </a:cubicBezTo>
                <a:cubicBezTo>
                  <a:pt x="575100" y="91034"/>
                  <a:pt x="567726" y="85757"/>
                  <a:pt x="561627" y="79133"/>
                </a:cubicBezTo>
                <a:cubicBezTo>
                  <a:pt x="557706" y="74802"/>
                  <a:pt x="555715" y="70037"/>
                  <a:pt x="555652" y="64837"/>
                </a:cubicBezTo>
                <a:cubicBezTo>
                  <a:pt x="555652" y="59389"/>
                  <a:pt x="557831" y="54438"/>
                  <a:pt x="562187" y="49982"/>
                </a:cubicBezTo>
                <a:cubicBezTo>
                  <a:pt x="568659" y="43421"/>
                  <a:pt x="577247" y="40140"/>
                  <a:pt x="587951" y="40140"/>
                </a:cubicBezTo>
                <a:cubicBezTo>
                  <a:pt x="595232" y="40140"/>
                  <a:pt x="602389" y="41594"/>
                  <a:pt x="609421" y="44501"/>
                </a:cubicBezTo>
                <a:cubicBezTo>
                  <a:pt x="611102" y="50318"/>
                  <a:pt x="611911" y="57031"/>
                  <a:pt x="611848" y="64641"/>
                </a:cubicBezTo>
                <a:cubicBezTo>
                  <a:pt x="610168" y="65765"/>
                  <a:pt x="607679" y="66077"/>
                  <a:pt x="604380" y="65577"/>
                </a:cubicBezTo>
                <a:cubicBezTo>
                  <a:pt x="599526" y="53722"/>
                  <a:pt x="593552" y="47795"/>
                  <a:pt x="586457" y="47795"/>
                </a:cubicBezTo>
                <a:cubicBezTo>
                  <a:pt x="583781" y="47795"/>
                  <a:pt x="581572" y="48559"/>
                  <a:pt x="579830" y="50087"/>
                </a:cubicBezTo>
                <a:cubicBezTo>
                  <a:pt x="578087" y="51616"/>
                  <a:pt x="577216" y="53535"/>
                  <a:pt x="577216" y="55843"/>
                </a:cubicBezTo>
                <a:cubicBezTo>
                  <a:pt x="577216" y="62895"/>
                  <a:pt x="580670" y="67856"/>
                  <a:pt x="587578" y="70726"/>
                </a:cubicBezTo>
                <a:cubicBezTo>
                  <a:pt x="597473" y="75032"/>
                  <a:pt x="604878" y="79961"/>
                  <a:pt x="609795" y="85513"/>
                </a:cubicBezTo>
                <a:cubicBezTo>
                  <a:pt x="613715" y="89881"/>
                  <a:pt x="615676" y="95372"/>
                  <a:pt x="615676" y="101986"/>
                </a:cubicBezTo>
                <a:cubicBezTo>
                  <a:pt x="615676" y="109869"/>
                  <a:pt x="612237" y="116000"/>
                  <a:pt x="605361" y="120382"/>
                </a:cubicBezTo>
                <a:cubicBezTo>
                  <a:pt x="598484" y="124763"/>
                  <a:pt x="590907" y="126954"/>
                  <a:pt x="582630" y="126954"/>
                </a:cubicBezTo>
                <a:cubicBezTo>
                  <a:pt x="572922" y="126954"/>
                  <a:pt x="564054" y="125501"/>
                  <a:pt x="556026" y="122593"/>
                </a:cubicBezTo>
                <a:cubicBezTo>
                  <a:pt x="554719" y="117204"/>
                  <a:pt x="553630" y="108619"/>
                  <a:pt x="552759" y="96838"/>
                </a:cubicBezTo>
                <a:close/>
                <a:moveTo>
                  <a:pt x="636369" y="42007"/>
                </a:moveTo>
                <a:lnTo>
                  <a:pt x="641689" y="42007"/>
                </a:lnTo>
                <a:cubicBezTo>
                  <a:pt x="641689" y="29166"/>
                  <a:pt x="642405" y="21814"/>
                  <a:pt x="643836" y="19953"/>
                </a:cubicBezTo>
                <a:cubicBezTo>
                  <a:pt x="644210" y="19457"/>
                  <a:pt x="644972" y="18961"/>
                  <a:pt x="646123" y="18466"/>
                </a:cubicBezTo>
                <a:cubicBezTo>
                  <a:pt x="647275" y="17968"/>
                  <a:pt x="648691" y="17455"/>
                  <a:pt x="650371" y="16928"/>
                </a:cubicBezTo>
                <a:cubicBezTo>
                  <a:pt x="652051" y="16401"/>
                  <a:pt x="653234" y="15982"/>
                  <a:pt x="653918" y="15671"/>
                </a:cubicBezTo>
                <a:cubicBezTo>
                  <a:pt x="655412" y="15051"/>
                  <a:pt x="657543" y="14338"/>
                  <a:pt x="660312" y="13533"/>
                </a:cubicBezTo>
                <a:cubicBezTo>
                  <a:pt x="663082" y="12726"/>
                  <a:pt x="664809" y="12322"/>
                  <a:pt x="665493" y="12322"/>
                </a:cubicBezTo>
                <a:cubicBezTo>
                  <a:pt x="666489" y="12322"/>
                  <a:pt x="666987" y="12880"/>
                  <a:pt x="666987" y="13996"/>
                </a:cubicBezTo>
                <a:cubicBezTo>
                  <a:pt x="666613" y="19953"/>
                  <a:pt x="666271" y="27150"/>
                  <a:pt x="665960" y="35586"/>
                </a:cubicBezTo>
                <a:lnTo>
                  <a:pt x="665773" y="42007"/>
                </a:lnTo>
                <a:lnTo>
                  <a:pt x="688177" y="42007"/>
                </a:lnTo>
                <a:cubicBezTo>
                  <a:pt x="689173" y="42007"/>
                  <a:pt x="689671" y="42384"/>
                  <a:pt x="689671" y="43139"/>
                </a:cubicBezTo>
                <a:lnTo>
                  <a:pt x="689671" y="49171"/>
                </a:lnTo>
                <a:cubicBezTo>
                  <a:pt x="689671" y="50867"/>
                  <a:pt x="688146" y="51715"/>
                  <a:pt x="685097" y="51715"/>
                </a:cubicBezTo>
                <a:lnTo>
                  <a:pt x="665773" y="51715"/>
                </a:lnTo>
                <a:cubicBezTo>
                  <a:pt x="665773" y="58860"/>
                  <a:pt x="665804" y="68212"/>
                  <a:pt x="665867" y="79769"/>
                </a:cubicBezTo>
                <a:cubicBezTo>
                  <a:pt x="665929" y="91327"/>
                  <a:pt x="665960" y="98319"/>
                  <a:pt x="665960" y="100744"/>
                </a:cubicBezTo>
                <a:cubicBezTo>
                  <a:pt x="665960" y="105217"/>
                  <a:pt x="666769" y="108463"/>
                  <a:pt x="668387" y="110484"/>
                </a:cubicBezTo>
                <a:cubicBezTo>
                  <a:pt x="670005" y="112503"/>
                  <a:pt x="672028" y="113512"/>
                  <a:pt x="674455" y="113512"/>
                </a:cubicBezTo>
                <a:cubicBezTo>
                  <a:pt x="679433" y="113512"/>
                  <a:pt x="683043" y="112611"/>
                  <a:pt x="685283" y="110808"/>
                </a:cubicBezTo>
                <a:cubicBezTo>
                  <a:pt x="687586" y="112743"/>
                  <a:pt x="688737" y="114552"/>
                  <a:pt x="688737" y="116237"/>
                </a:cubicBezTo>
                <a:cubicBezTo>
                  <a:pt x="686683" y="119057"/>
                  <a:pt x="683121" y="121548"/>
                  <a:pt x="678049" y="123710"/>
                </a:cubicBezTo>
                <a:cubicBezTo>
                  <a:pt x="672977" y="125873"/>
                  <a:pt x="667889" y="126954"/>
                  <a:pt x="662786" y="126954"/>
                </a:cubicBezTo>
                <a:cubicBezTo>
                  <a:pt x="656438" y="126954"/>
                  <a:pt x="651149" y="125181"/>
                  <a:pt x="646917" y="121633"/>
                </a:cubicBezTo>
                <a:cubicBezTo>
                  <a:pt x="643121" y="118335"/>
                  <a:pt x="641192" y="112796"/>
                  <a:pt x="641129" y="105017"/>
                </a:cubicBezTo>
                <a:cubicBezTo>
                  <a:pt x="641129" y="86161"/>
                  <a:pt x="641316" y="68394"/>
                  <a:pt x="641689" y="51715"/>
                </a:cubicBezTo>
                <a:lnTo>
                  <a:pt x="629274" y="51715"/>
                </a:lnTo>
                <a:cubicBezTo>
                  <a:pt x="628652" y="51715"/>
                  <a:pt x="628341" y="51307"/>
                  <a:pt x="628341" y="50490"/>
                </a:cubicBezTo>
                <a:lnTo>
                  <a:pt x="628341" y="44930"/>
                </a:lnTo>
                <a:cubicBezTo>
                  <a:pt x="630519" y="42981"/>
                  <a:pt x="633195" y="42007"/>
                  <a:pt x="636369" y="4200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constructing">
            <a:extLst xmlns:a="http://schemas.openxmlformats.org/drawingml/2006/main">
              <a:ext uri="{FF2B5EF4-FFF2-40B4-BE49-F238E27FC236}">
                <a16:creationId xmlns:a16="http://schemas.microsoft.com/office/drawing/2014/main" id="{A8E38B6C-223F-4699-A243-75F777B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941" y="1772010"/>
            <a:ext cx="1081173" cy="171575"/>
          </a:xfrm>
          <a:custGeom xmlns:a="http://schemas.openxmlformats.org/drawingml/2006/main">
            <a:pathLst>
              <a:path w="1081173" h="171575">
                <a:moveTo>
                  <a:pt x="73559" y="109282"/>
                </a:moveTo>
                <a:cubicBezTo>
                  <a:pt x="69887" y="114669"/>
                  <a:pt x="65049" y="119117"/>
                  <a:pt x="59043" y="122625"/>
                </a:cubicBezTo>
                <a:cubicBezTo>
                  <a:pt x="53038" y="126134"/>
                  <a:pt x="47234" y="127888"/>
                  <a:pt x="41634" y="127888"/>
                </a:cubicBezTo>
                <a:cubicBezTo>
                  <a:pt x="28751" y="127888"/>
                  <a:pt x="18825" y="124569"/>
                  <a:pt x="11855" y="117932"/>
                </a:cubicBezTo>
                <a:cubicBezTo>
                  <a:pt x="3952" y="110481"/>
                  <a:pt x="0" y="100275"/>
                  <a:pt x="0" y="87313"/>
                </a:cubicBezTo>
                <a:cubicBezTo>
                  <a:pt x="0" y="73606"/>
                  <a:pt x="4138" y="62474"/>
                  <a:pt x="12415" y="53915"/>
                </a:cubicBezTo>
                <a:cubicBezTo>
                  <a:pt x="20692" y="45354"/>
                  <a:pt x="30681" y="41073"/>
                  <a:pt x="42380" y="41073"/>
                </a:cubicBezTo>
                <a:cubicBezTo>
                  <a:pt x="52089" y="41073"/>
                  <a:pt x="59712" y="43168"/>
                  <a:pt x="65251" y="47357"/>
                </a:cubicBezTo>
                <a:cubicBezTo>
                  <a:pt x="70789" y="51544"/>
                  <a:pt x="73559" y="56057"/>
                  <a:pt x="73559" y="60895"/>
                </a:cubicBezTo>
                <a:cubicBezTo>
                  <a:pt x="73559" y="63935"/>
                  <a:pt x="72579" y="66463"/>
                  <a:pt x="70618" y="68480"/>
                </a:cubicBezTo>
                <a:cubicBezTo>
                  <a:pt x="68658" y="70497"/>
                  <a:pt x="66138" y="71505"/>
                  <a:pt x="63057" y="71505"/>
                </a:cubicBezTo>
                <a:cubicBezTo>
                  <a:pt x="59977" y="71505"/>
                  <a:pt x="57301" y="70639"/>
                  <a:pt x="55029" y="68906"/>
                </a:cubicBezTo>
                <a:cubicBezTo>
                  <a:pt x="52758" y="67173"/>
                  <a:pt x="51497" y="65015"/>
                  <a:pt x="51248" y="62433"/>
                </a:cubicBezTo>
                <a:cubicBezTo>
                  <a:pt x="50875" y="58714"/>
                  <a:pt x="49817" y="55501"/>
                  <a:pt x="48075" y="52792"/>
                </a:cubicBezTo>
                <a:cubicBezTo>
                  <a:pt x="46332" y="50083"/>
                  <a:pt x="43874" y="48728"/>
                  <a:pt x="40700" y="48728"/>
                </a:cubicBezTo>
                <a:cubicBezTo>
                  <a:pt x="30121" y="48728"/>
                  <a:pt x="24831" y="59368"/>
                  <a:pt x="24831" y="80647"/>
                </a:cubicBezTo>
                <a:cubicBezTo>
                  <a:pt x="24831" y="90787"/>
                  <a:pt x="27413" y="98924"/>
                  <a:pt x="32579" y="105058"/>
                </a:cubicBezTo>
                <a:cubicBezTo>
                  <a:pt x="37744" y="111192"/>
                  <a:pt x="44029" y="114259"/>
                  <a:pt x="51435" y="114259"/>
                </a:cubicBezTo>
                <a:cubicBezTo>
                  <a:pt x="56663" y="114259"/>
                  <a:pt x="63228" y="110598"/>
                  <a:pt x="71132" y="103276"/>
                </a:cubicBezTo>
                <a:cubicBezTo>
                  <a:pt x="72750" y="103338"/>
                  <a:pt x="73559" y="105340"/>
                  <a:pt x="73559" y="109282"/>
                </a:cubicBezTo>
                <a:close/>
                <a:moveTo>
                  <a:pt x="129534" y="48728"/>
                </a:moveTo>
                <a:cubicBezTo>
                  <a:pt x="118954" y="48728"/>
                  <a:pt x="113665" y="59874"/>
                  <a:pt x="113665" y="82167"/>
                </a:cubicBezTo>
                <a:cubicBezTo>
                  <a:pt x="113665" y="91045"/>
                  <a:pt x="115547" y="99609"/>
                  <a:pt x="119312" y="107859"/>
                </a:cubicBezTo>
                <a:cubicBezTo>
                  <a:pt x="123077" y="116108"/>
                  <a:pt x="128476" y="120233"/>
                  <a:pt x="135508" y="120233"/>
                </a:cubicBezTo>
                <a:cubicBezTo>
                  <a:pt x="139740" y="120233"/>
                  <a:pt x="143443" y="117951"/>
                  <a:pt x="146617" y="113387"/>
                </a:cubicBezTo>
                <a:cubicBezTo>
                  <a:pt x="149791" y="108820"/>
                  <a:pt x="151377" y="101311"/>
                  <a:pt x="151377" y="90857"/>
                </a:cubicBezTo>
                <a:cubicBezTo>
                  <a:pt x="151377" y="77695"/>
                  <a:pt x="149386" y="67383"/>
                  <a:pt x="145403" y="59921"/>
                </a:cubicBezTo>
                <a:cubicBezTo>
                  <a:pt x="141420" y="52459"/>
                  <a:pt x="136131" y="48728"/>
                  <a:pt x="129534" y="48728"/>
                </a:cubicBezTo>
                <a:moveTo>
                  <a:pt x="86967" y="86418"/>
                </a:moveTo>
                <a:cubicBezTo>
                  <a:pt x="86967" y="73640"/>
                  <a:pt x="90452" y="63231"/>
                  <a:pt x="97422" y="55190"/>
                </a:cubicBezTo>
                <a:cubicBezTo>
                  <a:pt x="105637" y="45717"/>
                  <a:pt x="117367" y="41011"/>
                  <a:pt x="132614" y="41073"/>
                </a:cubicBezTo>
                <a:cubicBezTo>
                  <a:pt x="146492" y="41073"/>
                  <a:pt x="157554" y="45155"/>
                  <a:pt x="165800" y="53317"/>
                </a:cubicBezTo>
                <a:cubicBezTo>
                  <a:pt x="174046" y="61479"/>
                  <a:pt x="178169" y="71946"/>
                  <a:pt x="178169" y="84717"/>
                </a:cubicBezTo>
                <a:cubicBezTo>
                  <a:pt x="178169" y="98484"/>
                  <a:pt x="173812" y="109261"/>
                  <a:pt x="165100" y="117048"/>
                </a:cubicBezTo>
                <a:cubicBezTo>
                  <a:pt x="156947" y="124337"/>
                  <a:pt x="146057" y="127950"/>
                  <a:pt x="132428" y="127888"/>
                </a:cubicBezTo>
                <a:cubicBezTo>
                  <a:pt x="119421" y="127888"/>
                  <a:pt x="108593" y="124074"/>
                  <a:pt x="99942" y="116447"/>
                </a:cubicBezTo>
                <a:cubicBezTo>
                  <a:pt x="91292" y="108819"/>
                  <a:pt x="86967" y="98810"/>
                  <a:pt x="86967" y="86418"/>
                </a:cubicBezTo>
                <a:close/>
                <a:moveTo>
                  <a:pt x="229990" y="102684"/>
                </a:moveTo>
                <a:cubicBezTo>
                  <a:pt x="229990" y="110214"/>
                  <a:pt x="230566" y="114866"/>
                  <a:pt x="231717" y="116639"/>
                </a:cubicBezTo>
                <a:cubicBezTo>
                  <a:pt x="232868" y="118413"/>
                  <a:pt x="235591" y="119486"/>
                  <a:pt x="239885" y="119860"/>
                </a:cubicBezTo>
                <a:cubicBezTo>
                  <a:pt x="240383" y="120358"/>
                  <a:pt x="240647" y="121447"/>
                  <a:pt x="240679" y="123127"/>
                </a:cubicBezTo>
                <a:cubicBezTo>
                  <a:pt x="240710" y="124807"/>
                  <a:pt x="240445" y="125896"/>
                  <a:pt x="239885" y="126394"/>
                </a:cubicBezTo>
                <a:cubicBezTo>
                  <a:pt x="228932" y="126145"/>
                  <a:pt x="221495" y="126021"/>
                  <a:pt x="217575" y="126021"/>
                </a:cubicBezTo>
                <a:cubicBezTo>
                  <a:pt x="210791" y="126021"/>
                  <a:pt x="202048" y="126145"/>
                  <a:pt x="191344" y="126394"/>
                </a:cubicBezTo>
                <a:cubicBezTo>
                  <a:pt x="190846" y="125896"/>
                  <a:pt x="190597" y="124823"/>
                  <a:pt x="190597" y="123174"/>
                </a:cubicBezTo>
                <a:cubicBezTo>
                  <a:pt x="190597" y="121524"/>
                  <a:pt x="190846" y="120420"/>
                  <a:pt x="191344" y="119860"/>
                </a:cubicBezTo>
                <a:cubicBezTo>
                  <a:pt x="197443" y="119362"/>
                  <a:pt x="201270" y="118288"/>
                  <a:pt x="202826" y="116639"/>
                </a:cubicBezTo>
                <a:cubicBezTo>
                  <a:pt x="204381" y="114990"/>
                  <a:pt x="205159" y="110338"/>
                  <a:pt x="205159" y="102684"/>
                </a:cubicBezTo>
                <a:lnTo>
                  <a:pt x="205159" y="66931"/>
                </a:lnTo>
                <a:cubicBezTo>
                  <a:pt x="205159" y="61579"/>
                  <a:pt x="204428" y="58141"/>
                  <a:pt x="202966" y="56616"/>
                </a:cubicBezTo>
                <a:cubicBezTo>
                  <a:pt x="201503" y="55091"/>
                  <a:pt x="198096" y="54080"/>
                  <a:pt x="192744" y="53582"/>
                </a:cubicBezTo>
                <a:cubicBezTo>
                  <a:pt x="191997" y="51155"/>
                  <a:pt x="191842" y="49101"/>
                  <a:pt x="192277" y="47421"/>
                </a:cubicBezTo>
                <a:cubicBezTo>
                  <a:pt x="203106" y="45968"/>
                  <a:pt x="213685" y="43853"/>
                  <a:pt x="224016" y="41073"/>
                </a:cubicBezTo>
                <a:cubicBezTo>
                  <a:pt x="226816" y="41073"/>
                  <a:pt x="228310" y="42169"/>
                  <a:pt x="228497" y="44361"/>
                </a:cubicBezTo>
                <a:cubicBezTo>
                  <a:pt x="229057" y="48179"/>
                  <a:pt x="229461" y="52310"/>
                  <a:pt x="229710" y="56756"/>
                </a:cubicBezTo>
                <a:cubicBezTo>
                  <a:pt x="244895" y="46239"/>
                  <a:pt x="255505" y="41011"/>
                  <a:pt x="261542" y="41073"/>
                </a:cubicBezTo>
                <a:cubicBezTo>
                  <a:pt x="278469" y="41073"/>
                  <a:pt x="286933" y="51280"/>
                  <a:pt x="286933" y="71692"/>
                </a:cubicBezTo>
                <a:lnTo>
                  <a:pt x="286933" y="101563"/>
                </a:lnTo>
                <a:cubicBezTo>
                  <a:pt x="286933" y="109342"/>
                  <a:pt x="287866" y="114274"/>
                  <a:pt x="289733" y="116359"/>
                </a:cubicBezTo>
                <a:cubicBezTo>
                  <a:pt x="291600" y="118444"/>
                  <a:pt x="295583" y="119611"/>
                  <a:pt x="301682" y="119860"/>
                </a:cubicBezTo>
                <a:cubicBezTo>
                  <a:pt x="302304" y="120358"/>
                  <a:pt x="302615" y="121447"/>
                  <a:pt x="302615" y="123127"/>
                </a:cubicBezTo>
                <a:cubicBezTo>
                  <a:pt x="302615" y="124807"/>
                  <a:pt x="302304" y="125896"/>
                  <a:pt x="301682" y="126394"/>
                </a:cubicBezTo>
                <a:cubicBezTo>
                  <a:pt x="290729" y="126145"/>
                  <a:pt x="281674" y="126021"/>
                  <a:pt x="274517" y="126021"/>
                </a:cubicBezTo>
                <a:cubicBezTo>
                  <a:pt x="269663" y="126021"/>
                  <a:pt x="261884" y="126145"/>
                  <a:pt x="251180" y="126394"/>
                </a:cubicBezTo>
                <a:cubicBezTo>
                  <a:pt x="250558" y="125896"/>
                  <a:pt x="250247" y="124823"/>
                  <a:pt x="250247" y="123174"/>
                </a:cubicBezTo>
                <a:cubicBezTo>
                  <a:pt x="250247" y="121524"/>
                  <a:pt x="250558" y="120420"/>
                  <a:pt x="251180" y="119860"/>
                </a:cubicBezTo>
                <a:cubicBezTo>
                  <a:pt x="255412" y="119611"/>
                  <a:pt x="258290" y="118382"/>
                  <a:pt x="259815" y="116172"/>
                </a:cubicBezTo>
                <a:cubicBezTo>
                  <a:pt x="261340" y="113963"/>
                  <a:pt x="262102" y="109094"/>
                  <a:pt x="262102" y="101563"/>
                </a:cubicBezTo>
                <a:lnTo>
                  <a:pt x="262102" y="69638"/>
                </a:lnTo>
                <a:cubicBezTo>
                  <a:pt x="262102" y="60054"/>
                  <a:pt x="257652" y="55262"/>
                  <a:pt x="248753" y="55262"/>
                </a:cubicBezTo>
                <a:cubicBezTo>
                  <a:pt x="244957" y="55262"/>
                  <a:pt x="238703" y="58250"/>
                  <a:pt x="229990" y="64224"/>
                </a:cubicBezTo>
                <a:lnTo>
                  <a:pt x="229990" y="64597"/>
                </a:lnTo>
                <a:lnTo>
                  <a:pt x="229990" y="102684"/>
                </a:lnTo>
                <a:close/>
                <a:moveTo>
                  <a:pt x="313100" y="97771"/>
                </a:moveTo>
                <a:cubicBezTo>
                  <a:pt x="315900" y="97147"/>
                  <a:pt x="318452" y="97022"/>
                  <a:pt x="320755" y="97398"/>
                </a:cubicBezTo>
                <a:cubicBezTo>
                  <a:pt x="322684" y="104323"/>
                  <a:pt x="325686" y="109861"/>
                  <a:pt x="329763" y="114011"/>
                </a:cubicBezTo>
                <a:cubicBezTo>
                  <a:pt x="333839" y="118159"/>
                  <a:pt x="338117" y="120233"/>
                  <a:pt x="342598" y="120233"/>
                </a:cubicBezTo>
                <a:cubicBezTo>
                  <a:pt x="345399" y="120233"/>
                  <a:pt x="347981" y="119391"/>
                  <a:pt x="350346" y="117707"/>
                </a:cubicBezTo>
                <a:cubicBezTo>
                  <a:pt x="352711" y="116021"/>
                  <a:pt x="353893" y="113712"/>
                  <a:pt x="353893" y="110782"/>
                </a:cubicBezTo>
                <a:cubicBezTo>
                  <a:pt x="353893" y="103730"/>
                  <a:pt x="350626" y="98769"/>
                  <a:pt x="344092" y="95898"/>
                </a:cubicBezTo>
                <a:cubicBezTo>
                  <a:pt x="335441" y="91968"/>
                  <a:pt x="328067" y="86691"/>
                  <a:pt x="321968" y="80067"/>
                </a:cubicBezTo>
                <a:cubicBezTo>
                  <a:pt x="318047" y="75736"/>
                  <a:pt x="316056" y="70970"/>
                  <a:pt x="315994" y="65770"/>
                </a:cubicBezTo>
                <a:cubicBezTo>
                  <a:pt x="315994" y="60323"/>
                  <a:pt x="318172" y="55371"/>
                  <a:pt x="322528" y="50916"/>
                </a:cubicBezTo>
                <a:cubicBezTo>
                  <a:pt x="329000" y="44354"/>
                  <a:pt x="337588" y="41073"/>
                  <a:pt x="348292" y="41073"/>
                </a:cubicBezTo>
                <a:cubicBezTo>
                  <a:pt x="355574" y="41073"/>
                  <a:pt x="362730" y="42527"/>
                  <a:pt x="369763" y="45435"/>
                </a:cubicBezTo>
                <a:cubicBezTo>
                  <a:pt x="371443" y="51251"/>
                  <a:pt x="372252" y="57965"/>
                  <a:pt x="372190" y="65575"/>
                </a:cubicBezTo>
                <a:cubicBezTo>
                  <a:pt x="370509" y="66699"/>
                  <a:pt x="368020" y="67011"/>
                  <a:pt x="364722" y="66511"/>
                </a:cubicBezTo>
                <a:cubicBezTo>
                  <a:pt x="359868" y="54656"/>
                  <a:pt x="353893" y="48728"/>
                  <a:pt x="346799" y="48728"/>
                </a:cubicBezTo>
                <a:cubicBezTo>
                  <a:pt x="344123" y="48728"/>
                  <a:pt x="341914" y="49492"/>
                  <a:pt x="340171" y="51021"/>
                </a:cubicBezTo>
                <a:cubicBezTo>
                  <a:pt x="338429" y="52549"/>
                  <a:pt x="337557" y="54468"/>
                  <a:pt x="337557" y="56776"/>
                </a:cubicBezTo>
                <a:cubicBezTo>
                  <a:pt x="337557" y="63828"/>
                  <a:pt x="341011" y="68789"/>
                  <a:pt x="347919" y="71660"/>
                </a:cubicBezTo>
                <a:cubicBezTo>
                  <a:pt x="357814" y="75965"/>
                  <a:pt x="365220" y="80894"/>
                  <a:pt x="370136" y="86447"/>
                </a:cubicBezTo>
                <a:cubicBezTo>
                  <a:pt x="374057" y="90815"/>
                  <a:pt x="376017" y="96306"/>
                  <a:pt x="376017" y="102920"/>
                </a:cubicBezTo>
                <a:cubicBezTo>
                  <a:pt x="376017" y="110802"/>
                  <a:pt x="372579" y="116934"/>
                  <a:pt x="365702" y="121315"/>
                </a:cubicBezTo>
                <a:cubicBezTo>
                  <a:pt x="358825" y="125697"/>
                  <a:pt x="351248" y="127888"/>
                  <a:pt x="342972" y="127888"/>
                </a:cubicBezTo>
                <a:cubicBezTo>
                  <a:pt x="333263" y="127888"/>
                  <a:pt x="324395" y="126434"/>
                  <a:pt x="316367" y="123527"/>
                </a:cubicBezTo>
                <a:cubicBezTo>
                  <a:pt x="315060" y="118138"/>
                  <a:pt x="313971" y="109553"/>
                  <a:pt x="313100" y="97771"/>
                </a:cubicBezTo>
                <a:close/>
                <a:moveTo>
                  <a:pt x="397416" y="42940"/>
                </a:moveTo>
                <a:lnTo>
                  <a:pt x="402737" y="42940"/>
                </a:lnTo>
                <a:cubicBezTo>
                  <a:pt x="402737" y="30099"/>
                  <a:pt x="403452" y="22748"/>
                  <a:pt x="404884" y="20887"/>
                </a:cubicBezTo>
                <a:cubicBezTo>
                  <a:pt x="405257" y="20391"/>
                  <a:pt x="406019" y="19895"/>
                  <a:pt x="407171" y="19399"/>
                </a:cubicBezTo>
                <a:cubicBezTo>
                  <a:pt x="408322" y="18901"/>
                  <a:pt x="409738" y="18389"/>
                  <a:pt x="411418" y="17862"/>
                </a:cubicBezTo>
                <a:cubicBezTo>
                  <a:pt x="413098" y="17335"/>
                  <a:pt x="414281" y="16916"/>
                  <a:pt x="414965" y="16604"/>
                </a:cubicBezTo>
                <a:cubicBezTo>
                  <a:pt x="416459" y="15984"/>
                  <a:pt x="418590" y="15271"/>
                  <a:pt x="421360" y="14466"/>
                </a:cubicBezTo>
                <a:cubicBezTo>
                  <a:pt x="424129" y="13659"/>
                  <a:pt x="425856" y="13256"/>
                  <a:pt x="426540" y="13256"/>
                </a:cubicBezTo>
                <a:cubicBezTo>
                  <a:pt x="427536" y="13256"/>
                  <a:pt x="428034" y="13814"/>
                  <a:pt x="428034" y="14930"/>
                </a:cubicBezTo>
                <a:cubicBezTo>
                  <a:pt x="427661" y="20887"/>
                  <a:pt x="427318" y="28083"/>
                  <a:pt x="427007" y="36520"/>
                </a:cubicBezTo>
                <a:lnTo>
                  <a:pt x="426821" y="42940"/>
                </a:lnTo>
                <a:lnTo>
                  <a:pt x="449224" y="42940"/>
                </a:lnTo>
                <a:cubicBezTo>
                  <a:pt x="450220" y="42940"/>
                  <a:pt x="450718" y="43318"/>
                  <a:pt x="450718" y="44072"/>
                </a:cubicBezTo>
                <a:lnTo>
                  <a:pt x="450718" y="50105"/>
                </a:lnTo>
                <a:cubicBezTo>
                  <a:pt x="450718" y="51801"/>
                  <a:pt x="449193" y="52649"/>
                  <a:pt x="446144" y="52649"/>
                </a:cubicBezTo>
                <a:lnTo>
                  <a:pt x="426821" y="52649"/>
                </a:lnTo>
                <a:cubicBezTo>
                  <a:pt x="426821" y="59794"/>
                  <a:pt x="426852" y="69145"/>
                  <a:pt x="426914" y="80703"/>
                </a:cubicBezTo>
                <a:cubicBezTo>
                  <a:pt x="426976" y="92261"/>
                  <a:pt x="427007" y="99252"/>
                  <a:pt x="427007" y="101677"/>
                </a:cubicBezTo>
                <a:cubicBezTo>
                  <a:pt x="427007" y="106150"/>
                  <a:pt x="427816" y="109397"/>
                  <a:pt x="429434" y="111418"/>
                </a:cubicBezTo>
                <a:cubicBezTo>
                  <a:pt x="431052" y="113436"/>
                  <a:pt x="433075" y="114446"/>
                  <a:pt x="435502" y="114446"/>
                </a:cubicBezTo>
                <a:cubicBezTo>
                  <a:pt x="440481" y="114446"/>
                  <a:pt x="444090" y="113544"/>
                  <a:pt x="446330" y="111741"/>
                </a:cubicBezTo>
                <a:cubicBezTo>
                  <a:pt x="448633" y="113676"/>
                  <a:pt x="449784" y="115486"/>
                  <a:pt x="449784" y="117170"/>
                </a:cubicBezTo>
                <a:cubicBezTo>
                  <a:pt x="447731" y="119990"/>
                  <a:pt x="444168" y="122481"/>
                  <a:pt x="439096" y="124644"/>
                </a:cubicBezTo>
                <a:cubicBezTo>
                  <a:pt x="434024" y="126806"/>
                  <a:pt x="428936" y="127888"/>
                  <a:pt x="423833" y="127888"/>
                </a:cubicBezTo>
                <a:cubicBezTo>
                  <a:pt x="417486" y="127888"/>
                  <a:pt x="412196" y="126114"/>
                  <a:pt x="407964" y="122567"/>
                </a:cubicBezTo>
                <a:cubicBezTo>
                  <a:pt x="404168" y="119269"/>
                  <a:pt x="402239" y="113730"/>
                  <a:pt x="402176" y="105951"/>
                </a:cubicBezTo>
                <a:cubicBezTo>
                  <a:pt x="402176" y="87094"/>
                  <a:pt x="402363" y="69327"/>
                  <a:pt x="402737" y="52649"/>
                </a:cubicBezTo>
                <a:lnTo>
                  <a:pt x="390321" y="52649"/>
                </a:lnTo>
                <a:cubicBezTo>
                  <a:pt x="389699" y="52649"/>
                  <a:pt x="389388" y="52240"/>
                  <a:pt x="389388" y="51423"/>
                </a:cubicBezTo>
                <a:lnTo>
                  <a:pt x="389388" y="45863"/>
                </a:lnTo>
                <a:cubicBezTo>
                  <a:pt x="391566" y="43915"/>
                  <a:pt x="394242" y="42940"/>
                  <a:pt x="397416" y="42940"/>
                </a:cubicBezTo>
                <a:close/>
                <a:moveTo>
                  <a:pt x="497200" y="74702"/>
                </a:moveTo>
                <a:lnTo>
                  <a:pt x="497200" y="102657"/>
                </a:lnTo>
                <a:cubicBezTo>
                  <a:pt x="497200" y="110324"/>
                  <a:pt x="497962" y="115014"/>
                  <a:pt x="499487" y="116730"/>
                </a:cubicBezTo>
                <a:cubicBezTo>
                  <a:pt x="501012" y="118443"/>
                  <a:pt x="504824" y="119486"/>
                  <a:pt x="510922" y="119860"/>
                </a:cubicBezTo>
                <a:cubicBezTo>
                  <a:pt x="511420" y="120358"/>
                  <a:pt x="511685" y="121447"/>
                  <a:pt x="511716" y="123127"/>
                </a:cubicBezTo>
                <a:cubicBezTo>
                  <a:pt x="511747" y="124807"/>
                  <a:pt x="511482" y="125896"/>
                  <a:pt x="510922" y="126394"/>
                </a:cubicBezTo>
                <a:cubicBezTo>
                  <a:pt x="499969" y="126145"/>
                  <a:pt x="491257" y="126021"/>
                  <a:pt x="484785" y="126021"/>
                </a:cubicBezTo>
                <a:cubicBezTo>
                  <a:pt x="478001" y="126021"/>
                  <a:pt x="469258" y="126145"/>
                  <a:pt x="458554" y="126394"/>
                </a:cubicBezTo>
                <a:cubicBezTo>
                  <a:pt x="458056" y="125896"/>
                  <a:pt x="457807" y="124823"/>
                  <a:pt x="457807" y="123174"/>
                </a:cubicBezTo>
                <a:cubicBezTo>
                  <a:pt x="457807" y="121524"/>
                  <a:pt x="458056" y="120420"/>
                  <a:pt x="458554" y="119860"/>
                </a:cubicBezTo>
                <a:cubicBezTo>
                  <a:pt x="464652" y="119362"/>
                  <a:pt x="468480" y="118286"/>
                  <a:pt x="470036" y="116633"/>
                </a:cubicBezTo>
                <a:cubicBezTo>
                  <a:pt x="471591" y="114978"/>
                  <a:pt x="472369" y="110313"/>
                  <a:pt x="472369" y="102637"/>
                </a:cubicBezTo>
                <a:lnTo>
                  <a:pt x="472369" y="66782"/>
                </a:lnTo>
                <a:cubicBezTo>
                  <a:pt x="472369" y="61415"/>
                  <a:pt x="471607" y="57936"/>
                  <a:pt x="470082" y="56345"/>
                </a:cubicBezTo>
                <a:cubicBezTo>
                  <a:pt x="468558" y="54754"/>
                  <a:pt x="465181" y="53709"/>
                  <a:pt x="459954" y="53209"/>
                </a:cubicBezTo>
                <a:cubicBezTo>
                  <a:pt x="459207" y="50906"/>
                  <a:pt x="459052" y="48915"/>
                  <a:pt x="459487" y="47234"/>
                </a:cubicBezTo>
                <a:cubicBezTo>
                  <a:pt x="466893" y="46499"/>
                  <a:pt x="477472" y="44446"/>
                  <a:pt x="491226" y="41073"/>
                </a:cubicBezTo>
                <a:cubicBezTo>
                  <a:pt x="493902" y="41073"/>
                  <a:pt x="495395" y="42163"/>
                  <a:pt x="495706" y="44341"/>
                </a:cubicBezTo>
                <a:cubicBezTo>
                  <a:pt x="496329" y="50564"/>
                  <a:pt x="496764" y="55574"/>
                  <a:pt x="497013" y="59370"/>
                </a:cubicBezTo>
                <a:lnTo>
                  <a:pt x="497760" y="59370"/>
                </a:lnTo>
                <a:cubicBezTo>
                  <a:pt x="506286" y="47110"/>
                  <a:pt x="513878" y="41011"/>
                  <a:pt x="520537" y="41073"/>
                </a:cubicBezTo>
                <a:cubicBezTo>
                  <a:pt x="523836" y="41073"/>
                  <a:pt x="526761" y="42205"/>
                  <a:pt x="529312" y="44469"/>
                </a:cubicBezTo>
                <a:cubicBezTo>
                  <a:pt x="531864" y="46731"/>
                  <a:pt x="533139" y="49133"/>
                  <a:pt x="533139" y="51674"/>
                </a:cubicBezTo>
                <a:cubicBezTo>
                  <a:pt x="533139" y="55579"/>
                  <a:pt x="532019" y="58865"/>
                  <a:pt x="529779" y="61531"/>
                </a:cubicBezTo>
                <a:cubicBezTo>
                  <a:pt x="527538" y="64198"/>
                  <a:pt x="524987" y="65531"/>
                  <a:pt x="522124" y="65531"/>
                </a:cubicBezTo>
                <a:cubicBezTo>
                  <a:pt x="518079" y="65531"/>
                  <a:pt x="514999" y="64487"/>
                  <a:pt x="512883" y="62401"/>
                </a:cubicBezTo>
                <a:cubicBezTo>
                  <a:pt x="512634" y="62156"/>
                  <a:pt x="512291" y="61818"/>
                  <a:pt x="511856" y="61388"/>
                </a:cubicBezTo>
                <a:cubicBezTo>
                  <a:pt x="511420" y="60959"/>
                  <a:pt x="511078" y="60621"/>
                  <a:pt x="510829" y="60376"/>
                </a:cubicBezTo>
                <a:cubicBezTo>
                  <a:pt x="510580" y="60129"/>
                  <a:pt x="510269" y="59868"/>
                  <a:pt x="509896" y="59591"/>
                </a:cubicBezTo>
                <a:cubicBezTo>
                  <a:pt x="509522" y="59315"/>
                  <a:pt x="509180" y="59116"/>
                  <a:pt x="508869" y="58993"/>
                </a:cubicBezTo>
                <a:cubicBezTo>
                  <a:pt x="508558" y="58871"/>
                  <a:pt x="508215" y="58810"/>
                  <a:pt x="507842" y="58810"/>
                </a:cubicBezTo>
                <a:cubicBezTo>
                  <a:pt x="506037" y="58810"/>
                  <a:pt x="504015" y="59901"/>
                  <a:pt x="501774" y="62083"/>
                </a:cubicBezTo>
                <a:cubicBezTo>
                  <a:pt x="500281" y="63516"/>
                  <a:pt x="499145" y="65184"/>
                  <a:pt x="498367" y="67086"/>
                </a:cubicBezTo>
                <a:cubicBezTo>
                  <a:pt x="497589" y="68986"/>
                  <a:pt x="497200" y="71525"/>
                  <a:pt x="497200" y="74702"/>
                </a:cubicBezTo>
                <a:close/>
                <a:moveTo>
                  <a:pt x="632676" y="100537"/>
                </a:moveTo>
                <a:cubicBezTo>
                  <a:pt x="632676" y="106013"/>
                  <a:pt x="633486" y="109731"/>
                  <a:pt x="635104" y="111692"/>
                </a:cubicBezTo>
                <a:cubicBezTo>
                  <a:pt x="636722" y="113652"/>
                  <a:pt x="640082" y="114881"/>
                  <a:pt x="645185" y="115379"/>
                </a:cubicBezTo>
                <a:cubicBezTo>
                  <a:pt x="645932" y="117806"/>
                  <a:pt x="646056" y="119860"/>
                  <a:pt x="645559" y="121540"/>
                </a:cubicBezTo>
                <a:cubicBezTo>
                  <a:pt x="634730" y="122993"/>
                  <a:pt x="624151" y="125109"/>
                  <a:pt x="613820" y="127888"/>
                </a:cubicBezTo>
                <a:cubicBezTo>
                  <a:pt x="611020" y="127888"/>
                  <a:pt x="609557" y="126821"/>
                  <a:pt x="609433" y="124688"/>
                </a:cubicBezTo>
                <a:cubicBezTo>
                  <a:pt x="609121" y="122241"/>
                  <a:pt x="608810" y="119418"/>
                  <a:pt x="608499" y="116219"/>
                </a:cubicBezTo>
                <a:cubicBezTo>
                  <a:pt x="602712" y="119481"/>
                  <a:pt x="596799" y="122241"/>
                  <a:pt x="590763" y="124501"/>
                </a:cubicBezTo>
                <a:cubicBezTo>
                  <a:pt x="584726" y="126759"/>
                  <a:pt x="580028" y="127888"/>
                  <a:pt x="576667" y="127888"/>
                </a:cubicBezTo>
                <a:cubicBezTo>
                  <a:pt x="560362" y="127888"/>
                  <a:pt x="552210" y="117682"/>
                  <a:pt x="552210" y="97269"/>
                </a:cubicBezTo>
                <a:lnTo>
                  <a:pt x="552210" y="67398"/>
                </a:lnTo>
                <a:cubicBezTo>
                  <a:pt x="552210" y="59868"/>
                  <a:pt x="551292" y="54998"/>
                  <a:pt x="549456" y="52789"/>
                </a:cubicBezTo>
                <a:cubicBezTo>
                  <a:pt x="547620" y="50579"/>
                  <a:pt x="544275" y="49350"/>
                  <a:pt x="539421" y="49101"/>
                </a:cubicBezTo>
                <a:cubicBezTo>
                  <a:pt x="538923" y="48604"/>
                  <a:pt x="538674" y="47514"/>
                  <a:pt x="538674" y="45834"/>
                </a:cubicBezTo>
                <a:cubicBezTo>
                  <a:pt x="538674" y="44154"/>
                  <a:pt x="538923" y="43065"/>
                  <a:pt x="539421" y="42567"/>
                </a:cubicBezTo>
                <a:cubicBezTo>
                  <a:pt x="550374" y="42816"/>
                  <a:pt x="558775" y="42940"/>
                  <a:pt x="564625" y="42940"/>
                </a:cubicBezTo>
                <a:cubicBezTo>
                  <a:pt x="567301" y="42940"/>
                  <a:pt x="570942" y="42816"/>
                  <a:pt x="575547" y="42567"/>
                </a:cubicBezTo>
                <a:cubicBezTo>
                  <a:pt x="576792" y="43812"/>
                  <a:pt x="577445" y="45990"/>
                  <a:pt x="577507" y="49101"/>
                </a:cubicBezTo>
                <a:cubicBezTo>
                  <a:pt x="577507" y="49599"/>
                  <a:pt x="577445" y="51186"/>
                  <a:pt x="577321" y="53862"/>
                </a:cubicBezTo>
                <a:cubicBezTo>
                  <a:pt x="577196" y="56538"/>
                  <a:pt x="577134" y="61050"/>
                  <a:pt x="577134" y="67398"/>
                </a:cubicBezTo>
                <a:lnTo>
                  <a:pt x="577134" y="99323"/>
                </a:lnTo>
                <a:cubicBezTo>
                  <a:pt x="577134" y="105422"/>
                  <a:pt x="578208" y="109342"/>
                  <a:pt x="580355" y="111085"/>
                </a:cubicBezTo>
                <a:cubicBezTo>
                  <a:pt x="582502" y="112827"/>
                  <a:pt x="585878" y="113699"/>
                  <a:pt x="590483" y="113699"/>
                </a:cubicBezTo>
                <a:cubicBezTo>
                  <a:pt x="596644" y="113699"/>
                  <a:pt x="602494" y="111987"/>
                  <a:pt x="608032" y="108565"/>
                </a:cubicBezTo>
                <a:cubicBezTo>
                  <a:pt x="607970" y="107569"/>
                  <a:pt x="607924" y="106589"/>
                  <a:pt x="607892" y="105624"/>
                </a:cubicBezTo>
                <a:cubicBezTo>
                  <a:pt x="607861" y="104659"/>
                  <a:pt x="607846" y="103742"/>
                  <a:pt x="607846" y="102870"/>
                </a:cubicBezTo>
                <a:lnTo>
                  <a:pt x="607846" y="67398"/>
                </a:lnTo>
                <a:cubicBezTo>
                  <a:pt x="607846" y="59743"/>
                  <a:pt x="607021" y="54905"/>
                  <a:pt x="605372" y="52882"/>
                </a:cubicBezTo>
                <a:cubicBezTo>
                  <a:pt x="603723" y="50859"/>
                  <a:pt x="600284" y="49599"/>
                  <a:pt x="595057" y="49101"/>
                </a:cubicBezTo>
                <a:cubicBezTo>
                  <a:pt x="594435" y="48604"/>
                  <a:pt x="594123" y="47514"/>
                  <a:pt x="594123" y="45834"/>
                </a:cubicBezTo>
                <a:cubicBezTo>
                  <a:pt x="594123" y="44154"/>
                  <a:pt x="594435" y="43065"/>
                  <a:pt x="595057" y="42567"/>
                </a:cubicBezTo>
                <a:cubicBezTo>
                  <a:pt x="606010" y="42816"/>
                  <a:pt x="614411" y="42940"/>
                  <a:pt x="620261" y="42940"/>
                </a:cubicBezTo>
                <a:cubicBezTo>
                  <a:pt x="622688" y="42940"/>
                  <a:pt x="626329" y="42816"/>
                  <a:pt x="631183" y="42567"/>
                </a:cubicBezTo>
                <a:cubicBezTo>
                  <a:pt x="632428" y="43812"/>
                  <a:pt x="633081" y="45990"/>
                  <a:pt x="633143" y="49101"/>
                </a:cubicBezTo>
                <a:cubicBezTo>
                  <a:pt x="633143" y="49599"/>
                  <a:pt x="633065" y="51186"/>
                  <a:pt x="632910" y="53862"/>
                </a:cubicBezTo>
                <a:cubicBezTo>
                  <a:pt x="632754" y="56538"/>
                  <a:pt x="632676" y="61050"/>
                  <a:pt x="632676" y="67398"/>
                </a:cubicBezTo>
                <a:lnTo>
                  <a:pt x="632676" y="100537"/>
                </a:lnTo>
                <a:close/>
                <a:moveTo>
                  <a:pt x="729988" y="109282"/>
                </a:moveTo>
                <a:cubicBezTo>
                  <a:pt x="726316" y="114669"/>
                  <a:pt x="721478" y="119117"/>
                  <a:pt x="715472" y="122625"/>
                </a:cubicBezTo>
                <a:cubicBezTo>
                  <a:pt x="709467" y="126134"/>
                  <a:pt x="703664" y="127888"/>
                  <a:pt x="698063" y="127888"/>
                </a:cubicBezTo>
                <a:cubicBezTo>
                  <a:pt x="685181" y="127888"/>
                  <a:pt x="675255" y="124569"/>
                  <a:pt x="668284" y="117932"/>
                </a:cubicBezTo>
                <a:cubicBezTo>
                  <a:pt x="660381" y="110481"/>
                  <a:pt x="656429" y="100275"/>
                  <a:pt x="656429" y="87313"/>
                </a:cubicBezTo>
                <a:cubicBezTo>
                  <a:pt x="656429" y="73606"/>
                  <a:pt x="660568" y="62474"/>
                  <a:pt x="668845" y="53915"/>
                </a:cubicBezTo>
                <a:cubicBezTo>
                  <a:pt x="677121" y="45354"/>
                  <a:pt x="687110" y="41073"/>
                  <a:pt x="698810" y="41073"/>
                </a:cubicBezTo>
                <a:cubicBezTo>
                  <a:pt x="708518" y="41073"/>
                  <a:pt x="716141" y="43168"/>
                  <a:pt x="721680" y="47357"/>
                </a:cubicBezTo>
                <a:cubicBezTo>
                  <a:pt x="727219" y="51544"/>
                  <a:pt x="729988" y="56057"/>
                  <a:pt x="729988" y="60895"/>
                </a:cubicBezTo>
                <a:cubicBezTo>
                  <a:pt x="729988" y="63935"/>
                  <a:pt x="729008" y="66463"/>
                  <a:pt x="727047" y="68480"/>
                </a:cubicBezTo>
                <a:cubicBezTo>
                  <a:pt x="725087" y="70497"/>
                  <a:pt x="722567" y="71505"/>
                  <a:pt x="719486" y="71505"/>
                </a:cubicBezTo>
                <a:cubicBezTo>
                  <a:pt x="716406" y="71505"/>
                  <a:pt x="713730" y="70639"/>
                  <a:pt x="711458" y="68906"/>
                </a:cubicBezTo>
                <a:cubicBezTo>
                  <a:pt x="709187" y="67173"/>
                  <a:pt x="707927" y="65015"/>
                  <a:pt x="707678" y="62433"/>
                </a:cubicBezTo>
                <a:cubicBezTo>
                  <a:pt x="707304" y="58714"/>
                  <a:pt x="706246" y="55501"/>
                  <a:pt x="704504" y="52792"/>
                </a:cubicBezTo>
                <a:cubicBezTo>
                  <a:pt x="702761" y="50083"/>
                  <a:pt x="700303" y="48728"/>
                  <a:pt x="697129" y="48728"/>
                </a:cubicBezTo>
                <a:cubicBezTo>
                  <a:pt x="686550" y="48728"/>
                  <a:pt x="681260" y="59368"/>
                  <a:pt x="681260" y="80647"/>
                </a:cubicBezTo>
                <a:cubicBezTo>
                  <a:pt x="681260" y="90787"/>
                  <a:pt x="683843" y="98924"/>
                  <a:pt x="689008" y="105058"/>
                </a:cubicBezTo>
                <a:cubicBezTo>
                  <a:pt x="694173" y="111192"/>
                  <a:pt x="700459" y="114259"/>
                  <a:pt x="707864" y="114259"/>
                </a:cubicBezTo>
                <a:cubicBezTo>
                  <a:pt x="713092" y="114259"/>
                  <a:pt x="719657" y="110598"/>
                  <a:pt x="727561" y="103276"/>
                </a:cubicBezTo>
                <a:cubicBezTo>
                  <a:pt x="729179" y="103338"/>
                  <a:pt x="729988" y="105340"/>
                  <a:pt x="729988" y="109282"/>
                </a:cubicBezTo>
                <a:close/>
                <a:moveTo>
                  <a:pt x="748343" y="42940"/>
                </a:moveTo>
                <a:lnTo>
                  <a:pt x="753664" y="42940"/>
                </a:lnTo>
                <a:cubicBezTo>
                  <a:pt x="753664" y="30099"/>
                  <a:pt x="754380" y="22748"/>
                  <a:pt x="755811" y="20887"/>
                </a:cubicBezTo>
                <a:cubicBezTo>
                  <a:pt x="756185" y="20391"/>
                  <a:pt x="756947" y="19895"/>
                  <a:pt x="758098" y="19399"/>
                </a:cubicBezTo>
                <a:cubicBezTo>
                  <a:pt x="759249" y="18901"/>
                  <a:pt x="760665" y="18389"/>
                  <a:pt x="762346" y="17862"/>
                </a:cubicBezTo>
                <a:cubicBezTo>
                  <a:pt x="764026" y="17335"/>
                  <a:pt x="765208" y="16916"/>
                  <a:pt x="765893" y="16604"/>
                </a:cubicBezTo>
                <a:cubicBezTo>
                  <a:pt x="767386" y="15984"/>
                  <a:pt x="769518" y="15271"/>
                  <a:pt x="772287" y="14466"/>
                </a:cubicBezTo>
                <a:cubicBezTo>
                  <a:pt x="775057" y="13659"/>
                  <a:pt x="776783" y="13256"/>
                  <a:pt x="777468" y="13256"/>
                </a:cubicBezTo>
                <a:cubicBezTo>
                  <a:pt x="778464" y="13256"/>
                  <a:pt x="778962" y="13814"/>
                  <a:pt x="778962" y="14930"/>
                </a:cubicBezTo>
                <a:cubicBezTo>
                  <a:pt x="778588" y="20887"/>
                  <a:pt x="778246" y="28083"/>
                  <a:pt x="777935" y="36520"/>
                </a:cubicBezTo>
                <a:lnTo>
                  <a:pt x="777748" y="42940"/>
                </a:lnTo>
                <a:lnTo>
                  <a:pt x="800152" y="42940"/>
                </a:lnTo>
                <a:cubicBezTo>
                  <a:pt x="801148" y="42940"/>
                  <a:pt x="801645" y="43318"/>
                  <a:pt x="801645" y="44072"/>
                </a:cubicBezTo>
                <a:lnTo>
                  <a:pt x="801645" y="50105"/>
                </a:lnTo>
                <a:cubicBezTo>
                  <a:pt x="801645" y="51801"/>
                  <a:pt x="800121" y="52649"/>
                  <a:pt x="797071" y="52649"/>
                </a:cubicBezTo>
                <a:lnTo>
                  <a:pt x="777748" y="52649"/>
                </a:lnTo>
                <a:cubicBezTo>
                  <a:pt x="777748" y="59794"/>
                  <a:pt x="777779" y="69145"/>
                  <a:pt x="777841" y="80703"/>
                </a:cubicBezTo>
                <a:cubicBezTo>
                  <a:pt x="777904" y="92261"/>
                  <a:pt x="777935" y="99252"/>
                  <a:pt x="777935" y="101677"/>
                </a:cubicBezTo>
                <a:cubicBezTo>
                  <a:pt x="777935" y="106150"/>
                  <a:pt x="778744" y="109397"/>
                  <a:pt x="780362" y="111418"/>
                </a:cubicBezTo>
                <a:cubicBezTo>
                  <a:pt x="781980" y="113436"/>
                  <a:pt x="784002" y="114446"/>
                  <a:pt x="786430" y="114446"/>
                </a:cubicBezTo>
                <a:cubicBezTo>
                  <a:pt x="791408" y="114446"/>
                  <a:pt x="795018" y="113544"/>
                  <a:pt x="797258" y="111741"/>
                </a:cubicBezTo>
                <a:cubicBezTo>
                  <a:pt x="799561" y="113676"/>
                  <a:pt x="800712" y="115486"/>
                  <a:pt x="800712" y="117170"/>
                </a:cubicBezTo>
                <a:cubicBezTo>
                  <a:pt x="798658" y="119990"/>
                  <a:pt x="795095" y="122481"/>
                  <a:pt x="790023" y="124644"/>
                </a:cubicBezTo>
                <a:cubicBezTo>
                  <a:pt x="784952" y="126806"/>
                  <a:pt x="779864" y="127888"/>
                  <a:pt x="774761" y="127888"/>
                </a:cubicBezTo>
                <a:cubicBezTo>
                  <a:pt x="768413" y="127888"/>
                  <a:pt x="763123" y="126114"/>
                  <a:pt x="758892" y="122567"/>
                </a:cubicBezTo>
                <a:cubicBezTo>
                  <a:pt x="755095" y="119269"/>
                  <a:pt x="753166" y="113730"/>
                  <a:pt x="753104" y="105951"/>
                </a:cubicBezTo>
                <a:cubicBezTo>
                  <a:pt x="753104" y="87094"/>
                  <a:pt x="753291" y="69327"/>
                  <a:pt x="753664" y="52649"/>
                </a:cubicBezTo>
                <a:lnTo>
                  <a:pt x="741249" y="52649"/>
                </a:lnTo>
                <a:cubicBezTo>
                  <a:pt x="740626" y="52649"/>
                  <a:pt x="740315" y="52240"/>
                  <a:pt x="740315" y="51423"/>
                </a:cubicBezTo>
                <a:lnTo>
                  <a:pt x="740315" y="45863"/>
                </a:lnTo>
                <a:cubicBezTo>
                  <a:pt x="742493" y="43915"/>
                  <a:pt x="745169" y="42940"/>
                  <a:pt x="748343" y="42940"/>
                </a:cubicBezTo>
                <a:close/>
                <a:moveTo>
                  <a:pt x="848874" y="102640"/>
                </a:moveTo>
                <a:cubicBezTo>
                  <a:pt x="848874" y="110314"/>
                  <a:pt x="849636" y="115010"/>
                  <a:pt x="851161" y="116727"/>
                </a:cubicBezTo>
                <a:cubicBezTo>
                  <a:pt x="852686" y="118442"/>
                  <a:pt x="856528" y="119486"/>
                  <a:pt x="862689" y="119860"/>
                </a:cubicBezTo>
                <a:cubicBezTo>
                  <a:pt x="863187" y="120358"/>
                  <a:pt x="863436" y="121447"/>
                  <a:pt x="863436" y="123127"/>
                </a:cubicBezTo>
                <a:cubicBezTo>
                  <a:pt x="863436" y="124807"/>
                  <a:pt x="863187" y="125896"/>
                  <a:pt x="862689" y="126394"/>
                </a:cubicBezTo>
                <a:cubicBezTo>
                  <a:pt x="851737" y="126145"/>
                  <a:pt x="842993" y="126021"/>
                  <a:pt x="836458" y="126021"/>
                </a:cubicBezTo>
                <a:cubicBezTo>
                  <a:pt x="829675" y="126021"/>
                  <a:pt x="820931" y="126145"/>
                  <a:pt x="810227" y="126394"/>
                </a:cubicBezTo>
                <a:cubicBezTo>
                  <a:pt x="809730" y="125896"/>
                  <a:pt x="809481" y="124823"/>
                  <a:pt x="809481" y="123174"/>
                </a:cubicBezTo>
                <a:cubicBezTo>
                  <a:pt x="809481" y="121524"/>
                  <a:pt x="809730" y="120420"/>
                  <a:pt x="810227" y="119860"/>
                </a:cubicBezTo>
                <a:cubicBezTo>
                  <a:pt x="816326" y="119360"/>
                  <a:pt x="820154" y="118284"/>
                  <a:pt x="821709" y="116630"/>
                </a:cubicBezTo>
                <a:cubicBezTo>
                  <a:pt x="823265" y="114977"/>
                  <a:pt x="824043" y="110313"/>
                  <a:pt x="824043" y="102637"/>
                </a:cubicBezTo>
                <a:lnTo>
                  <a:pt x="824043" y="65849"/>
                </a:lnTo>
                <a:cubicBezTo>
                  <a:pt x="824043" y="60481"/>
                  <a:pt x="823312" y="57033"/>
                  <a:pt x="821849" y="55505"/>
                </a:cubicBezTo>
                <a:cubicBezTo>
                  <a:pt x="820387" y="53976"/>
                  <a:pt x="816980" y="52962"/>
                  <a:pt x="811628" y="52462"/>
                </a:cubicBezTo>
                <a:cubicBezTo>
                  <a:pt x="810881" y="50035"/>
                  <a:pt x="810756" y="47981"/>
                  <a:pt x="811254" y="46301"/>
                </a:cubicBezTo>
                <a:cubicBezTo>
                  <a:pt x="831542" y="43672"/>
                  <a:pt x="842868" y="41929"/>
                  <a:pt x="845233" y="41073"/>
                </a:cubicBezTo>
                <a:cubicBezTo>
                  <a:pt x="848158" y="41073"/>
                  <a:pt x="849621" y="42143"/>
                  <a:pt x="849621" y="44282"/>
                </a:cubicBezTo>
                <a:cubicBezTo>
                  <a:pt x="849621" y="44405"/>
                  <a:pt x="849621" y="44604"/>
                  <a:pt x="849621" y="44880"/>
                </a:cubicBezTo>
                <a:cubicBezTo>
                  <a:pt x="849621" y="45155"/>
                  <a:pt x="849590" y="45709"/>
                  <a:pt x="849527" y="46543"/>
                </a:cubicBezTo>
                <a:cubicBezTo>
                  <a:pt x="849465" y="47377"/>
                  <a:pt x="849403" y="48247"/>
                  <a:pt x="849341" y="49151"/>
                </a:cubicBezTo>
                <a:cubicBezTo>
                  <a:pt x="849278" y="50055"/>
                  <a:pt x="849216" y="51163"/>
                  <a:pt x="849154" y="52474"/>
                </a:cubicBezTo>
                <a:cubicBezTo>
                  <a:pt x="849092" y="53784"/>
                  <a:pt x="849045" y="55049"/>
                  <a:pt x="849014" y="56266"/>
                </a:cubicBezTo>
                <a:cubicBezTo>
                  <a:pt x="848983" y="57481"/>
                  <a:pt x="848952" y="58822"/>
                  <a:pt x="848921" y="60289"/>
                </a:cubicBezTo>
                <a:cubicBezTo>
                  <a:pt x="848889" y="61755"/>
                  <a:pt x="848874" y="63144"/>
                  <a:pt x="848874" y="64454"/>
                </a:cubicBezTo>
                <a:lnTo>
                  <a:pt x="848874" y="102640"/>
                </a:lnTo>
                <a:moveTo>
                  <a:pt x="823110" y="11899"/>
                </a:moveTo>
                <a:cubicBezTo>
                  <a:pt x="823110" y="8714"/>
                  <a:pt x="824276" y="5934"/>
                  <a:pt x="826610" y="3562"/>
                </a:cubicBezTo>
                <a:cubicBezTo>
                  <a:pt x="828944" y="1187"/>
                  <a:pt x="832227" y="0"/>
                  <a:pt x="836458" y="0"/>
                </a:cubicBezTo>
                <a:cubicBezTo>
                  <a:pt x="840130" y="0"/>
                  <a:pt x="843117" y="1312"/>
                  <a:pt x="845420" y="3935"/>
                </a:cubicBezTo>
                <a:cubicBezTo>
                  <a:pt x="847723" y="6559"/>
                  <a:pt x="848874" y="9495"/>
                  <a:pt x="848874" y="12745"/>
                </a:cubicBezTo>
                <a:cubicBezTo>
                  <a:pt x="848874" y="15555"/>
                  <a:pt x="847598" y="18241"/>
                  <a:pt x="845047" y="20802"/>
                </a:cubicBezTo>
                <a:cubicBezTo>
                  <a:pt x="842495" y="23363"/>
                  <a:pt x="839259" y="24644"/>
                  <a:pt x="835338" y="24644"/>
                </a:cubicBezTo>
                <a:cubicBezTo>
                  <a:pt x="831667" y="24644"/>
                  <a:pt x="828711" y="23348"/>
                  <a:pt x="826470" y="20756"/>
                </a:cubicBezTo>
                <a:cubicBezTo>
                  <a:pt x="824230" y="18163"/>
                  <a:pt x="823110" y="15211"/>
                  <a:pt x="823110" y="11899"/>
                </a:cubicBezTo>
                <a:close/>
                <a:moveTo>
                  <a:pt x="909476" y="102684"/>
                </a:moveTo>
                <a:cubicBezTo>
                  <a:pt x="909476" y="110214"/>
                  <a:pt x="910052" y="114866"/>
                  <a:pt x="911203" y="116639"/>
                </a:cubicBezTo>
                <a:cubicBezTo>
                  <a:pt x="912354" y="118413"/>
                  <a:pt x="915077" y="119486"/>
                  <a:pt x="919371" y="119860"/>
                </a:cubicBezTo>
                <a:cubicBezTo>
                  <a:pt x="919869" y="120358"/>
                  <a:pt x="920133" y="121447"/>
                  <a:pt x="920164" y="123127"/>
                </a:cubicBezTo>
                <a:cubicBezTo>
                  <a:pt x="920195" y="124807"/>
                  <a:pt x="919931" y="125896"/>
                  <a:pt x="919371" y="126394"/>
                </a:cubicBezTo>
                <a:cubicBezTo>
                  <a:pt x="908418" y="126145"/>
                  <a:pt x="900981" y="126021"/>
                  <a:pt x="897061" y="126021"/>
                </a:cubicBezTo>
                <a:cubicBezTo>
                  <a:pt x="890277" y="126021"/>
                  <a:pt x="881534" y="126145"/>
                  <a:pt x="870830" y="126394"/>
                </a:cubicBezTo>
                <a:cubicBezTo>
                  <a:pt x="870332" y="125896"/>
                  <a:pt x="870083" y="124823"/>
                  <a:pt x="870083" y="123174"/>
                </a:cubicBezTo>
                <a:cubicBezTo>
                  <a:pt x="870083" y="121524"/>
                  <a:pt x="870332" y="120420"/>
                  <a:pt x="870830" y="119860"/>
                </a:cubicBezTo>
                <a:cubicBezTo>
                  <a:pt x="876928" y="119362"/>
                  <a:pt x="880756" y="118288"/>
                  <a:pt x="882311" y="116639"/>
                </a:cubicBezTo>
                <a:cubicBezTo>
                  <a:pt x="883867" y="114990"/>
                  <a:pt x="884645" y="110338"/>
                  <a:pt x="884645" y="102684"/>
                </a:cubicBezTo>
                <a:lnTo>
                  <a:pt x="884645" y="66931"/>
                </a:lnTo>
                <a:cubicBezTo>
                  <a:pt x="884645" y="61579"/>
                  <a:pt x="883914" y="58141"/>
                  <a:pt x="882451" y="56616"/>
                </a:cubicBezTo>
                <a:cubicBezTo>
                  <a:pt x="880989" y="55091"/>
                  <a:pt x="877582" y="54080"/>
                  <a:pt x="872230" y="53582"/>
                </a:cubicBezTo>
                <a:cubicBezTo>
                  <a:pt x="871483" y="51155"/>
                  <a:pt x="871327" y="49101"/>
                  <a:pt x="871763" y="47421"/>
                </a:cubicBezTo>
                <a:cubicBezTo>
                  <a:pt x="882591" y="45968"/>
                  <a:pt x="893171" y="43853"/>
                  <a:pt x="903502" y="41073"/>
                </a:cubicBezTo>
                <a:cubicBezTo>
                  <a:pt x="906302" y="41073"/>
                  <a:pt x="907796" y="42169"/>
                  <a:pt x="907982" y="44361"/>
                </a:cubicBezTo>
                <a:cubicBezTo>
                  <a:pt x="908542" y="48179"/>
                  <a:pt x="908947" y="52310"/>
                  <a:pt x="909196" y="56756"/>
                </a:cubicBezTo>
                <a:cubicBezTo>
                  <a:pt x="924381" y="46239"/>
                  <a:pt x="934991" y="41011"/>
                  <a:pt x="941028" y="41073"/>
                </a:cubicBezTo>
                <a:cubicBezTo>
                  <a:pt x="957955" y="41073"/>
                  <a:pt x="966419" y="51280"/>
                  <a:pt x="966419" y="71692"/>
                </a:cubicBezTo>
                <a:lnTo>
                  <a:pt x="966419" y="101563"/>
                </a:lnTo>
                <a:cubicBezTo>
                  <a:pt x="966419" y="109342"/>
                  <a:pt x="967352" y="114274"/>
                  <a:pt x="969219" y="116359"/>
                </a:cubicBezTo>
                <a:cubicBezTo>
                  <a:pt x="971086" y="118444"/>
                  <a:pt x="975069" y="119611"/>
                  <a:pt x="981168" y="119860"/>
                </a:cubicBezTo>
                <a:cubicBezTo>
                  <a:pt x="981790" y="120358"/>
                  <a:pt x="982101" y="121447"/>
                  <a:pt x="982101" y="123127"/>
                </a:cubicBezTo>
                <a:cubicBezTo>
                  <a:pt x="982101" y="124807"/>
                  <a:pt x="981790" y="125896"/>
                  <a:pt x="981168" y="126394"/>
                </a:cubicBezTo>
                <a:cubicBezTo>
                  <a:pt x="970215" y="126145"/>
                  <a:pt x="961160" y="126021"/>
                  <a:pt x="954003" y="126021"/>
                </a:cubicBezTo>
                <a:cubicBezTo>
                  <a:pt x="949149" y="126021"/>
                  <a:pt x="941370" y="126145"/>
                  <a:pt x="930666" y="126394"/>
                </a:cubicBezTo>
                <a:cubicBezTo>
                  <a:pt x="930044" y="125896"/>
                  <a:pt x="929733" y="124823"/>
                  <a:pt x="929733" y="123174"/>
                </a:cubicBezTo>
                <a:cubicBezTo>
                  <a:pt x="929733" y="121524"/>
                  <a:pt x="930044" y="120420"/>
                  <a:pt x="930666" y="119860"/>
                </a:cubicBezTo>
                <a:cubicBezTo>
                  <a:pt x="934898" y="119611"/>
                  <a:pt x="937776" y="118382"/>
                  <a:pt x="939301" y="116172"/>
                </a:cubicBezTo>
                <a:cubicBezTo>
                  <a:pt x="940825" y="113963"/>
                  <a:pt x="941588" y="109094"/>
                  <a:pt x="941588" y="101563"/>
                </a:cubicBezTo>
                <a:lnTo>
                  <a:pt x="941588" y="69638"/>
                </a:lnTo>
                <a:cubicBezTo>
                  <a:pt x="941588" y="60054"/>
                  <a:pt x="937138" y="55262"/>
                  <a:pt x="928239" y="55262"/>
                </a:cubicBezTo>
                <a:cubicBezTo>
                  <a:pt x="924443" y="55262"/>
                  <a:pt x="918188" y="58250"/>
                  <a:pt x="909476" y="64224"/>
                </a:cubicBezTo>
                <a:lnTo>
                  <a:pt x="909476" y="64597"/>
                </a:lnTo>
                <a:lnTo>
                  <a:pt x="909476" y="102684"/>
                </a:lnTo>
                <a:close/>
                <a:moveTo>
                  <a:pt x="1038886" y="70834"/>
                </a:moveTo>
                <a:cubicBezTo>
                  <a:pt x="1038886" y="56035"/>
                  <a:pt x="1034623" y="48666"/>
                  <a:pt x="1026097" y="48728"/>
                </a:cubicBezTo>
                <a:cubicBezTo>
                  <a:pt x="1022301" y="48728"/>
                  <a:pt x="1019532" y="50165"/>
                  <a:pt x="1017789" y="53040"/>
                </a:cubicBezTo>
                <a:cubicBezTo>
                  <a:pt x="1016047" y="55914"/>
                  <a:pt x="1015176" y="60776"/>
                  <a:pt x="1015176" y="67625"/>
                </a:cubicBezTo>
                <a:cubicBezTo>
                  <a:pt x="1015176" y="83281"/>
                  <a:pt x="1019625" y="91108"/>
                  <a:pt x="1028524" y="91108"/>
                </a:cubicBezTo>
                <a:cubicBezTo>
                  <a:pt x="1031574" y="91108"/>
                  <a:pt x="1034063" y="89764"/>
                  <a:pt x="1035992" y="87074"/>
                </a:cubicBezTo>
                <a:cubicBezTo>
                  <a:pt x="1037922" y="84382"/>
                  <a:pt x="1038886" y="78969"/>
                  <a:pt x="1038886" y="70834"/>
                </a:cubicBezTo>
                <a:moveTo>
                  <a:pt x="1016856" y="130875"/>
                </a:moveTo>
                <a:cubicBezTo>
                  <a:pt x="1013184" y="130875"/>
                  <a:pt x="1010384" y="130502"/>
                  <a:pt x="1008454" y="129755"/>
                </a:cubicBezTo>
                <a:cubicBezTo>
                  <a:pt x="1007023" y="132333"/>
                  <a:pt x="1006339" y="137304"/>
                  <a:pt x="1006401" y="144667"/>
                </a:cubicBezTo>
                <a:cubicBezTo>
                  <a:pt x="1006401" y="149827"/>
                  <a:pt x="1008408" y="154325"/>
                  <a:pt x="1012422" y="158162"/>
                </a:cubicBezTo>
                <a:cubicBezTo>
                  <a:pt x="1016436" y="162001"/>
                  <a:pt x="1021492" y="163920"/>
                  <a:pt x="1027591" y="163920"/>
                </a:cubicBezTo>
                <a:cubicBezTo>
                  <a:pt x="1032321" y="163920"/>
                  <a:pt x="1036661" y="163669"/>
                  <a:pt x="1040613" y="163165"/>
                </a:cubicBezTo>
                <a:cubicBezTo>
                  <a:pt x="1044565" y="162661"/>
                  <a:pt x="1047879" y="161654"/>
                  <a:pt x="1050555" y="160143"/>
                </a:cubicBezTo>
                <a:cubicBezTo>
                  <a:pt x="1053542" y="158443"/>
                  <a:pt x="1055845" y="155878"/>
                  <a:pt x="1057463" y="152447"/>
                </a:cubicBezTo>
                <a:cubicBezTo>
                  <a:pt x="1059081" y="149019"/>
                  <a:pt x="1059890" y="145447"/>
                  <a:pt x="1059890" y="141733"/>
                </a:cubicBezTo>
                <a:cubicBezTo>
                  <a:pt x="1059890" y="134494"/>
                  <a:pt x="1045545" y="130875"/>
                  <a:pt x="1016856" y="130875"/>
                </a:cubicBezTo>
                <a:moveTo>
                  <a:pt x="1072678" y="50408"/>
                </a:moveTo>
                <a:cubicBezTo>
                  <a:pt x="1070500" y="50408"/>
                  <a:pt x="1068587" y="49724"/>
                  <a:pt x="1066937" y="48355"/>
                </a:cubicBezTo>
                <a:cubicBezTo>
                  <a:pt x="1065288" y="46984"/>
                  <a:pt x="1064215" y="45537"/>
                  <a:pt x="1063717" y="44014"/>
                </a:cubicBezTo>
                <a:cubicBezTo>
                  <a:pt x="1062970" y="42489"/>
                  <a:pt x="1061757" y="41758"/>
                  <a:pt x="1060076" y="41820"/>
                </a:cubicBezTo>
                <a:cubicBezTo>
                  <a:pt x="1059081" y="41820"/>
                  <a:pt x="1057400" y="42527"/>
                  <a:pt x="1055035" y="43941"/>
                </a:cubicBezTo>
                <a:cubicBezTo>
                  <a:pt x="1052671" y="45355"/>
                  <a:pt x="1051115" y="46523"/>
                  <a:pt x="1050368" y="47444"/>
                </a:cubicBezTo>
                <a:cubicBezTo>
                  <a:pt x="1058272" y="53831"/>
                  <a:pt x="1062223" y="61445"/>
                  <a:pt x="1062223" y="70286"/>
                </a:cubicBezTo>
                <a:cubicBezTo>
                  <a:pt x="1062223" y="78316"/>
                  <a:pt x="1059096" y="85070"/>
                  <a:pt x="1052842" y="90548"/>
                </a:cubicBezTo>
                <a:cubicBezTo>
                  <a:pt x="1046587" y="96025"/>
                  <a:pt x="1038170" y="98763"/>
                  <a:pt x="1027591" y="98763"/>
                </a:cubicBezTo>
                <a:cubicBezTo>
                  <a:pt x="1021181" y="98763"/>
                  <a:pt x="1016514" y="98043"/>
                  <a:pt x="1013589" y="96604"/>
                </a:cubicBezTo>
                <a:cubicBezTo>
                  <a:pt x="1013464" y="96859"/>
                  <a:pt x="1013106" y="97591"/>
                  <a:pt x="1012515" y="98801"/>
                </a:cubicBezTo>
                <a:cubicBezTo>
                  <a:pt x="1011924" y="100011"/>
                  <a:pt x="1011488" y="101077"/>
                  <a:pt x="1011208" y="102001"/>
                </a:cubicBezTo>
                <a:cubicBezTo>
                  <a:pt x="1010928" y="102923"/>
                  <a:pt x="1010788" y="103861"/>
                  <a:pt x="1010788" y="104816"/>
                </a:cubicBezTo>
                <a:cubicBezTo>
                  <a:pt x="1010788" y="110240"/>
                  <a:pt x="1013651" y="112952"/>
                  <a:pt x="1019376" y="112952"/>
                </a:cubicBezTo>
                <a:cubicBezTo>
                  <a:pt x="1028960" y="112952"/>
                  <a:pt x="1038902" y="113452"/>
                  <a:pt x="1049201" y="114451"/>
                </a:cubicBezTo>
                <a:cubicBezTo>
                  <a:pt x="1059501" y="115449"/>
                  <a:pt x="1066331" y="117040"/>
                  <a:pt x="1069691" y="119224"/>
                </a:cubicBezTo>
                <a:cubicBezTo>
                  <a:pt x="1076039" y="123592"/>
                  <a:pt x="1079213" y="129427"/>
                  <a:pt x="1079213" y="136730"/>
                </a:cubicBezTo>
                <a:cubicBezTo>
                  <a:pt x="1079213" y="146667"/>
                  <a:pt x="1073254" y="154959"/>
                  <a:pt x="1061337" y="161604"/>
                </a:cubicBezTo>
                <a:cubicBezTo>
                  <a:pt x="1049419" y="168251"/>
                  <a:pt x="1036397" y="171575"/>
                  <a:pt x="1022270" y="171575"/>
                </a:cubicBezTo>
                <a:cubicBezTo>
                  <a:pt x="1008766" y="171575"/>
                  <a:pt x="998995" y="169490"/>
                  <a:pt x="992959" y="165321"/>
                </a:cubicBezTo>
                <a:cubicBezTo>
                  <a:pt x="987980" y="161898"/>
                  <a:pt x="985522" y="155581"/>
                  <a:pt x="985584" y="146371"/>
                </a:cubicBezTo>
                <a:cubicBezTo>
                  <a:pt x="985584" y="144566"/>
                  <a:pt x="987389" y="141501"/>
                  <a:pt x="990998" y="137176"/>
                </a:cubicBezTo>
                <a:cubicBezTo>
                  <a:pt x="994608" y="132851"/>
                  <a:pt x="998342" y="129537"/>
                  <a:pt x="1002200" y="127234"/>
                </a:cubicBezTo>
                <a:cubicBezTo>
                  <a:pt x="998528" y="126114"/>
                  <a:pt x="995915" y="124340"/>
                  <a:pt x="994359" y="121913"/>
                </a:cubicBezTo>
                <a:cubicBezTo>
                  <a:pt x="992679" y="119362"/>
                  <a:pt x="991838" y="116437"/>
                  <a:pt x="991838" y="113139"/>
                </a:cubicBezTo>
                <a:cubicBezTo>
                  <a:pt x="991838" y="111293"/>
                  <a:pt x="993503" y="108333"/>
                  <a:pt x="996833" y="104259"/>
                </a:cubicBezTo>
                <a:cubicBezTo>
                  <a:pt x="1000162" y="100185"/>
                  <a:pt x="1003538" y="96652"/>
                  <a:pt x="1006961" y="93661"/>
                </a:cubicBezTo>
                <a:cubicBezTo>
                  <a:pt x="1002480" y="91197"/>
                  <a:pt x="998902" y="87718"/>
                  <a:pt x="996226" y="83223"/>
                </a:cubicBezTo>
                <a:cubicBezTo>
                  <a:pt x="993550" y="78727"/>
                  <a:pt x="992212" y="74108"/>
                  <a:pt x="992212" y="69367"/>
                </a:cubicBezTo>
                <a:cubicBezTo>
                  <a:pt x="992212" y="60217"/>
                  <a:pt x="996537" y="52809"/>
                  <a:pt x="1005187" y="47144"/>
                </a:cubicBezTo>
                <a:cubicBezTo>
                  <a:pt x="1011411" y="43035"/>
                  <a:pt x="1018941" y="41011"/>
                  <a:pt x="1027778" y="41073"/>
                </a:cubicBezTo>
                <a:cubicBezTo>
                  <a:pt x="1035681" y="41073"/>
                  <a:pt x="1041033" y="41848"/>
                  <a:pt x="1043834" y="43398"/>
                </a:cubicBezTo>
                <a:cubicBezTo>
                  <a:pt x="1047007" y="40553"/>
                  <a:pt x="1050990" y="37930"/>
                  <a:pt x="1055782" y="35528"/>
                </a:cubicBezTo>
                <a:cubicBezTo>
                  <a:pt x="1060574" y="33126"/>
                  <a:pt x="1064930" y="31925"/>
                  <a:pt x="1068851" y="31925"/>
                </a:cubicBezTo>
                <a:cubicBezTo>
                  <a:pt x="1072274" y="31925"/>
                  <a:pt x="1075183" y="32947"/>
                  <a:pt x="1077579" y="34991"/>
                </a:cubicBezTo>
                <a:cubicBezTo>
                  <a:pt x="1079975" y="37033"/>
                  <a:pt x="1081173" y="39076"/>
                  <a:pt x="1081173" y="41120"/>
                </a:cubicBezTo>
                <a:cubicBezTo>
                  <a:pt x="1081111" y="47312"/>
                  <a:pt x="1078279" y="50408"/>
                  <a:pt x="1072678" y="50408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Weather">
            <a:extLst xmlns:a="http://schemas.openxmlformats.org/drawingml/2006/main">
              <a:ext uri="{FF2B5EF4-FFF2-40B4-BE49-F238E27FC236}">
                <a16:creationId xmlns:a16="http://schemas.microsoft.com/office/drawing/2014/main" id="{1B9B2404-B774-4578-8467-DFF7C7C0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145" y="1546278"/>
            <a:ext cx="660781" cy="120982"/>
          </a:xfrm>
          <a:custGeom xmlns:a="http://schemas.openxmlformats.org/drawingml/2006/main">
            <a:pathLst>
              <a:path w="660781" h="120982">
                <a:moveTo>
                  <a:pt x="96669" y="14604"/>
                </a:moveTo>
                <a:lnTo>
                  <a:pt x="120484" y="82171"/>
                </a:lnTo>
                <a:lnTo>
                  <a:pt x="122973" y="89318"/>
                </a:lnTo>
                <a:lnTo>
                  <a:pt x="125130" y="83167"/>
                </a:lnTo>
                <a:lnTo>
                  <a:pt x="144298" y="26073"/>
                </a:lnTo>
                <a:cubicBezTo>
                  <a:pt x="145294" y="23081"/>
                  <a:pt x="144616" y="20518"/>
                  <a:pt x="142265" y="18385"/>
                </a:cubicBezTo>
                <a:cubicBezTo>
                  <a:pt x="139914" y="16252"/>
                  <a:pt x="136969" y="14991"/>
                  <a:pt x="133428" y="14604"/>
                </a:cubicBezTo>
                <a:cubicBezTo>
                  <a:pt x="132875" y="14051"/>
                  <a:pt x="132598" y="13083"/>
                  <a:pt x="132598" y="11700"/>
                </a:cubicBezTo>
                <a:cubicBezTo>
                  <a:pt x="132598" y="10317"/>
                  <a:pt x="132875" y="9349"/>
                  <a:pt x="133428" y="8796"/>
                </a:cubicBezTo>
                <a:cubicBezTo>
                  <a:pt x="141837" y="9017"/>
                  <a:pt x="149360" y="9128"/>
                  <a:pt x="155998" y="9128"/>
                </a:cubicBezTo>
                <a:cubicBezTo>
                  <a:pt x="158266" y="9128"/>
                  <a:pt x="163604" y="9017"/>
                  <a:pt x="172013" y="8796"/>
                </a:cubicBezTo>
                <a:cubicBezTo>
                  <a:pt x="172455" y="9349"/>
                  <a:pt x="172677" y="10303"/>
                  <a:pt x="172677" y="11658"/>
                </a:cubicBezTo>
                <a:cubicBezTo>
                  <a:pt x="172677" y="13014"/>
                  <a:pt x="172455" y="13996"/>
                  <a:pt x="172013" y="14604"/>
                </a:cubicBezTo>
                <a:cubicBezTo>
                  <a:pt x="170132" y="14715"/>
                  <a:pt x="168320" y="15117"/>
                  <a:pt x="166578" y="15810"/>
                </a:cubicBezTo>
                <a:cubicBezTo>
                  <a:pt x="164835" y="16501"/>
                  <a:pt x="163190" y="17457"/>
                  <a:pt x="161641" y="18678"/>
                </a:cubicBezTo>
                <a:cubicBezTo>
                  <a:pt x="160092" y="19897"/>
                  <a:pt x="158681" y="21462"/>
                  <a:pt x="157409" y="23374"/>
                </a:cubicBezTo>
                <a:cubicBezTo>
                  <a:pt x="156136" y="25284"/>
                  <a:pt x="155058" y="27486"/>
                  <a:pt x="154173" y="29978"/>
                </a:cubicBezTo>
                <a:lnTo>
                  <a:pt x="122226" y="116993"/>
                </a:lnTo>
                <a:cubicBezTo>
                  <a:pt x="121341" y="119597"/>
                  <a:pt x="119405" y="120926"/>
                  <a:pt x="116418" y="120982"/>
                </a:cubicBezTo>
                <a:cubicBezTo>
                  <a:pt x="115533" y="120982"/>
                  <a:pt x="114468" y="120552"/>
                  <a:pt x="113223" y="119693"/>
                </a:cubicBezTo>
                <a:cubicBezTo>
                  <a:pt x="111978" y="118834"/>
                  <a:pt x="111190" y="117934"/>
                  <a:pt x="110858" y="116993"/>
                </a:cubicBezTo>
                <a:lnTo>
                  <a:pt x="84803" y="49177"/>
                </a:lnTo>
                <a:lnTo>
                  <a:pt x="59329" y="116993"/>
                </a:lnTo>
                <a:cubicBezTo>
                  <a:pt x="58333" y="119597"/>
                  <a:pt x="56411" y="120912"/>
                  <a:pt x="53562" y="120940"/>
                </a:cubicBezTo>
                <a:cubicBezTo>
                  <a:pt x="50713" y="120968"/>
                  <a:pt x="48846" y="119652"/>
                  <a:pt x="47961" y="116993"/>
                </a:cubicBezTo>
                <a:lnTo>
                  <a:pt x="16015" y="23747"/>
                </a:lnTo>
                <a:cubicBezTo>
                  <a:pt x="14908" y="20478"/>
                  <a:pt x="13097" y="18248"/>
                  <a:pt x="10580" y="17057"/>
                </a:cubicBezTo>
                <a:cubicBezTo>
                  <a:pt x="8063" y="15864"/>
                  <a:pt x="4757" y="15047"/>
                  <a:pt x="664" y="14604"/>
                </a:cubicBezTo>
                <a:cubicBezTo>
                  <a:pt x="221" y="14051"/>
                  <a:pt x="0" y="13083"/>
                  <a:pt x="0" y="11700"/>
                </a:cubicBezTo>
                <a:cubicBezTo>
                  <a:pt x="0" y="10317"/>
                  <a:pt x="221" y="9349"/>
                  <a:pt x="664" y="8796"/>
                </a:cubicBezTo>
                <a:cubicBezTo>
                  <a:pt x="9072" y="9017"/>
                  <a:pt x="16679" y="9128"/>
                  <a:pt x="23483" y="9128"/>
                </a:cubicBezTo>
                <a:cubicBezTo>
                  <a:pt x="35044" y="9128"/>
                  <a:pt x="45002" y="9017"/>
                  <a:pt x="53355" y="8796"/>
                </a:cubicBezTo>
                <a:cubicBezTo>
                  <a:pt x="53797" y="9349"/>
                  <a:pt x="54032" y="10303"/>
                  <a:pt x="54060" y="11658"/>
                </a:cubicBezTo>
                <a:cubicBezTo>
                  <a:pt x="54088" y="13014"/>
                  <a:pt x="53853" y="13996"/>
                  <a:pt x="53355" y="14604"/>
                </a:cubicBezTo>
                <a:cubicBezTo>
                  <a:pt x="50865" y="14715"/>
                  <a:pt x="48943" y="14882"/>
                  <a:pt x="47588" y="15105"/>
                </a:cubicBezTo>
                <a:cubicBezTo>
                  <a:pt x="46232" y="15326"/>
                  <a:pt x="44877" y="15658"/>
                  <a:pt x="43522" y="16100"/>
                </a:cubicBezTo>
                <a:cubicBezTo>
                  <a:pt x="42167" y="16543"/>
                  <a:pt x="41268" y="17194"/>
                  <a:pt x="40825" y="18053"/>
                </a:cubicBezTo>
                <a:cubicBezTo>
                  <a:pt x="40382" y="18912"/>
                  <a:pt x="40382" y="20006"/>
                  <a:pt x="40825" y="21336"/>
                </a:cubicBezTo>
                <a:lnTo>
                  <a:pt x="59329" y="82171"/>
                </a:lnTo>
                <a:lnTo>
                  <a:pt x="60906" y="87573"/>
                </a:lnTo>
                <a:lnTo>
                  <a:pt x="62233" y="83167"/>
                </a:lnTo>
                <a:lnTo>
                  <a:pt x="86463" y="14604"/>
                </a:lnTo>
                <a:cubicBezTo>
                  <a:pt x="90003" y="15323"/>
                  <a:pt x="93405" y="15323"/>
                  <a:pt x="96669" y="14604"/>
                </a:cubicBezTo>
                <a:close/>
                <a:moveTo>
                  <a:pt x="202280" y="72025"/>
                </a:moveTo>
                <a:lnTo>
                  <a:pt x="225431" y="72025"/>
                </a:lnTo>
                <a:cubicBezTo>
                  <a:pt x="225652" y="71800"/>
                  <a:pt x="225763" y="70592"/>
                  <a:pt x="225763" y="68402"/>
                </a:cubicBezTo>
                <a:cubicBezTo>
                  <a:pt x="225763" y="62167"/>
                  <a:pt x="224656" y="57561"/>
                  <a:pt x="222443" y="54584"/>
                </a:cubicBezTo>
                <a:cubicBezTo>
                  <a:pt x="220231" y="51607"/>
                  <a:pt x="217714" y="50119"/>
                  <a:pt x="214893" y="50119"/>
                </a:cubicBezTo>
                <a:cubicBezTo>
                  <a:pt x="213620" y="50119"/>
                  <a:pt x="212085" y="50638"/>
                  <a:pt x="210287" y="51677"/>
                </a:cubicBezTo>
                <a:cubicBezTo>
                  <a:pt x="208489" y="52716"/>
                  <a:pt x="206954" y="54134"/>
                  <a:pt x="205682" y="55932"/>
                </a:cubicBezTo>
                <a:cubicBezTo>
                  <a:pt x="203635" y="59078"/>
                  <a:pt x="202501" y="64443"/>
                  <a:pt x="202280" y="72025"/>
                </a:cubicBezTo>
                <a:moveTo>
                  <a:pt x="245428" y="96889"/>
                </a:moveTo>
                <a:cubicBezTo>
                  <a:pt x="247143" y="96889"/>
                  <a:pt x="248001" y="98638"/>
                  <a:pt x="248001" y="102135"/>
                </a:cubicBezTo>
                <a:cubicBezTo>
                  <a:pt x="239592" y="114368"/>
                  <a:pt x="228999" y="120484"/>
                  <a:pt x="216220" y="120484"/>
                </a:cubicBezTo>
                <a:cubicBezTo>
                  <a:pt x="205101" y="120484"/>
                  <a:pt x="196444" y="117657"/>
                  <a:pt x="190248" y="112004"/>
                </a:cubicBezTo>
                <a:cubicBezTo>
                  <a:pt x="183001" y="105409"/>
                  <a:pt x="179378" y="96431"/>
                  <a:pt x="179378" y="85070"/>
                </a:cubicBezTo>
                <a:cubicBezTo>
                  <a:pt x="179378" y="72729"/>
                  <a:pt x="183195" y="62684"/>
                  <a:pt x="190829" y="54936"/>
                </a:cubicBezTo>
                <a:cubicBezTo>
                  <a:pt x="198463" y="47188"/>
                  <a:pt x="207093" y="43314"/>
                  <a:pt x="216718" y="43314"/>
                </a:cubicBezTo>
                <a:cubicBezTo>
                  <a:pt x="222748" y="43314"/>
                  <a:pt x="227851" y="44186"/>
                  <a:pt x="232027" y="45928"/>
                </a:cubicBezTo>
                <a:cubicBezTo>
                  <a:pt x="236204" y="47671"/>
                  <a:pt x="239343" y="50077"/>
                  <a:pt x="241445" y="53147"/>
                </a:cubicBezTo>
                <a:cubicBezTo>
                  <a:pt x="243547" y="56217"/>
                  <a:pt x="245055" y="59398"/>
                  <a:pt x="245968" y="62690"/>
                </a:cubicBezTo>
                <a:cubicBezTo>
                  <a:pt x="246880" y="65981"/>
                  <a:pt x="247337" y="69591"/>
                  <a:pt x="247337" y="73518"/>
                </a:cubicBezTo>
                <a:cubicBezTo>
                  <a:pt x="247337" y="77003"/>
                  <a:pt x="245705" y="78774"/>
                  <a:pt x="242441" y="78829"/>
                </a:cubicBezTo>
                <a:lnTo>
                  <a:pt x="201616" y="78829"/>
                </a:lnTo>
                <a:cubicBezTo>
                  <a:pt x="201616" y="79050"/>
                  <a:pt x="201588" y="79438"/>
                  <a:pt x="201533" y="79993"/>
                </a:cubicBezTo>
                <a:cubicBezTo>
                  <a:pt x="201478" y="80548"/>
                  <a:pt x="201450" y="81048"/>
                  <a:pt x="201450" y="81492"/>
                </a:cubicBezTo>
                <a:cubicBezTo>
                  <a:pt x="201450" y="89650"/>
                  <a:pt x="203317" y="95754"/>
                  <a:pt x="207051" y="99804"/>
                </a:cubicBezTo>
                <a:cubicBezTo>
                  <a:pt x="210785" y="103854"/>
                  <a:pt x="216054" y="105880"/>
                  <a:pt x="222858" y="105880"/>
                </a:cubicBezTo>
                <a:cubicBezTo>
                  <a:pt x="232041" y="105935"/>
                  <a:pt x="239565" y="102938"/>
                  <a:pt x="245428" y="96889"/>
                </a:cubicBezTo>
                <a:close/>
                <a:moveTo>
                  <a:pt x="306050" y="110609"/>
                </a:moveTo>
                <a:lnTo>
                  <a:pt x="304972" y="110692"/>
                </a:lnTo>
                <a:cubicBezTo>
                  <a:pt x="301929" y="113071"/>
                  <a:pt x="298334" y="115298"/>
                  <a:pt x="294185" y="117372"/>
                </a:cubicBezTo>
                <a:cubicBezTo>
                  <a:pt x="290036" y="119446"/>
                  <a:pt x="286827" y="120484"/>
                  <a:pt x="284559" y="120484"/>
                </a:cubicBezTo>
                <a:cubicBezTo>
                  <a:pt x="270398" y="120484"/>
                  <a:pt x="263317" y="114498"/>
                  <a:pt x="263317" y="102527"/>
                </a:cubicBezTo>
                <a:cubicBezTo>
                  <a:pt x="263317" y="96421"/>
                  <a:pt x="265751" y="91746"/>
                  <a:pt x="270619" y="88501"/>
                </a:cubicBezTo>
                <a:cubicBezTo>
                  <a:pt x="275487" y="85256"/>
                  <a:pt x="283204" y="81992"/>
                  <a:pt x="293770" y="78707"/>
                </a:cubicBezTo>
                <a:lnTo>
                  <a:pt x="305138" y="75178"/>
                </a:lnTo>
                <a:cubicBezTo>
                  <a:pt x="305138" y="65165"/>
                  <a:pt x="304004" y="58485"/>
                  <a:pt x="301736" y="55139"/>
                </a:cubicBezTo>
                <a:cubicBezTo>
                  <a:pt x="299468" y="51792"/>
                  <a:pt x="296231" y="50119"/>
                  <a:pt x="292027" y="50119"/>
                </a:cubicBezTo>
                <a:cubicBezTo>
                  <a:pt x="287602" y="50119"/>
                  <a:pt x="285223" y="51412"/>
                  <a:pt x="284891" y="54000"/>
                </a:cubicBezTo>
                <a:cubicBezTo>
                  <a:pt x="284781" y="54675"/>
                  <a:pt x="284767" y="55420"/>
                  <a:pt x="284850" y="56236"/>
                </a:cubicBezTo>
                <a:cubicBezTo>
                  <a:pt x="284933" y="57052"/>
                  <a:pt x="285029" y="57769"/>
                  <a:pt x="285140" y="58388"/>
                </a:cubicBezTo>
                <a:cubicBezTo>
                  <a:pt x="285251" y="59007"/>
                  <a:pt x="285361" y="59668"/>
                  <a:pt x="285472" y="60371"/>
                </a:cubicBezTo>
                <a:cubicBezTo>
                  <a:pt x="285583" y="61073"/>
                  <a:pt x="285638" y="61678"/>
                  <a:pt x="285638" y="62184"/>
                </a:cubicBezTo>
                <a:cubicBezTo>
                  <a:pt x="285638" y="64321"/>
                  <a:pt x="284615" y="66191"/>
                  <a:pt x="282568" y="67795"/>
                </a:cubicBezTo>
                <a:cubicBezTo>
                  <a:pt x="280521" y="69398"/>
                  <a:pt x="278032" y="70199"/>
                  <a:pt x="275100" y="70199"/>
                </a:cubicBezTo>
                <a:cubicBezTo>
                  <a:pt x="271947" y="70199"/>
                  <a:pt x="269692" y="69425"/>
                  <a:pt x="268337" y="67876"/>
                </a:cubicBezTo>
                <a:cubicBezTo>
                  <a:pt x="266982" y="66327"/>
                  <a:pt x="266304" y="64225"/>
                  <a:pt x="266304" y="61569"/>
                </a:cubicBezTo>
                <a:cubicBezTo>
                  <a:pt x="266304" y="58084"/>
                  <a:pt x="268088" y="54890"/>
                  <a:pt x="271656" y="51986"/>
                </a:cubicBezTo>
                <a:cubicBezTo>
                  <a:pt x="275224" y="49081"/>
                  <a:pt x="279387" y="46910"/>
                  <a:pt x="284144" y="45472"/>
                </a:cubicBezTo>
                <a:cubicBezTo>
                  <a:pt x="288902" y="44034"/>
                  <a:pt x="293466" y="43314"/>
                  <a:pt x="297836" y="43314"/>
                </a:cubicBezTo>
                <a:cubicBezTo>
                  <a:pt x="317197" y="43314"/>
                  <a:pt x="326878" y="53037"/>
                  <a:pt x="326878" y="72484"/>
                </a:cubicBezTo>
                <a:lnTo>
                  <a:pt x="326546" y="97102"/>
                </a:lnTo>
                <a:cubicBezTo>
                  <a:pt x="326546" y="101441"/>
                  <a:pt x="326892" y="104432"/>
                  <a:pt x="327583" y="106074"/>
                </a:cubicBezTo>
                <a:cubicBezTo>
                  <a:pt x="328275" y="107715"/>
                  <a:pt x="329506" y="108535"/>
                  <a:pt x="331276" y="108535"/>
                </a:cubicBezTo>
                <a:cubicBezTo>
                  <a:pt x="333986" y="108535"/>
                  <a:pt x="336365" y="107728"/>
                  <a:pt x="338412" y="106116"/>
                </a:cubicBezTo>
                <a:cubicBezTo>
                  <a:pt x="340459" y="107865"/>
                  <a:pt x="341482" y="109501"/>
                  <a:pt x="341482" y="111024"/>
                </a:cubicBezTo>
                <a:cubicBezTo>
                  <a:pt x="334788" y="117386"/>
                  <a:pt x="327376" y="120539"/>
                  <a:pt x="319244" y="120484"/>
                </a:cubicBezTo>
                <a:cubicBezTo>
                  <a:pt x="311555" y="120539"/>
                  <a:pt x="307157" y="117248"/>
                  <a:pt x="306050" y="110609"/>
                </a:cubicBezTo>
                <a:moveTo>
                  <a:pt x="305138" y="81785"/>
                </a:moveTo>
                <a:lnTo>
                  <a:pt x="296259" y="84578"/>
                </a:lnTo>
                <a:cubicBezTo>
                  <a:pt x="293438" y="85459"/>
                  <a:pt x="291128" y="86478"/>
                  <a:pt x="289330" y="87635"/>
                </a:cubicBezTo>
                <a:cubicBezTo>
                  <a:pt x="287533" y="88790"/>
                  <a:pt x="286260" y="90097"/>
                  <a:pt x="285513" y="91556"/>
                </a:cubicBezTo>
                <a:cubicBezTo>
                  <a:pt x="284767" y="93015"/>
                  <a:pt x="284283" y="94309"/>
                  <a:pt x="284061" y="95437"/>
                </a:cubicBezTo>
                <a:cubicBezTo>
                  <a:pt x="283840" y="96566"/>
                  <a:pt x="283729" y="98094"/>
                  <a:pt x="283729" y="100022"/>
                </a:cubicBezTo>
                <a:cubicBezTo>
                  <a:pt x="283729" y="102992"/>
                  <a:pt x="284518" y="105458"/>
                  <a:pt x="286094" y="107420"/>
                </a:cubicBezTo>
                <a:cubicBezTo>
                  <a:pt x="287671" y="109380"/>
                  <a:pt x="290174" y="110360"/>
                  <a:pt x="293604" y="110360"/>
                </a:cubicBezTo>
                <a:cubicBezTo>
                  <a:pt x="296204" y="110360"/>
                  <a:pt x="300048" y="108277"/>
                  <a:pt x="305138" y="104111"/>
                </a:cubicBezTo>
                <a:lnTo>
                  <a:pt x="305138" y="81785"/>
                </a:lnTo>
                <a:close/>
                <a:moveTo>
                  <a:pt x="351913" y="44974"/>
                </a:moveTo>
                <a:lnTo>
                  <a:pt x="356643" y="44974"/>
                </a:lnTo>
                <a:cubicBezTo>
                  <a:pt x="356643" y="33559"/>
                  <a:pt x="357279" y="27025"/>
                  <a:pt x="358552" y="25370"/>
                </a:cubicBezTo>
                <a:cubicBezTo>
                  <a:pt x="358884" y="24930"/>
                  <a:pt x="359561" y="24489"/>
                  <a:pt x="360585" y="24048"/>
                </a:cubicBezTo>
                <a:cubicBezTo>
                  <a:pt x="361608" y="23605"/>
                  <a:pt x="362867" y="23150"/>
                  <a:pt x="364360" y="22681"/>
                </a:cubicBezTo>
                <a:cubicBezTo>
                  <a:pt x="365854" y="22213"/>
                  <a:pt x="366905" y="21840"/>
                  <a:pt x="367513" y="21564"/>
                </a:cubicBezTo>
                <a:cubicBezTo>
                  <a:pt x="368841" y="21012"/>
                  <a:pt x="370736" y="20379"/>
                  <a:pt x="373197" y="19663"/>
                </a:cubicBezTo>
                <a:cubicBezTo>
                  <a:pt x="375659" y="18946"/>
                  <a:pt x="377194" y="18587"/>
                  <a:pt x="377803" y="18587"/>
                </a:cubicBezTo>
                <a:cubicBezTo>
                  <a:pt x="378688" y="18587"/>
                  <a:pt x="379130" y="19083"/>
                  <a:pt x="379130" y="20075"/>
                </a:cubicBezTo>
                <a:cubicBezTo>
                  <a:pt x="378798" y="25370"/>
                  <a:pt x="378494" y="31768"/>
                  <a:pt x="378217" y="39267"/>
                </a:cubicBezTo>
                <a:lnTo>
                  <a:pt x="378051" y="44974"/>
                </a:lnTo>
                <a:lnTo>
                  <a:pt x="397966" y="44974"/>
                </a:lnTo>
                <a:cubicBezTo>
                  <a:pt x="398851" y="44974"/>
                  <a:pt x="399294" y="45309"/>
                  <a:pt x="399294" y="45980"/>
                </a:cubicBezTo>
                <a:lnTo>
                  <a:pt x="399294" y="51342"/>
                </a:lnTo>
                <a:cubicBezTo>
                  <a:pt x="399294" y="52850"/>
                  <a:pt x="397938" y="53604"/>
                  <a:pt x="395228" y="53604"/>
                </a:cubicBezTo>
                <a:lnTo>
                  <a:pt x="378051" y="53604"/>
                </a:lnTo>
                <a:cubicBezTo>
                  <a:pt x="378051" y="59955"/>
                  <a:pt x="378079" y="68267"/>
                  <a:pt x="378134" y="78541"/>
                </a:cubicBezTo>
                <a:cubicBezTo>
                  <a:pt x="378190" y="88815"/>
                  <a:pt x="378217" y="95029"/>
                  <a:pt x="378217" y="97185"/>
                </a:cubicBezTo>
                <a:cubicBezTo>
                  <a:pt x="378217" y="101161"/>
                  <a:pt x="378937" y="104047"/>
                  <a:pt x="380375" y="105843"/>
                </a:cubicBezTo>
                <a:cubicBezTo>
                  <a:pt x="381813" y="107638"/>
                  <a:pt x="383611" y="108535"/>
                  <a:pt x="385768" y="108535"/>
                </a:cubicBezTo>
                <a:cubicBezTo>
                  <a:pt x="390194" y="108535"/>
                  <a:pt x="393402" y="107734"/>
                  <a:pt x="395394" y="106131"/>
                </a:cubicBezTo>
                <a:cubicBezTo>
                  <a:pt x="397441" y="107851"/>
                  <a:pt x="398464" y="109460"/>
                  <a:pt x="398464" y="110957"/>
                </a:cubicBezTo>
                <a:cubicBezTo>
                  <a:pt x="396638" y="113463"/>
                  <a:pt x="393471" y="115678"/>
                  <a:pt x="388963" y="117600"/>
                </a:cubicBezTo>
                <a:cubicBezTo>
                  <a:pt x="384455" y="119523"/>
                  <a:pt x="379932" y="120484"/>
                  <a:pt x="375396" y="120484"/>
                </a:cubicBezTo>
                <a:cubicBezTo>
                  <a:pt x="369754" y="120484"/>
                  <a:pt x="365052" y="118907"/>
                  <a:pt x="361290" y="115754"/>
                </a:cubicBezTo>
                <a:cubicBezTo>
                  <a:pt x="357916" y="112822"/>
                  <a:pt x="356201" y="107899"/>
                  <a:pt x="356145" y="100984"/>
                </a:cubicBezTo>
                <a:cubicBezTo>
                  <a:pt x="356145" y="84222"/>
                  <a:pt x="356311" y="68429"/>
                  <a:pt x="356643" y="53604"/>
                </a:cubicBezTo>
                <a:lnTo>
                  <a:pt x="345607" y="53604"/>
                </a:lnTo>
                <a:cubicBezTo>
                  <a:pt x="345054" y="53604"/>
                  <a:pt x="344777" y="53241"/>
                  <a:pt x="344777" y="52515"/>
                </a:cubicBezTo>
                <a:lnTo>
                  <a:pt x="344777" y="47572"/>
                </a:lnTo>
                <a:cubicBezTo>
                  <a:pt x="346714" y="45840"/>
                  <a:pt x="349092" y="44974"/>
                  <a:pt x="351913" y="44974"/>
                </a:cubicBezTo>
                <a:close/>
                <a:moveTo>
                  <a:pt x="492443" y="97084"/>
                </a:moveTo>
                <a:cubicBezTo>
                  <a:pt x="492443" y="103999"/>
                  <a:pt x="493273" y="108383"/>
                  <a:pt x="494932" y="110236"/>
                </a:cubicBezTo>
                <a:cubicBezTo>
                  <a:pt x="496592" y="112089"/>
                  <a:pt x="500132" y="113126"/>
                  <a:pt x="505554" y="113348"/>
                </a:cubicBezTo>
                <a:cubicBezTo>
                  <a:pt x="506107" y="113790"/>
                  <a:pt x="506383" y="114758"/>
                  <a:pt x="506383" y="116252"/>
                </a:cubicBezTo>
                <a:cubicBezTo>
                  <a:pt x="506383" y="117745"/>
                  <a:pt x="506107" y="118713"/>
                  <a:pt x="505554" y="119156"/>
                </a:cubicBezTo>
                <a:cubicBezTo>
                  <a:pt x="495818" y="118935"/>
                  <a:pt x="487769" y="118824"/>
                  <a:pt x="481407" y="118824"/>
                </a:cubicBezTo>
                <a:cubicBezTo>
                  <a:pt x="477092" y="118824"/>
                  <a:pt x="470177" y="118935"/>
                  <a:pt x="460663" y="119156"/>
                </a:cubicBezTo>
                <a:cubicBezTo>
                  <a:pt x="460109" y="118713"/>
                  <a:pt x="459833" y="117759"/>
                  <a:pt x="459833" y="116293"/>
                </a:cubicBezTo>
                <a:cubicBezTo>
                  <a:pt x="459833" y="114827"/>
                  <a:pt x="460109" y="113845"/>
                  <a:pt x="460663" y="113348"/>
                </a:cubicBezTo>
                <a:cubicBezTo>
                  <a:pt x="464424" y="113126"/>
                  <a:pt x="466983" y="112034"/>
                  <a:pt x="468338" y="110070"/>
                </a:cubicBezTo>
                <a:cubicBezTo>
                  <a:pt x="469693" y="108106"/>
                  <a:pt x="470371" y="103777"/>
                  <a:pt x="470371" y="97084"/>
                </a:cubicBezTo>
                <a:lnTo>
                  <a:pt x="470371" y="68706"/>
                </a:lnTo>
                <a:cubicBezTo>
                  <a:pt x="470371" y="60187"/>
                  <a:pt x="466139" y="55927"/>
                  <a:pt x="457675" y="55927"/>
                </a:cubicBezTo>
                <a:cubicBezTo>
                  <a:pt x="453969" y="55927"/>
                  <a:pt x="448686" y="58112"/>
                  <a:pt x="441827" y="62482"/>
                </a:cubicBezTo>
                <a:lnTo>
                  <a:pt x="441827" y="97250"/>
                </a:lnTo>
                <a:cubicBezTo>
                  <a:pt x="441827" y="103943"/>
                  <a:pt x="442477" y="108244"/>
                  <a:pt x="443777" y="110153"/>
                </a:cubicBezTo>
                <a:cubicBezTo>
                  <a:pt x="445077" y="112061"/>
                  <a:pt x="447663" y="113126"/>
                  <a:pt x="451535" y="113348"/>
                </a:cubicBezTo>
                <a:cubicBezTo>
                  <a:pt x="452088" y="113790"/>
                  <a:pt x="452365" y="114758"/>
                  <a:pt x="452365" y="116252"/>
                </a:cubicBezTo>
                <a:cubicBezTo>
                  <a:pt x="452365" y="117745"/>
                  <a:pt x="452088" y="118713"/>
                  <a:pt x="451535" y="119156"/>
                </a:cubicBezTo>
                <a:cubicBezTo>
                  <a:pt x="441799" y="118935"/>
                  <a:pt x="434884" y="118824"/>
                  <a:pt x="430791" y="118824"/>
                </a:cubicBezTo>
                <a:cubicBezTo>
                  <a:pt x="424208" y="118824"/>
                  <a:pt x="416159" y="118935"/>
                  <a:pt x="406644" y="119156"/>
                </a:cubicBezTo>
                <a:cubicBezTo>
                  <a:pt x="406091" y="118713"/>
                  <a:pt x="405814" y="117759"/>
                  <a:pt x="405814" y="116293"/>
                </a:cubicBezTo>
                <a:cubicBezTo>
                  <a:pt x="405814" y="114827"/>
                  <a:pt x="406091" y="113845"/>
                  <a:pt x="406644" y="113348"/>
                </a:cubicBezTo>
                <a:cubicBezTo>
                  <a:pt x="412065" y="113126"/>
                  <a:pt x="415606" y="112088"/>
                  <a:pt x="417265" y="110233"/>
                </a:cubicBezTo>
                <a:cubicBezTo>
                  <a:pt x="418925" y="108378"/>
                  <a:pt x="419755" y="104046"/>
                  <a:pt x="419755" y="97237"/>
                </a:cubicBezTo>
                <a:lnTo>
                  <a:pt x="419755" y="22746"/>
                </a:lnTo>
                <a:cubicBezTo>
                  <a:pt x="419755" y="17099"/>
                  <a:pt x="419188" y="13666"/>
                  <a:pt x="418054" y="12449"/>
                </a:cubicBezTo>
                <a:cubicBezTo>
                  <a:pt x="416920" y="11231"/>
                  <a:pt x="413642" y="10400"/>
                  <a:pt x="408221" y="9957"/>
                </a:cubicBezTo>
                <a:cubicBezTo>
                  <a:pt x="407336" y="8329"/>
                  <a:pt x="407142" y="6503"/>
                  <a:pt x="407640" y="4481"/>
                </a:cubicBezTo>
                <a:cubicBezTo>
                  <a:pt x="421691" y="3928"/>
                  <a:pt x="432340" y="2434"/>
                  <a:pt x="439586" y="0"/>
                </a:cubicBezTo>
                <a:cubicBezTo>
                  <a:pt x="441412" y="0"/>
                  <a:pt x="442325" y="747"/>
                  <a:pt x="442325" y="2240"/>
                </a:cubicBezTo>
                <a:cubicBezTo>
                  <a:pt x="441993" y="6457"/>
                  <a:pt x="441827" y="12256"/>
                  <a:pt x="441827" y="19637"/>
                </a:cubicBezTo>
                <a:lnTo>
                  <a:pt x="441827" y="55675"/>
                </a:lnTo>
                <a:cubicBezTo>
                  <a:pt x="454827" y="47435"/>
                  <a:pt x="464175" y="43314"/>
                  <a:pt x="469873" y="43314"/>
                </a:cubicBezTo>
                <a:cubicBezTo>
                  <a:pt x="484920" y="43314"/>
                  <a:pt x="492443" y="52387"/>
                  <a:pt x="492443" y="70531"/>
                </a:cubicBezTo>
                <a:lnTo>
                  <a:pt x="492443" y="97084"/>
                </a:lnTo>
                <a:close/>
                <a:moveTo>
                  <a:pt x="536515" y="72025"/>
                </a:moveTo>
                <a:lnTo>
                  <a:pt x="559666" y="72025"/>
                </a:lnTo>
                <a:cubicBezTo>
                  <a:pt x="559887" y="71800"/>
                  <a:pt x="559998" y="70592"/>
                  <a:pt x="559998" y="68402"/>
                </a:cubicBezTo>
                <a:cubicBezTo>
                  <a:pt x="559998" y="62167"/>
                  <a:pt x="558891" y="57561"/>
                  <a:pt x="556679" y="54584"/>
                </a:cubicBezTo>
                <a:cubicBezTo>
                  <a:pt x="554466" y="51607"/>
                  <a:pt x="551949" y="50119"/>
                  <a:pt x="549128" y="50119"/>
                </a:cubicBezTo>
                <a:cubicBezTo>
                  <a:pt x="547855" y="50119"/>
                  <a:pt x="546320" y="50638"/>
                  <a:pt x="544522" y="51677"/>
                </a:cubicBezTo>
                <a:cubicBezTo>
                  <a:pt x="542725" y="52716"/>
                  <a:pt x="541190" y="54134"/>
                  <a:pt x="539917" y="55932"/>
                </a:cubicBezTo>
                <a:cubicBezTo>
                  <a:pt x="537870" y="59078"/>
                  <a:pt x="536736" y="64443"/>
                  <a:pt x="536515" y="72025"/>
                </a:cubicBezTo>
                <a:moveTo>
                  <a:pt x="579664" y="96889"/>
                </a:moveTo>
                <a:cubicBezTo>
                  <a:pt x="581378" y="96889"/>
                  <a:pt x="582236" y="98638"/>
                  <a:pt x="582236" y="102135"/>
                </a:cubicBezTo>
                <a:cubicBezTo>
                  <a:pt x="573827" y="114368"/>
                  <a:pt x="563234" y="120484"/>
                  <a:pt x="550455" y="120484"/>
                </a:cubicBezTo>
                <a:cubicBezTo>
                  <a:pt x="539336" y="120484"/>
                  <a:pt x="530679" y="117657"/>
                  <a:pt x="524483" y="112004"/>
                </a:cubicBezTo>
                <a:cubicBezTo>
                  <a:pt x="517237" y="105409"/>
                  <a:pt x="513613" y="96431"/>
                  <a:pt x="513613" y="85070"/>
                </a:cubicBezTo>
                <a:cubicBezTo>
                  <a:pt x="513613" y="72729"/>
                  <a:pt x="517430" y="62684"/>
                  <a:pt x="525064" y="54936"/>
                </a:cubicBezTo>
                <a:cubicBezTo>
                  <a:pt x="532698" y="47188"/>
                  <a:pt x="541328" y="43314"/>
                  <a:pt x="550953" y="43314"/>
                </a:cubicBezTo>
                <a:cubicBezTo>
                  <a:pt x="556983" y="43314"/>
                  <a:pt x="562086" y="44186"/>
                  <a:pt x="566263" y="45928"/>
                </a:cubicBezTo>
                <a:cubicBezTo>
                  <a:pt x="570439" y="47671"/>
                  <a:pt x="573578" y="50077"/>
                  <a:pt x="575681" y="53147"/>
                </a:cubicBezTo>
                <a:cubicBezTo>
                  <a:pt x="577783" y="56217"/>
                  <a:pt x="579290" y="59398"/>
                  <a:pt x="580203" y="62690"/>
                </a:cubicBezTo>
                <a:cubicBezTo>
                  <a:pt x="581116" y="65981"/>
                  <a:pt x="581572" y="69591"/>
                  <a:pt x="581572" y="73518"/>
                </a:cubicBezTo>
                <a:cubicBezTo>
                  <a:pt x="581572" y="77003"/>
                  <a:pt x="579940" y="78774"/>
                  <a:pt x="576676" y="78829"/>
                </a:cubicBezTo>
                <a:lnTo>
                  <a:pt x="535851" y="78829"/>
                </a:lnTo>
                <a:cubicBezTo>
                  <a:pt x="535851" y="79050"/>
                  <a:pt x="535824" y="79438"/>
                  <a:pt x="535768" y="79993"/>
                </a:cubicBezTo>
                <a:cubicBezTo>
                  <a:pt x="535713" y="80548"/>
                  <a:pt x="535685" y="81048"/>
                  <a:pt x="535685" y="81492"/>
                </a:cubicBezTo>
                <a:cubicBezTo>
                  <a:pt x="535685" y="89650"/>
                  <a:pt x="537552" y="95754"/>
                  <a:pt x="541286" y="99804"/>
                </a:cubicBezTo>
                <a:cubicBezTo>
                  <a:pt x="545020" y="103854"/>
                  <a:pt x="550289" y="105880"/>
                  <a:pt x="557094" y="105880"/>
                </a:cubicBezTo>
                <a:cubicBezTo>
                  <a:pt x="566276" y="105935"/>
                  <a:pt x="573800" y="102938"/>
                  <a:pt x="579664" y="96889"/>
                </a:cubicBezTo>
                <a:close/>
                <a:moveTo>
                  <a:pt x="628834" y="73207"/>
                </a:moveTo>
                <a:lnTo>
                  <a:pt x="628834" y="98056"/>
                </a:lnTo>
                <a:cubicBezTo>
                  <a:pt x="628834" y="104871"/>
                  <a:pt x="629512" y="109041"/>
                  <a:pt x="630867" y="110565"/>
                </a:cubicBezTo>
                <a:cubicBezTo>
                  <a:pt x="632222" y="112088"/>
                  <a:pt x="635611" y="113016"/>
                  <a:pt x="641032" y="113348"/>
                </a:cubicBezTo>
                <a:cubicBezTo>
                  <a:pt x="641474" y="113790"/>
                  <a:pt x="641710" y="114758"/>
                  <a:pt x="641737" y="116252"/>
                </a:cubicBezTo>
                <a:cubicBezTo>
                  <a:pt x="641765" y="117745"/>
                  <a:pt x="641530" y="118713"/>
                  <a:pt x="641032" y="119156"/>
                </a:cubicBezTo>
                <a:cubicBezTo>
                  <a:pt x="631296" y="118935"/>
                  <a:pt x="623551" y="118824"/>
                  <a:pt x="617798" y="118824"/>
                </a:cubicBezTo>
                <a:cubicBezTo>
                  <a:pt x="611768" y="118824"/>
                  <a:pt x="603996" y="118935"/>
                  <a:pt x="594481" y="119156"/>
                </a:cubicBezTo>
                <a:cubicBezTo>
                  <a:pt x="594039" y="118713"/>
                  <a:pt x="593818" y="117759"/>
                  <a:pt x="593818" y="116293"/>
                </a:cubicBezTo>
                <a:cubicBezTo>
                  <a:pt x="593818" y="114827"/>
                  <a:pt x="594039" y="113845"/>
                  <a:pt x="594481" y="113348"/>
                </a:cubicBezTo>
                <a:cubicBezTo>
                  <a:pt x="599903" y="112905"/>
                  <a:pt x="603305" y="111949"/>
                  <a:pt x="604688" y="110480"/>
                </a:cubicBezTo>
                <a:cubicBezTo>
                  <a:pt x="606071" y="109009"/>
                  <a:pt x="606762" y="104861"/>
                  <a:pt x="606762" y="98038"/>
                </a:cubicBezTo>
                <a:lnTo>
                  <a:pt x="606762" y="66167"/>
                </a:lnTo>
                <a:cubicBezTo>
                  <a:pt x="606762" y="61396"/>
                  <a:pt x="606084" y="58303"/>
                  <a:pt x="604729" y="56889"/>
                </a:cubicBezTo>
                <a:cubicBezTo>
                  <a:pt x="603374" y="55475"/>
                  <a:pt x="600373" y="54546"/>
                  <a:pt x="595726" y="54101"/>
                </a:cubicBezTo>
                <a:cubicBezTo>
                  <a:pt x="595062" y="52055"/>
                  <a:pt x="594924" y="50285"/>
                  <a:pt x="595311" y="48791"/>
                </a:cubicBezTo>
                <a:cubicBezTo>
                  <a:pt x="601894" y="48137"/>
                  <a:pt x="611298" y="46312"/>
                  <a:pt x="623524" y="43314"/>
                </a:cubicBezTo>
                <a:cubicBezTo>
                  <a:pt x="625902" y="43314"/>
                  <a:pt x="627230" y="44282"/>
                  <a:pt x="627507" y="46219"/>
                </a:cubicBezTo>
                <a:cubicBezTo>
                  <a:pt x="628060" y="51750"/>
                  <a:pt x="628447" y="56204"/>
                  <a:pt x="628668" y="59578"/>
                </a:cubicBezTo>
                <a:lnTo>
                  <a:pt x="629332" y="59578"/>
                </a:lnTo>
                <a:cubicBezTo>
                  <a:pt x="636911" y="48680"/>
                  <a:pt x="643660" y="43259"/>
                  <a:pt x="649579" y="43314"/>
                </a:cubicBezTo>
                <a:cubicBezTo>
                  <a:pt x="652510" y="43314"/>
                  <a:pt x="655110" y="44320"/>
                  <a:pt x="657379" y="46333"/>
                </a:cubicBezTo>
                <a:cubicBezTo>
                  <a:pt x="659647" y="48343"/>
                  <a:pt x="660781" y="50478"/>
                  <a:pt x="660781" y="52738"/>
                </a:cubicBezTo>
                <a:cubicBezTo>
                  <a:pt x="660781" y="56209"/>
                  <a:pt x="659785" y="59129"/>
                  <a:pt x="657793" y="61499"/>
                </a:cubicBezTo>
                <a:cubicBezTo>
                  <a:pt x="655802" y="63870"/>
                  <a:pt x="653534" y="65055"/>
                  <a:pt x="650989" y="65055"/>
                </a:cubicBezTo>
                <a:cubicBezTo>
                  <a:pt x="647394" y="65055"/>
                  <a:pt x="644655" y="64127"/>
                  <a:pt x="642774" y="62272"/>
                </a:cubicBezTo>
                <a:cubicBezTo>
                  <a:pt x="642553" y="62054"/>
                  <a:pt x="642249" y="61754"/>
                  <a:pt x="641862" y="61372"/>
                </a:cubicBezTo>
                <a:cubicBezTo>
                  <a:pt x="641474" y="60990"/>
                  <a:pt x="641170" y="60690"/>
                  <a:pt x="640949" y="60473"/>
                </a:cubicBezTo>
                <a:cubicBezTo>
                  <a:pt x="640728" y="60253"/>
                  <a:pt x="640451" y="60021"/>
                  <a:pt x="640119" y="59775"/>
                </a:cubicBezTo>
                <a:cubicBezTo>
                  <a:pt x="639787" y="59530"/>
                  <a:pt x="639483" y="59352"/>
                  <a:pt x="639206" y="59244"/>
                </a:cubicBezTo>
                <a:cubicBezTo>
                  <a:pt x="638930" y="59135"/>
                  <a:pt x="638626" y="59080"/>
                  <a:pt x="638294" y="59080"/>
                </a:cubicBezTo>
                <a:cubicBezTo>
                  <a:pt x="636689" y="59080"/>
                  <a:pt x="634892" y="60050"/>
                  <a:pt x="632900" y="61990"/>
                </a:cubicBezTo>
                <a:cubicBezTo>
                  <a:pt x="631572" y="63264"/>
                  <a:pt x="630563" y="64746"/>
                  <a:pt x="629871" y="66437"/>
                </a:cubicBezTo>
                <a:cubicBezTo>
                  <a:pt x="629180" y="68126"/>
                  <a:pt x="628834" y="70382"/>
                  <a:pt x="628834" y="7320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pluginAPI">
            <a:extLst xmlns:a="http://schemas.openxmlformats.org/drawingml/2006/main">
              <a:ext uri="{FF2B5EF4-FFF2-40B4-BE49-F238E27FC236}">
                <a16:creationId xmlns:a16="http://schemas.microsoft.com/office/drawing/2014/main" id="{BE884212-2D90-442D-A538-13020A83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172" y="1750374"/>
            <a:ext cx="835109" cy="159317"/>
          </a:xfrm>
          <a:custGeom xmlns:a="http://schemas.openxmlformats.org/drawingml/2006/main">
            <a:pathLst>
              <a:path w="835109" h="159317">
                <a:moveTo>
                  <a:pt x="13110" y="66299"/>
                </a:moveTo>
                <a:cubicBezTo>
                  <a:pt x="13110" y="61542"/>
                  <a:pt x="12447" y="58485"/>
                  <a:pt x="11119" y="57130"/>
                </a:cubicBezTo>
                <a:cubicBezTo>
                  <a:pt x="9791" y="55775"/>
                  <a:pt x="6749" y="54876"/>
                  <a:pt x="1991" y="54433"/>
                </a:cubicBezTo>
                <a:cubicBezTo>
                  <a:pt x="1328" y="52276"/>
                  <a:pt x="1217" y="50450"/>
                  <a:pt x="1660" y="48957"/>
                </a:cubicBezTo>
                <a:cubicBezTo>
                  <a:pt x="11285" y="47666"/>
                  <a:pt x="20689" y="45785"/>
                  <a:pt x="29872" y="43314"/>
                </a:cubicBezTo>
                <a:cubicBezTo>
                  <a:pt x="32361" y="43314"/>
                  <a:pt x="33661" y="44289"/>
                  <a:pt x="33772" y="46239"/>
                </a:cubicBezTo>
                <a:cubicBezTo>
                  <a:pt x="34104" y="48748"/>
                  <a:pt x="34408" y="51590"/>
                  <a:pt x="34685" y="54765"/>
                </a:cubicBezTo>
                <a:lnTo>
                  <a:pt x="35680" y="54765"/>
                </a:lnTo>
                <a:cubicBezTo>
                  <a:pt x="38944" y="51813"/>
                  <a:pt x="42540" y="49166"/>
                  <a:pt x="46468" y="46825"/>
                </a:cubicBezTo>
                <a:cubicBezTo>
                  <a:pt x="50395" y="44485"/>
                  <a:pt x="53493" y="43314"/>
                  <a:pt x="55761" y="43314"/>
                </a:cubicBezTo>
                <a:cubicBezTo>
                  <a:pt x="65608" y="43314"/>
                  <a:pt x="73352" y="46153"/>
                  <a:pt x="78995" y="51830"/>
                </a:cubicBezTo>
                <a:cubicBezTo>
                  <a:pt x="82148" y="55002"/>
                  <a:pt x="84637" y="59052"/>
                  <a:pt x="86463" y="63978"/>
                </a:cubicBezTo>
                <a:cubicBezTo>
                  <a:pt x="88288" y="68905"/>
                  <a:pt x="89201" y="73817"/>
                  <a:pt x="89201" y="78715"/>
                </a:cubicBezTo>
                <a:cubicBezTo>
                  <a:pt x="89201" y="91232"/>
                  <a:pt x="85315" y="101324"/>
                  <a:pt x="77543" y="108989"/>
                </a:cubicBezTo>
                <a:cubicBezTo>
                  <a:pt x="69770" y="116652"/>
                  <a:pt x="59440" y="120484"/>
                  <a:pt x="46551" y="120484"/>
                </a:cubicBezTo>
                <a:cubicBezTo>
                  <a:pt x="42678" y="120484"/>
                  <a:pt x="38889" y="119587"/>
                  <a:pt x="35183" y="117795"/>
                </a:cubicBezTo>
                <a:lnTo>
                  <a:pt x="35183" y="137551"/>
                </a:lnTo>
                <a:cubicBezTo>
                  <a:pt x="35183" y="144329"/>
                  <a:pt x="35860" y="148477"/>
                  <a:pt x="37216" y="149993"/>
                </a:cubicBezTo>
                <a:cubicBezTo>
                  <a:pt x="38571" y="151509"/>
                  <a:pt x="41959" y="152459"/>
                  <a:pt x="47380" y="152845"/>
                </a:cubicBezTo>
                <a:cubicBezTo>
                  <a:pt x="47933" y="153294"/>
                  <a:pt x="48210" y="154263"/>
                  <a:pt x="48210" y="155749"/>
                </a:cubicBezTo>
                <a:cubicBezTo>
                  <a:pt x="48210" y="157236"/>
                  <a:pt x="47933" y="158204"/>
                  <a:pt x="47380" y="158653"/>
                </a:cubicBezTo>
                <a:cubicBezTo>
                  <a:pt x="37644" y="158429"/>
                  <a:pt x="29900" y="158316"/>
                  <a:pt x="24147" y="158316"/>
                </a:cubicBezTo>
                <a:cubicBezTo>
                  <a:pt x="18117" y="158316"/>
                  <a:pt x="10345" y="158429"/>
                  <a:pt x="830" y="158653"/>
                </a:cubicBezTo>
                <a:cubicBezTo>
                  <a:pt x="277" y="158204"/>
                  <a:pt x="0" y="157236"/>
                  <a:pt x="0" y="155749"/>
                </a:cubicBezTo>
                <a:cubicBezTo>
                  <a:pt x="0" y="154263"/>
                  <a:pt x="277" y="153294"/>
                  <a:pt x="830" y="152845"/>
                </a:cubicBezTo>
                <a:cubicBezTo>
                  <a:pt x="6251" y="152402"/>
                  <a:pt x="9653" y="151434"/>
                  <a:pt x="11036" y="149941"/>
                </a:cubicBezTo>
                <a:cubicBezTo>
                  <a:pt x="12419" y="148447"/>
                  <a:pt x="13110" y="144298"/>
                  <a:pt x="13110" y="137494"/>
                </a:cubicBezTo>
                <a:lnTo>
                  <a:pt x="13110" y="66299"/>
                </a:lnTo>
                <a:moveTo>
                  <a:pt x="35183" y="108089"/>
                </a:moveTo>
                <a:cubicBezTo>
                  <a:pt x="38668" y="111871"/>
                  <a:pt x="42125" y="113735"/>
                  <a:pt x="45555" y="113679"/>
                </a:cubicBezTo>
                <a:cubicBezTo>
                  <a:pt x="52359" y="113679"/>
                  <a:pt x="57365" y="110690"/>
                  <a:pt x="60574" y="104710"/>
                </a:cubicBezTo>
                <a:cubicBezTo>
                  <a:pt x="63782" y="98729"/>
                  <a:pt x="65386" y="91594"/>
                  <a:pt x="65386" y="83304"/>
                </a:cubicBezTo>
                <a:cubicBezTo>
                  <a:pt x="65386" y="74070"/>
                  <a:pt x="63865" y="67005"/>
                  <a:pt x="60823" y="62109"/>
                </a:cubicBezTo>
                <a:cubicBezTo>
                  <a:pt x="57780" y="57213"/>
                  <a:pt x="54267" y="54765"/>
                  <a:pt x="50285" y="54765"/>
                </a:cubicBezTo>
                <a:cubicBezTo>
                  <a:pt x="48127" y="54765"/>
                  <a:pt x="45638" y="55363"/>
                  <a:pt x="42817" y="56560"/>
                </a:cubicBezTo>
                <a:cubicBezTo>
                  <a:pt x="39995" y="57756"/>
                  <a:pt x="37423" y="59411"/>
                  <a:pt x="35100" y="61525"/>
                </a:cubicBezTo>
                <a:cubicBezTo>
                  <a:pt x="35155" y="62471"/>
                  <a:pt x="35183" y="63389"/>
                  <a:pt x="35183" y="64279"/>
                </a:cubicBezTo>
                <a:lnTo>
                  <a:pt x="35183" y="108089"/>
                </a:lnTo>
                <a:close/>
                <a:moveTo>
                  <a:pt x="111723" y="97237"/>
                </a:moveTo>
                <a:lnTo>
                  <a:pt x="111723" y="22746"/>
                </a:lnTo>
                <a:cubicBezTo>
                  <a:pt x="111723" y="17099"/>
                  <a:pt x="111156" y="13666"/>
                  <a:pt x="110022" y="12449"/>
                </a:cubicBezTo>
                <a:cubicBezTo>
                  <a:pt x="108888" y="11231"/>
                  <a:pt x="105610" y="10400"/>
                  <a:pt x="100189" y="9957"/>
                </a:cubicBezTo>
                <a:cubicBezTo>
                  <a:pt x="99304" y="8329"/>
                  <a:pt x="99110" y="6503"/>
                  <a:pt x="99608" y="4481"/>
                </a:cubicBezTo>
                <a:cubicBezTo>
                  <a:pt x="113659" y="3928"/>
                  <a:pt x="124308" y="2434"/>
                  <a:pt x="131555" y="0"/>
                </a:cubicBezTo>
                <a:cubicBezTo>
                  <a:pt x="133380" y="0"/>
                  <a:pt x="134293" y="747"/>
                  <a:pt x="134293" y="2240"/>
                </a:cubicBezTo>
                <a:cubicBezTo>
                  <a:pt x="133961" y="6452"/>
                  <a:pt x="133795" y="12241"/>
                  <a:pt x="133795" y="19609"/>
                </a:cubicBezTo>
                <a:lnTo>
                  <a:pt x="133795" y="97227"/>
                </a:lnTo>
                <a:cubicBezTo>
                  <a:pt x="133795" y="104041"/>
                  <a:pt x="134611" y="108377"/>
                  <a:pt x="136243" y="110233"/>
                </a:cubicBezTo>
                <a:cubicBezTo>
                  <a:pt x="137875" y="112088"/>
                  <a:pt x="141429" y="113126"/>
                  <a:pt x="146906" y="113348"/>
                </a:cubicBezTo>
                <a:cubicBezTo>
                  <a:pt x="147459" y="113790"/>
                  <a:pt x="147735" y="114758"/>
                  <a:pt x="147735" y="116252"/>
                </a:cubicBezTo>
                <a:cubicBezTo>
                  <a:pt x="147735" y="117745"/>
                  <a:pt x="147459" y="118713"/>
                  <a:pt x="146906" y="119156"/>
                </a:cubicBezTo>
                <a:cubicBezTo>
                  <a:pt x="137170" y="118935"/>
                  <a:pt x="129121" y="118824"/>
                  <a:pt x="122759" y="118824"/>
                </a:cubicBezTo>
                <a:cubicBezTo>
                  <a:pt x="116176" y="118824"/>
                  <a:pt x="108127" y="118935"/>
                  <a:pt x="98613" y="119156"/>
                </a:cubicBezTo>
                <a:cubicBezTo>
                  <a:pt x="98059" y="118713"/>
                  <a:pt x="97783" y="117759"/>
                  <a:pt x="97783" y="116293"/>
                </a:cubicBezTo>
                <a:cubicBezTo>
                  <a:pt x="97783" y="114827"/>
                  <a:pt x="98059" y="113845"/>
                  <a:pt x="98613" y="113348"/>
                </a:cubicBezTo>
                <a:cubicBezTo>
                  <a:pt x="104034" y="113126"/>
                  <a:pt x="107574" y="112088"/>
                  <a:pt x="109234" y="110233"/>
                </a:cubicBezTo>
                <a:cubicBezTo>
                  <a:pt x="110893" y="108378"/>
                  <a:pt x="111723" y="104046"/>
                  <a:pt x="111723" y="97237"/>
                </a:cubicBezTo>
                <a:close/>
                <a:moveTo>
                  <a:pt x="236623" y="96171"/>
                </a:moveTo>
                <a:cubicBezTo>
                  <a:pt x="236623" y="101039"/>
                  <a:pt x="237342" y="104344"/>
                  <a:pt x="238780" y="106087"/>
                </a:cubicBezTo>
                <a:cubicBezTo>
                  <a:pt x="240218" y="107830"/>
                  <a:pt x="243205" y="108922"/>
                  <a:pt x="247742" y="109365"/>
                </a:cubicBezTo>
                <a:cubicBezTo>
                  <a:pt x="248405" y="111522"/>
                  <a:pt x="248516" y="113348"/>
                  <a:pt x="248073" y="114841"/>
                </a:cubicBezTo>
                <a:cubicBezTo>
                  <a:pt x="238448" y="116133"/>
                  <a:pt x="229044" y="118013"/>
                  <a:pt x="219861" y="120484"/>
                </a:cubicBezTo>
                <a:cubicBezTo>
                  <a:pt x="217372" y="120484"/>
                  <a:pt x="216072" y="119535"/>
                  <a:pt x="215961" y="117639"/>
                </a:cubicBezTo>
                <a:cubicBezTo>
                  <a:pt x="215685" y="115464"/>
                  <a:pt x="215408" y="112955"/>
                  <a:pt x="215131" y="110111"/>
                </a:cubicBezTo>
                <a:cubicBezTo>
                  <a:pt x="209987" y="113010"/>
                  <a:pt x="204731" y="115464"/>
                  <a:pt x="199366" y="117473"/>
                </a:cubicBezTo>
                <a:cubicBezTo>
                  <a:pt x="194000" y="119480"/>
                  <a:pt x="189823" y="120484"/>
                  <a:pt x="186836" y="120484"/>
                </a:cubicBezTo>
                <a:cubicBezTo>
                  <a:pt x="172342" y="120484"/>
                  <a:pt x="165096" y="111411"/>
                  <a:pt x="165096" y="93267"/>
                </a:cubicBezTo>
                <a:lnTo>
                  <a:pt x="165096" y="66714"/>
                </a:lnTo>
                <a:cubicBezTo>
                  <a:pt x="165096" y="60021"/>
                  <a:pt x="164280" y="55692"/>
                  <a:pt x="162648" y="53728"/>
                </a:cubicBezTo>
                <a:cubicBezTo>
                  <a:pt x="161016" y="51764"/>
                  <a:pt x="158043" y="50672"/>
                  <a:pt x="153728" y="50450"/>
                </a:cubicBezTo>
                <a:cubicBezTo>
                  <a:pt x="153285" y="50008"/>
                  <a:pt x="153064" y="49040"/>
                  <a:pt x="153064" y="47546"/>
                </a:cubicBezTo>
                <a:cubicBezTo>
                  <a:pt x="153064" y="46053"/>
                  <a:pt x="153285" y="45085"/>
                  <a:pt x="153728" y="44642"/>
                </a:cubicBezTo>
                <a:cubicBezTo>
                  <a:pt x="163464" y="44863"/>
                  <a:pt x="170932" y="44974"/>
                  <a:pt x="176132" y="44974"/>
                </a:cubicBezTo>
                <a:cubicBezTo>
                  <a:pt x="178510" y="44974"/>
                  <a:pt x="181747" y="44863"/>
                  <a:pt x="185840" y="44642"/>
                </a:cubicBezTo>
                <a:cubicBezTo>
                  <a:pt x="186947" y="45748"/>
                  <a:pt x="187527" y="47685"/>
                  <a:pt x="187583" y="50450"/>
                </a:cubicBezTo>
                <a:cubicBezTo>
                  <a:pt x="187583" y="50893"/>
                  <a:pt x="187527" y="52304"/>
                  <a:pt x="187417" y="54682"/>
                </a:cubicBezTo>
                <a:cubicBezTo>
                  <a:pt x="187306" y="57061"/>
                  <a:pt x="187251" y="61072"/>
                  <a:pt x="187251" y="66714"/>
                </a:cubicBezTo>
                <a:lnTo>
                  <a:pt x="187251" y="95092"/>
                </a:lnTo>
                <a:cubicBezTo>
                  <a:pt x="187251" y="100514"/>
                  <a:pt x="188205" y="103999"/>
                  <a:pt x="190114" y="105548"/>
                </a:cubicBezTo>
                <a:cubicBezTo>
                  <a:pt x="192022" y="107097"/>
                  <a:pt x="195023" y="107871"/>
                  <a:pt x="199117" y="107871"/>
                </a:cubicBezTo>
                <a:cubicBezTo>
                  <a:pt x="204593" y="107871"/>
                  <a:pt x="209793" y="106350"/>
                  <a:pt x="214716" y="103307"/>
                </a:cubicBezTo>
                <a:cubicBezTo>
                  <a:pt x="214661" y="102422"/>
                  <a:pt x="214620" y="101551"/>
                  <a:pt x="214592" y="100693"/>
                </a:cubicBezTo>
                <a:cubicBezTo>
                  <a:pt x="214564" y="99836"/>
                  <a:pt x="214550" y="99020"/>
                  <a:pt x="214550" y="98246"/>
                </a:cubicBezTo>
                <a:lnTo>
                  <a:pt x="214550" y="66714"/>
                </a:lnTo>
                <a:cubicBezTo>
                  <a:pt x="214550" y="59910"/>
                  <a:pt x="213818" y="55609"/>
                  <a:pt x="212352" y="53811"/>
                </a:cubicBezTo>
                <a:cubicBezTo>
                  <a:pt x="210886" y="52013"/>
                  <a:pt x="207829" y="50893"/>
                  <a:pt x="203183" y="50450"/>
                </a:cubicBezTo>
                <a:cubicBezTo>
                  <a:pt x="202629" y="50008"/>
                  <a:pt x="202353" y="49040"/>
                  <a:pt x="202353" y="47546"/>
                </a:cubicBezTo>
                <a:cubicBezTo>
                  <a:pt x="202353" y="46053"/>
                  <a:pt x="202629" y="45085"/>
                  <a:pt x="203183" y="44642"/>
                </a:cubicBezTo>
                <a:cubicBezTo>
                  <a:pt x="212919" y="44863"/>
                  <a:pt x="220387" y="44974"/>
                  <a:pt x="225587" y="44974"/>
                </a:cubicBezTo>
                <a:cubicBezTo>
                  <a:pt x="227744" y="44974"/>
                  <a:pt x="230980" y="44863"/>
                  <a:pt x="235295" y="44642"/>
                </a:cubicBezTo>
                <a:cubicBezTo>
                  <a:pt x="236401" y="45748"/>
                  <a:pt x="236982" y="47685"/>
                  <a:pt x="237037" y="50450"/>
                </a:cubicBezTo>
                <a:cubicBezTo>
                  <a:pt x="237037" y="50893"/>
                  <a:pt x="236968" y="52304"/>
                  <a:pt x="236830" y="54682"/>
                </a:cubicBezTo>
                <a:cubicBezTo>
                  <a:pt x="236692" y="57061"/>
                  <a:pt x="236623" y="61072"/>
                  <a:pt x="236623" y="66714"/>
                </a:cubicBezTo>
                <a:lnTo>
                  <a:pt x="236623" y="96171"/>
                </a:lnTo>
                <a:close/>
                <a:moveTo>
                  <a:pt x="300974" y="69769"/>
                </a:moveTo>
                <a:cubicBezTo>
                  <a:pt x="300974" y="56613"/>
                  <a:pt x="297185" y="50063"/>
                  <a:pt x="289606" y="50119"/>
                </a:cubicBezTo>
                <a:cubicBezTo>
                  <a:pt x="286231" y="50119"/>
                  <a:pt x="283770" y="51396"/>
                  <a:pt x="282221" y="53951"/>
                </a:cubicBezTo>
                <a:cubicBezTo>
                  <a:pt x="280672" y="56506"/>
                  <a:pt x="279898" y="60828"/>
                  <a:pt x="279898" y="66916"/>
                </a:cubicBezTo>
                <a:cubicBezTo>
                  <a:pt x="279898" y="80832"/>
                  <a:pt x="283853" y="87790"/>
                  <a:pt x="291763" y="87790"/>
                </a:cubicBezTo>
                <a:cubicBezTo>
                  <a:pt x="294474" y="87790"/>
                  <a:pt x="296687" y="86595"/>
                  <a:pt x="298402" y="84204"/>
                </a:cubicBezTo>
                <a:cubicBezTo>
                  <a:pt x="300116" y="81812"/>
                  <a:pt x="300974" y="77000"/>
                  <a:pt x="300974" y="69769"/>
                </a:cubicBezTo>
                <a:moveTo>
                  <a:pt x="281391" y="123139"/>
                </a:moveTo>
                <a:cubicBezTo>
                  <a:pt x="278127" y="123139"/>
                  <a:pt x="275638" y="122807"/>
                  <a:pt x="273923" y="122143"/>
                </a:cubicBezTo>
                <a:cubicBezTo>
                  <a:pt x="272651" y="124435"/>
                  <a:pt x="272042" y="128854"/>
                  <a:pt x="272098" y="135399"/>
                </a:cubicBezTo>
                <a:cubicBezTo>
                  <a:pt x="272098" y="139985"/>
                  <a:pt x="273882" y="143984"/>
                  <a:pt x="277450" y="147394"/>
                </a:cubicBezTo>
                <a:cubicBezTo>
                  <a:pt x="281018" y="150807"/>
                  <a:pt x="285512" y="152513"/>
                  <a:pt x="290934" y="152513"/>
                </a:cubicBezTo>
                <a:cubicBezTo>
                  <a:pt x="295138" y="152513"/>
                  <a:pt x="298996" y="152289"/>
                  <a:pt x="302509" y="151841"/>
                </a:cubicBezTo>
                <a:cubicBezTo>
                  <a:pt x="306022" y="151394"/>
                  <a:pt x="308967" y="150498"/>
                  <a:pt x="311346" y="149155"/>
                </a:cubicBezTo>
                <a:cubicBezTo>
                  <a:pt x="314001" y="147644"/>
                  <a:pt x="316048" y="145364"/>
                  <a:pt x="317486" y="142315"/>
                </a:cubicBezTo>
                <a:cubicBezTo>
                  <a:pt x="318925" y="139267"/>
                  <a:pt x="319644" y="136092"/>
                  <a:pt x="319644" y="132790"/>
                </a:cubicBezTo>
                <a:cubicBezTo>
                  <a:pt x="319644" y="126356"/>
                  <a:pt x="306893" y="123139"/>
                  <a:pt x="281391" y="123139"/>
                </a:cubicBezTo>
                <a:moveTo>
                  <a:pt x="331012" y="51612"/>
                </a:moveTo>
                <a:cubicBezTo>
                  <a:pt x="329076" y="51612"/>
                  <a:pt x="327375" y="51004"/>
                  <a:pt x="325909" y="49787"/>
                </a:cubicBezTo>
                <a:cubicBezTo>
                  <a:pt x="324443" y="48568"/>
                  <a:pt x="323488" y="47282"/>
                  <a:pt x="323046" y="45928"/>
                </a:cubicBezTo>
                <a:cubicBezTo>
                  <a:pt x="322382" y="44573"/>
                  <a:pt x="321303" y="43923"/>
                  <a:pt x="319810" y="43978"/>
                </a:cubicBezTo>
                <a:cubicBezTo>
                  <a:pt x="318925" y="43978"/>
                  <a:pt x="317431" y="44607"/>
                  <a:pt x="315329" y="45863"/>
                </a:cubicBezTo>
                <a:cubicBezTo>
                  <a:pt x="313227" y="47120"/>
                  <a:pt x="311844" y="48158"/>
                  <a:pt x="311180" y="48978"/>
                </a:cubicBezTo>
                <a:cubicBezTo>
                  <a:pt x="318206" y="54655"/>
                  <a:pt x="321718" y="61423"/>
                  <a:pt x="321718" y="69281"/>
                </a:cubicBezTo>
                <a:cubicBezTo>
                  <a:pt x="321718" y="76419"/>
                  <a:pt x="318939" y="82423"/>
                  <a:pt x="313379" y="87293"/>
                </a:cubicBezTo>
                <a:cubicBezTo>
                  <a:pt x="307820" y="92161"/>
                  <a:pt x="300338" y="94595"/>
                  <a:pt x="290934" y="94595"/>
                </a:cubicBezTo>
                <a:cubicBezTo>
                  <a:pt x="285236" y="94595"/>
                  <a:pt x="281087" y="93955"/>
                  <a:pt x="278487" y="92676"/>
                </a:cubicBezTo>
                <a:cubicBezTo>
                  <a:pt x="278376" y="92902"/>
                  <a:pt x="278058" y="93553"/>
                  <a:pt x="277533" y="94628"/>
                </a:cubicBezTo>
                <a:cubicBezTo>
                  <a:pt x="277007" y="95704"/>
                  <a:pt x="276620" y="96652"/>
                  <a:pt x="276371" y="97473"/>
                </a:cubicBezTo>
                <a:cubicBezTo>
                  <a:pt x="276122" y="98292"/>
                  <a:pt x="275998" y="99126"/>
                  <a:pt x="275998" y="99975"/>
                </a:cubicBezTo>
                <a:cubicBezTo>
                  <a:pt x="275998" y="104797"/>
                  <a:pt x="278542" y="107207"/>
                  <a:pt x="283632" y="107207"/>
                </a:cubicBezTo>
                <a:cubicBezTo>
                  <a:pt x="292151" y="107207"/>
                  <a:pt x="300988" y="107652"/>
                  <a:pt x="310143" y="108540"/>
                </a:cubicBezTo>
                <a:cubicBezTo>
                  <a:pt x="319298" y="109427"/>
                  <a:pt x="325369" y="110841"/>
                  <a:pt x="328357" y="112782"/>
                </a:cubicBezTo>
                <a:cubicBezTo>
                  <a:pt x="333999" y="116665"/>
                  <a:pt x="336820" y="121852"/>
                  <a:pt x="336820" y="128343"/>
                </a:cubicBezTo>
                <a:cubicBezTo>
                  <a:pt x="336820" y="137177"/>
                  <a:pt x="331523" y="144547"/>
                  <a:pt x="320930" y="150454"/>
                </a:cubicBezTo>
                <a:cubicBezTo>
                  <a:pt x="310337" y="156363"/>
                  <a:pt x="298761" y="159317"/>
                  <a:pt x="286204" y="159317"/>
                </a:cubicBezTo>
                <a:cubicBezTo>
                  <a:pt x="274200" y="159317"/>
                  <a:pt x="265515" y="157464"/>
                  <a:pt x="260149" y="153758"/>
                </a:cubicBezTo>
                <a:cubicBezTo>
                  <a:pt x="255723" y="150715"/>
                  <a:pt x="253538" y="145100"/>
                  <a:pt x="253594" y="136913"/>
                </a:cubicBezTo>
                <a:cubicBezTo>
                  <a:pt x="253594" y="135309"/>
                  <a:pt x="255198" y="132585"/>
                  <a:pt x="258406" y="128740"/>
                </a:cubicBezTo>
                <a:cubicBezTo>
                  <a:pt x="261615" y="124895"/>
                  <a:pt x="264934" y="121950"/>
                  <a:pt x="268364" y="119903"/>
                </a:cubicBezTo>
                <a:cubicBezTo>
                  <a:pt x="265100" y="118907"/>
                  <a:pt x="262776" y="117331"/>
                  <a:pt x="261393" y="115173"/>
                </a:cubicBezTo>
                <a:cubicBezTo>
                  <a:pt x="259900" y="112905"/>
                  <a:pt x="259153" y="110305"/>
                  <a:pt x="259153" y="107373"/>
                </a:cubicBezTo>
                <a:cubicBezTo>
                  <a:pt x="259153" y="105733"/>
                  <a:pt x="260633" y="103102"/>
                  <a:pt x="263592" y="99480"/>
                </a:cubicBezTo>
                <a:cubicBezTo>
                  <a:pt x="266552" y="95858"/>
                  <a:pt x="269553" y="92718"/>
                  <a:pt x="272595" y="90059"/>
                </a:cubicBezTo>
                <a:cubicBezTo>
                  <a:pt x="268613" y="87869"/>
                  <a:pt x="265432" y="84776"/>
                  <a:pt x="263053" y="80781"/>
                </a:cubicBezTo>
                <a:cubicBezTo>
                  <a:pt x="260674" y="76785"/>
                  <a:pt x="259485" y="72679"/>
                  <a:pt x="259485" y="68464"/>
                </a:cubicBezTo>
                <a:cubicBezTo>
                  <a:pt x="259485" y="60331"/>
                  <a:pt x="263330" y="53746"/>
                  <a:pt x="271019" y="48711"/>
                </a:cubicBezTo>
                <a:cubicBezTo>
                  <a:pt x="276551" y="45058"/>
                  <a:pt x="283244" y="43259"/>
                  <a:pt x="291100" y="43314"/>
                </a:cubicBezTo>
                <a:cubicBezTo>
                  <a:pt x="298125" y="43314"/>
                  <a:pt x="302882" y="44003"/>
                  <a:pt x="305372" y="45381"/>
                </a:cubicBezTo>
                <a:cubicBezTo>
                  <a:pt x="308193" y="42852"/>
                  <a:pt x="311733" y="40520"/>
                  <a:pt x="315993" y="38385"/>
                </a:cubicBezTo>
                <a:cubicBezTo>
                  <a:pt x="320252" y="36250"/>
                  <a:pt x="324125" y="35183"/>
                  <a:pt x="327610" y="35183"/>
                </a:cubicBezTo>
                <a:cubicBezTo>
                  <a:pt x="330652" y="35183"/>
                  <a:pt x="333238" y="36091"/>
                  <a:pt x="335368" y="37908"/>
                </a:cubicBezTo>
                <a:cubicBezTo>
                  <a:pt x="337498" y="39723"/>
                  <a:pt x="338563" y="41539"/>
                  <a:pt x="338563" y="43356"/>
                </a:cubicBezTo>
                <a:cubicBezTo>
                  <a:pt x="338507" y="48860"/>
                  <a:pt x="335990" y="51612"/>
                  <a:pt x="331012" y="51612"/>
                </a:cubicBezTo>
                <a:close/>
                <a:moveTo>
                  <a:pt x="380657" y="98041"/>
                </a:moveTo>
                <a:cubicBezTo>
                  <a:pt x="380657" y="104862"/>
                  <a:pt x="381335" y="109036"/>
                  <a:pt x="382690" y="110563"/>
                </a:cubicBezTo>
                <a:cubicBezTo>
                  <a:pt x="384045" y="112087"/>
                  <a:pt x="387461" y="113016"/>
                  <a:pt x="392938" y="113348"/>
                </a:cubicBezTo>
                <a:cubicBezTo>
                  <a:pt x="393380" y="113790"/>
                  <a:pt x="393602" y="114758"/>
                  <a:pt x="393602" y="116252"/>
                </a:cubicBezTo>
                <a:cubicBezTo>
                  <a:pt x="393602" y="117745"/>
                  <a:pt x="393380" y="118713"/>
                  <a:pt x="392938" y="119156"/>
                </a:cubicBezTo>
                <a:cubicBezTo>
                  <a:pt x="383202" y="118935"/>
                  <a:pt x="375429" y="118824"/>
                  <a:pt x="369621" y="118824"/>
                </a:cubicBezTo>
                <a:cubicBezTo>
                  <a:pt x="363591" y="118824"/>
                  <a:pt x="355819" y="118935"/>
                  <a:pt x="346304" y="119156"/>
                </a:cubicBezTo>
                <a:cubicBezTo>
                  <a:pt x="345862" y="118713"/>
                  <a:pt x="345640" y="117759"/>
                  <a:pt x="345640" y="116293"/>
                </a:cubicBezTo>
                <a:cubicBezTo>
                  <a:pt x="345640" y="114827"/>
                  <a:pt x="345862" y="113845"/>
                  <a:pt x="346304" y="113348"/>
                </a:cubicBezTo>
                <a:cubicBezTo>
                  <a:pt x="351725" y="112903"/>
                  <a:pt x="355128" y="111946"/>
                  <a:pt x="356510" y="110477"/>
                </a:cubicBezTo>
                <a:cubicBezTo>
                  <a:pt x="357893" y="109008"/>
                  <a:pt x="358585" y="104861"/>
                  <a:pt x="358585" y="98038"/>
                </a:cubicBezTo>
                <a:lnTo>
                  <a:pt x="358585" y="65337"/>
                </a:lnTo>
                <a:cubicBezTo>
                  <a:pt x="358585" y="60566"/>
                  <a:pt x="357935" y="57501"/>
                  <a:pt x="356635" y="56142"/>
                </a:cubicBezTo>
                <a:cubicBezTo>
                  <a:pt x="355335" y="54783"/>
                  <a:pt x="352306" y="53882"/>
                  <a:pt x="347549" y="53438"/>
                </a:cubicBezTo>
                <a:cubicBezTo>
                  <a:pt x="346885" y="51280"/>
                  <a:pt x="346774" y="49455"/>
                  <a:pt x="347217" y="47961"/>
                </a:cubicBezTo>
                <a:cubicBezTo>
                  <a:pt x="365251" y="45624"/>
                  <a:pt x="375319" y="44075"/>
                  <a:pt x="377421" y="43314"/>
                </a:cubicBezTo>
                <a:cubicBezTo>
                  <a:pt x="380021" y="43314"/>
                  <a:pt x="381321" y="44265"/>
                  <a:pt x="381321" y="46167"/>
                </a:cubicBezTo>
                <a:cubicBezTo>
                  <a:pt x="381321" y="46276"/>
                  <a:pt x="381321" y="46453"/>
                  <a:pt x="381321" y="46698"/>
                </a:cubicBezTo>
                <a:cubicBezTo>
                  <a:pt x="381321" y="46942"/>
                  <a:pt x="381293" y="47435"/>
                  <a:pt x="381238" y="48176"/>
                </a:cubicBezTo>
                <a:cubicBezTo>
                  <a:pt x="381183" y="48918"/>
                  <a:pt x="381127" y="49691"/>
                  <a:pt x="381072" y="50495"/>
                </a:cubicBezTo>
                <a:cubicBezTo>
                  <a:pt x="381017" y="51298"/>
                  <a:pt x="380961" y="52283"/>
                  <a:pt x="380906" y="53448"/>
                </a:cubicBezTo>
                <a:cubicBezTo>
                  <a:pt x="380851" y="54613"/>
                  <a:pt x="380809" y="55737"/>
                  <a:pt x="380781" y="56819"/>
                </a:cubicBezTo>
                <a:cubicBezTo>
                  <a:pt x="380754" y="57899"/>
                  <a:pt x="380726" y="59091"/>
                  <a:pt x="380698" y="60395"/>
                </a:cubicBezTo>
                <a:cubicBezTo>
                  <a:pt x="380671" y="61698"/>
                  <a:pt x="380657" y="62933"/>
                  <a:pt x="380657" y="64098"/>
                </a:cubicBezTo>
                <a:lnTo>
                  <a:pt x="380657" y="98041"/>
                </a:lnTo>
                <a:moveTo>
                  <a:pt x="357755" y="17381"/>
                </a:moveTo>
                <a:cubicBezTo>
                  <a:pt x="357755" y="14550"/>
                  <a:pt x="358792" y="12079"/>
                  <a:pt x="360867" y="9970"/>
                </a:cubicBezTo>
                <a:cubicBezTo>
                  <a:pt x="362941" y="7860"/>
                  <a:pt x="365859" y="6804"/>
                  <a:pt x="369621" y="6804"/>
                </a:cubicBezTo>
                <a:cubicBezTo>
                  <a:pt x="372885" y="6804"/>
                  <a:pt x="375540" y="7970"/>
                  <a:pt x="377587" y="10302"/>
                </a:cubicBezTo>
                <a:cubicBezTo>
                  <a:pt x="379634" y="12634"/>
                  <a:pt x="380657" y="15245"/>
                  <a:pt x="380657" y="18133"/>
                </a:cubicBezTo>
                <a:cubicBezTo>
                  <a:pt x="380657" y="20631"/>
                  <a:pt x="379523" y="23019"/>
                  <a:pt x="377255" y="25295"/>
                </a:cubicBezTo>
                <a:cubicBezTo>
                  <a:pt x="374987" y="27572"/>
                  <a:pt x="372110" y="28710"/>
                  <a:pt x="368625" y="28710"/>
                </a:cubicBezTo>
                <a:cubicBezTo>
                  <a:pt x="365361" y="28710"/>
                  <a:pt x="362734" y="27558"/>
                  <a:pt x="360742" y="25254"/>
                </a:cubicBezTo>
                <a:cubicBezTo>
                  <a:pt x="358751" y="22949"/>
                  <a:pt x="357755" y="20325"/>
                  <a:pt x="357755" y="17381"/>
                </a:cubicBezTo>
                <a:close/>
                <a:moveTo>
                  <a:pt x="435087" y="98080"/>
                </a:moveTo>
                <a:cubicBezTo>
                  <a:pt x="435087" y="104773"/>
                  <a:pt x="435598" y="108908"/>
                  <a:pt x="436622" y="110485"/>
                </a:cubicBezTo>
                <a:cubicBezTo>
                  <a:pt x="437645" y="112061"/>
                  <a:pt x="440065" y="113016"/>
                  <a:pt x="443882" y="113348"/>
                </a:cubicBezTo>
                <a:cubicBezTo>
                  <a:pt x="444325" y="113790"/>
                  <a:pt x="444560" y="114758"/>
                  <a:pt x="444588" y="116252"/>
                </a:cubicBezTo>
                <a:cubicBezTo>
                  <a:pt x="444615" y="117745"/>
                  <a:pt x="444380" y="118713"/>
                  <a:pt x="443882" y="119156"/>
                </a:cubicBezTo>
                <a:cubicBezTo>
                  <a:pt x="434146" y="118935"/>
                  <a:pt x="427536" y="118824"/>
                  <a:pt x="424051" y="118824"/>
                </a:cubicBezTo>
                <a:cubicBezTo>
                  <a:pt x="418021" y="118824"/>
                  <a:pt x="410249" y="118935"/>
                  <a:pt x="400734" y="119156"/>
                </a:cubicBezTo>
                <a:cubicBezTo>
                  <a:pt x="400291" y="118713"/>
                  <a:pt x="400070" y="117759"/>
                  <a:pt x="400070" y="116293"/>
                </a:cubicBezTo>
                <a:cubicBezTo>
                  <a:pt x="400070" y="114827"/>
                  <a:pt x="400291" y="113845"/>
                  <a:pt x="400734" y="113348"/>
                </a:cubicBezTo>
                <a:cubicBezTo>
                  <a:pt x="406155" y="112905"/>
                  <a:pt x="409557" y="111951"/>
                  <a:pt x="410940" y="110485"/>
                </a:cubicBezTo>
                <a:cubicBezTo>
                  <a:pt x="412323" y="109019"/>
                  <a:pt x="413015" y="104884"/>
                  <a:pt x="413015" y="98080"/>
                </a:cubicBezTo>
                <a:lnTo>
                  <a:pt x="413015" y="66299"/>
                </a:lnTo>
                <a:cubicBezTo>
                  <a:pt x="413015" y="61542"/>
                  <a:pt x="412365" y="58485"/>
                  <a:pt x="411065" y="57130"/>
                </a:cubicBezTo>
                <a:cubicBezTo>
                  <a:pt x="409765" y="55775"/>
                  <a:pt x="406736" y="54876"/>
                  <a:pt x="401979" y="54433"/>
                </a:cubicBezTo>
                <a:cubicBezTo>
                  <a:pt x="401315" y="52276"/>
                  <a:pt x="401176" y="50450"/>
                  <a:pt x="401564" y="48957"/>
                </a:cubicBezTo>
                <a:cubicBezTo>
                  <a:pt x="411189" y="47666"/>
                  <a:pt x="420593" y="45785"/>
                  <a:pt x="429776" y="43314"/>
                </a:cubicBezTo>
                <a:cubicBezTo>
                  <a:pt x="432265" y="43314"/>
                  <a:pt x="433593" y="44288"/>
                  <a:pt x="433759" y="46237"/>
                </a:cubicBezTo>
                <a:cubicBezTo>
                  <a:pt x="434257" y="49630"/>
                  <a:pt x="434616" y="53303"/>
                  <a:pt x="434838" y="57255"/>
                </a:cubicBezTo>
                <a:cubicBezTo>
                  <a:pt x="448335" y="47906"/>
                  <a:pt x="457767" y="43259"/>
                  <a:pt x="463133" y="43314"/>
                </a:cubicBezTo>
                <a:cubicBezTo>
                  <a:pt x="478180" y="43314"/>
                  <a:pt x="485703" y="52387"/>
                  <a:pt x="485703" y="70531"/>
                </a:cubicBezTo>
                <a:lnTo>
                  <a:pt x="485703" y="97084"/>
                </a:lnTo>
                <a:cubicBezTo>
                  <a:pt x="485703" y="103999"/>
                  <a:pt x="486533" y="108383"/>
                  <a:pt x="488192" y="110236"/>
                </a:cubicBezTo>
                <a:cubicBezTo>
                  <a:pt x="489852" y="112089"/>
                  <a:pt x="493392" y="113126"/>
                  <a:pt x="498814" y="113348"/>
                </a:cubicBezTo>
                <a:cubicBezTo>
                  <a:pt x="499367" y="113790"/>
                  <a:pt x="499643" y="114758"/>
                  <a:pt x="499643" y="116252"/>
                </a:cubicBezTo>
                <a:cubicBezTo>
                  <a:pt x="499643" y="117745"/>
                  <a:pt x="499367" y="118713"/>
                  <a:pt x="498814" y="119156"/>
                </a:cubicBezTo>
                <a:cubicBezTo>
                  <a:pt x="489077" y="118935"/>
                  <a:pt x="481029" y="118824"/>
                  <a:pt x="474667" y="118824"/>
                </a:cubicBezTo>
                <a:cubicBezTo>
                  <a:pt x="470352" y="118824"/>
                  <a:pt x="463437" y="118935"/>
                  <a:pt x="453923" y="119156"/>
                </a:cubicBezTo>
                <a:cubicBezTo>
                  <a:pt x="453369" y="118713"/>
                  <a:pt x="453093" y="117759"/>
                  <a:pt x="453093" y="116293"/>
                </a:cubicBezTo>
                <a:cubicBezTo>
                  <a:pt x="453093" y="114827"/>
                  <a:pt x="453369" y="113845"/>
                  <a:pt x="453923" y="113348"/>
                </a:cubicBezTo>
                <a:cubicBezTo>
                  <a:pt x="457684" y="113126"/>
                  <a:pt x="460243" y="112034"/>
                  <a:pt x="461598" y="110070"/>
                </a:cubicBezTo>
                <a:cubicBezTo>
                  <a:pt x="462953" y="108106"/>
                  <a:pt x="463631" y="103777"/>
                  <a:pt x="463631" y="97084"/>
                </a:cubicBezTo>
                <a:lnTo>
                  <a:pt x="463631" y="68706"/>
                </a:lnTo>
                <a:cubicBezTo>
                  <a:pt x="463631" y="60187"/>
                  <a:pt x="459676" y="55927"/>
                  <a:pt x="451765" y="55927"/>
                </a:cubicBezTo>
                <a:cubicBezTo>
                  <a:pt x="448391" y="55927"/>
                  <a:pt x="442831" y="58582"/>
                  <a:pt x="435087" y="63893"/>
                </a:cubicBezTo>
                <a:lnTo>
                  <a:pt x="435087" y="64225"/>
                </a:lnTo>
                <a:lnTo>
                  <a:pt x="435087" y="98080"/>
                </a:lnTo>
                <a:close/>
                <a:moveTo>
                  <a:pt x="593506" y="70697"/>
                </a:moveTo>
                <a:lnTo>
                  <a:pt x="619312" y="70697"/>
                </a:lnTo>
                <a:lnTo>
                  <a:pt x="605455" y="30349"/>
                </a:lnTo>
                <a:lnTo>
                  <a:pt x="604293" y="30349"/>
                </a:lnTo>
                <a:lnTo>
                  <a:pt x="589191" y="68451"/>
                </a:lnTo>
                <a:cubicBezTo>
                  <a:pt x="589025" y="68783"/>
                  <a:pt x="588970" y="69088"/>
                  <a:pt x="589025" y="69367"/>
                </a:cubicBezTo>
                <a:cubicBezTo>
                  <a:pt x="589081" y="69643"/>
                  <a:pt x="589191" y="69866"/>
                  <a:pt x="589357" y="70033"/>
                </a:cubicBezTo>
                <a:cubicBezTo>
                  <a:pt x="589523" y="70199"/>
                  <a:pt x="589800" y="70337"/>
                  <a:pt x="590187" y="70448"/>
                </a:cubicBezTo>
                <a:cubicBezTo>
                  <a:pt x="590574" y="70559"/>
                  <a:pt x="591031" y="70628"/>
                  <a:pt x="591556" y="70656"/>
                </a:cubicBezTo>
                <a:cubicBezTo>
                  <a:pt x="592082" y="70683"/>
                  <a:pt x="592732" y="70697"/>
                  <a:pt x="593506" y="70697"/>
                </a:cubicBezTo>
                <a:moveTo>
                  <a:pt x="575168" y="105400"/>
                </a:moveTo>
                <a:cubicBezTo>
                  <a:pt x="575058" y="106505"/>
                  <a:pt x="574892" y="107485"/>
                  <a:pt x="574670" y="108340"/>
                </a:cubicBezTo>
                <a:cubicBezTo>
                  <a:pt x="574449" y="109194"/>
                  <a:pt x="574753" y="109912"/>
                  <a:pt x="575583" y="110493"/>
                </a:cubicBezTo>
                <a:cubicBezTo>
                  <a:pt x="576413" y="111072"/>
                  <a:pt x="577091" y="111527"/>
                  <a:pt x="577616" y="111859"/>
                </a:cubicBezTo>
                <a:cubicBezTo>
                  <a:pt x="578142" y="112189"/>
                  <a:pt x="579082" y="112465"/>
                  <a:pt x="580437" y="112686"/>
                </a:cubicBezTo>
                <a:cubicBezTo>
                  <a:pt x="581793" y="112906"/>
                  <a:pt x="582844" y="113043"/>
                  <a:pt x="583590" y="113099"/>
                </a:cubicBezTo>
                <a:cubicBezTo>
                  <a:pt x="584337" y="113154"/>
                  <a:pt x="585430" y="113237"/>
                  <a:pt x="586868" y="113348"/>
                </a:cubicBezTo>
                <a:cubicBezTo>
                  <a:pt x="587311" y="113790"/>
                  <a:pt x="587532" y="114758"/>
                  <a:pt x="587532" y="116252"/>
                </a:cubicBezTo>
                <a:cubicBezTo>
                  <a:pt x="587532" y="117745"/>
                  <a:pt x="587311" y="118713"/>
                  <a:pt x="586868" y="119156"/>
                </a:cubicBezTo>
                <a:cubicBezTo>
                  <a:pt x="578460" y="118935"/>
                  <a:pt x="570936" y="118824"/>
                  <a:pt x="564298" y="118824"/>
                </a:cubicBezTo>
                <a:cubicBezTo>
                  <a:pt x="562030" y="118824"/>
                  <a:pt x="556692" y="118935"/>
                  <a:pt x="548283" y="119156"/>
                </a:cubicBezTo>
                <a:cubicBezTo>
                  <a:pt x="547730" y="118713"/>
                  <a:pt x="547454" y="117759"/>
                  <a:pt x="547454" y="116293"/>
                </a:cubicBezTo>
                <a:cubicBezTo>
                  <a:pt x="547454" y="114827"/>
                  <a:pt x="547730" y="113845"/>
                  <a:pt x="548283" y="113348"/>
                </a:cubicBezTo>
                <a:cubicBezTo>
                  <a:pt x="551215" y="113126"/>
                  <a:pt x="553511" y="112794"/>
                  <a:pt x="555171" y="112352"/>
                </a:cubicBezTo>
                <a:cubicBezTo>
                  <a:pt x="556830" y="111908"/>
                  <a:pt x="558600" y="110841"/>
                  <a:pt x="560481" y="109152"/>
                </a:cubicBezTo>
                <a:cubicBezTo>
                  <a:pt x="562362" y="107461"/>
                  <a:pt x="563966" y="104899"/>
                  <a:pt x="565294" y="101464"/>
                </a:cubicBezTo>
                <a:lnTo>
                  <a:pt x="602136" y="14376"/>
                </a:lnTo>
                <a:cubicBezTo>
                  <a:pt x="606340" y="14376"/>
                  <a:pt x="612591" y="11852"/>
                  <a:pt x="620889" y="6804"/>
                </a:cubicBezTo>
                <a:lnTo>
                  <a:pt x="655906" y="104207"/>
                </a:lnTo>
                <a:cubicBezTo>
                  <a:pt x="656459" y="105924"/>
                  <a:pt x="657219" y="107350"/>
                  <a:pt x="658187" y="108486"/>
                </a:cubicBezTo>
                <a:cubicBezTo>
                  <a:pt x="659155" y="109621"/>
                  <a:pt x="659916" y="110467"/>
                  <a:pt x="660469" y="111022"/>
                </a:cubicBezTo>
                <a:cubicBezTo>
                  <a:pt x="661022" y="111575"/>
                  <a:pt x="662212" y="112046"/>
                  <a:pt x="664037" y="112435"/>
                </a:cubicBezTo>
                <a:cubicBezTo>
                  <a:pt x="665863" y="112822"/>
                  <a:pt x="666914" y="113016"/>
                  <a:pt x="667191" y="113016"/>
                </a:cubicBezTo>
                <a:cubicBezTo>
                  <a:pt x="667467" y="113016"/>
                  <a:pt x="668795" y="113126"/>
                  <a:pt x="671173" y="113348"/>
                </a:cubicBezTo>
                <a:cubicBezTo>
                  <a:pt x="671616" y="113790"/>
                  <a:pt x="671837" y="114758"/>
                  <a:pt x="671837" y="116252"/>
                </a:cubicBezTo>
                <a:cubicBezTo>
                  <a:pt x="671837" y="117745"/>
                  <a:pt x="671616" y="118713"/>
                  <a:pt x="671173" y="119156"/>
                </a:cubicBezTo>
                <a:cubicBezTo>
                  <a:pt x="662765" y="118935"/>
                  <a:pt x="655186" y="118824"/>
                  <a:pt x="648438" y="118824"/>
                </a:cubicBezTo>
                <a:cubicBezTo>
                  <a:pt x="637429" y="118824"/>
                  <a:pt x="627721" y="118935"/>
                  <a:pt x="619312" y="119156"/>
                </a:cubicBezTo>
                <a:cubicBezTo>
                  <a:pt x="618759" y="118713"/>
                  <a:pt x="618483" y="117759"/>
                  <a:pt x="618483" y="116293"/>
                </a:cubicBezTo>
                <a:cubicBezTo>
                  <a:pt x="618483" y="114827"/>
                  <a:pt x="618759" y="113845"/>
                  <a:pt x="619312" y="113348"/>
                </a:cubicBezTo>
                <a:cubicBezTo>
                  <a:pt x="619976" y="113348"/>
                  <a:pt x="620861" y="113320"/>
                  <a:pt x="621968" y="113265"/>
                </a:cubicBezTo>
                <a:cubicBezTo>
                  <a:pt x="623074" y="113209"/>
                  <a:pt x="623931" y="113154"/>
                  <a:pt x="624540" y="113099"/>
                </a:cubicBezTo>
                <a:cubicBezTo>
                  <a:pt x="625148" y="113043"/>
                  <a:pt x="625881" y="112988"/>
                  <a:pt x="626739" y="112933"/>
                </a:cubicBezTo>
                <a:cubicBezTo>
                  <a:pt x="627596" y="112877"/>
                  <a:pt x="628246" y="112768"/>
                  <a:pt x="628689" y="112603"/>
                </a:cubicBezTo>
                <a:cubicBezTo>
                  <a:pt x="629131" y="112437"/>
                  <a:pt x="629643" y="112271"/>
                  <a:pt x="630224" y="112106"/>
                </a:cubicBezTo>
                <a:cubicBezTo>
                  <a:pt x="630805" y="111940"/>
                  <a:pt x="631233" y="111691"/>
                  <a:pt x="631510" y="111361"/>
                </a:cubicBezTo>
                <a:cubicBezTo>
                  <a:pt x="631787" y="111029"/>
                  <a:pt x="632008" y="110629"/>
                  <a:pt x="632174" y="110161"/>
                </a:cubicBezTo>
                <a:cubicBezTo>
                  <a:pt x="632340" y="109692"/>
                  <a:pt x="632395" y="109182"/>
                  <a:pt x="632340" y="108631"/>
                </a:cubicBezTo>
                <a:cubicBezTo>
                  <a:pt x="632285" y="108078"/>
                  <a:pt x="632146" y="107415"/>
                  <a:pt x="631925" y="106642"/>
                </a:cubicBezTo>
                <a:lnTo>
                  <a:pt x="622383" y="78995"/>
                </a:lnTo>
                <a:lnTo>
                  <a:pt x="590104" y="78995"/>
                </a:lnTo>
                <a:cubicBezTo>
                  <a:pt x="588057" y="78995"/>
                  <a:pt x="586674" y="79188"/>
                  <a:pt x="585955" y="79576"/>
                </a:cubicBezTo>
                <a:cubicBezTo>
                  <a:pt x="585236" y="79961"/>
                  <a:pt x="584628" y="80733"/>
                  <a:pt x="584130" y="81891"/>
                </a:cubicBezTo>
                <a:lnTo>
                  <a:pt x="575168" y="105400"/>
                </a:lnTo>
                <a:close/>
                <a:moveTo>
                  <a:pt x="731759" y="7634"/>
                </a:moveTo>
                <a:cubicBezTo>
                  <a:pt x="744316" y="7634"/>
                  <a:pt x="753775" y="9478"/>
                  <a:pt x="760137" y="13165"/>
                </a:cubicBezTo>
                <a:cubicBezTo>
                  <a:pt x="768877" y="18337"/>
                  <a:pt x="773220" y="26069"/>
                  <a:pt x="773165" y="36360"/>
                </a:cubicBezTo>
                <a:cubicBezTo>
                  <a:pt x="773165" y="48082"/>
                  <a:pt x="769375" y="57025"/>
                  <a:pt x="761797" y="63188"/>
                </a:cubicBezTo>
                <a:cubicBezTo>
                  <a:pt x="755214" y="68581"/>
                  <a:pt x="744454" y="71306"/>
                  <a:pt x="729518" y="71361"/>
                </a:cubicBezTo>
                <a:cubicBezTo>
                  <a:pt x="727914" y="71361"/>
                  <a:pt x="725923" y="71203"/>
                  <a:pt x="723544" y="70886"/>
                </a:cubicBezTo>
                <a:cubicBezTo>
                  <a:pt x="721276" y="69462"/>
                  <a:pt x="720142" y="67186"/>
                  <a:pt x="720142" y="64059"/>
                </a:cubicBezTo>
                <a:cubicBezTo>
                  <a:pt x="722520" y="64391"/>
                  <a:pt x="725369" y="64557"/>
                  <a:pt x="728688" y="64557"/>
                </a:cubicBezTo>
                <a:cubicBezTo>
                  <a:pt x="735603" y="64557"/>
                  <a:pt x="740471" y="62587"/>
                  <a:pt x="743293" y="58647"/>
                </a:cubicBezTo>
                <a:cubicBezTo>
                  <a:pt x="746114" y="54706"/>
                  <a:pt x="747524" y="48267"/>
                  <a:pt x="747524" y="39331"/>
                </a:cubicBezTo>
                <a:cubicBezTo>
                  <a:pt x="747524" y="22736"/>
                  <a:pt x="740444" y="14438"/>
                  <a:pt x="726282" y="14438"/>
                </a:cubicBezTo>
                <a:cubicBezTo>
                  <a:pt x="721967" y="14438"/>
                  <a:pt x="719188" y="15450"/>
                  <a:pt x="717943" y="17475"/>
                </a:cubicBezTo>
                <a:cubicBezTo>
                  <a:pt x="716698" y="19499"/>
                  <a:pt x="716076" y="23534"/>
                  <a:pt x="716076" y="29579"/>
                </a:cubicBezTo>
                <a:lnTo>
                  <a:pt x="716076" y="98041"/>
                </a:lnTo>
                <a:cubicBezTo>
                  <a:pt x="716076" y="101424"/>
                  <a:pt x="716339" y="104169"/>
                  <a:pt x="716864" y="106276"/>
                </a:cubicBezTo>
                <a:cubicBezTo>
                  <a:pt x="717390" y="108384"/>
                  <a:pt x="718358" y="109923"/>
                  <a:pt x="719768" y="110895"/>
                </a:cubicBezTo>
                <a:cubicBezTo>
                  <a:pt x="721179" y="111864"/>
                  <a:pt x="722562" y="112488"/>
                  <a:pt x="723917" y="112767"/>
                </a:cubicBezTo>
                <a:cubicBezTo>
                  <a:pt x="725273" y="113043"/>
                  <a:pt x="727361" y="113237"/>
                  <a:pt x="730182" y="113348"/>
                </a:cubicBezTo>
                <a:cubicBezTo>
                  <a:pt x="730957" y="113901"/>
                  <a:pt x="731358" y="114869"/>
                  <a:pt x="731385" y="116252"/>
                </a:cubicBezTo>
                <a:cubicBezTo>
                  <a:pt x="731413" y="117635"/>
                  <a:pt x="731012" y="118603"/>
                  <a:pt x="730182" y="119156"/>
                </a:cubicBezTo>
                <a:cubicBezTo>
                  <a:pt x="721110" y="118935"/>
                  <a:pt x="712508" y="118824"/>
                  <a:pt x="704376" y="118824"/>
                </a:cubicBezTo>
                <a:cubicBezTo>
                  <a:pt x="695968" y="118824"/>
                  <a:pt x="687227" y="118935"/>
                  <a:pt x="678155" y="119156"/>
                </a:cubicBezTo>
                <a:cubicBezTo>
                  <a:pt x="677381" y="118603"/>
                  <a:pt x="676993" y="117621"/>
                  <a:pt x="676993" y="116210"/>
                </a:cubicBezTo>
                <a:cubicBezTo>
                  <a:pt x="676993" y="114800"/>
                  <a:pt x="677381" y="113845"/>
                  <a:pt x="678155" y="113348"/>
                </a:cubicBezTo>
                <a:cubicBezTo>
                  <a:pt x="680976" y="113237"/>
                  <a:pt x="683078" y="113043"/>
                  <a:pt x="684461" y="112767"/>
                </a:cubicBezTo>
                <a:cubicBezTo>
                  <a:pt x="685844" y="112488"/>
                  <a:pt x="687241" y="111864"/>
                  <a:pt x="688652" y="110895"/>
                </a:cubicBezTo>
                <a:cubicBezTo>
                  <a:pt x="690062" y="109923"/>
                  <a:pt x="691017" y="108397"/>
                  <a:pt x="691514" y="106318"/>
                </a:cubicBezTo>
                <a:cubicBezTo>
                  <a:pt x="692012" y="104238"/>
                  <a:pt x="692261" y="101479"/>
                  <a:pt x="692261" y="98041"/>
                </a:cubicBezTo>
                <a:lnTo>
                  <a:pt x="692261" y="29745"/>
                </a:lnTo>
                <a:cubicBezTo>
                  <a:pt x="692261" y="26362"/>
                  <a:pt x="692012" y="23617"/>
                  <a:pt x="691514" y="21509"/>
                </a:cubicBezTo>
                <a:cubicBezTo>
                  <a:pt x="691017" y="19402"/>
                  <a:pt x="690062" y="17864"/>
                  <a:pt x="688652" y="16894"/>
                </a:cubicBezTo>
                <a:cubicBezTo>
                  <a:pt x="687241" y="15922"/>
                  <a:pt x="685858" y="15298"/>
                  <a:pt x="684503" y="15022"/>
                </a:cubicBezTo>
                <a:cubicBezTo>
                  <a:pt x="683148" y="14743"/>
                  <a:pt x="681032" y="14549"/>
                  <a:pt x="678155" y="14438"/>
                </a:cubicBezTo>
                <a:cubicBezTo>
                  <a:pt x="677381" y="13901"/>
                  <a:pt x="676993" y="12933"/>
                  <a:pt x="676993" y="11536"/>
                </a:cubicBezTo>
                <a:cubicBezTo>
                  <a:pt x="676993" y="10140"/>
                  <a:pt x="677381" y="9226"/>
                  <a:pt x="678155" y="8796"/>
                </a:cubicBezTo>
                <a:cubicBezTo>
                  <a:pt x="680423" y="8796"/>
                  <a:pt x="689357" y="8602"/>
                  <a:pt x="704957" y="8215"/>
                </a:cubicBezTo>
                <a:cubicBezTo>
                  <a:pt x="720557" y="7828"/>
                  <a:pt x="729491" y="7634"/>
                  <a:pt x="731759" y="7634"/>
                </a:cubicBezTo>
                <a:close/>
                <a:moveTo>
                  <a:pt x="795957" y="29885"/>
                </a:moveTo>
                <a:cubicBezTo>
                  <a:pt x="795957" y="26507"/>
                  <a:pt x="795708" y="23766"/>
                  <a:pt x="795211" y="21662"/>
                </a:cubicBezTo>
                <a:cubicBezTo>
                  <a:pt x="794713" y="19559"/>
                  <a:pt x="793758" y="18023"/>
                  <a:pt x="792348" y="17055"/>
                </a:cubicBezTo>
                <a:cubicBezTo>
                  <a:pt x="790937" y="16085"/>
                  <a:pt x="789554" y="15462"/>
                  <a:pt x="788199" y="15185"/>
                </a:cubicBezTo>
                <a:cubicBezTo>
                  <a:pt x="786844" y="14908"/>
                  <a:pt x="784728" y="14715"/>
                  <a:pt x="781851" y="14604"/>
                </a:cubicBezTo>
                <a:cubicBezTo>
                  <a:pt x="781077" y="14051"/>
                  <a:pt x="780689" y="13055"/>
                  <a:pt x="780689" y="11617"/>
                </a:cubicBezTo>
                <a:cubicBezTo>
                  <a:pt x="780689" y="10179"/>
                  <a:pt x="781077" y="9238"/>
                  <a:pt x="781851" y="8796"/>
                </a:cubicBezTo>
                <a:cubicBezTo>
                  <a:pt x="790923" y="9017"/>
                  <a:pt x="799664" y="9128"/>
                  <a:pt x="808072" y="9128"/>
                </a:cubicBezTo>
                <a:cubicBezTo>
                  <a:pt x="816204" y="9128"/>
                  <a:pt x="824806" y="9017"/>
                  <a:pt x="833878" y="8796"/>
                </a:cubicBezTo>
                <a:cubicBezTo>
                  <a:pt x="834653" y="9238"/>
                  <a:pt x="835054" y="10165"/>
                  <a:pt x="835081" y="11575"/>
                </a:cubicBezTo>
                <a:cubicBezTo>
                  <a:pt x="835109" y="12986"/>
                  <a:pt x="834708" y="13996"/>
                  <a:pt x="833878" y="14604"/>
                </a:cubicBezTo>
                <a:cubicBezTo>
                  <a:pt x="831057" y="14715"/>
                  <a:pt x="828969" y="14908"/>
                  <a:pt x="827613" y="15185"/>
                </a:cubicBezTo>
                <a:cubicBezTo>
                  <a:pt x="826258" y="15462"/>
                  <a:pt x="824875" y="16085"/>
                  <a:pt x="823464" y="17055"/>
                </a:cubicBezTo>
                <a:cubicBezTo>
                  <a:pt x="822054" y="18023"/>
                  <a:pt x="821086" y="19545"/>
                  <a:pt x="820560" y="21621"/>
                </a:cubicBezTo>
                <a:cubicBezTo>
                  <a:pt x="820035" y="23697"/>
                  <a:pt x="819772" y="26452"/>
                  <a:pt x="819772" y="29885"/>
                </a:cubicBezTo>
                <a:lnTo>
                  <a:pt x="819772" y="98067"/>
                </a:lnTo>
                <a:cubicBezTo>
                  <a:pt x="819772" y="101445"/>
                  <a:pt x="820035" y="104185"/>
                  <a:pt x="820560" y="106289"/>
                </a:cubicBezTo>
                <a:cubicBezTo>
                  <a:pt x="821086" y="108393"/>
                  <a:pt x="822054" y="109930"/>
                  <a:pt x="823464" y="110900"/>
                </a:cubicBezTo>
                <a:cubicBezTo>
                  <a:pt x="824875" y="111868"/>
                  <a:pt x="826258" y="112490"/>
                  <a:pt x="827613" y="112767"/>
                </a:cubicBezTo>
                <a:cubicBezTo>
                  <a:pt x="828969" y="113043"/>
                  <a:pt x="831057" y="113237"/>
                  <a:pt x="833878" y="113348"/>
                </a:cubicBezTo>
                <a:cubicBezTo>
                  <a:pt x="834653" y="113901"/>
                  <a:pt x="835054" y="114869"/>
                  <a:pt x="835081" y="116252"/>
                </a:cubicBezTo>
                <a:cubicBezTo>
                  <a:pt x="835109" y="117635"/>
                  <a:pt x="834708" y="118603"/>
                  <a:pt x="833878" y="119156"/>
                </a:cubicBezTo>
                <a:cubicBezTo>
                  <a:pt x="824806" y="118935"/>
                  <a:pt x="816204" y="118824"/>
                  <a:pt x="808072" y="118824"/>
                </a:cubicBezTo>
                <a:cubicBezTo>
                  <a:pt x="799664" y="118824"/>
                  <a:pt x="790923" y="118935"/>
                  <a:pt x="781851" y="119156"/>
                </a:cubicBezTo>
                <a:cubicBezTo>
                  <a:pt x="781077" y="118603"/>
                  <a:pt x="780689" y="117621"/>
                  <a:pt x="780689" y="116210"/>
                </a:cubicBezTo>
                <a:cubicBezTo>
                  <a:pt x="780689" y="114800"/>
                  <a:pt x="781077" y="113845"/>
                  <a:pt x="781851" y="113348"/>
                </a:cubicBezTo>
                <a:cubicBezTo>
                  <a:pt x="784672" y="113237"/>
                  <a:pt x="786775" y="113043"/>
                  <a:pt x="788157" y="112767"/>
                </a:cubicBezTo>
                <a:cubicBezTo>
                  <a:pt x="789540" y="112490"/>
                  <a:pt x="790937" y="111868"/>
                  <a:pt x="792348" y="110900"/>
                </a:cubicBezTo>
                <a:cubicBezTo>
                  <a:pt x="793758" y="109930"/>
                  <a:pt x="794713" y="108407"/>
                  <a:pt x="795211" y="106331"/>
                </a:cubicBezTo>
                <a:cubicBezTo>
                  <a:pt x="795708" y="104255"/>
                  <a:pt x="795957" y="101500"/>
                  <a:pt x="795957" y="98067"/>
                </a:cubicBezTo>
                <a:lnTo>
                  <a:pt x="795957" y="2988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bdd6b05cf4ae1"/>
          <a:stretch xmlns:a="http://schemas.openxmlformats.org/drawingml/2006/main"/>
        </p:blipFill>
        <p:spPr>
          <a:xfrm xmlns:a="http://schemas.openxmlformats.org/drawingml/2006/main">
            <a:off x="9797710" y="1022328"/>
            <a:ext cx="497062" cy="497062"/>
          </a:xfrm>
          <a:prstGeom xmlns:a="http://schemas.openxmlformats.org/drawingml/2006/main" prst="rect">
            <a:avLst/>
          </a:prstGeom>
        </p:spPr>
      </p:pic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C74DF-6672-42B3-BCA6-58295F65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276" y="1209237"/>
            <a:ext cx="2031911" cy="95612"/>
          </a:xfrm>
          <a:custGeom xmlns:a="http://schemas.openxmlformats.org/drawingml/2006/main">
            <a:pathLst>
              <a:path w="2031911" h="95612">
                <a:moveTo>
                  <a:pt x="0" y="31861"/>
                </a:moveTo>
                <a:lnTo>
                  <a:pt x="0" y="63751"/>
                </a:lnTo>
                <a:lnTo>
                  <a:pt x="1936328" y="63751"/>
                </a:lnTo>
                <a:lnTo>
                  <a:pt x="1936328" y="95612"/>
                </a:lnTo>
                <a:lnTo>
                  <a:pt x="2031911" y="47806"/>
                </a:lnTo>
                <a:lnTo>
                  <a:pt x="1936328" y="0"/>
                </a:lnTo>
                <a:lnTo>
                  <a:pt x="1936328" y="31861"/>
                </a:lnTo>
                <a:lnTo>
                  <a:pt x="0" y="3186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72319002b4f29"/>
          <a:stretch xmlns:a="http://schemas.openxmlformats.org/drawingml/2006/main"/>
        </p:blipFill>
        <p:spPr>
          <a:xfrm xmlns:a="http://schemas.openxmlformats.org/drawingml/2006/main">
            <a:off x="12764167" y="918229"/>
            <a:ext cx="414223" cy="414223"/>
          </a:xfrm>
          <a:prstGeom xmlns:a="http://schemas.openxmlformats.org/drawingml/2006/main" prst="rect">
            <a:avLst/>
          </a:prstGeom>
        </p:spPr>
      </p:pic>
      <p:sp>
        <p:nvSpPr>
          <p:cNvPr id="40" name="Text Third-party">
            <a:extLst xmlns:a="http://schemas.openxmlformats.org/drawingml/2006/main">
              <a:ext uri="{FF2B5EF4-FFF2-40B4-BE49-F238E27FC236}">
                <a16:creationId xmlns:a16="http://schemas.microsoft.com/office/drawing/2014/main" id="{BF4D5D52-D153-4DF3-B2AD-F39F7587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061" y="1441979"/>
            <a:ext cx="908937" cy="158653"/>
          </a:xfrm>
          <a:custGeom xmlns:a="http://schemas.openxmlformats.org/drawingml/2006/main">
            <a:pathLst>
              <a:path w="908937" h="158653">
                <a:moveTo>
                  <a:pt x="68291" y="97901"/>
                </a:moveTo>
                <a:cubicBezTo>
                  <a:pt x="68291" y="104710"/>
                  <a:pt x="69259" y="108932"/>
                  <a:pt x="71195" y="110565"/>
                </a:cubicBezTo>
                <a:cubicBezTo>
                  <a:pt x="73131" y="112199"/>
                  <a:pt x="77667" y="113126"/>
                  <a:pt x="84803" y="113348"/>
                </a:cubicBezTo>
                <a:cubicBezTo>
                  <a:pt x="85246" y="113790"/>
                  <a:pt x="85467" y="114758"/>
                  <a:pt x="85467" y="116252"/>
                </a:cubicBezTo>
                <a:cubicBezTo>
                  <a:pt x="85467" y="117745"/>
                  <a:pt x="85246" y="118713"/>
                  <a:pt x="84803" y="119156"/>
                </a:cubicBezTo>
                <a:cubicBezTo>
                  <a:pt x="73463" y="118935"/>
                  <a:pt x="63893" y="118824"/>
                  <a:pt x="56093" y="118824"/>
                </a:cubicBezTo>
                <a:cubicBezTo>
                  <a:pt x="48514" y="118824"/>
                  <a:pt x="39165" y="118935"/>
                  <a:pt x="28046" y="119156"/>
                </a:cubicBezTo>
                <a:cubicBezTo>
                  <a:pt x="27604" y="118713"/>
                  <a:pt x="27383" y="117759"/>
                  <a:pt x="27383" y="116293"/>
                </a:cubicBezTo>
                <a:cubicBezTo>
                  <a:pt x="27383" y="114827"/>
                  <a:pt x="27604" y="113845"/>
                  <a:pt x="28046" y="113348"/>
                </a:cubicBezTo>
                <a:cubicBezTo>
                  <a:pt x="35183" y="113126"/>
                  <a:pt x="39719" y="112199"/>
                  <a:pt x="41655" y="110565"/>
                </a:cubicBezTo>
                <a:cubicBezTo>
                  <a:pt x="43591" y="108932"/>
                  <a:pt x="44559" y="104710"/>
                  <a:pt x="44559" y="97901"/>
                </a:cubicBezTo>
                <a:lnTo>
                  <a:pt x="44559" y="32792"/>
                </a:lnTo>
                <a:cubicBezTo>
                  <a:pt x="44559" y="27255"/>
                  <a:pt x="43964" y="23061"/>
                  <a:pt x="42775" y="20210"/>
                </a:cubicBezTo>
                <a:cubicBezTo>
                  <a:pt x="41586" y="17358"/>
                  <a:pt x="39497" y="15932"/>
                  <a:pt x="36510" y="15932"/>
                </a:cubicBezTo>
                <a:lnTo>
                  <a:pt x="28212" y="15932"/>
                </a:lnTo>
                <a:cubicBezTo>
                  <a:pt x="22459" y="15932"/>
                  <a:pt x="17854" y="17294"/>
                  <a:pt x="14397" y="20018"/>
                </a:cubicBezTo>
                <a:cubicBezTo>
                  <a:pt x="10939" y="22741"/>
                  <a:pt x="8353" y="27409"/>
                  <a:pt x="6638" y="34021"/>
                </a:cubicBezTo>
                <a:cubicBezTo>
                  <a:pt x="3706" y="34021"/>
                  <a:pt x="1494" y="33744"/>
                  <a:pt x="0" y="33191"/>
                </a:cubicBezTo>
                <a:cubicBezTo>
                  <a:pt x="2268" y="23424"/>
                  <a:pt x="3679" y="15127"/>
                  <a:pt x="4232" y="8300"/>
                </a:cubicBezTo>
                <a:cubicBezTo>
                  <a:pt x="4232" y="7967"/>
                  <a:pt x="4481" y="7800"/>
                  <a:pt x="4979" y="7800"/>
                </a:cubicBezTo>
                <a:cubicBezTo>
                  <a:pt x="16430" y="8685"/>
                  <a:pt x="29623" y="9128"/>
                  <a:pt x="44559" y="9128"/>
                </a:cubicBezTo>
                <a:lnTo>
                  <a:pt x="68457" y="9128"/>
                </a:lnTo>
                <a:cubicBezTo>
                  <a:pt x="83503" y="9128"/>
                  <a:pt x="96199" y="8685"/>
                  <a:pt x="106543" y="7800"/>
                </a:cubicBezTo>
                <a:cubicBezTo>
                  <a:pt x="106875" y="7800"/>
                  <a:pt x="107041" y="7966"/>
                  <a:pt x="107041" y="8298"/>
                </a:cubicBezTo>
                <a:cubicBezTo>
                  <a:pt x="107152" y="15889"/>
                  <a:pt x="107899" y="24019"/>
                  <a:pt x="109282" y="32691"/>
                </a:cubicBezTo>
                <a:cubicBezTo>
                  <a:pt x="108009" y="33246"/>
                  <a:pt x="105797" y="33523"/>
                  <a:pt x="102643" y="33523"/>
                </a:cubicBezTo>
                <a:cubicBezTo>
                  <a:pt x="101260" y="27132"/>
                  <a:pt x="98757" y="22603"/>
                  <a:pt x="95134" y="19935"/>
                </a:cubicBezTo>
                <a:cubicBezTo>
                  <a:pt x="91511" y="17266"/>
                  <a:pt x="86435" y="15932"/>
                  <a:pt x="79908" y="15932"/>
                </a:cubicBezTo>
                <a:lnTo>
                  <a:pt x="76174" y="15932"/>
                </a:lnTo>
                <a:cubicBezTo>
                  <a:pt x="73242" y="15932"/>
                  <a:pt x="71195" y="17372"/>
                  <a:pt x="70033" y="20252"/>
                </a:cubicBezTo>
                <a:cubicBezTo>
                  <a:pt x="68872" y="23130"/>
                  <a:pt x="68291" y="27476"/>
                  <a:pt x="68291" y="33290"/>
                </a:cubicBezTo>
                <a:lnTo>
                  <a:pt x="68291" y="97901"/>
                </a:lnTo>
                <a:close/>
                <a:moveTo>
                  <a:pt x="200019" y="97084"/>
                </a:moveTo>
                <a:cubicBezTo>
                  <a:pt x="200019" y="103999"/>
                  <a:pt x="200848" y="108383"/>
                  <a:pt x="202508" y="110236"/>
                </a:cubicBezTo>
                <a:cubicBezTo>
                  <a:pt x="204168" y="112089"/>
                  <a:pt x="207708" y="113126"/>
                  <a:pt x="213129" y="113348"/>
                </a:cubicBezTo>
                <a:cubicBezTo>
                  <a:pt x="213682" y="113790"/>
                  <a:pt x="213959" y="114758"/>
                  <a:pt x="213959" y="116252"/>
                </a:cubicBezTo>
                <a:cubicBezTo>
                  <a:pt x="213959" y="117745"/>
                  <a:pt x="213682" y="118713"/>
                  <a:pt x="213129" y="119156"/>
                </a:cubicBezTo>
                <a:cubicBezTo>
                  <a:pt x="203393" y="118935"/>
                  <a:pt x="195344" y="118824"/>
                  <a:pt x="188983" y="118824"/>
                </a:cubicBezTo>
                <a:cubicBezTo>
                  <a:pt x="184668" y="118824"/>
                  <a:pt x="177753" y="118935"/>
                  <a:pt x="168238" y="119156"/>
                </a:cubicBezTo>
                <a:cubicBezTo>
                  <a:pt x="167685" y="118713"/>
                  <a:pt x="167408" y="117759"/>
                  <a:pt x="167408" y="116293"/>
                </a:cubicBezTo>
                <a:cubicBezTo>
                  <a:pt x="167408" y="114827"/>
                  <a:pt x="167685" y="113845"/>
                  <a:pt x="168238" y="113348"/>
                </a:cubicBezTo>
                <a:cubicBezTo>
                  <a:pt x="172000" y="113126"/>
                  <a:pt x="174558" y="112034"/>
                  <a:pt x="175914" y="110070"/>
                </a:cubicBezTo>
                <a:cubicBezTo>
                  <a:pt x="177269" y="108106"/>
                  <a:pt x="177947" y="103777"/>
                  <a:pt x="177947" y="97084"/>
                </a:cubicBezTo>
                <a:lnTo>
                  <a:pt x="177947" y="68706"/>
                </a:lnTo>
                <a:cubicBezTo>
                  <a:pt x="177947" y="60187"/>
                  <a:pt x="173715" y="55927"/>
                  <a:pt x="165251" y="55927"/>
                </a:cubicBezTo>
                <a:cubicBezTo>
                  <a:pt x="161545" y="55927"/>
                  <a:pt x="156262" y="58112"/>
                  <a:pt x="149402" y="62482"/>
                </a:cubicBezTo>
                <a:lnTo>
                  <a:pt x="149402" y="97250"/>
                </a:lnTo>
                <a:cubicBezTo>
                  <a:pt x="149402" y="103943"/>
                  <a:pt x="150052" y="108244"/>
                  <a:pt x="151352" y="110153"/>
                </a:cubicBezTo>
                <a:cubicBezTo>
                  <a:pt x="152652" y="112061"/>
                  <a:pt x="155238" y="113126"/>
                  <a:pt x="159111" y="113348"/>
                </a:cubicBezTo>
                <a:cubicBezTo>
                  <a:pt x="159664" y="113790"/>
                  <a:pt x="159940" y="114758"/>
                  <a:pt x="159940" y="116252"/>
                </a:cubicBezTo>
                <a:cubicBezTo>
                  <a:pt x="159940" y="117745"/>
                  <a:pt x="159664" y="118713"/>
                  <a:pt x="159111" y="119156"/>
                </a:cubicBezTo>
                <a:cubicBezTo>
                  <a:pt x="149375" y="118935"/>
                  <a:pt x="142460" y="118824"/>
                  <a:pt x="138366" y="118824"/>
                </a:cubicBezTo>
                <a:cubicBezTo>
                  <a:pt x="131783" y="118824"/>
                  <a:pt x="123734" y="118935"/>
                  <a:pt x="114220" y="119156"/>
                </a:cubicBezTo>
                <a:cubicBezTo>
                  <a:pt x="113666" y="118713"/>
                  <a:pt x="113390" y="117759"/>
                  <a:pt x="113390" y="116293"/>
                </a:cubicBezTo>
                <a:cubicBezTo>
                  <a:pt x="113390" y="114827"/>
                  <a:pt x="113666" y="113845"/>
                  <a:pt x="114220" y="113348"/>
                </a:cubicBezTo>
                <a:cubicBezTo>
                  <a:pt x="119641" y="113126"/>
                  <a:pt x="123181" y="112088"/>
                  <a:pt x="124841" y="110233"/>
                </a:cubicBezTo>
                <a:cubicBezTo>
                  <a:pt x="126500" y="108378"/>
                  <a:pt x="127330" y="104046"/>
                  <a:pt x="127330" y="97237"/>
                </a:cubicBezTo>
                <a:lnTo>
                  <a:pt x="127330" y="22746"/>
                </a:lnTo>
                <a:cubicBezTo>
                  <a:pt x="127330" y="17099"/>
                  <a:pt x="126763" y="13666"/>
                  <a:pt x="125629" y="12449"/>
                </a:cubicBezTo>
                <a:cubicBezTo>
                  <a:pt x="124495" y="11231"/>
                  <a:pt x="121217" y="10400"/>
                  <a:pt x="115796" y="9957"/>
                </a:cubicBezTo>
                <a:cubicBezTo>
                  <a:pt x="114911" y="8329"/>
                  <a:pt x="114718" y="6503"/>
                  <a:pt x="115215" y="4481"/>
                </a:cubicBezTo>
                <a:cubicBezTo>
                  <a:pt x="129266" y="3928"/>
                  <a:pt x="139915" y="2434"/>
                  <a:pt x="147162" y="0"/>
                </a:cubicBezTo>
                <a:cubicBezTo>
                  <a:pt x="148987" y="0"/>
                  <a:pt x="149900" y="747"/>
                  <a:pt x="149900" y="2240"/>
                </a:cubicBezTo>
                <a:cubicBezTo>
                  <a:pt x="149568" y="6457"/>
                  <a:pt x="149402" y="12256"/>
                  <a:pt x="149402" y="19637"/>
                </a:cubicBezTo>
                <a:lnTo>
                  <a:pt x="149402" y="55675"/>
                </a:lnTo>
                <a:cubicBezTo>
                  <a:pt x="162402" y="47435"/>
                  <a:pt x="171751" y="43314"/>
                  <a:pt x="177449" y="43314"/>
                </a:cubicBezTo>
                <a:cubicBezTo>
                  <a:pt x="192495" y="43314"/>
                  <a:pt x="200019" y="52387"/>
                  <a:pt x="200019" y="70531"/>
                </a:cubicBezTo>
                <a:lnTo>
                  <a:pt x="200019" y="97084"/>
                </a:lnTo>
                <a:close/>
                <a:moveTo>
                  <a:pt x="253634" y="98041"/>
                </a:moveTo>
                <a:cubicBezTo>
                  <a:pt x="253634" y="104862"/>
                  <a:pt x="254312" y="109036"/>
                  <a:pt x="255667" y="110563"/>
                </a:cubicBezTo>
                <a:cubicBezTo>
                  <a:pt x="257023" y="112087"/>
                  <a:pt x="260438" y="113016"/>
                  <a:pt x="265915" y="113348"/>
                </a:cubicBezTo>
                <a:cubicBezTo>
                  <a:pt x="266357" y="113790"/>
                  <a:pt x="266579" y="114758"/>
                  <a:pt x="266579" y="116252"/>
                </a:cubicBezTo>
                <a:cubicBezTo>
                  <a:pt x="266579" y="117745"/>
                  <a:pt x="266357" y="118713"/>
                  <a:pt x="265915" y="119156"/>
                </a:cubicBezTo>
                <a:cubicBezTo>
                  <a:pt x="256179" y="118935"/>
                  <a:pt x="248407" y="118824"/>
                  <a:pt x="242598" y="118824"/>
                </a:cubicBezTo>
                <a:cubicBezTo>
                  <a:pt x="236568" y="118824"/>
                  <a:pt x="228796" y="118935"/>
                  <a:pt x="219281" y="119156"/>
                </a:cubicBezTo>
                <a:cubicBezTo>
                  <a:pt x="218839" y="118713"/>
                  <a:pt x="218618" y="117759"/>
                  <a:pt x="218618" y="116293"/>
                </a:cubicBezTo>
                <a:cubicBezTo>
                  <a:pt x="218618" y="114827"/>
                  <a:pt x="218839" y="113845"/>
                  <a:pt x="219281" y="113348"/>
                </a:cubicBezTo>
                <a:cubicBezTo>
                  <a:pt x="224703" y="112903"/>
                  <a:pt x="228105" y="111946"/>
                  <a:pt x="229488" y="110477"/>
                </a:cubicBezTo>
                <a:cubicBezTo>
                  <a:pt x="230871" y="109008"/>
                  <a:pt x="231562" y="104861"/>
                  <a:pt x="231562" y="98038"/>
                </a:cubicBezTo>
                <a:lnTo>
                  <a:pt x="231562" y="65337"/>
                </a:lnTo>
                <a:cubicBezTo>
                  <a:pt x="231562" y="60566"/>
                  <a:pt x="230912" y="57501"/>
                  <a:pt x="229612" y="56142"/>
                </a:cubicBezTo>
                <a:cubicBezTo>
                  <a:pt x="228312" y="54783"/>
                  <a:pt x="225284" y="53882"/>
                  <a:pt x="220526" y="53438"/>
                </a:cubicBezTo>
                <a:cubicBezTo>
                  <a:pt x="219862" y="51280"/>
                  <a:pt x="219752" y="49455"/>
                  <a:pt x="220194" y="47961"/>
                </a:cubicBezTo>
                <a:cubicBezTo>
                  <a:pt x="238228" y="45624"/>
                  <a:pt x="248296" y="44075"/>
                  <a:pt x="250398" y="43314"/>
                </a:cubicBezTo>
                <a:cubicBezTo>
                  <a:pt x="252998" y="43314"/>
                  <a:pt x="254298" y="44265"/>
                  <a:pt x="254298" y="46167"/>
                </a:cubicBezTo>
                <a:cubicBezTo>
                  <a:pt x="254298" y="46276"/>
                  <a:pt x="254298" y="46453"/>
                  <a:pt x="254298" y="46698"/>
                </a:cubicBezTo>
                <a:cubicBezTo>
                  <a:pt x="254298" y="46942"/>
                  <a:pt x="254270" y="47435"/>
                  <a:pt x="254215" y="48176"/>
                </a:cubicBezTo>
                <a:cubicBezTo>
                  <a:pt x="254160" y="48918"/>
                  <a:pt x="254104" y="49691"/>
                  <a:pt x="254049" y="50495"/>
                </a:cubicBezTo>
                <a:cubicBezTo>
                  <a:pt x="253994" y="51298"/>
                  <a:pt x="253938" y="52283"/>
                  <a:pt x="253883" y="53448"/>
                </a:cubicBezTo>
                <a:cubicBezTo>
                  <a:pt x="253828" y="54613"/>
                  <a:pt x="253786" y="55737"/>
                  <a:pt x="253759" y="56819"/>
                </a:cubicBezTo>
                <a:cubicBezTo>
                  <a:pt x="253731" y="57899"/>
                  <a:pt x="253703" y="59091"/>
                  <a:pt x="253676" y="60395"/>
                </a:cubicBezTo>
                <a:cubicBezTo>
                  <a:pt x="253648" y="61698"/>
                  <a:pt x="253634" y="62933"/>
                  <a:pt x="253634" y="64098"/>
                </a:cubicBezTo>
                <a:lnTo>
                  <a:pt x="253634" y="98041"/>
                </a:lnTo>
                <a:moveTo>
                  <a:pt x="230732" y="17381"/>
                </a:moveTo>
                <a:cubicBezTo>
                  <a:pt x="230732" y="14550"/>
                  <a:pt x="231770" y="12079"/>
                  <a:pt x="233844" y="9970"/>
                </a:cubicBezTo>
                <a:cubicBezTo>
                  <a:pt x="235919" y="7860"/>
                  <a:pt x="238837" y="6804"/>
                  <a:pt x="242598" y="6804"/>
                </a:cubicBezTo>
                <a:cubicBezTo>
                  <a:pt x="245862" y="6804"/>
                  <a:pt x="248517" y="7970"/>
                  <a:pt x="250564" y="10302"/>
                </a:cubicBezTo>
                <a:cubicBezTo>
                  <a:pt x="252611" y="12634"/>
                  <a:pt x="253634" y="15245"/>
                  <a:pt x="253634" y="18133"/>
                </a:cubicBezTo>
                <a:cubicBezTo>
                  <a:pt x="253634" y="20631"/>
                  <a:pt x="252500" y="23019"/>
                  <a:pt x="250232" y="25295"/>
                </a:cubicBezTo>
                <a:cubicBezTo>
                  <a:pt x="247964" y="27572"/>
                  <a:pt x="245088" y="28710"/>
                  <a:pt x="241602" y="28710"/>
                </a:cubicBezTo>
                <a:cubicBezTo>
                  <a:pt x="238339" y="28710"/>
                  <a:pt x="235711" y="27558"/>
                  <a:pt x="233720" y="25254"/>
                </a:cubicBezTo>
                <a:cubicBezTo>
                  <a:pt x="231728" y="22949"/>
                  <a:pt x="230732" y="20325"/>
                  <a:pt x="230732" y="17381"/>
                </a:cubicBezTo>
                <a:close/>
                <a:moveTo>
                  <a:pt x="307708" y="73207"/>
                </a:moveTo>
                <a:lnTo>
                  <a:pt x="307708" y="98056"/>
                </a:lnTo>
                <a:cubicBezTo>
                  <a:pt x="307708" y="104871"/>
                  <a:pt x="308385" y="109041"/>
                  <a:pt x="309741" y="110565"/>
                </a:cubicBezTo>
                <a:cubicBezTo>
                  <a:pt x="311096" y="112088"/>
                  <a:pt x="314484" y="113016"/>
                  <a:pt x="319905" y="113348"/>
                </a:cubicBezTo>
                <a:cubicBezTo>
                  <a:pt x="320348" y="113790"/>
                  <a:pt x="320583" y="114758"/>
                  <a:pt x="320611" y="116252"/>
                </a:cubicBezTo>
                <a:cubicBezTo>
                  <a:pt x="320638" y="117745"/>
                  <a:pt x="320403" y="118713"/>
                  <a:pt x="319905" y="119156"/>
                </a:cubicBezTo>
                <a:cubicBezTo>
                  <a:pt x="310169" y="118935"/>
                  <a:pt x="302425" y="118824"/>
                  <a:pt x="296672" y="118824"/>
                </a:cubicBezTo>
                <a:cubicBezTo>
                  <a:pt x="290642" y="118824"/>
                  <a:pt x="282870" y="118935"/>
                  <a:pt x="273355" y="119156"/>
                </a:cubicBezTo>
                <a:cubicBezTo>
                  <a:pt x="272912" y="118713"/>
                  <a:pt x="272691" y="117759"/>
                  <a:pt x="272691" y="116293"/>
                </a:cubicBezTo>
                <a:cubicBezTo>
                  <a:pt x="272691" y="114827"/>
                  <a:pt x="272912" y="113845"/>
                  <a:pt x="273355" y="113348"/>
                </a:cubicBezTo>
                <a:cubicBezTo>
                  <a:pt x="278776" y="112905"/>
                  <a:pt x="282178" y="111949"/>
                  <a:pt x="283561" y="110480"/>
                </a:cubicBezTo>
                <a:cubicBezTo>
                  <a:pt x="284944" y="109009"/>
                  <a:pt x="285635" y="104861"/>
                  <a:pt x="285635" y="98038"/>
                </a:cubicBezTo>
                <a:lnTo>
                  <a:pt x="285635" y="66167"/>
                </a:lnTo>
                <a:cubicBezTo>
                  <a:pt x="285635" y="61396"/>
                  <a:pt x="284958" y="58303"/>
                  <a:pt x="283603" y="56889"/>
                </a:cubicBezTo>
                <a:cubicBezTo>
                  <a:pt x="282247" y="55475"/>
                  <a:pt x="279246" y="54546"/>
                  <a:pt x="274599" y="54101"/>
                </a:cubicBezTo>
                <a:cubicBezTo>
                  <a:pt x="273936" y="52055"/>
                  <a:pt x="273797" y="50285"/>
                  <a:pt x="274185" y="48791"/>
                </a:cubicBezTo>
                <a:cubicBezTo>
                  <a:pt x="280767" y="48137"/>
                  <a:pt x="290172" y="46312"/>
                  <a:pt x="302397" y="43314"/>
                </a:cubicBezTo>
                <a:cubicBezTo>
                  <a:pt x="304776" y="43314"/>
                  <a:pt x="306103" y="44282"/>
                  <a:pt x="306380" y="46219"/>
                </a:cubicBezTo>
                <a:cubicBezTo>
                  <a:pt x="306933" y="51750"/>
                  <a:pt x="307320" y="56204"/>
                  <a:pt x="307542" y="59578"/>
                </a:cubicBezTo>
                <a:lnTo>
                  <a:pt x="308205" y="59578"/>
                </a:lnTo>
                <a:cubicBezTo>
                  <a:pt x="315784" y="48680"/>
                  <a:pt x="322533" y="43259"/>
                  <a:pt x="328452" y="43314"/>
                </a:cubicBezTo>
                <a:cubicBezTo>
                  <a:pt x="331384" y="43314"/>
                  <a:pt x="333984" y="44320"/>
                  <a:pt x="336252" y="46333"/>
                </a:cubicBezTo>
                <a:cubicBezTo>
                  <a:pt x="338520" y="48343"/>
                  <a:pt x="339654" y="50478"/>
                  <a:pt x="339654" y="52738"/>
                </a:cubicBezTo>
                <a:cubicBezTo>
                  <a:pt x="339654" y="56209"/>
                  <a:pt x="338658" y="59129"/>
                  <a:pt x="336667" y="61499"/>
                </a:cubicBezTo>
                <a:cubicBezTo>
                  <a:pt x="334675" y="63870"/>
                  <a:pt x="332407" y="65055"/>
                  <a:pt x="329863" y="65055"/>
                </a:cubicBezTo>
                <a:cubicBezTo>
                  <a:pt x="326267" y="65055"/>
                  <a:pt x="323529" y="64127"/>
                  <a:pt x="321648" y="62272"/>
                </a:cubicBezTo>
                <a:cubicBezTo>
                  <a:pt x="321427" y="62054"/>
                  <a:pt x="321122" y="61754"/>
                  <a:pt x="320735" y="61372"/>
                </a:cubicBezTo>
                <a:cubicBezTo>
                  <a:pt x="320348" y="60990"/>
                  <a:pt x="320044" y="60690"/>
                  <a:pt x="319822" y="60473"/>
                </a:cubicBezTo>
                <a:cubicBezTo>
                  <a:pt x="319601" y="60253"/>
                  <a:pt x="319324" y="60021"/>
                  <a:pt x="318993" y="59775"/>
                </a:cubicBezTo>
                <a:cubicBezTo>
                  <a:pt x="318661" y="59530"/>
                  <a:pt x="318356" y="59352"/>
                  <a:pt x="318080" y="59244"/>
                </a:cubicBezTo>
                <a:cubicBezTo>
                  <a:pt x="317803" y="59135"/>
                  <a:pt x="317499" y="59080"/>
                  <a:pt x="317167" y="59080"/>
                </a:cubicBezTo>
                <a:cubicBezTo>
                  <a:pt x="315563" y="59080"/>
                  <a:pt x="313765" y="60050"/>
                  <a:pt x="311773" y="61990"/>
                </a:cubicBezTo>
                <a:cubicBezTo>
                  <a:pt x="310446" y="63264"/>
                  <a:pt x="309436" y="64746"/>
                  <a:pt x="308745" y="66437"/>
                </a:cubicBezTo>
                <a:cubicBezTo>
                  <a:pt x="308053" y="68126"/>
                  <a:pt x="307708" y="70382"/>
                  <a:pt x="307708" y="73207"/>
                </a:cubicBezTo>
                <a:close/>
                <a:moveTo>
                  <a:pt x="401452" y="102607"/>
                </a:moveTo>
                <a:cubicBezTo>
                  <a:pt x="401452" y="102106"/>
                  <a:pt x="401438" y="101619"/>
                  <a:pt x="401410" y="101147"/>
                </a:cubicBezTo>
                <a:cubicBezTo>
                  <a:pt x="401383" y="100674"/>
                  <a:pt x="401369" y="100201"/>
                  <a:pt x="401369" y="99729"/>
                </a:cubicBezTo>
                <a:cubicBezTo>
                  <a:pt x="401369" y="99255"/>
                  <a:pt x="401369" y="98768"/>
                  <a:pt x="401369" y="98266"/>
                </a:cubicBezTo>
                <a:lnTo>
                  <a:pt x="401369" y="56210"/>
                </a:lnTo>
                <a:cubicBezTo>
                  <a:pt x="399488" y="53651"/>
                  <a:pt x="397566" y="51997"/>
                  <a:pt x="395602" y="51247"/>
                </a:cubicBezTo>
                <a:cubicBezTo>
                  <a:pt x="393638" y="50495"/>
                  <a:pt x="391301" y="50119"/>
                  <a:pt x="388590" y="50119"/>
                </a:cubicBezTo>
                <a:cubicBezTo>
                  <a:pt x="383169" y="50119"/>
                  <a:pt x="378992" y="52566"/>
                  <a:pt x="376061" y="57462"/>
                </a:cubicBezTo>
                <a:cubicBezTo>
                  <a:pt x="373239" y="62135"/>
                  <a:pt x="371801" y="69534"/>
                  <a:pt x="371746" y="79659"/>
                </a:cubicBezTo>
                <a:cubicBezTo>
                  <a:pt x="371746" y="89227"/>
                  <a:pt x="373170" y="96543"/>
                  <a:pt x="376019" y="101606"/>
                </a:cubicBezTo>
                <a:cubicBezTo>
                  <a:pt x="378868" y="106668"/>
                  <a:pt x="382505" y="109199"/>
                  <a:pt x="386931" y="109199"/>
                </a:cubicBezTo>
                <a:cubicBezTo>
                  <a:pt x="387428" y="109199"/>
                  <a:pt x="388300" y="108990"/>
                  <a:pt x="389544" y="108574"/>
                </a:cubicBezTo>
                <a:cubicBezTo>
                  <a:pt x="390789" y="108155"/>
                  <a:pt x="392131" y="107626"/>
                  <a:pt x="393569" y="106987"/>
                </a:cubicBezTo>
                <a:cubicBezTo>
                  <a:pt x="395007" y="106347"/>
                  <a:pt x="396473" y="105625"/>
                  <a:pt x="397967" y="104819"/>
                </a:cubicBezTo>
                <a:cubicBezTo>
                  <a:pt x="399460" y="104012"/>
                  <a:pt x="400622" y="103274"/>
                  <a:pt x="401452" y="102607"/>
                </a:cubicBezTo>
                <a:moveTo>
                  <a:pt x="401950" y="110609"/>
                </a:moveTo>
                <a:lnTo>
                  <a:pt x="400539" y="110609"/>
                </a:lnTo>
                <a:cubicBezTo>
                  <a:pt x="397718" y="112561"/>
                  <a:pt x="394067" y="114695"/>
                  <a:pt x="389586" y="117012"/>
                </a:cubicBezTo>
                <a:cubicBezTo>
                  <a:pt x="385105" y="119326"/>
                  <a:pt x="381841" y="120484"/>
                  <a:pt x="379795" y="120484"/>
                </a:cubicBezTo>
                <a:cubicBezTo>
                  <a:pt x="375369" y="120484"/>
                  <a:pt x="371801" y="119955"/>
                  <a:pt x="369090" y="118897"/>
                </a:cubicBezTo>
                <a:cubicBezTo>
                  <a:pt x="366380" y="117839"/>
                  <a:pt x="363310" y="115974"/>
                  <a:pt x="359880" y="113303"/>
                </a:cubicBezTo>
                <a:cubicBezTo>
                  <a:pt x="355897" y="110242"/>
                  <a:pt x="352924" y="106123"/>
                  <a:pt x="350960" y="100948"/>
                </a:cubicBezTo>
                <a:cubicBezTo>
                  <a:pt x="348996" y="95770"/>
                  <a:pt x="348014" y="90426"/>
                  <a:pt x="348014" y="84915"/>
                </a:cubicBezTo>
                <a:cubicBezTo>
                  <a:pt x="348014" y="73721"/>
                  <a:pt x="352121" y="63990"/>
                  <a:pt x="360336" y="55720"/>
                </a:cubicBezTo>
                <a:cubicBezTo>
                  <a:pt x="368551" y="47449"/>
                  <a:pt x="378135" y="43314"/>
                  <a:pt x="389088" y="43314"/>
                </a:cubicBezTo>
                <a:cubicBezTo>
                  <a:pt x="393624" y="43314"/>
                  <a:pt x="397718" y="43951"/>
                  <a:pt x="401369" y="45223"/>
                </a:cubicBezTo>
                <a:lnTo>
                  <a:pt x="401369" y="22967"/>
                </a:lnTo>
                <a:cubicBezTo>
                  <a:pt x="401369" y="17184"/>
                  <a:pt x="400802" y="13723"/>
                  <a:pt x="399668" y="12584"/>
                </a:cubicBezTo>
                <a:cubicBezTo>
                  <a:pt x="398534" y="11443"/>
                  <a:pt x="395256" y="10623"/>
                  <a:pt x="389835" y="10123"/>
                </a:cubicBezTo>
                <a:cubicBezTo>
                  <a:pt x="388950" y="8497"/>
                  <a:pt x="388756" y="6560"/>
                  <a:pt x="389254" y="4315"/>
                </a:cubicBezTo>
                <a:cubicBezTo>
                  <a:pt x="403305" y="3782"/>
                  <a:pt x="413954" y="2344"/>
                  <a:pt x="421200" y="0"/>
                </a:cubicBezTo>
                <a:cubicBezTo>
                  <a:pt x="423026" y="0"/>
                  <a:pt x="423939" y="719"/>
                  <a:pt x="423939" y="2157"/>
                </a:cubicBezTo>
                <a:cubicBezTo>
                  <a:pt x="423607" y="6369"/>
                  <a:pt x="423441" y="12158"/>
                  <a:pt x="423441" y="19526"/>
                </a:cubicBezTo>
                <a:lnTo>
                  <a:pt x="423441" y="96150"/>
                </a:lnTo>
                <a:cubicBezTo>
                  <a:pt x="423441" y="101025"/>
                  <a:pt x="424146" y="104336"/>
                  <a:pt x="425557" y="106082"/>
                </a:cubicBezTo>
                <a:cubicBezTo>
                  <a:pt x="426967" y="107828"/>
                  <a:pt x="429941" y="108922"/>
                  <a:pt x="434477" y="109365"/>
                </a:cubicBezTo>
                <a:cubicBezTo>
                  <a:pt x="435141" y="111522"/>
                  <a:pt x="435251" y="113348"/>
                  <a:pt x="434809" y="114841"/>
                </a:cubicBezTo>
                <a:cubicBezTo>
                  <a:pt x="425183" y="116133"/>
                  <a:pt x="415779" y="118013"/>
                  <a:pt x="406596" y="120484"/>
                </a:cubicBezTo>
                <a:cubicBezTo>
                  <a:pt x="404107" y="120484"/>
                  <a:pt x="402807" y="119535"/>
                  <a:pt x="402696" y="117639"/>
                </a:cubicBezTo>
                <a:cubicBezTo>
                  <a:pt x="402420" y="115630"/>
                  <a:pt x="402171" y="113287"/>
                  <a:pt x="401950" y="110609"/>
                </a:cubicBezTo>
                <a:close/>
                <a:moveTo>
                  <a:pt x="483444" y="82314"/>
                </a:moveTo>
                <a:lnTo>
                  <a:pt x="449838" y="82314"/>
                </a:lnTo>
                <a:cubicBezTo>
                  <a:pt x="445634" y="82314"/>
                  <a:pt x="443532" y="81125"/>
                  <a:pt x="443532" y="78746"/>
                </a:cubicBezTo>
                <a:cubicBezTo>
                  <a:pt x="443532" y="77142"/>
                  <a:pt x="444403" y="75095"/>
                  <a:pt x="446146" y="72606"/>
                </a:cubicBezTo>
                <a:cubicBezTo>
                  <a:pt x="447888" y="70116"/>
                  <a:pt x="449617" y="68872"/>
                  <a:pt x="451332" y="68872"/>
                </a:cubicBezTo>
                <a:lnTo>
                  <a:pt x="485353" y="68872"/>
                </a:lnTo>
                <a:cubicBezTo>
                  <a:pt x="489446" y="68872"/>
                  <a:pt x="491465" y="70061"/>
                  <a:pt x="491410" y="72440"/>
                </a:cubicBezTo>
                <a:cubicBezTo>
                  <a:pt x="491410" y="73823"/>
                  <a:pt x="490511" y="75814"/>
                  <a:pt x="488713" y="78414"/>
                </a:cubicBezTo>
                <a:cubicBezTo>
                  <a:pt x="486915" y="81014"/>
                  <a:pt x="485159" y="82314"/>
                  <a:pt x="483444" y="82314"/>
                </a:cubicBezTo>
                <a:close/>
                <a:moveTo>
                  <a:pt x="514979" y="66299"/>
                </a:moveTo>
                <a:cubicBezTo>
                  <a:pt x="514979" y="61542"/>
                  <a:pt x="514315" y="58485"/>
                  <a:pt x="512988" y="57130"/>
                </a:cubicBezTo>
                <a:cubicBezTo>
                  <a:pt x="511660" y="55775"/>
                  <a:pt x="508618" y="54876"/>
                  <a:pt x="503860" y="54433"/>
                </a:cubicBezTo>
                <a:cubicBezTo>
                  <a:pt x="503196" y="52276"/>
                  <a:pt x="503086" y="50450"/>
                  <a:pt x="503528" y="48957"/>
                </a:cubicBezTo>
                <a:cubicBezTo>
                  <a:pt x="513154" y="47666"/>
                  <a:pt x="522558" y="45785"/>
                  <a:pt x="531741" y="43314"/>
                </a:cubicBezTo>
                <a:cubicBezTo>
                  <a:pt x="534230" y="43314"/>
                  <a:pt x="535530" y="44289"/>
                  <a:pt x="535641" y="46239"/>
                </a:cubicBezTo>
                <a:cubicBezTo>
                  <a:pt x="535973" y="48748"/>
                  <a:pt x="536277" y="51590"/>
                  <a:pt x="536553" y="54765"/>
                </a:cubicBezTo>
                <a:lnTo>
                  <a:pt x="537549" y="54765"/>
                </a:lnTo>
                <a:cubicBezTo>
                  <a:pt x="540813" y="51813"/>
                  <a:pt x="544409" y="49166"/>
                  <a:pt x="548336" y="46825"/>
                </a:cubicBezTo>
                <a:cubicBezTo>
                  <a:pt x="552264" y="44485"/>
                  <a:pt x="555362" y="43314"/>
                  <a:pt x="557630" y="43314"/>
                </a:cubicBezTo>
                <a:cubicBezTo>
                  <a:pt x="567476" y="43314"/>
                  <a:pt x="575221" y="46153"/>
                  <a:pt x="580864" y="51830"/>
                </a:cubicBezTo>
                <a:cubicBezTo>
                  <a:pt x="584017" y="55002"/>
                  <a:pt x="586506" y="59052"/>
                  <a:pt x="588332" y="63978"/>
                </a:cubicBezTo>
                <a:cubicBezTo>
                  <a:pt x="590157" y="68905"/>
                  <a:pt x="591070" y="73817"/>
                  <a:pt x="591070" y="78715"/>
                </a:cubicBezTo>
                <a:cubicBezTo>
                  <a:pt x="591070" y="91232"/>
                  <a:pt x="587184" y="101324"/>
                  <a:pt x="579411" y="108989"/>
                </a:cubicBezTo>
                <a:cubicBezTo>
                  <a:pt x="571639" y="116652"/>
                  <a:pt x="561308" y="120484"/>
                  <a:pt x="548419" y="120484"/>
                </a:cubicBezTo>
                <a:cubicBezTo>
                  <a:pt x="544547" y="120484"/>
                  <a:pt x="540758" y="119587"/>
                  <a:pt x="537051" y="117795"/>
                </a:cubicBezTo>
                <a:lnTo>
                  <a:pt x="537051" y="137551"/>
                </a:lnTo>
                <a:cubicBezTo>
                  <a:pt x="537051" y="144329"/>
                  <a:pt x="537729" y="148477"/>
                  <a:pt x="539084" y="149993"/>
                </a:cubicBezTo>
                <a:cubicBezTo>
                  <a:pt x="540440" y="151509"/>
                  <a:pt x="543828" y="152459"/>
                  <a:pt x="549249" y="152845"/>
                </a:cubicBezTo>
                <a:cubicBezTo>
                  <a:pt x="549802" y="153294"/>
                  <a:pt x="550079" y="154263"/>
                  <a:pt x="550079" y="155749"/>
                </a:cubicBezTo>
                <a:cubicBezTo>
                  <a:pt x="550079" y="157236"/>
                  <a:pt x="549802" y="158204"/>
                  <a:pt x="549249" y="158653"/>
                </a:cubicBezTo>
                <a:cubicBezTo>
                  <a:pt x="539513" y="158429"/>
                  <a:pt x="531768" y="158316"/>
                  <a:pt x="526015" y="158316"/>
                </a:cubicBezTo>
                <a:cubicBezTo>
                  <a:pt x="519986" y="158316"/>
                  <a:pt x="512213" y="158429"/>
                  <a:pt x="502698" y="158653"/>
                </a:cubicBezTo>
                <a:cubicBezTo>
                  <a:pt x="502145" y="158204"/>
                  <a:pt x="501869" y="157236"/>
                  <a:pt x="501869" y="155749"/>
                </a:cubicBezTo>
                <a:cubicBezTo>
                  <a:pt x="501869" y="154263"/>
                  <a:pt x="502145" y="153294"/>
                  <a:pt x="502698" y="152845"/>
                </a:cubicBezTo>
                <a:cubicBezTo>
                  <a:pt x="508120" y="152402"/>
                  <a:pt x="511522" y="151434"/>
                  <a:pt x="512905" y="149941"/>
                </a:cubicBezTo>
                <a:cubicBezTo>
                  <a:pt x="514288" y="148447"/>
                  <a:pt x="514979" y="144298"/>
                  <a:pt x="514979" y="137494"/>
                </a:cubicBezTo>
                <a:lnTo>
                  <a:pt x="514979" y="66299"/>
                </a:lnTo>
                <a:moveTo>
                  <a:pt x="537051" y="108089"/>
                </a:moveTo>
                <a:cubicBezTo>
                  <a:pt x="540536" y="111871"/>
                  <a:pt x="543994" y="113735"/>
                  <a:pt x="547423" y="113679"/>
                </a:cubicBezTo>
                <a:cubicBezTo>
                  <a:pt x="554228" y="113679"/>
                  <a:pt x="559234" y="110690"/>
                  <a:pt x="562442" y="104710"/>
                </a:cubicBezTo>
                <a:cubicBezTo>
                  <a:pt x="565651" y="98729"/>
                  <a:pt x="567255" y="91594"/>
                  <a:pt x="567255" y="83304"/>
                </a:cubicBezTo>
                <a:cubicBezTo>
                  <a:pt x="567255" y="74070"/>
                  <a:pt x="565734" y="67005"/>
                  <a:pt x="562691" y="62109"/>
                </a:cubicBezTo>
                <a:cubicBezTo>
                  <a:pt x="559649" y="57213"/>
                  <a:pt x="556136" y="54765"/>
                  <a:pt x="552153" y="54765"/>
                </a:cubicBezTo>
                <a:cubicBezTo>
                  <a:pt x="549996" y="54765"/>
                  <a:pt x="547506" y="55363"/>
                  <a:pt x="544685" y="56560"/>
                </a:cubicBezTo>
                <a:cubicBezTo>
                  <a:pt x="541864" y="57756"/>
                  <a:pt x="539292" y="59411"/>
                  <a:pt x="536968" y="61525"/>
                </a:cubicBezTo>
                <a:cubicBezTo>
                  <a:pt x="537024" y="62471"/>
                  <a:pt x="537051" y="63389"/>
                  <a:pt x="537051" y="64279"/>
                </a:cubicBezTo>
                <a:lnTo>
                  <a:pt x="537051" y="108089"/>
                </a:lnTo>
                <a:close/>
                <a:moveTo>
                  <a:pt x="646783" y="110609"/>
                </a:moveTo>
                <a:lnTo>
                  <a:pt x="645704" y="110692"/>
                </a:lnTo>
                <a:cubicBezTo>
                  <a:pt x="642662" y="113071"/>
                  <a:pt x="639066" y="115298"/>
                  <a:pt x="634917" y="117372"/>
                </a:cubicBezTo>
                <a:cubicBezTo>
                  <a:pt x="630768" y="119446"/>
                  <a:pt x="627560" y="120484"/>
                  <a:pt x="625292" y="120484"/>
                </a:cubicBezTo>
                <a:cubicBezTo>
                  <a:pt x="611130" y="120484"/>
                  <a:pt x="604049" y="114498"/>
                  <a:pt x="604049" y="102527"/>
                </a:cubicBezTo>
                <a:cubicBezTo>
                  <a:pt x="604049" y="96421"/>
                  <a:pt x="606483" y="91746"/>
                  <a:pt x="611351" y="88501"/>
                </a:cubicBezTo>
                <a:cubicBezTo>
                  <a:pt x="616219" y="85256"/>
                  <a:pt x="623936" y="81992"/>
                  <a:pt x="634502" y="78707"/>
                </a:cubicBezTo>
                <a:lnTo>
                  <a:pt x="645870" y="75178"/>
                </a:lnTo>
                <a:cubicBezTo>
                  <a:pt x="645870" y="65165"/>
                  <a:pt x="644736" y="58485"/>
                  <a:pt x="642468" y="55139"/>
                </a:cubicBezTo>
                <a:cubicBezTo>
                  <a:pt x="640200" y="51792"/>
                  <a:pt x="636964" y="50119"/>
                  <a:pt x="632760" y="50119"/>
                </a:cubicBezTo>
                <a:cubicBezTo>
                  <a:pt x="628334" y="50119"/>
                  <a:pt x="625955" y="51412"/>
                  <a:pt x="625624" y="54000"/>
                </a:cubicBezTo>
                <a:cubicBezTo>
                  <a:pt x="625513" y="54675"/>
                  <a:pt x="625499" y="55420"/>
                  <a:pt x="625582" y="56236"/>
                </a:cubicBezTo>
                <a:cubicBezTo>
                  <a:pt x="625665" y="57052"/>
                  <a:pt x="625762" y="57769"/>
                  <a:pt x="625872" y="58388"/>
                </a:cubicBezTo>
                <a:cubicBezTo>
                  <a:pt x="625983" y="59007"/>
                  <a:pt x="626094" y="59668"/>
                  <a:pt x="626204" y="60371"/>
                </a:cubicBezTo>
                <a:cubicBezTo>
                  <a:pt x="626315" y="61073"/>
                  <a:pt x="626370" y="61678"/>
                  <a:pt x="626370" y="62184"/>
                </a:cubicBezTo>
                <a:cubicBezTo>
                  <a:pt x="626370" y="64321"/>
                  <a:pt x="625347" y="66191"/>
                  <a:pt x="623300" y="67795"/>
                </a:cubicBezTo>
                <a:cubicBezTo>
                  <a:pt x="621253" y="69398"/>
                  <a:pt x="618764" y="70199"/>
                  <a:pt x="615832" y="70199"/>
                </a:cubicBezTo>
                <a:cubicBezTo>
                  <a:pt x="612679" y="70199"/>
                  <a:pt x="610425" y="69425"/>
                  <a:pt x="609069" y="67876"/>
                </a:cubicBezTo>
                <a:cubicBezTo>
                  <a:pt x="607714" y="66327"/>
                  <a:pt x="607037" y="64225"/>
                  <a:pt x="607037" y="61569"/>
                </a:cubicBezTo>
                <a:cubicBezTo>
                  <a:pt x="607037" y="58084"/>
                  <a:pt x="608821" y="54890"/>
                  <a:pt x="612389" y="51986"/>
                </a:cubicBezTo>
                <a:cubicBezTo>
                  <a:pt x="615957" y="49081"/>
                  <a:pt x="620119" y="46910"/>
                  <a:pt x="624877" y="45472"/>
                </a:cubicBezTo>
                <a:cubicBezTo>
                  <a:pt x="629634" y="44034"/>
                  <a:pt x="634198" y="43314"/>
                  <a:pt x="638568" y="43314"/>
                </a:cubicBezTo>
                <a:cubicBezTo>
                  <a:pt x="657930" y="43314"/>
                  <a:pt x="667610" y="53037"/>
                  <a:pt x="667610" y="72484"/>
                </a:cubicBezTo>
                <a:lnTo>
                  <a:pt x="667278" y="97102"/>
                </a:lnTo>
                <a:cubicBezTo>
                  <a:pt x="667278" y="101441"/>
                  <a:pt x="667624" y="104432"/>
                  <a:pt x="668316" y="106074"/>
                </a:cubicBezTo>
                <a:cubicBezTo>
                  <a:pt x="669007" y="107715"/>
                  <a:pt x="670238" y="108535"/>
                  <a:pt x="672008" y="108535"/>
                </a:cubicBezTo>
                <a:cubicBezTo>
                  <a:pt x="674719" y="108535"/>
                  <a:pt x="677097" y="107728"/>
                  <a:pt x="679144" y="106116"/>
                </a:cubicBezTo>
                <a:cubicBezTo>
                  <a:pt x="681191" y="107865"/>
                  <a:pt x="682214" y="109501"/>
                  <a:pt x="682214" y="111024"/>
                </a:cubicBezTo>
                <a:cubicBezTo>
                  <a:pt x="675521" y="117386"/>
                  <a:pt x="668108" y="120539"/>
                  <a:pt x="659976" y="120484"/>
                </a:cubicBezTo>
                <a:cubicBezTo>
                  <a:pt x="652287" y="120539"/>
                  <a:pt x="647889" y="117248"/>
                  <a:pt x="646783" y="110609"/>
                </a:cubicBezTo>
                <a:moveTo>
                  <a:pt x="645870" y="81785"/>
                </a:moveTo>
                <a:lnTo>
                  <a:pt x="636991" y="84578"/>
                </a:lnTo>
                <a:cubicBezTo>
                  <a:pt x="634170" y="85459"/>
                  <a:pt x="631861" y="86478"/>
                  <a:pt x="630063" y="87635"/>
                </a:cubicBezTo>
                <a:cubicBezTo>
                  <a:pt x="628265" y="88790"/>
                  <a:pt x="626993" y="90097"/>
                  <a:pt x="626246" y="91556"/>
                </a:cubicBezTo>
                <a:cubicBezTo>
                  <a:pt x="625499" y="93015"/>
                  <a:pt x="625015" y="94309"/>
                  <a:pt x="624794" y="95437"/>
                </a:cubicBezTo>
                <a:cubicBezTo>
                  <a:pt x="624572" y="96566"/>
                  <a:pt x="624462" y="98094"/>
                  <a:pt x="624462" y="100022"/>
                </a:cubicBezTo>
                <a:cubicBezTo>
                  <a:pt x="624462" y="102992"/>
                  <a:pt x="625250" y="105458"/>
                  <a:pt x="626827" y="107420"/>
                </a:cubicBezTo>
                <a:cubicBezTo>
                  <a:pt x="628403" y="109380"/>
                  <a:pt x="630906" y="110360"/>
                  <a:pt x="634336" y="110360"/>
                </a:cubicBezTo>
                <a:cubicBezTo>
                  <a:pt x="636936" y="110360"/>
                  <a:pt x="640781" y="108277"/>
                  <a:pt x="645870" y="104111"/>
                </a:cubicBezTo>
                <a:lnTo>
                  <a:pt x="645870" y="81785"/>
                </a:lnTo>
                <a:close/>
                <a:moveTo>
                  <a:pt x="720318" y="73207"/>
                </a:moveTo>
                <a:lnTo>
                  <a:pt x="720318" y="98056"/>
                </a:lnTo>
                <a:cubicBezTo>
                  <a:pt x="720318" y="104871"/>
                  <a:pt x="720996" y="109041"/>
                  <a:pt x="722351" y="110565"/>
                </a:cubicBezTo>
                <a:cubicBezTo>
                  <a:pt x="723706" y="112088"/>
                  <a:pt x="727094" y="113016"/>
                  <a:pt x="732516" y="113348"/>
                </a:cubicBezTo>
                <a:cubicBezTo>
                  <a:pt x="732958" y="113790"/>
                  <a:pt x="733193" y="114758"/>
                  <a:pt x="733221" y="116252"/>
                </a:cubicBezTo>
                <a:cubicBezTo>
                  <a:pt x="733249" y="117745"/>
                  <a:pt x="733014" y="118713"/>
                  <a:pt x="732516" y="119156"/>
                </a:cubicBezTo>
                <a:cubicBezTo>
                  <a:pt x="722780" y="118935"/>
                  <a:pt x="715035" y="118824"/>
                  <a:pt x="709282" y="118824"/>
                </a:cubicBezTo>
                <a:cubicBezTo>
                  <a:pt x="703252" y="118824"/>
                  <a:pt x="695480" y="118935"/>
                  <a:pt x="685965" y="119156"/>
                </a:cubicBezTo>
                <a:cubicBezTo>
                  <a:pt x="685523" y="118713"/>
                  <a:pt x="685301" y="117759"/>
                  <a:pt x="685301" y="116293"/>
                </a:cubicBezTo>
                <a:cubicBezTo>
                  <a:pt x="685301" y="114827"/>
                  <a:pt x="685523" y="113845"/>
                  <a:pt x="685965" y="113348"/>
                </a:cubicBezTo>
                <a:cubicBezTo>
                  <a:pt x="691386" y="112905"/>
                  <a:pt x="694788" y="111949"/>
                  <a:pt x="696171" y="110480"/>
                </a:cubicBezTo>
                <a:cubicBezTo>
                  <a:pt x="697554" y="109009"/>
                  <a:pt x="698246" y="104861"/>
                  <a:pt x="698246" y="98038"/>
                </a:cubicBezTo>
                <a:lnTo>
                  <a:pt x="698246" y="66167"/>
                </a:lnTo>
                <a:cubicBezTo>
                  <a:pt x="698246" y="61396"/>
                  <a:pt x="697568" y="58303"/>
                  <a:pt x="696213" y="56889"/>
                </a:cubicBezTo>
                <a:cubicBezTo>
                  <a:pt x="694858" y="55475"/>
                  <a:pt x="691857" y="54546"/>
                  <a:pt x="687210" y="54101"/>
                </a:cubicBezTo>
                <a:cubicBezTo>
                  <a:pt x="686546" y="52055"/>
                  <a:pt x="686408" y="50285"/>
                  <a:pt x="686795" y="48791"/>
                </a:cubicBezTo>
                <a:cubicBezTo>
                  <a:pt x="693378" y="48137"/>
                  <a:pt x="702782" y="46312"/>
                  <a:pt x="715007" y="43314"/>
                </a:cubicBezTo>
                <a:cubicBezTo>
                  <a:pt x="717386" y="43314"/>
                  <a:pt x="718714" y="44282"/>
                  <a:pt x="718990" y="46219"/>
                </a:cubicBezTo>
                <a:cubicBezTo>
                  <a:pt x="719544" y="51750"/>
                  <a:pt x="719931" y="56204"/>
                  <a:pt x="720152" y="59578"/>
                </a:cubicBezTo>
                <a:lnTo>
                  <a:pt x="720816" y="59578"/>
                </a:lnTo>
                <a:cubicBezTo>
                  <a:pt x="728394" y="48680"/>
                  <a:pt x="735143" y="43259"/>
                  <a:pt x="741062" y="43314"/>
                </a:cubicBezTo>
                <a:cubicBezTo>
                  <a:pt x="743994" y="43314"/>
                  <a:pt x="746594" y="44320"/>
                  <a:pt x="748862" y="46333"/>
                </a:cubicBezTo>
                <a:cubicBezTo>
                  <a:pt x="751130" y="48343"/>
                  <a:pt x="752264" y="50478"/>
                  <a:pt x="752264" y="52738"/>
                </a:cubicBezTo>
                <a:cubicBezTo>
                  <a:pt x="752264" y="56209"/>
                  <a:pt x="751269" y="59129"/>
                  <a:pt x="749277" y="61499"/>
                </a:cubicBezTo>
                <a:cubicBezTo>
                  <a:pt x="747286" y="63870"/>
                  <a:pt x="745018" y="65055"/>
                  <a:pt x="742473" y="65055"/>
                </a:cubicBezTo>
                <a:cubicBezTo>
                  <a:pt x="738877" y="65055"/>
                  <a:pt x="736139" y="64127"/>
                  <a:pt x="734258" y="62272"/>
                </a:cubicBezTo>
                <a:cubicBezTo>
                  <a:pt x="734037" y="62054"/>
                  <a:pt x="733733" y="61754"/>
                  <a:pt x="733345" y="61372"/>
                </a:cubicBezTo>
                <a:cubicBezTo>
                  <a:pt x="732958" y="60990"/>
                  <a:pt x="732654" y="60690"/>
                  <a:pt x="732433" y="60473"/>
                </a:cubicBezTo>
                <a:cubicBezTo>
                  <a:pt x="732211" y="60253"/>
                  <a:pt x="731935" y="60021"/>
                  <a:pt x="731603" y="59775"/>
                </a:cubicBezTo>
                <a:cubicBezTo>
                  <a:pt x="731271" y="59530"/>
                  <a:pt x="730967" y="59352"/>
                  <a:pt x="730690" y="59244"/>
                </a:cubicBezTo>
                <a:cubicBezTo>
                  <a:pt x="730414" y="59135"/>
                  <a:pt x="730109" y="59080"/>
                  <a:pt x="729777" y="59080"/>
                </a:cubicBezTo>
                <a:cubicBezTo>
                  <a:pt x="728173" y="59080"/>
                  <a:pt x="726375" y="60050"/>
                  <a:pt x="724384" y="61990"/>
                </a:cubicBezTo>
                <a:cubicBezTo>
                  <a:pt x="723056" y="63264"/>
                  <a:pt x="722047" y="64746"/>
                  <a:pt x="721355" y="66437"/>
                </a:cubicBezTo>
                <a:cubicBezTo>
                  <a:pt x="720664" y="68126"/>
                  <a:pt x="720318" y="70382"/>
                  <a:pt x="720318" y="73207"/>
                </a:cubicBezTo>
                <a:close/>
                <a:moveTo>
                  <a:pt x="765023" y="44974"/>
                </a:moveTo>
                <a:lnTo>
                  <a:pt x="769752" y="44974"/>
                </a:lnTo>
                <a:cubicBezTo>
                  <a:pt x="769752" y="33559"/>
                  <a:pt x="770388" y="27025"/>
                  <a:pt x="771661" y="25370"/>
                </a:cubicBezTo>
                <a:cubicBezTo>
                  <a:pt x="771993" y="24930"/>
                  <a:pt x="772670" y="24489"/>
                  <a:pt x="773694" y="24048"/>
                </a:cubicBezTo>
                <a:cubicBezTo>
                  <a:pt x="774717" y="23605"/>
                  <a:pt x="775976" y="23150"/>
                  <a:pt x="777469" y="22681"/>
                </a:cubicBezTo>
                <a:cubicBezTo>
                  <a:pt x="778963" y="22213"/>
                  <a:pt x="780014" y="21840"/>
                  <a:pt x="780622" y="21564"/>
                </a:cubicBezTo>
                <a:cubicBezTo>
                  <a:pt x="781950" y="21012"/>
                  <a:pt x="783845" y="20379"/>
                  <a:pt x="786306" y="19663"/>
                </a:cubicBezTo>
                <a:cubicBezTo>
                  <a:pt x="788768" y="18946"/>
                  <a:pt x="790303" y="18587"/>
                  <a:pt x="790912" y="18587"/>
                </a:cubicBezTo>
                <a:cubicBezTo>
                  <a:pt x="791797" y="18587"/>
                  <a:pt x="792239" y="19083"/>
                  <a:pt x="792239" y="20075"/>
                </a:cubicBezTo>
                <a:cubicBezTo>
                  <a:pt x="791907" y="25370"/>
                  <a:pt x="791603" y="31768"/>
                  <a:pt x="791327" y="39267"/>
                </a:cubicBezTo>
                <a:lnTo>
                  <a:pt x="791161" y="44974"/>
                </a:lnTo>
                <a:lnTo>
                  <a:pt x="811075" y="44974"/>
                </a:lnTo>
                <a:cubicBezTo>
                  <a:pt x="811960" y="44974"/>
                  <a:pt x="812403" y="45309"/>
                  <a:pt x="812403" y="45980"/>
                </a:cubicBezTo>
                <a:lnTo>
                  <a:pt x="812403" y="51342"/>
                </a:lnTo>
                <a:cubicBezTo>
                  <a:pt x="812403" y="52850"/>
                  <a:pt x="811048" y="53604"/>
                  <a:pt x="808337" y="53604"/>
                </a:cubicBezTo>
                <a:lnTo>
                  <a:pt x="791161" y="53604"/>
                </a:lnTo>
                <a:cubicBezTo>
                  <a:pt x="791161" y="59955"/>
                  <a:pt x="791188" y="68267"/>
                  <a:pt x="791244" y="78541"/>
                </a:cubicBezTo>
                <a:cubicBezTo>
                  <a:pt x="791299" y="88815"/>
                  <a:pt x="791327" y="95029"/>
                  <a:pt x="791327" y="97185"/>
                </a:cubicBezTo>
                <a:cubicBezTo>
                  <a:pt x="791327" y="101161"/>
                  <a:pt x="792046" y="104047"/>
                  <a:pt x="793484" y="105843"/>
                </a:cubicBezTo>
                <a:cubicBezTo>
                  <a:pt x="794922" y="107638"/>
                  <a:pt x="796720" y="108535"/>
                  <a:pt x="798878" y="108535"/>
                </a:cubicBezTo>
                <a:cubicBezTo>
                  <a:pt x="803303" y="108535"/>
                  <a:pt x="806511" y="107734"/>
                  <a:pt x="808503" y="106131"/>
                </a:cubicBezTo>
                <a:cubicBezTo>
                  <a:pt x="810550" y="107851"/>
                  <a:pt x="811573" y="109460"/>
                  <a:pt x="811573" y="110957"/>
                </a:cubicBezTo>
                <a:cubicBezTo>
                  <a:pt x="809748" y="113463"/>
                  <a:pt x="806581" y="115678"/>
                  <a:pt x="802072" y="117600"/>
                </a:cubicBezTo>
                <a:cubicBezTo>
                  <a:pt x="797564" y="119523"/>
                  <a:pt x="793041" y="120484"/>
                  <a:pt x="788505" y="120484"/>
                </a:cubicBezTo>
                <a:cubicBezTo>
                  <a:pt x="782863" y="120484"/>
                  <a:pt x="778161" y="118907"/>
                  <a:pt x="774399" y="115754"/>
                </a:cubicBezTo>
                <a:cubicBezTo>
                  <a:pt x="771025" y="112822"/>
                  <a:pt x="769310" y="107899"/>
                  <a:pt x="769254" y="100984"/>
                </a:cubicBezTo>
                <a:cubicBezTo>
                  <a:pt x="769254" y="84222"/>
                  <a:pt x="769420" y="68429"/>
                  <a:pt x="769752" y="53604"/>
                </a:cubicBezTo>
                <a:lnTo>
                  <a:pt x="758716" y="53604"/>
                </a:lnTo>
                <a:cubicBezTo>
                  <a:pt x="758163" y="53604"/>
                  <a:pt x="757887" y="53241"/>
                  <a:pt x="757887" y="52515"/>
                </a:cubicBezTo>
                <a:lnTo>
                  <a:pt x="757887" y="47572"/>
                </a:lnTo>
                <a:cubicBezTo>
                  <a:pt x="759823" y="45840"/>
                  <a:pt x="762201" y="44974"/>
                  <a:pt x="765023" y="44974"/>
                </a:cubicBezTo>
                <a:close/>
                <a:moveTo>
                  <a:pt x="856330" y="147415"/>
                </a:moveTo>
                <a:cubicBezTo>
                  <a:pt x="854062" y="151412"/>
                  <a:pt x="850659" y="154492"/>
                  <a:pt x="846123" y="156657"/>
                </a:cubicBezTo>
                <a:cubicBezTo>
                  <a:pt x="843745" y="157767"/>
                  <a:pt x="840509" y="158322"/>
                  <a:pt x="836415" y="158322"/>
                </a:cubicBezTo>
                <a:cubicBezTo>
                  <a:pt x="833704" y="158322"/>
                  <a:pt x="831492" y="157293"/>
                  <a:pt x="829777" y="155236"/>
                </a:cubicBezTo>
                <a:cubicBezTo>
                  <a:pt x="828394" y="153625"/>
                  <a:pt x="827730" y="151346"/>
                  <a:pt x="827785" y="148400"/>
                </a:cubicBezTo>
                <a:cubicBezTo>
                  <a:pt x="827785" y="146456"/>
                  <a:pt x="828712" y="144663"/>
                  <a:pt x="830565" y="143022"/>
                </a:cubicBezTo>
                <a:cubicBezTo>
                  <a:pt x="832418" y="141384"/>
                  <a:pt x="834866" y="140564"/>
                  <a:pt x="837909" y="140564"/>
                </a:cubicBezTo>
                <a:cubicBezTo>
                  <a:pt x="838572" y="140564"/>
                  <a:pt x="839485" y="140675"/>
                  <a:pt x="840647" y="140896"/>
                </a:cubicBezTo>
                <a:cubicBezTo>
                  <a:pt x="841809" y="141117"/>
                  <a:pt x="842887" y="141228"/>
                  <a:pt x="843883" y="141228"/>
                </a:cubicBezTo>
                <a:cubicBezTo>
                  <a:pt x="846096" y="141228"/>
                  <a:pt x="847852" y="140577"/>
                  <a:pt x="849152" y="139276"/>
                </a:cubicBezTo>
                <a:cubicBezTo>
                  <a:pt x="850452" y="137976"/>
                  <a:pt x="851711" y="135858"/>
                  <a:pt x="852928" y="132923"/>
                </a:cubicBezTo>
                <a:lnTo>
                  <a:pt x="856993" y="123538"/>
                </a:lnTo>
                <a:cubicBezTo>
                  <a:pt x="857104" y="122653"/>
                  <a:pt x="857215" y="122044"/>
                  <a:pt x="857325" y="121710"/>
                </a:cubicBezTo>
                <a:cubicBezTo>
                  <a:pt x="857436" y="121378"/>
                  <a:pt x="857242" y="120755"/>
                  <a:pt x="856744" y="119841"/>
                </a:cubicBezTo>
                <a:cubicBezTo>
                  <a:pt x="856247" y="118928"/>
                  <a:pt x="855846" y="118278"/>
                  <a:pt x="855541" y="117891"/>
                </a:cubicBezTo>
                <a:cubicBezTo>
                  <a:pt x="855237" y="117503"/>
                  <a:pt x="854698" y="116798"/>
                  <a:pt x="853923" y="115775"/>
                </a:cubicBezTo>
                <a:cubicBezTo>
                  <a:pt x="853149" y="114750"/>
                  <a:pt x="852568" y="113932"/>
                  <a:pt x="852181" y="113322"/>
                </a:cubicBezTo>
                <a:lnTo>
                  <a:pt x="830275" y="62990"/>
                </a:lnTo>
                <a:cubicBezTo>
                  <a:pt x="827896" y="57676"/>
                  <a:pt x="826001" y="54341"/>
                  <a:pt x="824591" y="52984"/>
                </a:cubicBezTo>
                <a:cubicBezTo>
                  <a:pt x="823180" y="51627"/>
                  <a:pt x="820594" y="50782"/>
                  <a:pt x="816832" y="50450"/>
                </a:cubicBezTo>
                <a:cubicBezTo>
                  <a:pt x="816390" y="50008"/>
                  <a:pt x="816168" y="49040"/>
                  <a:pt x="816168" y="47546"/>
                </a:cubicBezTo>
                <a:cubicBezTo>
                  <a:pt x="816168" y="46053"/>
                  <a:pt x="816390" y="45085"/>
                  <a:pt x="816832" y="44642"/>
                </a:cubicBezTo>
                <a:cubicBezTo>
                  <a:pt x="821368" y="44863"/>
                  <a:pt x="827675" y="44974"/>
                  <a:pt x="835751" y="44974"/>
                </a:cubicBezTo>
                <a:cubicBezTo>
                  <a:pt x="842445" y="44974"/>
                  <a:pt x="849968" y="44863"/>
                  <a:pt x="858321" y="44642"/>
                </a:cubicBezTo>
                <a:cubicBezTo>
                  <a:pt x="858764" y="45085"/>
                  <a:pt x="858985" y="46053"/>
                  <a:pt x="858985" y="47546"/>
                </a:cubicBezTo>
                <a:cubicBezTo>
                  <a:pt x="858985" y="49040"/>
                  <a:pt x="858764" y="50008"/>
                  <a:pt x="858321" y="50450"/>
                </a:cubicBezTo>
                <a:cubicBezTo>
                  <a:pt x="853564" y="50782"/>
                  <a:pt x="850964" y="51820"/>
                  <a:pt x="850521" y="53565"/>
                </a:cubicBezTo>
                <a:cubicBezTo>
                  <a:pt x="850079" y="55309"/>
                  <a:pt x="850825" y="57898"/>
                  <a:pt x="852762" y="61331"/>
                </a:cubicBezTo>
                <a:lnTo>
                  <a:pt x="868527" y="96879"/>
                </a:lnTo>
                <a:cubicBezTo>
                  <a:pt x="868693" y="97156"/>
                  <a:pt x="868776" y="97377"/>
                  <a:pt x="868776" y="97543"/>
                </a:cubicBezTo>
                <a:cubicBezTo>
                  <a:pt x="868776" y="97432"/>
                  <a:pt x="868804" y="97322"/>
                  <a:pt x="868859" y="97211"/>
                </a:cubicBezTo>
                <a:lnTo>
                  <a:pt x="886368" y="57926"/>
                </a:lnTo>
                <a:cubicBezTo>
                  <a:pt x="887142" y="56818"/>
                  <a:pt x="887391" y="55808"/>
                  <a:pt x="887114" y="54895"/>
                </a:cubicBezTo>
                <a:cubicBezTo>
                  <a:pt x="886838" y="53980"/>
                  <a:pt x="886561" y="53260"/>
                  <a:pt x="886285" y="52735"/>
                </a:cubicBezTo>
                <a:cubicBezTo>
                  <a:pt x="886008" y="52209"/>
                  <a:pt x="885330" y="51781"/>
                  <a:pt x="884252" y="51449"/>
                </a:cubicBezTo>
                <a:cubicBezTo>
                  <a:pt x="883173" y="51115"/>
                  <a:pt x="882232" y="50893"/>
                  <a:pt x="881430" y="50782"/>
                </a:cubicBezTo>
                <a:cubicBezTo>
                  <a:pt x="880628" y="50672"/>
                  <a:pt x="879563" y="50561"/>
                  <a:pt x="878236" y="50450"/>
                </a:cubicBezTo>
                <a:cubicBezTo>
                  <a:pt x="877683" y="50008"/>
                  <a:pt x="877406" y="49040"/>
                  <a:pt x="877406" y="47546"/>
                </a:cubicBezTo>
                <a:cubicBezTo>
                  <a:pt x="877406" y="46053"/>
                  <a:pt x="877683" y="45085"/>
                  <a:pt x="878236" y="44642"/>
                </a:cubicBezTo>
                <a:cubicBezTo>
                  <a:pt x="886644" y="44863"/>
                  <a:pt x="892646" y="44974"/>
                  <a:pt x="896242" y="44974"/>
                </a:cubicBezTo>
                <a:cubicBezTo>
                  <a:pt x="898621" y="44974"/>
                  <a:pt x="902631" y="44863"/>
                  <a:pt x="908274" y="44642"/>
                </a:cubicBezTo>
                <a:cubicBezTo>
                  <a:pt x="908716" y="45085"/>
                  <a:pt x="908937" y="46053"/>
                  <a:pt x="908937" y="47546"/>
                </a:cubicBezTo>
                <a:cubicBezTo>
                  <a:pt x="908937" y="49040"/>
                  <a:pt x="908716" y="50008"/>
                  <a:pt x="908274" y="50450"/>
                </a:cubicBezTo>
                <a:cubicBezTo>
                  <a:pt x="905342" y="50672"/>
                  <a:pt x="902659" y="51834"/>
                  <a:pt x="900225" y="53938"/>
                </a:cubicBezTo>
                <a:cubicBezTo>
                  <a:pt x="897791" y="56042"/>
                  <a:pt x="895882" y="58451"/>
                  <a:pt x="894499" y="61165"/>
                </a:cubicBezTo>
                <a:cubicBezTo>
                  <a:pt x="884653" y="82039"/>
                  <a:pt x="874363" y="105460"/>
                  <a:pt x="863632" y="131429"/>
                </a:cubicBezTo>
                <a:cubicBezTo>
                  <a:pt x="860921" y="138311"/>
                  <a:pt x="858487" y="143640"/>
                  <a:pt x="856330" y="14741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server">
            <a:extLst xmlns:a="http://schemas.openxmlformats.org/drawingml/2006/main">
              <a:ext uri="{FF2B5EF4-FFF2-40B4-BE49-F238E27FC236}">
                <a16:creationId xmlns:a16="http://schemas.microsoft.com/office/drawing/2014/main" id="{E5BA7BEC-2A4D-4B17-B552-96304CB9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5623" y="1689061"/>
            <a:ext cx="461869" cy="77843"/>
          </a:xfrm>
          <a:custGeom xmlns:a="http://schemas.openxmlformats.org/drawingml/2006/main">
            <a:pathLst>
              <a:path w="461869" h="77843">
                <a:moveTo>
                  <a:pt x="0" y="50532"/>
                </a:moveTo>
                <a:cubicBezTo>
                  <a:pt x="2493" y="49976"/>
                  <a:pt x="4765" y="49865"/>
                  <a:pt x="6815" y="50200"/>
                </a:cubicBezTo>
                <a:cubicBezTo>
                  <a:pt x="8532" y="56365"/>
                  <a:pt x="11205" y="61295"/>
                  <a:pt x="14834" y="64990"/>
                </a:cubicBezTo>
                <a:cubicBezTo>
                  <a:pt x="18463" y="68683"/>
                  <a:pt x="22272" y="70529"/>
                  <a:pt x="26262" y="70529"/>
                </a:cubicBezTo>
                <a:cubicBezTo>
                  <a:pt x="28755" y="70529"/>
                  <a:pt x="31054" y="69780"/>
                  <a:pt x="33159" y="68280"/>
                </a:cubicBezTo>
                <a:cubicBezTo>
                  <a:pt x="35265" y="66779"/>
                  <a:pt x="36317" y="64724"/>
                  <a:pt x="36317" y="62115"/>
                </a:cubicBezTo>
                <a:cubicBezTo>
                  <a:pt x="36317" y="55837"/>
                  <a:pt x="33409" y="51420"/>
                  <a:pt x="27591" y="48865"/>
                </a:cubicBezTo>
                <a:cubicBezTo>
                  <a:pt x="19890" y="45366"/>
                  <a:pt x="13325" y="40667"/>
                  <a:pt x="7895" y="34770"/>
                </a:cubicBezTo>
                <a:cubicBezTo>
                  <a:pt x="4405" y="30915"/>
                  <a:pt x="2632" y="26672"/>
                  <a:pt x="2576" y="22042"/>
                </a:cubicBezTo>
                <a:cubicBezTo>
                  <a:pt x="2576" y="17193"/>
                  <a:pt x="4515" y="12784"/>
                  <a:pt x="8394" y="8818"/>
                </a:cubicBezTo>
                <a:cubicBezTo>
                  <a:pt x="14156" y="2976"/>
                  <a:pt x="21801" y="55"/>
                  <a:pt x="31331" y="55"/>
                </a:cubicBezTo>
                <a:cubicBezTo>
                  <a:pt x="37813" y="55"/>
                  <a:pt x="44185" y="1350"/>
                  <a:pt x="50445" y="3938"/>
                </a:cubicBezTo>
                <a:cubicBezTo>
                  <a:pt x="51941" y="9117"/>
                  <a:pt x="52662" y="15093"/>
                  <a:pt x="52606" y="21868"/>
                </a:cubicBezTo>
                <a:cubicBezTo>
                  <a:pt x="51110" y="22869"/>
                  <a:pt x="48894" y="23147"/>
                  <a:pt x="45958" y="22702"/>
                </a:cubicBezTo>
                <a:cubicBezTo>
                  <a:pt x="41636" y="12147"/>
                  <a:pt x="36317" y="6870"/>
                  <a:pt x="30001" y="6870"/>
                </a:cubicBezTo>
                <a:cubicBezTo>
                  <a:pt x="27619" y="6870"/>
                  <a:pt x="25652" y="7551"/>
                  <a:pt x="24101" y="8911"/>
                </a:cubicBezTo>
                <a:cubicBezTo>
                  <a:pt x="22549" y="10272"/>
                  <a:pt x="21774" y="11980"/>
                  <a:pt x="21774" y="14035"/>
                </a:cubicBezTo>
                <a:cubicBezTo>
                  <a:pt x="21774" y="20313"/>
                  <a:pt x="24849" y="24730"/>
                  <a:pt x="30999" y="27286"/>
                </a:cubicBezTo>
                <a:cubicBezTo>
                  <a:pt x="39808" y="31119"/>
                  <a:pt x="46401" y="35507"/>
                  <a:pt x="50778" y="40450"/>
                </a:cubicBezTo>
                <a:cubicBezTo>
                  <a:pt x="54268" y="44339"/>
                  <a:pt x="56014" y="49227"/>
                  <a:pt x="56014" y="55116"/>
                </a:cubicBezTo>
                <a:cubicBezTo>
                  <a:pt x="56014" y="62133"/>
                  <a:pt x="52952" y="67592"/>
                  <a:pt x="46830" y="71493"/>
                </a:cubicBezTo>
                <a:cubicBezTo>
                  <a:pt x="40708" y="75394"/>
                  <a:pt x="33963" y="77344"/>
                  <a:pt x="26594" y="77344"/>
                </a:cubicBezTo>
                <a:cubicBezTo>
                  <a:pt x="17951" y="77344"/>
                  <a:pt x="10056" y="76050"/>
                  <a:pt x="2909" y="73461"/>
                </a:cubicBezTo>
                <a:cubicBezTo>
                  <a:pt x="1745" y="68664"/>
                  <a:pt x="776" y="61021"/>
                  <a:pt x="0" y="50532"/>
                </a:cubicBezTo>
                <a:close/>
                <a:moveTo>
                  <a:pt x="93563" y="28810"/>
                </a:moveTo>
                <a:lnTo>
                  <a:pt x="116750" y="28810"/>
                </a:lnTo>
                <a:cubicBezTo>
                  <a:pt x="116971" y="28585"/>
                  <a:pt x="117082" y="27376"/>
                  <a:pt x="117082" y="25182"/>
                </a:cubicBezTo>
                <a:cubicBezTo>
                  <a:pt x="117082" y="18937"/>
                  <a:pt x="115974" y="14324"/>
                  <a:pt x="113758" y="11342"/>
                </a:cubicBezTo>
                <a:cubicBezTo>
                  <a:pt x="111542" y="8361"/>
                  <a:pt x="109021" y="6870"/>
                  <a:pt x="106195" y="6870"/>
                </a:cubicBezTo>
                <a:cubicBezTo>
                  <a:pt x="104921" y="6870"/>
                  <a:pt x="103384" y="7390"/>
                  <a:pt x="101583" y="8431"/>
                </a:cubicBezTo>
                <a:cubicBezTo>
                  <a:pt x="99782" y="9471"/>
                  <a:pt x="98245" y="10892"/>
                  <a:pt x="96970" y="12693"/>
                </a:cubicBezTo>
                <a:cubicBezTo>
                  <a:pt x="94921" y="15844"/>
                  <a:pt x="93785" y="21216"/>
                  <a:pt x="93563" y="28810"/>
                </a:cubicBezTo>
                <a:moveTo>
                  <a:pt x="136778" y="53713"/>
                </a:moveTo>
                <a:cubicBezTo>
                  <a:pt x="138496" y="53713"/>
                  <a:pt x="139355" y="55465"/>
                  <a:pt x="139355" y="58967"/>
                </a:cubicBezTo>
                <a:cubicBezTo>
                  <a:pt x="130933" y="71218"/>
                  <a:pt x="120323" y="77344"/>
                  <a:pt x="107525" y="77344"/>
                </a:cubicBezTo>
                <a:cubicBezTo>
                  <a:pt x="96389" y="77344"/>
                  <a:pt x="87718" y="74513"/>
                  <a:pt x="81513" y="68852"/>
                </a:cubicBezTo>
                <a:cubicBezTo>
                  <a:pt x="74255" y="62246"/>
                  <a:pt x="70626" y="53255"/>
                  <a:pt x="70626" y="41876"/>
                </a:cubicBezTo>
                <a:cubicBezTo>
                  <a:pt x="70626" y="29516"/>
                  <a:pt x="74449" y="19455"/>
                  <a:pt x="82095" y="11695"/>
                </a:cubicBezTo>
                <a:cubicBezTo>
                  <a:pt x="89740" y="3935"/>
                  <a:pt x="98383" y="55"/>
                  <a:pt x="108024" y="55"/>
                </a:cubicBezTo>
                <a:cubicBezTo>
                  <a:pt x="114063" y="55"/>
                  <a:pt x="119174" y="928"/>
                  <a:pt x="123357" y="2673"/>
                </a:cubicBezTo>
                <a:cubicBezTo>
                  <a:pt x="127540" y="4418"/>
                  <a:pt x="130684" y="6829"/>
                  <a:pt x="132789" y="9903"/>
                </a:cubicBezTo>
                <a:cubicBezTo>
                  <a:pt x="134895" y="12978"/>
                  <a:pt x="136404" y="16164"/>
                  <a:pt x="137319" y="19461"/>
                </a:cubicBezTo>
                <a:cubicBezTo>
                  <a:pt x="138233" y="22757"/>
                  <a:pt x="138690" y="26372"/>
                  <a:pt x="138690" y="30306"/>
                </a:cubicBezTo>
                <a:cubicBezTo>
                  <a:pt x="138690" y="33796"/>
                  <a:pt x="137055" y="35569"/>
                  <a:pt x="133786" y="35625"/>
                </a:cubicBezTo>
                <a:lnTo>
                  <a:pt x="92898" y="35625"/>
                </a:lnTo>
                <a:cubicBezTo>
                  <a:pt x="92898" y="35846"/>
                  <a:pt x="92871" y="36235"/>
                  <a:pt x="92815" y="36791"/>
                </a:cubicBezTo>
                <a:cubicBezTo>
                  <a:pt x="92760" y="37347"/>
                  <a:pt x="92732" y="37847"/>
                  <a:pt x="92732" y="38292"/>
                </a:cubicBezTo>
                <a:cubicBezTo>
                  <a:pt x="92732" y="46462"/>
                  <a:pt x="94602" y="52576"/>
                  <a:pt x="98342" y="56632"/>
                </a:cubicBezTo>
                <a:cubicBezTo>
                  <a:pt x="102082" y="60689"/>
                  <a:pt x="107359" y="62717"/>
                  <a:pt x="114173" y="62717"/>
                </a:cubicBezTo>
                <a:cubicBezTo>
                  <a:pt x="123371" y="62773"/>
                  <a:pt x="130905" y="59771"/>
                  <a:pt x="136778" y="53713"/>
                </a:cubicBezTo>
                <a:close/>
                <a:moveTo>
                  <a:pt x="185276" y="29994"/>
                </a:moveTo>
                <a:lnTo>
                  <a:pt x="185276" y="54882"/>
                </a:lnTo>
                <a:cubicBezTo>
                  <a:pt x="185276" y="61707"/>
                  <a:pt x="185955" y="65883"/>
                  <a:pt x="187312" y="67410"/>
                </a:cubicBezTo>
                <a:cubicBezTo>
                  <a:pt x="188670" y="68936"/>
                  <a:pt x="192063" y="69865"/>
                  <a:pt x="197493" y="70197"/>
                </a:cubicBezTo>
                <a:cubicBezTo>
                  <a:pt x="197936" y="70640"/>
                  <a:pt x="198171" y="71610"/>
                  <a:pt x="198199" y="73106"/>
                </a:cubicBezTo>
                <a:cubicBezTo>
                  <a:pt x="198227" y="74602"/>
                  <a:pt x="197991" y="75571"/>
                  <a:pt x="197493" y="76014"/>
                </a:cubicBezTo>
                <a:cubicBezTo>
                  <a:pt x="187742" y="75793"/>
                  <a:pt x="179985" y="75682"/>
                  <a:pt x="174223" y="75682"/>
                </a:cubicBezTo>
                <a:cubicBezTo>
                  <a:pt x="168184" y="75682"/>
                  <a:pt x="160400" y="75793"/>
                  <a:pt x="150870" y="76014"/>
                </a:cubicBezTo>
                <a:cubicBezTo>
                  <a:pt x="150427" y="75571"/>
                  <a:pt x="150205" y="74615"/>
                  <a:pt x="150205" y="73147"/>
                </a:cubicBezTo>
                <a:cubicBezTo>
                  <a:pt x="150205" y="71679"/>
                  <a:pt x="150427" y="70696"/>
                  <a:pt x="150870" y="70197"/>
                </a:cubicBezTo>
                <a:cubicBezTo>
                  <a:pt x="156300" y="69754"/>
                  <a:pt x="159707" y="68796"/>
                  <a:pt x="161092" y="67325"/>
                </a:cubicBezTo>
                <a:cubicBezTo>
                  <a:pt x="162477" y="65851"/>
                  <a:pt x="163170" y="61698"/>
                  <a:pt x="163170" y="54864"/>
                </a:cubicBezTo>
                <a:lnTo>
                  <a:pt x="163170" y="22943"/>
                </a:lnTo>
                <a:cubicBezTo>
                  <a:pt x="163170" y="18165"/>
                  <a:pt x="162491" y="15067"/>
                  <a:pt x="161134" y="13651"/>
                </a:cubicBezTo>
                <a:cubicBezTo>
                  <a:pt x="159776" y="12235"/>
                  <a:pt x="156771" y="11304"/>
                  <a:pt x="152117" y="10859"/>
                </a:cubicBezTo>
                <a:cubicBezTo>
                  <a:pt x="151452" y="8809"/>
                  <a:pt x="151313" y="7036"/>
                  <a:pt x="151701" y="5540"/>
                </a:cubicBezTo>
                <a:cubicBezTo>
                  <a:pt x="158294" y="4886"/>
                  <a:pt x="167713" y="3058"/>
                  <a:pt x="179957" y="55"/>
                </a:cubicBezTo>
                <a:cubicBezTo>
                  <a:pt x="182340" y="55"/>
                  <a:pt x="183669" y="1025"/>
                  <a:pt x="183946" y="2964"/>
                </a:cubicBezTo>
                <a:cubicBezTo>
                  <a:pt x="184500" y="8505"/>
                  <a:pt x="184888" y="12965"/>
                  <a:pt x="185110" y="16344"/>
                </a:cubicBezTo>
                <a:lnTo>
                  <a:pt x="185775" y="16344"/>
                </a:lnTo>
                <a:cubicBezTo>
                  <a:pt x="193365" y="5430"/>
                  <a:pt x="200124" y="0"/>
                  <a:pt x="206053" y="55"/>
                </a:cubicBezTo>
                <a:cubicBezTo>
                  <a:pt x="208989" y="55"/>
                  <a:pt x="211593" y="1063"/>
                  <a:pt x="213865" y="3078"/>
                </a:cubicBezTo>
                <a:cubicBezTo>
                  <a:pt x="216136" y="5092"/>
                  <a:pt x="217272" y="7230"/>
                  <a:pt x="217272" y="9493"/>
                </a:cubicBezTo>
                <a:cubicBezTo>
                  <a:pt x="217272" y="12970"/>
                  <a:pt x="216275" y="15895"/>
                  <a:pt x="214280" y="18269"/>
                </a:cubicBezTo>
                <a:cubicBezTo>
                  <a:pt x="212286" y="20642"/>
                  <a:pt x="210014" y="21829"/>
                  <a:pt x="207465" y="21829"/>
                </a:cubicBezTo>
                <a:cubicBezTo>
                  <a:pt x="203864" y="21829"/>
                  <a:pt x="201122" y="20900"/>
                  <a:pt x="199238" y="19043"/>
                </a:cubicBezTo>
                <a:cubicBezTo>
                  <a:pt x="199016" y="18824"/>
                  <a:pt x="198712" y="18524"/>
                  <a:pt x="198324" y="18141"/>
                </a:cubicBezTo>
                <a:cubicBezTo>
                  <a:pt x="197936" y="17759"/>
                  <a:pt x="197631" y="17458"/>
                  <a:pt x="197410" y="17240"/>
                </a:cubicBezTo>
                <a:cubicBezTo>
                  <a:pt x="197188" y="17020"/>
                  <a:pt x="196911" y="16787"/>
                  <a:pt x="196578" y="16542"/>
                </a:cubicBezTo>
                <a:cubicBezTo>
                  <a:pt x="196246" y="16296"/>
                  <a:pt x="195941" y="16118"/>
                  <a:pt x="195664" y="16009"/>
                </a:cubicBezTo>
                <a:cubicBezTo>
                  <a:pt x="195387" y="15900"/>
                  <a:pt x="195083" y="15846"/>
                  <a:pt x="194750" y="15846"/>
                </a:cubicBezTo>
                <a:cubicBezTo>
                  <a:pt x="193143" y="15846"/>
                  <a:pt x="191343" y="16817"/>
                  <a:pt x="189348" y="18759"/>
                </a:cubicBezTo>
                <a:cubicBezTo>
                  <a:pt x="188019" y="20035"/>
                  <a:pt x="187007" y="21520"/>
                  <a:pt x="186315" y="23213"/>
                </a:cubicBezTo>
                <a:cubicBezTo>
                  <a:pt x="185622" y="24905"/>
                  <a:pt x="185276" y="27165"/>
                  <a:pt x="185276" y="29994"/>
                </a:cubicBezTo>
                <a:close/>
                <a:moveTo>
                  <a:pt x="277265" y="7203"/>
                </a:moveTo>
                <a:cubicBezTo>
                  <a:pt x="276822" y="6759"/>
                  <a:pt x="276600" y="5790"/>
                  <a:pt x="276600" y="4294"/>
                </a:cubicBezTo>
                <a:cubicBezTo>
                  <a:pt x="276600" y="2798"/>
                  <a:pt x="276822" y="1828"/>
                  <a:pt x="277265" y="1385"/>
                </a:cubicBezTo>
                <a:cubicBezTo>
                  <a:pt x="285687" y="1607"/>
                  <a:pt x="292003" y="1718"/>
                  <a:pt x="296213" y="1718"/>
                </a:cubicBezTo>
                <a:cubicBezTo>
                  <a:pt x="298706" y="1718"/>
                  <a:pt x="302446" y="1607"/>
                  <a:pt x="307433" y="1385"/>
                </a:cubicBezTo>
                <a:cubicBezTo>
                  <a:pt x="307987" y="1828"/>
                  <a:pt x="308264" y="2798"/>
                  <a:pt x="308264" y="4294"/>
                </a:cubicBezTo>
                <a:cubicBezTo>
                  <a:pt x="308264" y="5790"/>
                  <a:pt x="307987" y="6759"/>
                  <a:pt x="307433" y="7203"/>
                </a:cubicBezTo>
                <a:cubicBezTo>
                  <a:pt x="305216" y="7424"/>
                  <a:pt x="303360" y="7841"/>
                  <a:pt x="301865" y="8452"/>
                </a:cubicBezTo>
                <a:cubicBezTo>
                  <a:pt x="300369" y="9063"/>
                  <a:pt x="299067" y="10035"/>
                  <a:pt x="297959" y="11368"/>
                </a:cubicBezTo>
                <a:cubicBezTo>
                  <a:pt x="296850" y="12701"/>
                  <a:pt x="295992" y="13951"/>
                  <a:pt x="295382" y="15118"/>
                </a:cubicBezTo>
                <a:cubicBezTo>
                  <a:pt x="294773" y="16284"/>
                  <a:pt x="293942" y="18060"/>
                  <a:pt x="292889" y="20448"/>
                </a:cubicBezTo>
                <a:lnTo>
                  <a:pt x="269453" y="73843"/>
                </a:lnTo>
                <a:cubicBezTo>
                  <a:pt x="268345" y="76454"/>
                  <a:pt x="266129" y="77787"/>
                  <a:pt x="262805" y="77843"/>
                </a:cubicBezTo>
                <a:cubicBezTo>
                  <a:pt x="259647" y="77843"/>
                  <a:pt x="257624" y="76649"/>
                  <a:pt x="256738" y="74261"/>
                </a:cubicBezTo>
                <a:lnTo>
                  <a:pt x="234465" y="20281"/>
                </a:lnTo>
                <a:cubicBezTo>
                  <a:pt x="234244" y="19781"/>
                  <a:pt x="233884" y="18907"/>
                  <a:pt x="233385" y="17658"/>
                </a:cubicBezTo>
                <a:cubicBezTo>
                  <a:pt x="232886" y="16408"/>
                  <a:pt x="232568" y="15617"/>
                  <a:pt x="232429" y="15285"/>
                </a:cubicBezTo>
                <a:cubicBezTo>
                  <a:pt x="232291" y="14950"/>
                  <a:pt x="232000" y="14325"/>
                  <a:pt x="231557" y="13410"/>
                </a:cubicBezTo>
                <a:cubicBezTo>
                  <a:pt x="231114" y="12492"/>
                  <a:pt x="230767" y="11908"/>
                  <a:pt x="230518" y="11659"/>
                </a:cubicBezTo>
                <a:cubicBezTo>
                  <a:pt x="230269" y="11410"/>
                  <a:pt x="229895" y="10980"/>
                  <a:pt x="229396" y="10368"/>
                </a:cubicBezTo>
                <a:cubicBezTo>
                  <a:pt x="228897" y="9757"/>
                  <a:pt x="228399" y="9355"/>
                  <a:pt x="227900" y="9161"/>
                </a:cubicBezTo>
                <a:cubicBezTo>
                  <a:pt x="227401" y="8967"/>
                  <a:pt x="226792" y="8704"/>
                  <a:pt x="226072" y="8371"/>
                </a:cubicBezTo>
                <a:cubicBezTo>
                  <a:pt x="225352" y="8037"/>
                  <a:pt x="224562" y="7787"/>
                  <a:pt x="223703" y="7621"/>
                </a:cubicBezTo>
                <a:cubicBezTo>
                  <a:pt x="222844" y="7453"/>
                  <a:pt x="221861" y="7313"/>
                  <a:pt x="220753" y="7203"/>
                </a:cubicBezTo>
                <a:cubicBezTo>
                  <a:pt x="220310" y="6759"/>
                  <a:pt x="220088" y="5790"/>
                  <a:pt x="220088" y="4294"/>
                </a:cubicBezTo>
                <a:cubicBezTo>
                  <a:pt x="220088" y="2798"/>
                  <a:pt x="220310" y="1828"/>
                  <a:pt x="220753" y="1385"/>
                </a:cubicBezTo>
                <a:cubicBezTo>
                  <a:pt x="229174" y="1607"/>
                  <a:pt x="236155" y="1718"/>
                  <a:pt x="241696" y="1718"/>
                </a:cubicBezTo>
                <a:cubicBezTo>
                  <a:pt x="247569" y="1718"/>
                  <a:pt x="254716" y="1607"/>
                  <a:pt x="263137" y="1385"/>
                </a:cubicBezTo>
                <a:cubicBezTo>
                  <a:pt x="263691" y="1828"/>
                  <a:pt x="263982" y="2798"/>
                  <a:pt x="264010" y="4294"/>
                </a:cubicBezTo>
                <a:cubicBezTo>
                  <a:pt x="264037" y="5790"/>
                  <a:pt x="263747" y="6759"/>
                  <a:pt x="263137" y="7203"/>
                </a:cubicBezTo>
                <a:cubicBezTo>
                  <a:pt x="261807" y="7313"/>
                  <a:pt x="260685" y="7480"/>
                  <a:pt x="259771" y="7704"/>
                </a:cubicBezTo>
                <a:cubicBezTo>
                  <a:pt x="258857" y="7925"/>
                  <a:pt x="258081" y="8105"/>
                  <a:pt x="257444" y="8244"/>
                </a:cubicBezTo>
                <a:cubicBezTo>
                  <a:pt x="256807" y="8382"/>
                  <a:pt x="256364" y="8730"/>
                  <a:pt x="256115" y="9285"/>
                </a:cubicBezTo>
                <a:cubicBezTo>
                  <a:pt x="255865" y="9841"/>
                  <a:pt x="255644" y="10230"/>
                  <a:pt x="255450" y="10451"/>
                </a:cubicBezTo>
                <a:cubicBezTo>
                  <a:pt x="255256" y="10673"/>
                  <a:pt x="255270" y="11243"/>
                  <a:pt x="255491" y="12160"/>
                </a:cubicBezTo>
                <a:cubicBezTo>
                  <a:pt x="255713" y="13076"/>
                  <a:pt x="255865" y="13687"/>
                  <a:pt x="255948" y="13994"/>
                </a:cubicBezTo>
                <a:cubicBezTo>
                  <a:pt x="256032" y="14299"/>
                  <a:pt x="256322" y="15131"/>
                  <a:pt x="256821" y="16492"/>
                </a:cubicBezTo>
                <a:cubicBezTo>
                  <a:pt x="257320" y="17851"/>
                  <a:pt x="257680" y="18781"/>
                  <a:pt x="257901" y="19281"/>
                </a:cubicBezTo>
                <a:lnTo>
                  <a:pt x="268622" y="49685"/>
                </a:lnTo>
                <a:cubicBezTo>
                  <a:pt x="268899" y="50463"/>
                  <a:pt x="269176" y="50949"/>
                  <a:pt x="269453" y="51145"/>
                </a:cubicBezTo>
                <a:cubicBezTo>
                  <a:pt x="269730" y="51339"/>
                  <a:pt x="270063" y="51130"/>
                  <a:pt x="270450" y="50519"/>
                </a:cubicBezTo>
                <a:lnTo>
                  <a:pt x="283914" y="19281"/>
                </a:lnTo>
                <a:cubicBezTo>
                  <a:pt x="285853" y="14950"/>
                  <a:pt x="286365" y="11937"/>
                  <a:pt x="285451" y="10244"/>
                </a:cubicBezTo>
                <a:cubicBezTo>
                  <a:pt x="284537" y="8549"/>
                  <a:pt x="281808" y="7535"/>
                  <a:pt x="277265" y="7203"/>
                </a:cubicBezTo>
                <a:close/>
                <a:moveTo>
                  <a:pt x="338159" y="28810"/>
                </a:moveTo>
                <a:lnTo>
                  <a:pt x="361346" y="28810"/>
                </a:lnTo>
                <a:cubicBezTo>
                  <a:pt x="361567" y="28585"/>
                  <a:pt x="361678" y="27376"/>
                  <a:pt x="361678" y="25182"/>
                </a:cubicBezTo>
                <a:cubicBezTo>
                  <a:pt x="361678" y="18937"/>
                  <a:pt x="360570" y="14324"/>
                  <a:pt x="358354" y="11342"/>
                </a:cubicBezTo>
                <a:cubicBezTo>
                  <a:pt x="356138" y="8361"/>
                  <a:pt x="353617" y="6870"/>
                  <a:pt x="350791" y="6870"/>
                </a:cubicBezTo>
                <a:cubicBezTo>
                  <a:pt x="349517" y="6870"/>
                  <a:pt x="347980" y="7390"/>
                  <a:pt x="346179" y="8431"/>
                </a:cubicBezTo>
                <a:cubicBezTo>
                  <a:pt x="344378" y="9471"/>
                  <a:pt x="342841" y="10892"/>
                  <a:pt x="341566" y="12693"/>
                </a:cubicBezTo>
                <a:cubicBezTo>
                  <a:pt x="339517" y="15844"/>
                  <a:pt x="338381" y="21216"/>
                  <a:pt x="338159" y="28810"/>
                </a:cubicBezTo>
                <a:moveTo>
                  <a:pt x="381374" y="53713"/>
                </a:moveTo>
                <a:cubicBezTo>
                  <a:pt x="383092" y="53713"/>
                  <a:pt x="383951" y="55465"/>
                  <a:pt x="383951" y="58967"/>
                </a:cubicBezTo>
                <a:cubicBezTo>
                  <a:pt x="375529" y="71218"/>
                  <a:pt x="364919" y="77344"/>
                  <a:pt x="352121" y="77344"/>
                </a:cubicBezTo>
                <a:cubicBezTo>
                  <a:pt x="340985" y="77344"/>
                  <a:pt x="332314" y="74513"/>
                  <a:pt x="326109" y="68852"/>
                </a:cubicBezTo>
                <a:cubicBezTo>
                  <a:pt x="318851" y="62246"/>
                  <a:pt x="315222" y="53255"/>
                  <a:pt x="315222" y="41876"/>
                </a:cubicBezTo>
                <a:cubicBezTo>
                  <a:pt x="315222" y="29516"/>
                  <a:pt x="319045" y="19455"/>
                  <a:pt x="326691" y="11695"/>
                </a:cubicBezTo>
                <a:cubicBezTo>
                  <a:pt x="334336" y="3935"/>
                  <a:pt x="342979" y="55"/>
                  <a:pt x="352620" y="55"/>
                </a:cubicBezTo>
                <a:cubicBezTo>
                  <a:pt x="358659" y="55"/>
                  <a:pt x="363770" y="928"/>
                  <a:pt x="367953" y="2673"/>
                </a:cubicBezTo>
                <a:cubicBezTo>
                  <a:pt x="372136" y="4418"/>
                  <a:pt x="375280" y="6829"/>
                  <a:pt x="377385" y="9903"/>
                </a:cubicBezTo>
                <a:cubicBezTo>
                  <a:pt x="379491" y="12978"/>
                  <a:pt x="381000" y="16164"/>
                  <a:pt x="381915" y="19461"/>
                </a:cubicBezTo>
                <a:cubicBezTo>
                  <a:pt x="382829" y="22757"/>
                  <a:pt x="383286" y="26372"/>
                  <a:pt x="383286" y="30306"/>
                </a:cubicBezTo>
                <a:cubicBezTo>
                  <a:pt x="383286" y="33796"/>
                  <a:pt x="381651" y="35569"/>
                  <a:pt x="378382" y="35625"/>
                </a:cubicBezTo>
                <a:lnTo>
                  <a:pt x="337494" y="35625"/>
                </a:lnTo>
                <a:cubicBezTo>
                  <a:pt x="337494" y="35846"/>
                  <a:pt x="337467" y="36235"/>
                  <a:pt x="337411" y="36791"/>
                </a:cubicBezTo>
                <a:cubicBezTo>
                  <a:pt x="337356" y="37347"/>
                  <a:pt x="337328" y="37847"/>
                  <a:pt x="337328" y="38292"/>
                </a:cubicBezTo>
                <a:cubicBezTo>
                  <a:pt x="337328" y="46462"/>
                  <a:pt x="339198" y="52576"/>
                  <a:pt x="342938" y="56632"/>
                </a:cubicBezTo>
                <a:cubicBezTo>
                  <a:pt x="346678" y="60689"/>
                  <a:pt x="351955" y="62717"/>
                  <a:pt x="358769" y="62717"/>
                </a:cubicBezTo>
                <a:cubicBezTo>
                  <a:pt x="367967" y="62773"/>
                  <a:pt x="375501" y="59771"/>
                  <a:pt x="381374" y="53713"/>
                </a:cubicBezTo>
                <a:close/>
                <a:moveTo>
                  <a:pt x="429873" y="29994"/>
                </a:moveTo>
                <a:lnTo>
                  <a:pt x="429873" y="54882"/>
                </a:lnTo>
                <a:cubicBezTo>
                  <a:pt x="429873" y="61707"/>
                  <a:pt x="430552" y="65883"/>
                  <a:pt x="431909" y="67410"/>
                </a:cubicBezTo>
                <a:cubicBezTo>
                  <a:pt x="433266" y="68936"/>
                  <a:pt x="436660" y="69865"/>
                  <a:pt x="442089" y="70197"/>
                </a:cubicBezTo>
                <a:cubicBezTo>
                  <a:pt x="442533" y="70640"/>
                  <a:pt x="442768" y="71610"/>
                  <a:pt x="442796" y="73106"/>
                </a:cubicBezTo>
                <a:cubicBezTo>
                  <a:pt x="442824" y="74602"/>
                  <a:pt x="442588" y="75571"/>
                  <a:pt x="442089" y="76014"/>
                </a:cubicBezTo>
                <a:cubicBezTo>
                  <a:pt x="432338" y="75793"/>
                  <a:pt x="424582" y="75682"/>
                  <a:pt x="418820" y="75682"/>
                </a:cubicBezTo>
                <a:cubicBezTo>
                  <a:pt x="412781" y="75682"/>
                  <a:pt x="404996" y="75793"/>
                  <a:pt x="395467" y="76014"/>
                </a:cubicBezTo>
                <a:cubicBezTo>
                  <a:pt x="395024" y="75571"/>
                  <a:pt x="394802" y="74615"/>
                  <a:pt x="394802" y="73147"/>
                </a:cubicBezTo>
                <a:cubicBezTo>
                  <a:pt x="394802" y="71679"/>
                  <a:pt x="395024" y="70696"/>
                  <a:pt x="395467" y="70197"/>
                </a:cubicBezTo>
                <a:cubicBezTo>
                  <a:pt x="400897" y="69754"/>
                  <a:pt x="404304" y="68796"/>
                  <a:pt x="405689" y="67325"/>
                </a:cubicBezTo>
                <a:cubicBezTo>
                  <a:pt x="407074" y="65851"/>
                  <a:pt x="407767" y="61698"/>
                  <a:pt x="407767" y="54864"/>
                </a:cubicBezTo>
                <a:lnTo>
                  <a:pt x="407767" y="22943"/>
                </a:lnTo>
                <a:cubicBezTo>
                  <a:pt x="407767" y="18165"/>
                  <a:pt x="407088" y="15067"/>
                  <a:pt x="405731" y="13651"/>
                </a:cubicBezTo>
                <a:cubicBezTo>
                  <a:pt x="404373" y="12235"/>
                  <a:pt x="401368" y="11304"/>
                  <a:pt x="396714" y="10859"/>
                </a:cubicBezTo>
                <a:cubicBezTo>
                  <a:pt x="396049" y="8809"/>
                  <a:pt x="395910" y="7036"/>
                  <a:pt x="396298" y="5540"/>
                </a:cubicBezTo>
                <a:cubicBezTo>
                  <a:pt x="402891" y="4886"/>
                  <a:pt x="412310" y="3058"/>
                  <a:pt x="424554" y="55"/>
                </a:cubicBezTo>
                <a:cubicBezTo>
                  <a:pt x="426936" y="55"/>
                  <a:pt x="428266" y="1025"/>
                  <a:pt x="428543" y="2964"/>
                </a:cubicBezTo>
                <a:cubicBezTo>
                  <a:pt x="429097" y="8505"/>
                  <a:pt x="429485" y="12965"/>
                  <a:pt x="429707" y="16344"/>
                </a:cubicBezTo>
                <a:lnTo>
                  <a:pt x="430372" y="16344"/>
                </a:lnTo>
                <a:cubicBezTo>
                  <a:pt x="437962" y="5430"/>
                  <a:pt x="444721" y="0"/>
                  <a:pt x="450649" y="55"/>
                </a:cubicBezTo>
                <a:cubicBezTo>
                  <a:pt x="453586" y="55"/>
                  <a:pt x="456190" y="1063"/>
                  <a:pt x="458461" y="3078"/>
                </a:cubicBezTo>
                <a:cubicBezTo>
                  <a:pt x="460733" y="5092"/>
                  <a:pt x="461869" y="7230"/>
                  <a:pt x="461869" y="9493"/>
                </a:cubicBezTo>
                <a:cubicBezTo>
                  <a:pt x="461869" y="12970"/>
                  <a:pt x="460871" y="15895"/>
                  <a:pt x="458877" y="18269"/>
                </a:cubicBezTo>
                <a:cubicBezTo>
                  <a:pt x="456882" y="20642"/>
                  <a:pt x="454611" y="21829"/>
                  <a:pt x="452062" y="21829"/>
                </a:cubicBezTo>
                <a:cubicBezTo>
                  <a:pt x="448461" y="21829"/>
                  <a:pt x="445718" y="20900"/>
                  <a:pt x="443835" y="19043"/>
                </a:cubicBezTo>
                <a:cubicBezTo>
                  <a:pt x="443613" y="18824"/>
                  <a:pt x="443308" y="18524"/>
                  <a:pt x="442921" y="18141"/>
                </a:cubicBezTo>
                <a:cubicBezTo>
                  <a:pt x="442533" y="17759"/>
                  <a:pt x="442228" y="17458"/>
                  <a:pt x="442006" y="17240"/>
                </a:cubicBezTo>
                <a:cubicBezTo>
                  <a:pt x="441785" y="17020"/>
                  <a:pt x="441508" y="16787"/>
                  <a:pt x="441175" y="16542"/>
                </a:cubicBezTo>
                <a:cubicBezTo>
                  <a:pt x="440843" y="16296"/>
                  <a:pt x="440538" y="16118"/>
                  <a:pt x="440261" y="16009"/>
                </a:cubicBezTo>
                <a:cubicBezTo>
                  <a:pt x="439984" y="15900"/>
                  <a:pt x="439679" y="15846"/>
                  <a:pt x="439347" y="15846"/>
                </a:cubicBezTo>
                <a:cubicBezTo>
                  <a:pt x="437740" y="15846"/>
                  <a:pt x="435940" y="16817"/>
                  <a:pt x="433945" y="18759"/>
                </a:cubicBezTo>
                <a:cubicBezTo>
                  <a:pt x="432615" y="20035"/>
                  <a:pt x="431604" y="21520"/>
                  <a:pt x="430912" y="23213"/>
                </a:cubicBezTo>
                <a:cubicBezTo>
                  <a:pt x="430219" y="24905"/>
                  <a:pt x="429873" y="27165"/>
                  <a:pt x="429873" y="2999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77E32-33DA-4E52-B9B6-21C019B0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725" y="3429058"/>
            <a:ext cx="637794" cy="31861"/>
          </a:xfrm>
          <a:custGeom xmlns:a="http://schemas.openxmlformats.org/drawingml/2006/main">
            <a:pathLst>
              <a:path w="637794" h="31861">
                <a:moveTo>
                  <a:pt x="0" y="0"/>
                </a:moveTo>
                <a:lnTo>
                  <a:pt x="31861" y="0"/>
                </a:lnTo>
                <a:lnTo>
                  <a:pt x="31861" y="31861"/>
                </a:lnTo>
                <a:lnTo>
                  <a:pt x="0" y="31861"/>
                </a:lnTo>
                <a:lnTo>
                  <a:pt x="0" y="0"/>
                </a:lnTo>
                <a:moveTo>
                  <a:pt x="63722" y="0"/>
                </a:moveTo>
                <a:lnTo>
                  <a:pt x="95583" y="0"/>
                </a:lnTo>
                <a:lnTo>
                  <a:pt x="95583" y="31861"/>
                </a:lnTo>
                <a:lnTo>
                  <a:pt x="63722" y="31861"/>
                </a:lnTo>
                <a:lnTo>
                  <a:pt x="63722" y="0"/>
                </a:lnTo>
                <a:moveTo>
                  <a:pt x="127444" y="0"/>
                </a:moveTo>
                <a:lnTo>
                  <a:pt x="159306" y="0"/>
                </a:lnTo>
                <a:lnTo>
                  <a:pt x="159306" y="31861"/>
                </a:lnTo>
                <a:lnTo>
                  <a:pt x="127444" y="31861"/>
                </a:lnTo>
                <a:lnTo>
                  <a:pt x="127444" y="0"/>
                </a:lnTo>
                <a:moveTo>
                  <a:pt x="191167" y="0"/>
                </a:moveTo>
                <a:lnTo>
                  <a:pt x="223028" y="0"/>
                </a:lnTo>
                <a:lnTo>
                  <a:pt x="223028" y="31861"/>
                </a:lnTo>
                <a:lnTo>
                  <a:pt x="191167" y="31861"/>
                </a:lnTo>
                <a:lnTo>
                  <a:pt x="191167" y="0"/>
                </a:lnTo>
                <a:moveTo>
                  <a:pt x="254889" y="0"/>
                </a:moveTo>
                <a:lnTo>
                  <a:pt x="286750" y="0"/>
                </a:lnTo>
                <a:lnTo>
                  <a:pt x="286750" y="31861"/>
                </a:lnTo>
                <a:lnTo>
                  <a:pt x="254889" y="31861"/>
                </a:lnTo>
                <a:lnTo>
                  <a:pt x="254889" y="0"/>
                </a:lnTo>
                <a:moveTo>
                  <a:pt x="318640" y="0"/>
                </a:moveTo>
                <a:lnTo>
                  <a:pt x="350501" y="0"/>
                </a:lnTo>
                <a:lnTo>
                  <a:pt x="350501" y="31861"/>
                </a:lnTo>
                <a:lnTo>
                  <a:pt x="318640" y="31861"/>
                </a:lnTo>
                <a:lnTo>
                  <a:pt x="318640" y="0"/>
                </a:lnTo>
                <a:moveTo>
                  <a:pt x="382362" y="0"/>
                </a:moveTo>
                <a:lnTo>
                  <a:pt x="414223" y="0"/>
                </a:lnTo>
                <a:lnTo>
                  <a:pt x="414223" y="31861"/>
                </a:lnTo>
                <a:lnTo>
                  <a:pt x="382362" y="31861"/>
                </a:lnTo>
                <a:lnTo>
                  <a:pt x="382362" y="0"/>
                </a:lnTo>
                <a:moveTo>
                  <a:pt x="446084" y="0"/>
                </a:moveTo>
                <a:lnTo>
                  <a:pt x="477945" y="0"/>
                </a:lnTo>
                <a:lnTo>
                  <a:pt x="477945" y="31861"/>
                </a:lnTo>
                <a:lnTo>
                  <a:pt x="446084" y="31861"/>
                </a:lnTo>
                <a:lnTo>
                  <a:pt x="446084" y="0"/>
                </a:lnTo>
                <a:moveTo>
                  <a:pt x="509807" y="0"/>
                </a:moveTo>
                <a:lnTo>
                  <a:pt x="541668" y="0"/>
                </a:lnTo>
                <a:lnTo>
                  <a:pt x="541668" y="31861"/>
                </a:lnTo>
                <a:lnTo>
                  <a:pt x="509807" y="31861"/>
                </a:lnTo>
                <a:lnTo>
                  <a:pt x="509807" y="0"/>
                </a:lnTo>
                <a:moveTo>
                  <a:pt x="573529" y="0"/>
                </a:moveTo>
                <a:lnTo>
                  <a:pt x="605390" y="0"/>
                </a:lnTo>
                <a:lnTo>
                  <a:pt x="605390" y="31861"/>
                </a:lnTo>
                <a:lnTo>
                  <a:pt x="573529" y="31861"/>
                </a:lnTo>
                <a:lnTo>
                  <a:pt x="573529" y="0"/>
                </a:lnTo>
                <a:moveTo>
                  <a:pt x="637251" y="0"/>
                </a:moveTo>
                <a:lnTo>
                  <a:pt x="637794" y="0"/>
                </a:lnTo>
                <a:lnTo>
                  <a:pt x="637794" y="31861"/>
                </a:lnTo>
                <a:lnTo>
                  <a:pt x="637251" y="31861"/>
                </a:lnTo>
                <a:lnTo>
                  <a:pt x="637251" y="0"/>
                </a:lnTo>
              </a:path>
            </a:pathLst>
          </a:custGeom>
          <a:solidFill xmlns:a="http://schemas.openxmlformats.org/drawingml/2006/main">
            <a:srgbClr val="ED1C2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8a71b5c654a2a"/>
          <a:stretch xmlns:a="http://schemas.openxmlformats.org/drawingml/2006/main"/>
        </p:blipFill>
        <p:spPr>
          <a:xfrm xmlns:a="http://schemas.openxmlformats.org/drawingml/2006/main">
            <a:off x="11240062" y="3250606"/>
            <a:ext cx="433340" cy="433340"/>
          </a:xfrm>
          <a:prstGeom xmlns:a="http://schemas.openxmlformats.org/drawingml/2006/main" prst="rect">
            <a:avLst/>
          </a:prstGeom>
        </p:spPr>
      </p:pic>
      <p:sp>
        <p:nvSpPr>
          <p:cNvPr id="44" name="Text Manifestf">
            <a:extLst xmlns:a="http://schemas.openxmlformats.org/drawingml/2006/main">
              <a:ext uri="{FF2B5EF4-FFF2-40B4-BE49-F238E27FC236}">
                <a16:creationId xmlns:a16="http://schemas.microsoft.com/office/drawing/2014/main" id="{F8467530-D24A-45DA-8E10-438385A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336" y="3754544"/>
            <a:ext cx="800142" cy="120725"/>
          </a:xfrm>
          <a:custGeom xmlns:a="http://schemas.openxmlformats.org/drawingml/2006/main">
            <a:pathLst>
              <a:path w="800142" h="120725">
                <a:moveTo>
                  <a:pt x="111778" y="99229"/>
                </a:moveTo>
                <a:lnTo>
                  <a:pt x="107456" y="28090"/>
                </a:lnTo>
                <a:lnTo>
                  <a:pt x="107041" y="28017"/>
                </a:lnTo>
                <a:lnTo>
                  <a:pt x="68812" y="118174"/>
                </a:lnTo>
                <a:cubicBezTo>
                  <a:pt x="68147" y="119672"/>
                  <a:pt x="67067" y="120393"/>
                  <a:pt x="65571" y="120338"/>
                </a:cubicBezTo>
                <a:cubicBezTo>
                  <a:pt x="63853" y="120338"/>
                  <a:pt x="62717" y="119617"/>
                  <a:pt x="62163" y="118174"/>
                </a:cubicBezTo>
                <a:lnTo>
                  <a:pt x="28672" y="34172"/>
                </a:lnTo>
                <a:lnTo>
                  <a:pt x="28007" y="34240"/>
                </a:lnTo>
                <a:lnTo>
                  <a:pt x="23519" y="97930"/>
                </a:lnTo>
                <a:cubicBezTo>
                  <a:pt x="23076" y="103296"/>
                  <a:pt x="23533" y="107125"/>
                  <a:pt x="24890" y="109417"/>
                </a:cubicBezTo>
                <a:cubicBezTo>
                  <a:pt x="26248" y="111708"/>
                  <a:pt x="29530" y="113076"/>
                  <a:pt x="34738" y="113523"/>
                </a:cubicBezTo>
                <a:cubicBezTo>
                  <a:pt x="35182" y="113966"/>
                  <a:pt x="35403" y="114936"/>
                  <a:pt x="35403" y="116432"/>
                </a:cubicBezTo>
                <a:cubicBezTo>
                  <a:pt x="35403" y="117928"/>
                  <a:pt x="35182" y="118897"/>
                  <a:pt x="34738" y="119340"/>
                </a:cubicBezTo>
                <a:cubicBezTo>
                  <a:pt x="27924" y="119119"/>
                  <a:pt x="21469" y="119008"/>
                  <a:pt x="15375" y="119008"/>
                </a:cubicBezTo>
                <a:cubicBezTo>
                  <a:pt x="12438" y="119008"/>
                  <a:pt x="7535" y="119119"/>
                  <a:pt x="665" y="119340"/>
                </a:cubicBezTo>
                <a:cubicBezTo>
                  <a:pt x="222" y="118897"/>
                  <a:pt x="0" y="117941"/>
                  <a:pt x="0" y="116473"/>
                </a:cubicBezTo>
                <a:cubicBezTo>
                  <a:pt x="0" y="115005"/>
                  <a:pt x="222" y="114022"/>
                  <a:pt x="665" y="113523"/>
                </a:cubicBezTo>
                <a:cubicBezTo>
                  <a:pt x="5319" y="113135"/>
                  <a:pt x="8477" y="111861"/>
                  <a:pt x="10139" y="109700"/>
                </a:cubicBezTo>
                <a:cubicBezTo>
                  <a:pt x="11801" y="107539"/>
                  <a:pt x="12909" y="103772"/>
                  <a:pt x="13463" y="98398"/>
                </a:cubicBezTo>
                <a:lnTo>
                  <a:pt x="20278" y="28259"/>
                </a:lnTo>
                <a:cubicBezTo>
                  <a:pt x="20832" y="21958"/>
                  <a:pt x="20541" y="18195"/>
                  <a:pt x="19405" y="16969"/>
                </a:cubicBezTo>
                <a:cubicBezTo>
                  <a:pt x="18269" y="15742"/>
                  <a:pt x="14710" y="14961"/>
                  <a:pt x="8726" y="14627"/>
                </a:cubicBezTo>
                <a:cubicBezTo>
                  <a:pt x="8172" y="14073"/>
                  <a:pt x="7881" y="13103"/>
                  <a:pt x="7854" y="11718"/>
                </a:cubicBezTo>
                <a:cubicBezTo>
                  <a:pt x="7826" y="10333"/>
                  <a:pt x="8117" y="9363"/>
                  <a:pt x="8726" y="8809"/>
                </a:cubicBezTo>
                <a:lnTo>
                  <a:pt x="43631" y="9142"/>
                </a:lnTo>
                <a:lnTo>
                  <a:pt x="74048" y="84745"/>
                </a:lnTo>
                <a:lnTo>
                  <a:pt x="74879" y="84745"/>
                </a:lnTo>
                <a:lnTo>
                  <a:pt x="107290" y="9142"/>
                </a:lnTo>
                <a:lnTo>
                  <a:pt x="141447" y="8809"/>
                </a:lnTo>
                <a:cubicBezTo>
                  <a:pt x="142001" y="9363"/>
                  <a:pt x="142278" y="10319"/>
                  <a:pt x="142278" y="11676"/>
                </a:cubicBezTo>
                <a:cubicBezTo>
                  <a:pt x="142278" y="13034"/>
                  <a:pt x="142001" y="14017"/>
                  <a:pt x="141447" y="14627"/>
                </a:cubicBezTo>
                <a:cubicBezTo>
                  <a:pt x="135851" y="14961"/>
                  <a:pt x="132416" y="15864"/>
                  <a:pt x="131141" y="17335"/>
                </a:cubicBezTo>
                <a:cubicBezTo>
                  <a:pt x="129867" y="18807"/>
                  <a:pt x="129396" y="21932"/>
                  <a:pt x="129729" y="26711"/>
                </a:cubicBezTo>
                <a:lnTo>
                  <a:pt x="134881" y="98413"/>
                </a:lnTo>
                <a:cubicBezTo>
                  <a:pt x="135047" y="101069"/>
                  <a:pt x="135186" y="103075"/>
                  <a:pt x="135297" y="104431"/>
                </a:cubicBezTo>
                <a:cubicBezTo>
                  <a:pt x="135408" y="105785"/>
                  <a:pt x="135685" y="107126"/>
                  <a:pt x="136128" y="108456"/>
                </a:cubicBezTo>
                <a:cubicBezTo>
                  <a:pt x="136571" y="109784"/>
                  <a:pt x="136987" y="110670"/>
                  <a:pt x="137374" y="111113"/>
                </a:cubicBezTo>
                <a:cubicBezTo>
                  <a:pt x="137762" y="111556"/>
                  <a:pt x="138524" y="112013"/>
                  <a:pt x="139660" y="112484"/>
                </a:cubicBezTo>
                <a:cubicBezTo>
                  <a:pt x="140796" y="112955"/>
                  <a:pt x="141904" y="113232"/>
                  <a:pt x="142984" y="113315"/>
                </a:cubicBezTo>
                <a:cubicBezTo>
                  <a:pt x="144064" y="113398"/>
                  <a:pt x="145713" y="113468"/>
                  <a:pt x="147929" y="113523"/>
                </a:cubicBezTo>
                <a:cubicBezTo>
                  <a:pt x="148483" y="113966"/>
                  <a:pt x="148760" y="114936"/>
                  <a:pt x="148760" y="116432"/>
                </a:cubicBezTo>
                <a:cubicBezTo>
                  <a:pt x="148760" y="117928"/>
                  <a:pt x="148483" y="118897"/>
                  <a:pt x="147929" y="119340"/>
                </a:cubicBezTo>
                <a:cubicBezTo>
                  <a:pt x="140449" y="119119"/>
                  <a:pt x="134272" y="119008"/>
                  <a:pt x="129396" y="119008"/>
                </a:cubicBezTo>
                <a:cubicBezTo>
                  <a:pt x="121086" y="119008"/>
                  <a:pt x="111611" y="119119"/>
                  <a:pt x="100974" y="119340"/>
                </a:cubicBezTo>
                <a:cubicBezTo>
                  <a:pt x="100420" y="118897"/>
                  <a:pt x="100143" y="117941"/>
                  <a:pt x="100143" y="116473"/>
                </a:cubicBezTo>
                <a:cubicBezTo>
                  <a:pt x="100143" y="115005"/>
                  <a:pt x="100420" y="114022"/>
                  <a:pt x="100974" y="113523"/>
                </a:cubicBezTo>
                <a:cubicBezTo>
                  <a:pt x="103245" y="113412"/>
                  <a:pt x="104824" y="113343"/>
                  <a:pt x="105711" y="113315"/>
                </a:cubicBezTo>
                <a:cubicBezTo>
                  <a:pt x="106597" y="113287"/>
                  <a:pt x="107622" y="113066"/>
                  <a:pt x="108786" y="112650"/>
                </a:cubicBezTo>
                <a:cubicBezTo>
                  <a:pt x="109949" y="112235"/>
                  <a:pt x="110656" y="111819"/>
                  <a:pt x="110905" y="111404"/>
                </a:cubicBezTo>
                <a:cubicBezTo>
                  <a:pt x="111154" y="110988"/>
                  <a:pt x="111431" y="110171"/>
                  <a:pt x="111736" y="108952"/>
                </a:cubicBezTo>
                <a:cubicBezTo>
                  <a:pt x="112041" y="107733"/>
                  <a:pt x="112166" y="106459"/>
                  <a:pt x="112110" y="105129"/>
                </a:cubicBezTo>
                <a:cubicBezTo>
                  <a:pt x="112055" y="103800"/>
                  <a:pt x="111944" y="101833"/>
                  <a:pt x="111778" y="99229"/>
                </a:cubicBezTo>
                <a:close/>
                <a:moveTo>
                  <a:pt x="202072" y="110780"/>
                </a:moveTo>
                <a:lnTo>
                  <a:pt x="200992" y="110864"/>
                </a:lnTo>
                <a:cubicBezTo>
                  <a:pt x="197945" y="113246"/>
                  <a:pt x="194344" y="115476"/>
                  <a:pt x="190188" y="117554"/>
                </a:cubicBezTo>
                <a:cubicBezTo>
                  <a:pt x="186033" y="119631"/>
                  <a:pt x="182820" y="120670"/>
                  <a:pt x="180548" y="120670"/>
                </a:cubicBezTo>
                <a:cubicBezTo>
                  <a:pt x="166365" y="120670"/>
                  <a:pt x="159273" y="114675"/>
                  <a:pt x="159273" y="102685"/>
                </a:cubicBezTo>
                <a:cubicBezTo>
                  <a:pt x="159273" y="96570"/>
                  <a:pt x="161711" y="91888"/>
                  <a:pt x="166586" y="88638"/>
                </a:cubicBezTo>
                <a:cubicBezTo>
                  <a:pt x="171462" y="85388"/>
                  <a:pt x="179191" y="82118"/>
                  <a:pt x="189773" y="78829"/>
                </a:cubicBezTo>
                <a:lnTo>
                  <a:pt x="201158" y="75294"/>
                </a:lnTo>
                <a:cubicBezTo>
                  <a:pt x="201158" y="65266"/>
                  <a:pt x="200022" y="58576"/>
                  <a:pt x="197751" y="55224"/>
                </a:cubicBezTo>
                <a:cubicBezTo>
                  <a:pt x="195479" y="51872"/>
                  <a:pt x="192238" y="50196"/>
                  <a:pt x="188028" y="50196"/>
                </a:cubicBezTo>
                <a:cubicBezTo>
                  <a:pt x="183595" y="50196"/>
                  <a:pt x="181213" y="51492"/>
                  <a:pt x="180880" y="54084"/>
                </a:cubicBezTo>
                <a:cubicBezTo>
                  <a:pt x="180770" y="54759"/>
                  <a:pt x="180756" y="55505"/>
                  <a:pt x="180839" y="56323"/>
                </a:cubicBezTo>
                <a:cubicBezTo>
                  <a:pt x="180922" y="57140"/>
                  <a:pt x="181019" y="57858"/>
                  <a:pt x="181130" y="58478"/>
                </a:cubicBezTo>
                <a:cubicBezTo>
                  <a:pt x="181241" y="59098"/>
                  <a:pt x="181351" y="59760"/>
                  <a:pt x="181462" y="60465"/>
                </a:cubicBezTo>
                <a:cubicBezTo>
                  <a:pt x="181573" y="61168"/>
                  <a:pt x="181628" y="61773"/>
                  <a:pt x="181628" y="62280"/>
                </a:cubicBezTo>
                <a:cubicBezTo>
                  <a:pt x="181628" y="64420"/>
                  <a:pt x="180603" y="66294"/>
                  <a:pt x="178553" y="67900"/>
                </a:cubicBezTo>
                <a:cubicBezTo>
                  <a:pt x="176503" y="69505"/>
                  <a:pt x="174010" y="70308"/>
                  <a:pt x="171074" y="70308"/>
                </a:cubicBezTo>
                <a:cubicBezTo>
                  <a:pt x="167916" y="70308"/>
                  <a:pt x="165658" y="69532"/>
                  <a:pt x="164301" y="67981"/>
                </a:cubicBezTo>
                <a:cubicBezTo>
                  <a:pt x="162943" y="66429"/>
                  <a:pt x="162265" y="64324"/>
                  <a:pt x="162265" y="61665"/>
                </a:cubicBezTo>
                <a:cubicBezTo>
                  <a:pt x="162265" y="58174"/>
                  <a:pt x="164051" y="54975"/>
                  <a:pt x="167625" y="52066"/>
                </a:cubicBezTo>
                <a:cubicBezTo>
                  <a:pt x="171199" y="49157"/>
                  <a:pt x="175368" y="46983"/>
                  <a:pt x="180132" y="45542"/>
                </a:cubicBezTo>
                <a:cubicBezTo>
                  <a:pt x="184897" y="44102"/>
                  <a:pt x="189468" y="43381"/>
                  <a:pt x="193845" y="43381"/>
                </a:cubicBezTo>
                <a:cubicBezTo>
                  <a:pt x="213236" y="43381"/>
                  <a:pt x="222932" y="53120"/>
                  <a:pt x="222932" y="72596"/>
                </a:cubicBezTo>
                <a:lnTo>
                  <a:pt x="222600" y="97252"/>
                </a:lnTo>
                <a:cubicBezTo>
                  <a:pt x="222600" y="101598"/>
                  <a:pt x="222946" y="104593"/>
                  <a:pt x="223638" y="106238"/>
                </a:cubicBezTo>
                <a:cubicBezTo>
                  <a:pt x="224331" y="107881"/>
                  <a:pt x="225564" y="108703"/>
                  <a:pt x="227337" y="108703"/>
                </a:cubicBezTo>
                <a:cubicBezTo>
                  <a:pt x="230051" y="108703"/>
                  <a:pt x="232434" y="107895"/>
                  <a:pt x="234484" y="106280"/>
                </a:cubicBezTo>
                <a:cubicBezTo>
                  <a:pt x="236534" y="108032"/>
                  <a:pt x="237559" y="109671"/>
                  <a:pt x="237559" y="111196"/>
                </a:cubicBezTo>
                <a:cubicBezTo>
                  <a:pt x="230855" y="117567"/>
                  <a:pt x="223431" y="120725"/>
                  <a:pt x="215286" y="120670"/>
                </a:cubicBezTo>
                <a:cubicBezTo>
                  <a:pt x="207585" y="120725"/>
                  <a:pt x="203181" y="117429"/>
                  <a:pt x="202072" y="110780"/>
                </a:cubicBezTo>
                <a:moveTo>
                  <a:pt x="201158" y="81911"/>
                </a:moveTo>
                <a:lnTo>
                  <a:pt x="192266" y="84708"/>
                </a:lnTo>
                <a:cubicBezTo>
                  <a:pt x="189440" y="85591"/>
                  <a:pt x="187127" y="86612"/>
                  <a:pt x="185327" y="87770"/>
                </a:cubicBezTo>
                <a:cubicBezTo>
                  <a:pt x="183526" y="88927"/>
                  <a:pt x="182252" y="90236"/>
                  <a:pt x="181504" y="91697"/>
                </a:cubicBezTo>
                <a:cubicBezTo>
                  <a:pt x="180756" y="93158"/>
                  <a:pt x="180271" y="94454"/>
                  <a:pt x="180049" y="95585"/>
                </a:cubicBezTo>
                <a:cubicBezTo>
                  <a:pt x="179828" y="96716"/>
                  <a:pt x="179717" y="98246"/>
                  <a:pt x="179717" y="100177"/>
                </a:cubicBezTo>
                <a:cubicBezTo>
                  <a:pt x="179717" y="103151"/>
                  <a:pt x="180506" y="105621"/>
                  <a:pt x="182085" y="107586"/>
                </a:cubicBezTo>
                <a:cubicBezTo>
                  <a:pt x="183664" y="109549"/>
                  <a:pt x="186171" y="110531"/>
                  <a:pt x="189607" y="110531"/>
                </a:cubicBezTo>
                <a:cubicBezTo>
                  <a:pt x="192211" y="110531"/>
                  <a:pt x="196061" y="108445"/>
                  <a:pt x="201158" y="104272"/>
                </a:cubicBezTo>
                <a:lnTo>
                  <a:pt x="201158" y="81911"/>
                </a:lnTo>
                <a:close/>
                <a:moveTo>
                  <a:pt x="276504" y="98231"/>
                </a:moveTo>
                <a:cubicBezTo>
                  <a:pt x="276504" y="104935"/>
                  <a:pt x="277016" y="109077"/>
                  <a:pt x="278041" y="110656"/>
                </a:cubicBezTo>
                <a:cubicBezTo>
                  <a:pt x="279066" y="112235"/>
                  <a:pt x="281490" y="113190"/>
                  <a:pt x="285313" y="113523"/>
                </a:cubicBezTo>
                <a:cubicBezTo>
                  <a:pt x="285756" y="113966"/>
                  <a:pt x="285992" y="114936"/>
                  <a:pt x="286020" y="116432"/>
                </a:cubicBezTo>
                <a:cubicBezTo>
                  <a:pt x="286047" y="117928"/>
                  <a:pt x="285812" y="118897"/>
                  <a:pt x="285313" y="119340"/>
                </a:cubicBezTo>
                <a:cubicBezTo>
                  <a:pt x="275562" y="119119"/>
                  <a:pt x="268941" y="119008"/>
                  <a:pt x="265451" y="119008"/>
                </a:cubicBezTo>
                <a:cubicBezTo>
                  <a:pt x="259412" y="119008"/>
                  <a:pt x="251628" y="119119"/>
                  <a:pt x="242098" y="119340"/>
                </a:cubicBezTo>
                <a:cubicBezTo>
                  <a:pt x="241655" y="118897"/>
                  <a:pt x="241433" y="117941"/>
                  <a:pt x="241433" y="116473"/>
                </a:cubicBezTo>
                <a:cubicBezTo>
                  <a:pt x="241433" y="115005"/>
                  <a:pt x="241655" y="114022"/>
                  <a:pt x="242098" y="113523"/>
                </a:cubicBezTo>
                <a:cubicBezTo>
                  <a:pt x="247528" y="113080"/>
                  <a:pt x="250935" y="112124"/>
                  <a:pt x="252320" y="110656"/>
                </a:cubicBezTo>
                <a:cubicBezTo>
                  <a:pt x="253705" y="109188"/>
                  <a:pt x="254398" y="105046"/>
                  <a:pt x="254398" y="98231"/>
                </a:cubicBezTo>
                <a:lnTo>
                  <a:pt x="254398" y="66402"/>
                </a:lnTo>
                <a:cubicBezTo>
                  <a:pt x="254398" y="61637"/>
                  <a:pt x="253747" y="58576"/>
                  <a:pt x="252445" y="57219"/>
                </a:cubicBezTo>
                <a:cubicBezTo>
                  <a:pt x="251143" y="55861"/>
                  <a:pt x="248109" y="54961"/>
                  <a:pt x="243345" y="54518"/>
                </a:cubicBezTo>
                <a:cubicBezTo>
                  <a:pt x="242680" y="52357"/>
                  <a:pt x="242541" y="50529"/>
                  <a:pt x="242929" y="49033"/>
                </a:cubicBezTo>
                <a:cubicBezTo>
                  <a:pt x="252569" y="47739"/>
                  <a:pt x="261988" y="45856"/>
                  <a:pt x="271185" y="43381"/>
                </a:cubicBezTo>
                <a:cubicBezTo>
                  <a:pt x="273678" y="43381"/>
                  <a:pt x="275008" y="44357"/>
                  <a:pt x="275174" y="46308"/>
                </a:cubicBezTo>
                <a:cubicBezTo>
                  <a:pt x="275673" y="49707"/>
                  <a:pt x="276033" y="53385"/>
                  <a:pt x="276255" y="57343"/>
                </a:cubicBezTo>
                <a:cubicBezTo>
                  <a:pt x="289773" y="47980"/>
                  <a:pt x="299220" y="43326"/>
                  <a:pt x="304594" y="43381"/>
                </a:cubicBezTo>
                <a:cubicBezTo>
                  <a:pt x="319664" y="43381"/>
                  <a:pt x="327199" y="52468"/>
                  <a:pt x="327199" y="70640"/>
                </a:cubicBezTo>
                <a:lnTo>
                  <a:pt x="327199" y="97234"/>
                </a:lnTo>
                <a:cubicBezTo>
                  <a:pt x="327199" y="104160"/>
                  <a:pt x="328030" y="108550"/>
                  <a:pt x="329692" y="110406"/>
                </a:cubicBezTo>
                <a:cubicBezTo>
                  <a:pt x="331354" y="112262"/>
                  <a:pt x="334900" y="113301"/>
                  <a:pt x="340329" y="113523"/>
                </a:cubicBezTo>
                <a:cubicBezTo>
                  <a:pt x="340883" y="113966"/>
                  <a:pt x="341161" y="114936"/>
                  <a:pt x="341161" y="116432"/>
                </a:cubicBezTo>
                <a:cubicBezTo>
                  <a:pt x="341161" y="117928"/>
                  <a:pt x="340883" y="118897"/>
                  <a:pt x="340329" y="119340"/>
                </a:cubicBezTo>
                <a:cubicBezTo>
                  <a:pt x="330578" y="119119"/>
                  <a:pt x="322517" y="119008"/>
                  <a:pt x="316146" y="119008"/>
                </a:cubicBezTo>
                <a:cubicBezTo>
                  <a:pt x="311824" y="119008"/>
                  <a:pt x="304899" y="119119"/>
                  <a:pt x="295369" y="119340"/>
                </a:cubicBezTo>
                <a:cubicBezTo>
                  <a:pt x="294815" y="118897"/>
                  <a:pt x="294538" y="117941"/>
                  <a:pt x="294538" y="116473"/>
                </a:cubicBezTo>
                <a:cubicBezTo>
                  <a:pt x="294538" y="115005"/>
                  <a:pt x="294815" y="114022"/>
                  <a:pt x="295369" y="113523"/>
                </a:cubicBezTo>
                <a:cubicBezTo>
                  <a:pt x="299137" y="113301"/>
                  <a:pt x="301699" y="112207"/>
                  <a:pt x="303056" y="110240"/>
                </a:cubicBezTo>
                <a:cubicBezTo>
                  <a:pt x="304414" y="108273"/>
                  <a:pt x="305092" y="103938"/>
                  <a:pt x="305092" y="97234"/>
                </a:cubicBezTo>
                <a:lnTo>
                  <a:pt x="305092" y="68812"/>
                </a:lnTo>
                <a:cubicBezTo>
                  <a:pt x="305092" y="60280"/>
                  <a:pt x="301131" y="56014"/>
                  <a:pt x="293208" y="56014"/>
                </a:cubicBezTo>
                <a:cubicBezTo>
                  <a:pt x="289829" y="56014"/>
                  <a:pt x="284261" y="58673"/>
                  <a:pt x="276504" y="63992"/>
                </a:cubicBezTo>
                <a:lnTo>
                  <a:pt x="276504" y="64324"/>
                </a:lnTo>
                <a:lnTo>
                  <a:pt x="276504" y="98231"/>
                </a:lnTo>
                <a:close/>
                <a:moveTo>
                  <a:pt x="381792" y="98192"/>
                </a:moveTo>
                <a:cubicBezTo>
                  <a:pt x="381792" y="105024"/>
                  <a:pt x="382471" y="109205"/>
                  <a:pt x="383828" y="110734"/>
                </a:cubicBezTo>
                <a:cubicBezTo>
                  <a:pt x="385185" y="112261"/>
                  <a:pt x="388607" y="113190"/>
                  <a:pt x="394092" y="113523"/>
                </a:cubicBezTo>
                <a:cubicBezTo>
                  <a:pt x="394535" y="113966"/>
                  <a:pt x="394756" y="114936"/>
                  <a:pt x="394756" y="116432"/>
                </a:cubicBezTo>
                <a:cubicBezTo>
                  <a:pt x="394756" y="117928"/>
                  <a:pt x="394535" y="118897"/>
                  <a:pt x="394092" y="119340"/>
                </a:cubicBezTo>
                <a:cubicBezTo>
                  <a:pt x="384340" y="119119"/>
                  <a:pt x="376556" y="119008"/>
                  <a:pt x="370739" y="119008"/>
                </a:cubicBezTo>
                <a:cubicBezTo>
                  <a:pt x="364700" y="119008"/>
                  <a:pt x="356915" y="119119"/>
                  <a:pt x="347386" y="119340"/>
                </a:cubicBezTo>
                <a:cubicBezTo>
                  <a:pt x="346943" y="118897"/>
                  <a:pt x="346721" y="117941"/>
                  <a:pt x="346721" y="116473"/>
                </a:cubicBezTo>
                <a:cubicBezTo>
                  <a:pt x="346721" y="115005"/>
                  <a:pt x="346943" y="114022"/>
                  <a:pt x="347386" y="113523"/>
                </a:cubicBezTo>
                <a:cubicBezTo>
                  <a:pt x="352816" y="113078"/>
                  <a:pt x="356223" y="112120"/>
                  <a:pt x="357608" y="110648"/>
                </a:cubicBezTo>
                <a:cubicBezTo>
                  <a:pt x="358993" y="109176"/>
                  <a:pt x="359686" y="105024"/>
                  <a:pt x="359686" y="98190"/>
                </a:cubicBezTo>
                <a:lnTo>
                  <a:pt x="359686" y="65438"/>
                </a:lnTo>
                <a:cubicBezTo>
                  <a:pt x="359686" y="60660"/>
                  <a:pt x="359035" y="57590"/>
                  <a:pt x="357733" y="56229"/>
                </a:cubicBezTo>
                <a:cubicBezTo>
                  <a:pt x="356431" y="54868"/>
                  <a:pt x="353397" y="53965"/>
                  <a:pt x="348633" y="53520"/>
                </a:cubicBezTo>
                <a:cubicBezTo>
                  <a:pt x="347968" y="51360"/>
                  <a:pt x="347857" y="49531"/>
                  <a:pt x="348300" y="48035"/>
                </a:cubicBezTo>
                <a:cubicBezTo>
                  <a:pt x="366362" y="45694"/>
                  <a:pt x="376445" y="44143"/>
                  <a:pt x="378551" y="43381"/>
                </a:cubicBezTo>
                <a:cubicBezTo>
                  <a:pt x="381155" y="43381"/>
                  <a:pt x="382457" y="44334"/>
                  <a:pt x="382457" y="46238"/>
                </a:cubicBezTo>
                <a:cubicBezTo>
                  <a:pt x="382457" y="46347"/>
                  <a:pt x="382457" y="46525"/>
                  <a:pt x="382457" y="46771"/>
                </a:cubicBezTo>
                <a:cubicBezTo>
                  <a:pt x="382457" y="47015"/>
                  <a:pt x="382429" y="47508"/>
                  <a:pt x="382374" y="48251"/>
                </a:cubicBezTo>
                <a:cubicBezTo>
                  <a:pt x="382318" y="48994"/>
                  <a:pt x="382263" y="49768"/>
                  <a:pt x="382207" y="50573"/>
                </a:cubicBezTo>
                <a:cubicBezTo>
                  <a:pt x="382152" y="51378"/>
                  <a:pt x="382097" y="52364"/>
                  <a:pt x="382041" y="53531"/>
                </a:cubicBezTo>
                <a:cubicBezTo>
                  <a:pt x="381986" y="54698"/>
                  <a:pt x="381944" y="55823"/>
                  <a:pt x="381917" y="56907"/>
                </a:cubicBezTo>
                <a:cubicBezTo>
                  <a:pt x="381889" y="57989"/>
                  <a:pt x="381861" y="59183"/>
                  <a:pt x="381833" y="60488"/>
                </a:cubicBezTo>
                <a:cubicBezTo>
                  <a:pt x="381806" y="61794"/>
                  <a:pt x="381792" y="63030"/>
                  <a:pt x="381792" y="64197"/>
                </a:cubicBezTo>
                <a:lnTo>
                  <a:pt x="381792" y="98192"/>
                </a:lnTo>
                <a:moveTo>
                  <a:pt x="358855" y="17408"/>
                </a:moveTo>
                <a:cubicBezTo>
                  <a:pt x="358855" y="14572"/>
                  <a:pt x="359893" y="12098"/>
                  <a:pt x="361971" y="9986"/>
                </a:cubicBezTo>
                <a:cubicBezTo>
                  <a:pt x="364049" y="7872"/>
                  <a:pt x="366971" y="6815"/>
                  <a:pt x="370739" y="6815"/>
                </a:cubicBezTo>
                <a:cubicBezTo>
                  <a:pt x="374008" y="6815"/>
                  <a:pt x="376667" y="7983"/>
                  <a:pt x="378717" y="10318"/>
                </a:cubicBezTo>
                <a:cubicBezTo>
                  <a:pt x="380767" y="12654"/>
                  <a:pt x="381792" y="15268"/>
                  <a:pt x="381792" y="18161"/>
                </a:cubicBezTo>
                <a:cubicBezTo>
                  <a:pt x="381792" y="20663"/>
                  <a:pt x="380656" y="23054"/>
                  <a:pt x="378385" y="25334"/>
                </a:cubicBezTo>
                <a:cubicBezTo>
                  <a:pt x="376113" y="27615"/>
                  <a:pt x="373232" y="28755"/>
                  <a:pt x="369742" y="28755"/>
                </a:cubicBezTo>
                <a:cubicBezTo>
                  <a:pt x="366473" y="28755"/>
                  <a:pt x="363841" y="27601"/>
                  <a:pt x="361846" y="25293"/>
                </a:cubicBezTo>
                <a:cubicBezTo>
                  <a:pt x="359852" y="22985"/>
                  <a:pt x="358855" y="20357"/>
                  <a:pt x="358855" y="17408"/>
                </a:cubicBezTo>
                <a:close/>
                <a:moveTo>
                  <a:pt x="436043" y="97234"/>
                </a:moveTo>
                <a:cubicBezTo>
                  <a:pt x="436043" y="104160"/>
                  <a:pt x="436860" y="108550"/>
                  <a:pt x="438495" y="110406"/>
                </a:cubicBezTo>
                <a:cubicBezTo>
                  <a:pt x="440129" y="112262"/>
                  <a:pt x="443689" y="113301"/>
                  <a:pt x="449174" y="113523"/>
                </a:cubicBezTo>
                <a:cubicBezTo>
                  <a:pt x="449728" y="113966"/>
                  <a:pt x="450005" y="114936"/>
                  <a:pt x="450005" y="116432"/>
                </a:cubicBezTo>
                <a:cubicBezTo>
                  <a:pt x="450005" y="117928"/>
                  <a:pt x="449728" y="118897"/>
                  <a:pt x="449174" y="119340"/>
                </a:cubicBezTo>
                <a:cubicBezTo>
                  <a:pt x="439423" y="119119"/>
                  <a:pt x="431361" y="119008"/>
                  <a:pt x="424990" y="119008"/>
                </a:cubicBezTo>
                <a:cubicBezTo>
                  <a:pt x="418397" y="119008"/>
                  <a:pt x="410336" y="119119"/>
                  <a:pt x="400806" y="119340"/>
                </a:cubicBezTo>
                <a:cubicBezTo>
                  <a:pt x="400252" y="118897"/>
                  <a:pt x="399975" y="117941"/>
                  <a:pt x="399975" y="116473"/>
                </a:cubicBezTo>
                <a:cubicBezTo>
                  <a:pt x="399975" y="115005"/>
                  <a:pt x="400252" y="114022"/>
                  <a:pt x="400806" y="113523"/>
                </a:cubicBezTo>
                <a:cubicBezTo>
                  <a:pt x="406236" y="113301"/>
                  <a:pt x="409782" y="112262"/>
                  <a:pt x="411444" y="110406"/>
                </a:cubicBezTo>
                <a:cubicBezTo>
                  <a:pt x="413106" y="108550"/>
                  <a:pt x="413937" y="104270"/>
                  <a:pt x="413937" y="97567"/>
                </a:cubicBezTo>
                <a:lnTo>
                  <a:pt x="413937" y="53687"/>
                </a:lnTo>
                <a:lnTo>
                  <a:pt x="405377" y="53687"/>
                </a:lnTo>
                <a:cubicBezTo>
                  <a:pt x="402330" y="53687"/>
                  <a:pt x="400806" y="53099"/>
                  <a:pt x="400806" y="51923"/>
                </a:cubicBezTo>
                <a:lnTo>
                  <a:pt x="400806" y="47308"/>
                </a:lnTo>
                <a:cubicBezTo>
                  <a:pt x="400806" y="45798"/>
                  <a:pt x="405072" y="45044"/>
                  <a:pt x="413604" y="45044"/>
                </a:cubicBezTo>
                <a:lnTo>
                  <a:pt x="413937" y="45044"/>
                </a:lnTo>
                <a:lnTo>
                  <a:pt x="413937" y="41631"/>
                </a:lnTo>
                <a:cubicBezTo>
                  <a:pt x="413937" y="34248"/>
                  <a:pt x="415017" y="28143"/>
                  <a:pt x="417178" y="23314"/>
                </a:cubicBezTo>
                <a:cubicBezTo>
                  <a:pt x="419339" y="18483"/>
                  <a:pt x="422275" y="14015"/>
                  <a:pt x="425987" y="9908"/>
                </a:cubicBezTo>
                <a:cubicBezTo>
                  <a:pt x="432137" y="3303"/>
                  <a:pt x="440143" y="0"/>
                  <a:pt x="450005" y="0"/>
                </a:cubicBezTo>
                <a:cubicBezTo>
                  <a:pt x="458039" y="0"/>
                  <a:pt x="463939" y="1367"/>
                  <a:pt x="467707" y="4101"/>
                </a:cubicBezTo>
                <a:cubicBezTo>
                  <a:pt x="471474" y="6833"/>
                  <a:pt x="473358" y="9662"/>
                  <a:pt x="473358" y="12588"/>
                </a:cubicBezTo>
                <a:cubicBezTo>
                  <a:pt x="473358" y="16066"/>
                  <a:pt x="472471" y="18744"/>
                  <a:pt x="470698" y="20621"/>
                </a:cubicBezTo>
                <a:cubicBezTo>
                  <a:pt x="468925" y="22498"/>
                  <a:pt x="466571" y="23436"/>
                  <a:pt x="463634" y="23436"/>
                </a:cubicBezTo>
                <a:cubicBezTo>
                  <a:pt x="460698" y="23436"/>
                  <a:pt x="458149" y="22517"/>
                  <a:pt x="455989" y="20680"/>
                </a:cubicBezTo>
                <a:cubicBezTo>
                  <a:pt x="453828" y="18843"/>
                  <a:pt x="452332" y="16455"/>
                  <a:pt x="451501" y="13515"/>
                </a:cubicBezTo>
                <a:cubicBezTo>
                  <a:pt x="450836" y="10970"/>
                  <a:pt x="450227" y="9217"/>
                  <a:pt x="449673" y="8256"/>
                </a:cubicBezTo>
                <a:cubicBezTo>
                  <a:pt x="449118" y="7295"/>
                  <a:pt x="448149" y="6815"/>
                  <a:pt x="446764" y="6815"/>
                </a:cubicBezTo>
                <a:cubicBezTo>
                  <a:pt x="445877" y="6815"/>
                  <a:pt x="445005" y="7011"/>
                  <a:pt x="444146" y="7404"/>
                </a:cubicBezTo>
                <a:cubicBezTo>
                  <a:pt x="443287" y="7797"/>
                  <a:pt x="442345" y="8597"/>
                  <a:pt x="441320" y="9804"/>
                </a:cubicBezTo>
                <a:cubicBezTo>
                  <a:pt x="440295" y="11011"/>
                  <a:pt x="439409" y="12653"/>
                  <a:pt x="438661" y="14731"/>
                </a:cubicBezTo>
                <a:cubicBezTo>
                  <a:pt x="437913" y="16806"/>
                  <a:pt x="437290" y="19683"/>
                  <a:pt x="436791" y="23361"/>
                </a:cubicBezTo>
                <a:cubicBezTo>
                  <a:pt x="436292" y="27038"/>
                  <a:pt x="436043" y="31347"/>
                  <a:pt x="436043" y="36286"/>
                </a:cubicBezTo>
                <a:lnTo>
                  <a:pt x="436043" y="45044"/>
                </a:lnTo>
                <a:lnTo>
                  <a:pt x="453246" y="45044"/>
                </a:lnTo>
                <a:cubicBezTo>
                  <a:pt x="455518" y="45044"/>
                  <a:pt x="456653" y="45631"/>
                  <a:pt x="456653" y="46807"/>
                </a:cubicBezTo>
                <a:lnTo>
                  <a:pt x="456653" y="50749"/>
                </a:lnTo>
                <a:cubicBezTo>
                  <a:pt x="456653" y="52707"/>
                  <a:pt x="454659" y="53687"/>
                  <a:pt x="450670" y="53687"/>
                </a:cubicBezTo>
                <a:lnTo>
                  <a:pt x="436043" y="53687"/>
                </a:lnTo>
                <a:lnTo>
                  <a:pt x="436043" y="97234"/>
                </a:lnTo>
                <a:close/>
                <a:moveTo>
                  <a:pt x="492481" y="72136"/>
                </a:moveTo>
                <a:lnTo>
                  <a:pt x="515667" y="72136"/>
                </a:lnTo>
                <a:cubicBezTo>
                  <a:pt x="515889" y="71911"/>
                  <a:pt x="516000" y="70702"/>
                  <a:pt x="516000" y="68508"/>
                </a:cubicBezTo>
                <a:cubicBezTo>
                  <a:pt x="516000" y="62263"/>
                  <a:pt x="514892" y="57650"/>
                  <a:pt x="512675" y="54668"/>
                </a:cubicBezTo>
                <a:cubicBezTo>
                  <a:pt x="510459" y="51687"/>
                  <a:pt x="507938" y="50196"/>
                  <a:pt x="505113" y="50196"/>
                </a:cubicBezTo>
                <a:cubicBezTo>
                  <a:pt x="503838" y="50196"/>
                  <a:pt x="502301" y="50716"/>
                  <a:pt x="500500" y="51757"/>
                </a:cubicBezTo>
                <a:cubicBezTo>
                  <a:pt x="498700" y="52797"/>
                  <a:pt x="497162" y="54218"/>
                  <a:pt x="495888" y="56019"/>
                </a:cubicBezTo>
                <a:cubicBezTo>
                  <a:pt x="493838" y="59170"/>
                  <a:pt x="492702" y="64542"/>
                  <a:pt x="492481" y="72136"/>
                </a:cubicBezTo>
                <a:moveTo>
                  <a:pt x="535696" y="97039"/>
                </a:moveTo>
                <a:cubicBezTo>
                  <a:pt x="537413" y="97039"/>
                  <a:pt x="538272" y="98791"/>
                  <a:pt x="538272" y="102293"/>
                </a:cubicBezTo>
                <a:cubicBezTo>
                  <a:pt x="529851" y="114544"/>
                  <a:pt x="519241" y="120670"/>
                  <a:pt x="506442" y="120670"/>
                </a:cubicBezTo>
                <a:cubicBezTo>
                  <a:pt x="495306" y="120670"/>
                  <a:pt x="486636" y="117839"/>
                  <a:pt x="480430" y="112178"/>
                </a:cubicBezTo>
                <a:cubicBezTo>
                  <a:pt x="473172" y="105572"/>
                  <a:pt x="469543" y="96581"/>
                  <a:pt x="469543" y="85202"/>
                </a:cubicBezTo>
                <a:cubicBezTo>
                  <a:pt x="469543" y="72842"/>
                  <a:pt x="473366" y="62781"/>
                  <a:pt x="481012" y="55021"/>
                </a:cubicBezTo>
                <a:cubicBezTo>
                  <a:pt x="488658" y="47261"/>
                  <a:pt x="497301" y="43381"/>
                  <a:pt x="506941" y="43381"/>
                </a:cubicBezTo>
                <a:cubicBezTo>
                  <a:pt x="512980" y="43381"/>
                  <a:pt x="518091" y="44254"/>
                  <a:pt x="522274" y="45999"/>
                </a:cubicBezTo>
                <a:cubicBezTo>
                  <a:pt x="526457" y="47744"/>
                  <a:pt x="529601" y="50155"/>
                  <a:pt x="531707" y="53229"/>
                </a:cubicBezTo>
                <a:cubicBezTo>
                  <a:pt x="533812" y="56304"/>
                  <a:pt x="535322" y="59490"/>
                  <a:pt x="536236" y="62787"/>
                </a:cubicBezTo>
                <a:cubicBezTo>
                  <a:pt x="537150" y="66083"/>
                  <a:pt x="537607" y="69698"/>
                  <a:pt x="537607" y="73632"/>
                </a:cubicBezTo>
                <a:cubicBezTo>
                  <a:pt x="537607" y="77122"/>
                  <a:pt x="535973" y="78895"/>
                  <a:pt x="532704" y="78951"/>
                </a:cubicBezTo>
                <a:lnTo>
                  <a:pt x="491816" y="78951"/>
                </a:lnTo>
                <a:cubicBezTo>
                  <a:pt x="491816" y="79172"/>
                  <a:pt x="491788" y="79561"/>
                  <a:pt x="491733" y="80117"/>
                </a:cubicBezTo>
                <a:cubicBezTo>
                  <a:pt x="491677" y="80673"/>
                  <a:pt x="491650" y="81173"/>
                  <a:pt x="491650" y="81618"/>
                </a:cubicBezTo>
                <a:cubicBezTo>
                  <a:pt x="491650" y="89788"/>
                  <a:pt x="493519" y="95902"/>
                  <a:pt x="497259" y="99958"/>
                </a:cubicBezTo>
                <a:cubicBezTo>
                  <a:pt x="500999" y="104015"/>
                  <a:pt x="506276" y="106043"/>
                  <a:pt x="513091" y="106043"/>
                </a:cubicBezTo>
                <a:cubicBezTo>
                  <a:pt x="522288" y="106099"/>
                  <a:pt x="529823" y="103097"/>
                  <a:pt x="535696" y="97039"/>
                </a:cubicBezTo>
                <a:close/>
                <a:moveTo>
                  <a:pt x="553528" y="93858"/>
                </a:moveTo>
                <a:cubicBezTo>
                  <a:pt x="556021" y="93302"/>
                  <a:pt x="558292" y="93191"/>
                  <a:pt x="560342" y="93526"/>
                </a:cubicBezTo>
                <a:cubicBezTo>
                  <a:pt x="562060" y="99691"/>
                  <a:pt x="564733" y="104621"/>
                  <a:pt x="568362" y="108316"/>
                </a:cubicBezTo>
                <a:cubicBezTo>
                  <a:pt x="571991" y="112009"/>
                  <a:pt x="575800" y="113855"/>
                  <a:pt x="579789" y="113855"/>
                </a:cubicBezTo>
                <a:cubicBezTo>
                  <a:pt x="582282" y="113855"/>
                  <a:pt x="584582" y="113106"/>
                  <a:pt x="586687" y="111606"/>
                </a:cubicBezTo>
                <a:cubicBezTo>
                  <a:pt x="588792" y="110105"/>
                  <a:pt x="589845" y="108050"/>
                  <a:pt x="589845" y="105441"/>
                </a:cubicBezTo>
                <a:cubicBezTo>
                  <a:pt x="589845" y="99163"/>
                  <a:pt x="586936" y="94746"/>
                  <a:pt x="581119" y="92191"/>
                </a:cubicBezTo>
                <a:cubicBezTo>
                  <a:pt x="573418" y="88692"/>
                  <a:pt x="566852" y="83993"/>
                  <a:pt x="561423" y="78096"/>
                </a:cubicBezTo>
                <a:cubicBezTo>
                  <a:pt x="557932" y="74241"/>
                  <a:pt x="556159" y="69998"/>
                  <a:pt x="556104" y="65368"/>
                </a:cubicBezTo>
                <a:cubicBezTo>
                  <a:pt x="556104" y="60519"/>
                  <a:pt x="558043" y="56110"/>
                  <a:pt x="561921" y="52144"/>
                </a:cubicBezTo>
                <a:cubicBezTo>
                  <a:pt x="567683" y="46302"/>
                  <a:pt x="575329" y="43381"/>
                  <a:pt x="584859" y="43381"/>
                </a:cubicBezTo>
                <a:cubicBezTo>
                  <a:pt x="591341" y="43381"/>
                  <a:pt x="597712" y="44676"/>
                  <a:pt x="603973" y="47264"/>
                </a:cubicBezTo>
                <a:cubicBezTo>
                  <a:pt x="605469" y="52443"/>
                  <a:pt x="606189" y="58419"/>
                  <a:pt x="606134" y="65194"/>
                </a:cubicBezTo>
                <a:cubicBezTo>
                  <a:pt x="604638" y="66195"/>
                  <a:pt x="602422" y="66473"/>
                  <a:pt x="599485" y="66028"/>
                </a:cubicBezTo>
                <a:cubicBezTo>
                  <a:pt x="595164" y="55473"/>
                  <a:pt x="589845" y="50196"/>
                  <a:pt x="583529" y="50196"/>
                </a:cubicBezTo>
                <a:cubicBezTo>
                  <a:pt x="581147" y="50196"/>
                  <a:pt x="579180" y="50877"/>
                  <a:pt x="577628" y="52237"/>
                </a:cubicBezTo>
                <a:cubicBezTo>
                  <a:pt x="576077" y="53598"/>
                  <a:pt x="575301" y="55306"/>
                  <a:pt x="575301" y="57361"/>
                </a:cubicBezTo>
                <a:cubicBezTo>
                  <a:pt x="575301" y="63639"/>
                  <a:pt x="578376" y="68056"/>
                  <a:pt x="584526" y="70612"/>
                </a:cubicBezTo>
                <a:cubicBezTo>
                  <a:pt x="593336" y="74445"/>
                  <a:pt x="599929" y="78833"/>
                  <a:pt x="604306" y="83776"/>
                </a:cubicBezTo>
                <a:cubicBezTo>
                  <a:pt x="607796" y="87665"/>
                  <a:pt x="609541" y="92553"/>
                  <a:pt x="609541" y="98442"/>
                </a:cubicBezTo>
                <a:cubicBezTo>
                  <a:pt x="609541" y="105459"/>
                  <a:pt x="606480" y="110918"/>
                  <a:pt x="600358" y="114819"/>
                </a:cubicBezTo>
                <a:cubicBezTo>
                  <a:pt x="594236" y="118720"/>
                  <a:pt x="587490" y="120670"/>
                  <a:pt x="580122" y="120670"/>
                </a:cubicBezTo>
                <a:cubicBezTo>
                  <a:pt x="571479" y="120670"/>
                  <a:pt x="563584" y="119376"/>
                  <a:pt x="556436" y="116787"/>
                </a:cubicBezTo>
                <a:cubicBezTo>
                  <a:pt x="555273" y="111990"/>
                  <a:pt x="554303" y="104347"/>
                  <a:pt x="553528" y="93858"/>
                </a:cubicBezTo>
                <a:close/>
                <a:moveTo>
                  <a:pt x="628558" y="45044"/>
                </a:moveTo>
                <a:lnTo>
                  <a:pt x="633295" y="45044"/>
                </a:lnTo>
                <a:cubicBezTo>
                  <a:pt x="633295" y="33611"/>
                  <a:pt x="633932" y="27067"/>
                  <a:pt x="635206" y="25410"/>
                </a:cubicBezTo>
                <a:cubicBezTo>
                  <a:pt x="635539" y="24968"/>
                  <a:pt x="636218" y="24527"/>
                  <a:pt x="637242" y="24085"/>
                </a:cubicBezTo>
                <a:cubicBezTo>
                  <a:pt x="638267" y="23642"/>
                  <a:pt x="639528" y="23186"/>
                  <a:pt x="641024" y="22717"/>
                </a:cubicBezTo>
                <a:cubicBezTo>
                  <a:pt x="642520" y="22247"/>
                  <a:pt x="643572" y="21874"/>
                  <a:pt x="644182" y="21597"/>
                </a:cubicBezTo>
                <a:cubicBezTo>
                  <a:pt x="645512" y="21045"/>
                  <a:pt x="647409" y="20410"/>
                  <a:pt x="649875" y="19694"/>
                </a:cubicBezTo>
                <a:cubicBezTo>
                  <a:pt x="652340" y="18975"/>
                  <a:pt x="653878" y="18616"/>
                  <a:pt x="654487" y="18616"/>
                </a:cubicBezTo>
                <a:cubicBezTo>
                  <a:pt x="655373" y="18616"/>
                  <a:pt x="655817" y="19113"/>
                  <a:pt x="655817" y="20106"/>
                </a:cubicBezTo>
                <a:cubicBezTo>
                  <a:pt x="655484" y="25410"/>
                  <a:pt x="655180" y="31817"/>
                  <a:pt x="654903" y="39327"/>
                </a:cubicBezTo>
                <a:lnTo>
                  <a:pt x="654736" y="45044"/>
                </a:lnTo>
                <a:lnTo>
                  <a:pt x="674682" y="45044"/>
                </a:lnTo>
                <a:cubicBezTo>
                  <a:pt x="675568" y="45044"/>
                  <a:pt x="676011" y="45379"/>
                  <a:pt x="676011" y="46051"/>
                </a:cubicBezTo>
                <a:lnTo>
                  <a:pt x="676011" y="51422"/>
                </a:lnTo>
                <a:cubicBezTo>
                  <a:pt x="676011" y="52932"/>
                  <a:pt x="674654" y="53687"/>
                  <a:pt x="671939" y="53687"/>
                </a:cubicBezTo>
                <a:lnTo>
                  <a:pt x="654736" y="53687"/>
                </a:lnTo>
                <a:cubicBezTo>
                  <a:pt x="654736" y="60048"/>
                  <a:pt x="654764" y="68373"/>
                  <a:pt x="654819" y="78663"/>
                </a:cubicBezTo>
                <a:cubicBezTo>
                  <a:pt x="654875" y="88952"/>
                  <a:pt x="654903" y="95176"/>
                  <a:pt x="654903" y="97335"/>
                </a:cubicBezTo>
                <a:cubicBezTo>
                  <a:pt x="654903" y="101318"/>
                  <a:pt x="655623" y="104208"/>
                  <a:pt x="657063" y="106007"/>
                </a:cubicBezTo>
                <a:cubicBezTo>
                  <a:pt x="658504" y="107804"/>
                  <a:pt x="660304" y="108703"/>
                  <a:pt x="662465" y="108703"/>
                </a:cubicBezTo>
                <a:cubicBezTo>
                  <a:pt x="666898" y="108703"/>
                  <a:pt x="670111" y="107900"/>
                  <a:pt x="672105" y="106295"/>
                </a:cubicBezTo>
                <a:cubicBezTo>
                  <a:pt x="674155" y="108018"/>
                  <a:pt x="675180" y="109629"/>
                  <a:pt x="675180" y="111128"/>
                </a:cubicBezTo>
                <a:cubicBezTo>
                  <a:pt x="673352" y="113639"/>
                  <a:pt x="670180" y="115857"/>
                  <a:pt x="665665" y="117782"/>
                </a:cubicBezTo>
                <a:cubicBezTo>
                  <a:pt x="661149" y="119707"/>
                  <a:pt x="656620" y="120670"/>
                  <a:pt x="652077" y="120670"/>
                </a:cubicBezTo>
                <a:cubicBezTo>
                  <a:pt x="646426" y="120670"/>
                  <a:pt x="641716" y="119091"/>
                  <a:pt x="637949" y="115933"/>
                </a:cubicBezTo>
                <a:cubicBezTo>
                  <a:pt x="634569" y="112997"/>
                  <a:pt x="632852" y="108066"/>
                  <a:pt x="632796" y="101140"/>
                </a:cubicBezTo>
                <a:cubicBezTo>
                  <a:pt x="632796" y="84353"/>
                  <a:pt x="632963" y="68535"/>
                  <a:pt x="633295" y="53687"/>
                </a:cubicBezTo>
                <a:lnTo>
                  <a:pt x="622242" y="53687"/>
                </a:lnTo>
                <a:cubicBezTo>
                  <a:pt x="621688" y="53687"/>
                  <a:pt x="621411" y="53323"/>
                  <a:pt x="621411" y="52596"/>
                </a:cubicBezTo>
                <a:lnTo>
                  <a:pt x="621411" y="47646"/>
                </a:lnTo>
                <a:cubicBezTo>
                  <a:pt x="623350" y="45911"/>
                  <a:pt x="625732" y="45044"/>
                  <a:pt x="628558" y="45044"/>
                </a:cubicBezTo>
                <a:close/>
                <a:moveTo>
                  <a:pt x="762828" y="97234"/>
                </a:moveTo>
                <a:cubicBezTo>
                  <a:pt x="762828" y="104160"/>
                  <a:pt x="763645" y="108550"/>
                  <a:pt x="765279" y="110406"/>
                </a:cubicBezTo>
                <a:cubicBezTo>
                  <a:pt x="766914" y="112262"/>
                  <a:pt x="770473" y="113301"/>
                  <a:pt x="775958" y="113523"/>
                </a:cubicBezTo>
                <a:cubicBezTo>
                  <a:pt x="776513" y="113966"/>
                  <a:pt x="776790" y="114936"/>
                  <a:pt x="776790" y="116432"/>
                </a:cubicBezTo>
                <a:cubicBezTo>
                  <a:pt x="776790" y="117928"/>
                  <a:pt x="776513" y="118897"/>
                  <a:pt x="775958" y="119340"/>
                </a:cubicBezTo>
                <a:cubicBezTo>
                  <a:pt x="766207" y="119119"/>
                  <a:pt x="758146" y="119008"/>
                  <a:pt x="751775" y="119008"/>
                </a:cubicBezTo>
                <a:cubicBezTo>
                  <a:pt x="745182" y="119008"/>
                  <a:pt x="737120" y="119119"/>
                  <a:pt x="727591" y="119340"/>
                </a:cubicBezTo>
                <a:cubicBezTo>
                  <a:pt x="727037" y="118897"/>
                  <a:pt x="726760" y="117941"/>
                  <a:pt x="726760" y="116473"/>
                </a:cubicBezTo>
                <a:cubicBezTo>
                  <a:pt x="726760" y="115005"/>
                  <a:pt x="727037" y="114022"/>
                  <a:pt x="727591" y="113523"/>
                </a:cubicBezTo>
                <a:cubicBezTo>
                  <a:pt x="733020" y="113301"/>
                  <a:pt x="736566" y="112262"/>
                  <a:pt x="738228" y="110406"/>
                </a:cubicBezTo>
                <a:cubicBezTo>
                  <a:pt x="739890" y="108550"/>
                  <a:pt x="740721" y="104270"/>
                  <a:pt x="740721" y="97567"/>
                </a:cubicBezTo>
                <a:lnTo>
                  <a:pt x="740721" y="53687"/>
                </a:lnTo>
                <a:lnTo>
                  <a:pt x="732162" y="53687"/>
                </a:lnTo>
                <a:cubicBezTo>
                  <a:pt x="729114" y="53687"/>
                  <a:pt x="727591" y="53099"/>
                  <a:pt x="727591" y="51923"/>
                </a:cubicBezTo>
                <a:lnTo>
                  <a:pt x="727591" y="47308"/>
                </a:lnTo>
                <a:cubicBezTo>
                  <a:pt x="727591" y="45798"/>
                  <a:pt x="731857" y="45044"/>
                  <a:pt x="740389" y="45044"/>
                </a:cubicBezTo>
                <a:lnTo>
                  <a:pt x="740721" y="45044"/>
                </a:lnTo>
                <a:lnTo>
                  <a:pt x="740721" y="41631"/>
                </a:lnTo>
                <a:cubicBezTo>
                  <a:pt x="740721" y="34248"/>
                  <a:pt x="741802" y="28143"/>
                  <a:pt x="743963" y="23314"/>
                </a:cubicBezTo>
                <a:cubicBezTo>
                  <a:pt x="746123" y="18483"/>
                  <a:pt x="749060" y="14015"/>
                  <a:pt x="752772" y="9908"/>
                </a:cubicBezTo>
                <a:cubicBezTo>
                  <a:pt x="758922" y="3303"/>
                  <a:pt x="766928" y="0"/>
                  <a:pt x="776790" y="0"/>
                </a:cubicBezTo>
                <a:cubicBezTo>
                  <a:pt x="784823" y="0"/>
                  <a:pt x="790724" y="1367"/>
                  <a:pt x="794491" y="4101"/>
                </a:cubicBezTo>
                <a:cubicBezTo>
                  <a:pt x="798259" y="6833"/>
                  <a:pt x="800142" y="9662"/>
                  <a:pt x="800142" y="12588"/>
                </a:cubicBezTo>
                <a:cubicBezTo>
                  <a:pt x="800142" y="16066"/>
                  <a:pt x="799256" y="18744"/>
                  <a:pt x="797483" y="20621"/>
                </a:cubicBezTo>
                <a:cubicBezTo>
                  <a:pt x="795710" y="22498"/>
                  <a:pt x="793355" y="23436"/>
                  <a:pt x="790419" y="23436"/>
                </a:cubicBezTo>
                <a:cubicBezTo>
                  <a:pt x="787483" y="23436"/>
                  <a:pt x="784934" y="22517"/>
                  <a:pt x="782773" y="20680"/>
                </a:cubicBezTo>
                <a:cubicBezTo>
                  <a:pt x="780612" y="18843"/>
                  <a:pt x="779116" y="16455"/>
                  <a:pt x="778285" y="13515"/>
                </a:cubicBezTo>
                <a:cubicBezTo>
                  <a:pt x="777621" y="10970"/>
                  <a:pt x="777011" y="9217"/>
                  <a:pt x="776457" y="8256"/>
                </a:cubicBezTo>
                <a:cubicBezTo>
                  <a:pt x="775903" y="7295"/>
                  <a:pt x="774933" y="6815"/>
                  <a:pt x="773548" y="6815"/>
                </a:cubicBezTo>
                <a:cubicBezTo>
                  <a:pt x="772662" y="6815"/>
                  <a:pt x="771789" y="7011"/>
                  <a:pt x="770931" y="7404"/>
                </a:cubicBezTo>
                <a:cubicBezTo>
                  <a:pt x="770072" y="7797"/>
                  <a:pt x="769130" y="8597"/>
                  <a:pt x="768105" y="9804"/>
                </a:cubicBezTo>
                <a:cubicBezTo>
                  <a:pt x="767080" y="11011"/>
                  <a:pt x="766193" y="12653"/>
                  <a:pt x="765446" y="14731"/>
                </a:cubicBezTo>
                <a:cubicBezTo>
                  <a:pt x="764698" y="16806"/>
                  <a:pt x="764074" y="19683"/>
                  <a:pt x="763576" y="23361"/>
                </a:cubicBezTo>
                <a:cubicBezTo>
                  <a:pt x="763077" y="27038"/>
                  <a:pt x="762828" y="31347"/>
                  <a:pt x="762828" y="36286"/>
                </a:cubicBezTo>
                <a:lnTo>
                  <a:pt x="762828" y="45044"/>
                </a:lnTo>
                <a:lnTo>
                  <a:pt x="780031" y="45044"/>
                </a:lnTo>
                <a:cubicBezTo>
                  <a:pt x="782302" y="45044"/>
                  <a:pt x="783438" y="45631"/>
                  <a:pt x="783438" y="46807"/>
                </a:cubicBezTo>
                <a:lnTo>
                  <a:pt x="783438" y="50749"/>
                </a:lnTo>
                <a:cubicBezTo>
                  <a:pt x="783438" y="52707"/>
                  <a:pt x="781443" y="53687"/>
                  <a:pt x="777454" y="53687"/>
                </a:cubicBezTo>
                <a:lnTo>
                  <a:pt x="762828" y="53687"/>
                </a:lnTo>
                <a:lnTo>
                  <a:pt x="762828" y="9723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ile">
            <a:extLst xmlns:a="http://schemas.openxmlformats.org/drawingml/2006/main">
              <a:ext uri="{FF2B5EF4-FFF2-40B4-BE49-F238E27FC236}">
                <a16:creationId xmlns:a16="http://schemas.microsoft.com/office/drawing/2014/main" id="{7CE3D9EA-F308-4E60-98F3-76A01ED0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8753" y="3754544"/>
            <a:ext cx="180318" cy="120670"/>
          </a:xfrm>
          <a:custGeom xmlns:a="http://schemas.openxmlformats.org/drawingml/2006/main">
            <a:pathLst>
              <a:path w="180318" h="120670">
                <a:moveTo>
                  <a:pt x="35071" y="98192"/>
                </a:moveTo>
                <a:cubicBezTo>
                  <a:pt x="35071" y="105024"/>
                  <a:pt x="35749" y="109205"/>
                  <a:pt x="37107" y="110734"/>
                </a:cubicBezTo>
                <a:cubicBezTo>
                  <a:pt x="38464" y="112261"/>
                  <a:pt x="41885" y="113190"/>
                  <a:pt x="47370" y="113523"/>
                </a:cubicBezTo>
                <a:cubicBezTo>
                  <a:pt x="47814" y="113966"/>
                  <a:pt x="48035" y="114936"/>
                  <a:pt x="48035" y="116432"/>
                </a:cubicBezTo>
                <a:cubicBezTo>
                  <a:pt x="48035" y="117928"/>
                  <a:pt x="47814" y="118897"/>
                  <a:pt x="47370" y="119340"/>
                </a:cubicBezTo>
                <a:cubicBezTo>
                  <a:pt x="37619" y="119119"/>
                  <a:pt x="29835" y="119008"/>
                  <a:pt x="24018" y="119008"/>
                </a:cubicBezTo>
                <a:cubicBezTo>
                  <a:pt x="17979" y="119008"/>
                  <a:pt x="10194" y="119119"/>
                  <a:pt x="665" y="119340"/>
                </a:cubicBezTo>
                <a:cubicBezTo>
                  <a:pt x="222" y="118897"/>
                  <a:pt x="0" y="117941"/>
                  <a:pt x="0" y="116473"/>
                </a:cubicBezTo>
                <a:cubicBezTo>
                  <a:pt x="0" y="115005"/>
                  <a:pt x="222" y="114022"/>
                  <a:pt x="665" y="113523"/>
                </a:cubicBezTo>
                <a:cubicBezTo>
                  <a:pt x="6094" y="113078"/>
                  <a:pt x="9502" y="112120"/>
                  <a:pt x="10887" y="110648"/>
                </a:cubicBezTo>
                <a:cubicBezTo>
                  <a:pt x="12272" y="109176"/>
                  <a:pt x="12965" y="105024"/>
                  <a:pt x="12965" y="98190"/>
                </a:cubicBezTo>
                <a:lnTo>
                  <a:pt x="12965" y="65438"/>
                </a:lnTo>
                <a:cubicBezTo>
                  <a:pt x="12965" y="60660"/>
                  <a:pt x="12314" y="57590"/>
                  <a:pt x="11012" y="56229"/>
                </a:cubicBezTo>
                <a:cubicBezTo>
                  <a:pt x="9710" y="54868"/>
                  <a:pt x="6676" y="53965"/>
                  <a:pt x="1911" y="53520"/>
                </a:cubicBezTo>
                <a:cubicBezTo>
                  <a:pt x="1247" y="51360"/>
                  <a:pt x="1136" y="49531"/>
                  <a:pt x="1579" y="48035"/>
                </a:cubicBezTo>
                <a:cubicBezTo>
                  <a:pt x="19641" y="45694"/>
                  <a:pt x="29724" y="44143"/>
                  <a:pt x="31830" y="43381"/>
                </a:cubicBezTo>
                <a:cubicBezTo>
                  <a:pt x="34434" y="43381"/>
                  <a:pt x="35736" y="44334"/>
                  <a:pt x="35736" y="46238"/>
                </a:cubicBezTo>
                <a:cubicBezTo>
                  <a:pt x="35736" y="46347"/>
                  <a:pt x="35736" y="46525"/>
                  <a:pt x="35736" y="46771"/>
                </a:cubicBezTo>
                <a:cubicBezTo>
                  <a:pt x="35736" y="47015"/>
                  <a:pt x="35708" y="47508"/>
                  <a:pt x="35653" y="48251"/>
                </a:cubicBezTo>
                <a:cubicBezTo>
                  <a:pt x="35597" y="48994"/>
                  <a:pt x="35542" y="49768"/>
                  <a:pt x="35486" y="50573"/>
                </a:cubicBezTo>
                <a:cubicBezTo>
                  <a:pt x="35431" y="51378"/>
                  <a:pt x="35375" y="52364"/>
                  <a:pt x="35320" y="53531"/>
                </a:cubicBezTo>
                <a:cubicBezTo>
                  <a:pt x="35265" y="54698"/>
                  <a:pt x="35223" y="55823"/>
                  <a:pt x="35195" y="56907"/>
                </a:cubicBezTo>
                <a:cubicBezTo>
                  <a:pt x="35168" y="57989"/>
                  <a:pt x="35140" y="59183"/>
                  <a:pt x="35112" y="60488"/>
                </a:cubicBezTo>
                <a:cubicBezTo>
                  <a:pt x="35085" y="61794"/>
                  <a:pt x="35071" y="63030"/>
                  <a:pt x="35071" y="64197"/>
                </a:cubicBezTo>
                <a:lnTo>
                  <a:pt x="35071" y="98192"/>
                </a:lnTo>
                <a:moveTo>
                  <a:pt x="12133" y="17408"/>
                </a:moveTo>
                <a:cubicBezTo>
                  <a:pt x="12133" y="14572"/>
                  <a:pt x="13172" y="12098"/>
                  <a:pt x="15250" y="9986"/>
                </a:cubicBezTo>
                <a:cubicBezTo>
                  <a:pt x="17328" y="7872"/>
                  <a:pt x="20250" y="6815"/>
                  <a:pt x="24018" y="6815"/>
                </a:cubicBezTo>
                <a:cubicBezTo>
                  <a:pt x="27287" y="6815"/>
                  <a:pt x="29946" y="7983"/>
                  <a:pt x="31996" y="10318"/>
                </a:cubicBezTo>
                <a:cubicBezTo>
                  <a:pt x="34046" y="12654"/>
                  <a:pt x="35071" y="15268"/>
                  <a:pt x="35071" y="18161"/>
                </a:cubicBezTo>
                <a:cubicBezTo>
                  <a:pt x="35071" y="20663"/>
                  <a:pt x="33935" y="23054"/>
                  <a:pt x="31663" y="25334"/>
                </a:cubicBezTo>
                <a:cubicBezTo>
                  <a:pt x="29392" y="27615"/>
                  <a:pt x="26511" y="28755"/>
                  <a:pt x="23020" y="28755"/>
                </a:cubicBezTo>
                <a:cubicBezTo>
                  <a:pt x="19752" y="28755"/>
                  <a:pt x="17120" y="27601"/>
                  <a:pt x="15125" y="25293"/>
                </a:cubicBezTo>
                <a:cubicBezTo>
                  <a:pt x="13131" y="22985"/>
                  <a:pt x="12133" y="20357"/>
                  <a:pt x="12133" y="17408"/>
                </a:cubicBezTo>
                <a:close/>
                <a:moveTo>
                  <a:pt x="67216" y="97387"/>
                </a:moveTo>
                <a:lnTo>
                  <a:pt x="67216" y="22781"/>
                </a:lnTo>
                <a:cubicBezTo>
                  <a:pt x="67216" y="17125"/>
                  <a:pt x="66648" y="13687"/>
                  <a:pt x="65512" y="12469"/>
                </a:cubicBezTo>
                <a:cubicBezTo>
                  <a:pt x="64376" y="11248"/>
                  <a:pt x="61094" y="10416"/>
                  <a:pt x="55664" y="9973"/>
                </a:cubicBezTo>
                <a:cubicBezTo>
                  <a:pt x="54778" y="8342"/>
                  <a:pt x="54584" y="6513"/>
                  <a:pt x="55082" y="4488"/>
                </a:cubicBezTo>
                <a:cubicBezTo>
                  <a:pt x="69155" y="3934"/>
                  <a:pt x="79820" y="2438"/>
                  <a:pt x="87078" y="0"/>
                </a:cubicBezTo>
                <a:cubicBezTo>
                  <a:pt x="88906" y="0"/>
                  <a:pt x="89821" y="748"/>
                  <a:pt x="89821" y="2244"/>
                </a:cubicBezTo>
                <a:cubicBezTo>
                  <a:pt x="89488" y="6461"/>
                  <a:pt x="89322" y="12260"/>
                  <a:pt x="89322" y="19639"/>
                </a:cubicBezTo>
                <a:lnTo>
                  <a:pt x="89322" y="97377"/>
                </a:lnTo>
                <a:cubicBezTo>
                  <a:pt x="89322" y="104202"/>
                  <a:pt x="90139" y="108544"/>
                  <a:pt x="91774" y="110404"/>
                </a:cubicBezTo>
                <a:cubicBezTo>
                  <a:pt x="93408" y="112262"/>
                  <a:pt x="96968" y="113301"/>
                  <a:pt x="102453" y="113523"/>
                </a:cubicBezTo>
                <a:cubicBezTo>
                  <a:pt x="103007" y="113966"/>
                  <a:pt x="103284" y="114936"/>
                  <a:pt x="103284" y="116432"/>
                </a:cubicBezTo>
                <a:cubicBezTo>
                  <a:pt x="103284" y="117928"/>
                  <a:pt x="103007" y="118897"/>
                  <a:pt x="102453" y="119340"/>
                </a:cubicBezTo>
                <a:cubicBezTo>
                  <a:pt x="92702" y="119119"/>
                  <a:pt x="84640" y="119008"/>
                  <a:pt x="78269" y="119008"/>
                </a:cubicBezTo>
                <a:cubicBezTo>
                  <a:pt x="71676" y="119008"/>
                  <a:pt x="63615" y="119119"/>
                  <a:pt x="54085" y="119340"/>
                </a:cubicBezTo>
                <a:cubicBezTo>
                  <a:pt x="53531" y="118897"/>
                  <a:pt x="53254" y="117941"/>
                  <a:pt x="53254" y="116473"/>
                </a:cubicBezTo>
                <a:cubicBezTo>
                  <a:pt x="53254" y="115005"/>
                  <a:pt x="53531" y="114022"/>
                  <a:pt x="54085" y="113523"/>
                </a:cubicBezTo>
                <a:cubicBezTo>
                  <a:pt x="59515" y="113301"/>
                  <a:pt x="63061" y="112262"/>
                  <a:pt x="64723" y="110404"/>
                </a:cubicBezTo>
                <a:cubicBezTo>
                  <a:pt x="66385" y="108546"/>
                  <a:pt x="67216" y="104207"/>
                  <a:pt x="67216" y="97387"/>
                </a:cubicBezTo>
                <a:close/>
                <a:moveTo>
                  <a:pt x="134526" y="72136"/>
                </a:moveTo>
                <a:lnTo>
                  <a:pt x="157713" y="72136"/>
                </a:lnTo>
                <a:cubicBezTo>
                  <a:pt x="157934" y="71911"/>
                  <a:pt x="158045" y="70702"/>
                  <a:pt x="158045" y="68508"/>
                </a:cubicBezTo>
                <a:cubicBezTo>
                  <a:pt x="158045" y="62263"/>
                  <a:pt x="156937" y="57650"/>
                  <a:pt x="154721" y="54668"/>
                </a:cubicBezTo>
                <a:cubicBezTo>
                  <a:pt x="152505" y="51687"/>
                  <a:pt x="149984" y="50196"/>
                  <a:pt x="147158" y="50196"/>
                </a:cubicBezTo>
                <a:cubicBezTo>
                  <a:pt x="145884" y="50196"/>
                  <a:pt x="144347" y="50716"/>
                  <a:pt x="142546" y="51757"/>
                </a:cubicBezTo>
                <a:cubicBezTo>
                  <a:pt x="140745" y="52797"/>
                  <a:pt x="139208" y="54218"/>
                  <a:pt x="137933" y="56019"/>
                </a:cubicBezTo>
                <a:cubicBezTo>
                  <a:pt x="135884" y="59170"/>
                  <a:pt x="134748" y="64542"/>
                  <a:pt x="134526" y="72136"/>
                </a:cubicBezTo>
                <a:moveTo>
                  <a:pt x="177741" y="97039"/>
                </a:moveTo>
                <a:cubicBezTo>
                  <a:pt x="179459" y="97039"/>
                  <a:pt x="180318" y="98791"/>
                  <a:pt x="180318" y="102293"/>
                </a:cubicBezTo>
                <a:cubicBezTo>
                  <a:pt x="171896" y="114544"/>
                  <a:pt x="161286" y="120670"/>
                  <a:pt x="148488" y="120670"/>
                </a:cubicBezTo>
                <a:cubicBezTo>
                  <a:pt x="137352" y="120670"/>
                  <a:pt x="128681" y="117839"/>
                  <a:pt x="122476" y="112178"/>
                </a:cubicBezTo>
                <a:cubicBezTo>
                  <a:pt x="115218" y="105572"/>
                  <a:pt x="111589" y="96581"/>
                  <a:pt x="111589" y="85202"/>
                </a:cubicBezTo>
                <a:cubicBezTo>
                  <a:pt x="111589" y="72842"/>
                  <a:pt x="115412" y="62781"/>
                  <a:pt x="123058" y="55021"/>
                </a:cubicBezTo>
                <a:cubicBezTo>
                  <a:pt x="130703" y="47261"/>
                  <a:pt x="139346" y="43381"/>
                  <a:pt x="148987" y="43381"/>
                </a:cubicBezTo>
                <a:cubicBezTo>
                  <a:pt x="155026" y="43381"/>
                  <a:pt x="160137" y="44254"/>
                  <a:pt x="164320" y="45999"/>
                </a:cubicBezTo>
                <a:cubicBezTo>
                  <a:pt x="168503" y="47744"/>
                  <a:pt x="171647" y="50155"/>
                  <a:pt x="173752" y="53229"/>
                </a:cubicBezTo>
                <a:cubicBezTo>
                  <a:pt x="175858" y="56304"/>
                  <a:pt x="177367" y="59490"/>
                  <a:pt x="178282" y="62787"/>
                </a:cubicBezTo>
                <a:cubicBezTo>
                  <a:pt x="179196" y="66083"/>
                  <a:pt x="179653" y="69698"/>
                  <a:pt x="179653" y="73632"/>
                </a:cubicBezTo>
                <a:cubicBezTo>
                  <a:pt x="179653" y="77122"/>
                  <a:pt x="178018" y="78895"/>
                  <a:pt x="174749" y="78951"/>
                </a:cubicBezTo>
                <a:lnTo>
                  <a:pt x="133861" y="78951"/>
                </a:lnTo>
                <a:cubicBezTo>
                  <a:pt x="133861" y="79172"/>
                  <a:pt x="133834" y="79561"/>
                  <a:pt x="133778" y="80117"/>
                </a:cubicBezTo>
                <a:cubicBezTo>
                  <a:pt x="133723" y="80673"/>
                  <a:pt x="133695" y="81173"/>
                  <a:pt x="133695" y="81618"/>
                </a:cubicBezTo>
                <a:cubicBezTo>
                  <a:pt x="133695" y="89788"/>
                  <a:pt x="135565" y="95902"/>
                  <a:pt x="139305" y="99958"/>
                </a:cubicBezTo>
                <a:cubicBezTo>
                  <a:pt x="143045" y="104015"/>
                  <a:pt x="148322" y="106043"/>
                  <a:pt x="155136" y="106043"/>
                </a:cubicBezTo>
                <a:cubicBezTo>
                  <a:pt x="164334" y="106099"/>
                  <a:pt x="171868" y="103097"/>
                  <a:pt x="177741" y="9703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4AD33-F994-49A6-9A92-8B1EC60F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459" y="3449231"/>
            <a:ext cx="525837" cy="10"/>
          </a:xfrm>
          <a:custGeom xmlns:a="http://schemas.openxmlformats.org/drawingml/2006/main">
            <a:pathLst>
              <a:path w="525837" h="1" fill="none">
                <a:moveTo>
                  <a:pt x="0" y="0"/>
                </a:moveTo>
                <a:lnTo>
                  <a:pt x="525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861" cap="flat">
            <a:solidFill>
              <a:srgbClr val="ED1C24"/>
            </a:solidFill>
            <a:custDash>
              <a:ds d="100000" sp="100000"/>
            </a:custDash>
            <a:miter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5532f97cd45bc"/>
          <a:stretch xmlns:a="http://schemas.openxmlformats.org/drawingml/2006/main"/>
        </p:blipFill>
        <p:spPr>
          <a:xfrm xmlns:a="http://schemas.openxmlformats.org/drawingml/2006/main">
            <a:off x="12391377" y="2790735"/>
            <a:ext cx="450313" cy="450313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8e34833fd4568"/>
          <a:stretch xmlns:a="http://schemas.openxmlformats.org/drawingml/2006/main"/>
        </p:blipFill>
        <p:spPr>
          <a:xfrm xmlns:a="http://schemas.openxmlformats.org/drawingml/2006/main">
            <a:off x="12905442" y="2810894"/>
            <a:ext cx="497062" cy="497062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0b1628a754b45"/>
          <a:stretch xmlns:a="http://schemas.openxmlformats.org/drawingml/2006/main"/>
        </p:blipFill>
        <p:spPr>
          <a:xfrm xmlns:a="http://schemas.openxmlformats.org/drawingml/2006/main">
            <a:off x="12357373" y="3348333"/>
            <a:ext cx="497062" cy="497062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a54683471485a"/>
          <a:stretch xmlns:a="http://schemas.openxmlformats.org/drawingml/2006/main"/>
        </p:blipFill>
        <p:spPr>
          <a:xfrm xmlns:a="http://schemas.openxmlformats.org/drawingml/2006/main">
            <a:off x="12953219" y="3399311"/>
            <a:ext cx="433340" cy="433340"/>
          </a:xfrm>
          <a:prstGeom xmlns:a="http://schemas.openxmlformats.org/drawingml/2006/main" prst="rect">
            <a:avLst/>
          </a:prstGeom>
        </p:spPr>
      </p:pic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5BD6E-A7BF-4AC2-8648-08E92296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788" y="2772660"/>
            <a:ext cx="1455096" cy="1119454"/>
          </a:xfrm>
          <a:custGeom xmlns:a="http://schemas.openxmlformats.org/drawingml/2006/main">
            <a:pathLst>
              <a:path w="1455096" h="1119454">
                <a:moveTo>
                  <a:pt x="38891" y="9115"/>
                </a:moveTo>
                <a:cubicBezTo>
                  <a:pt x="49520" y="3315"/>
                  <a:pt x="61722" y="0"/>
                  <a:pt x="74666" y="0"/>
                </a:cubicBezTo>
                <a:lnTo>
                  <a:pt x="82496" y="0"/>
                </a:lnTo>
                <a:lnTo>
                  <a:pt x="82496" y="10630"/>
                </a:lnTo>
                <a:lnTo>
                  <a:pt x="74666" y="10630"/>
                </a:lnTo>
                <a:cubicBezTo>
                  <a:pt x="63522" y="10630"/>
                  <a:pt x="53092" y="13459"/>
                  <a:pt x="44005" y="18431"/>
                </a:cubicBezTo>
                <a:lnTo>
                  <a:pt x="38891" y="9115"/>
                </a:lnTo>
                <a:moveTo>
                  <a:pt x="114357" y="0"/>
                </a:moveTo>
                <a:lnTo>
                  <a:pt x="156848" y="0"/>
                </a:lnTo>
                <a:lnTo>
                  <a:pt x="156848" y="10630"/>
                </a:lnTo>
                <a:lnTo>
                  <a:pt x="114357" y="10630"/>
                </a:lnTo>
                <a:lnTo>
                  <a:pt x="114357" y="0"/>
                </a:lnTo>
                <a:moveTo>
                  <a:pt x="188709" y="0"/>
                </a:moveTo>
                <a:lnTo>
                  <a:pt x="231200" y="0"/>
                </a:lnTo>
                <a:lnTo>
                  <a:pt x="231200" y="10630"/>
                </a:lnTo>
                <a:lnTo>
                  <a:pt x="188709" y="10630"/>
                </a:lnTo>
                <a:lnTo>
                  <a:pt x="188709" y="0"/>
                </a:lnTo>
                <a:moveTo>
                  <a:pt x="263061" y="0"/>
                </a:moveTo>
                <a:lnTo>
                  <a:pt x="305552" y="0"/>
                </a:lnTo>
                <a:lnTo>
                  <a:pt x="305552" y="10630"/>
                </a:lnTo>
                <a:lnTo>
                  <a:pt x="263061" y="10630"/>
                </a:lnTo>
                <a:lnTo>
                  <a:pt x="263061" y="0"/>
                </a:lnTo>
                <a:moveTo>
                  <a:pt x="337414" y="0"/>
                </a:moveTo>
                <a:lnTo>
                  <a:pt x="379876" y="0"/>
                </a:lnTo>
                <a:lnTo>
                  <a:pt x="379876" y="10630"/>
                </a:lnTo>
                <a:lnTo>
                  <a:pt x="337414" y="10630"/>
                </a:lnTo>
                <a:lnTo>
                  <a:pt x="337414" y="0"/>
                </a:lnTo>
                <a:moveTo>
                  <a:pt x="411737" y="0"/>
                </a:moveTo>
                <a:lnTo>
                  <a:pt x="454228" y="0"/>
                </a:lnTo>
                <a:lnTo>
                  <a:pt x="454228" y="10630"/>
                </a:lnTo>
                <a:lnTo>
                  <a:pt x="411737" y="10630"/>
                </a:lnTo>
                <a:lnTo>
                  <a:pt x="411737" y="0"/>
                </a:lnTo>
                <a:moveTo>
                  <a:pt x="486089" y="0"/>
                </a:moveTo>
                <a:lnTo>
                  <a:pt x="528580" y="0"/>
                </a:lnTo>
                <a:lnTo>
                  <a:pt x="528580" y="10630"/>
                </a:lnTo>
                <a:lnTo>
                  <a:pt x="486089" y="10630"/>
                </a:lnTo>
                <a:lnTo>
                  <a:pt x="486089" y="0"/>
                </a:lnTo>
                <a:moveTo>
                  <a:pt x="560441" y="0"/>
                </a:moveTo>
                <a:lnTo>
                  <a:pt x="602932" y="0"/>
                </a:lnTo>
                <a:lnTo>
                  <a:pt x="602932" y="10630"/>
                </a:lnTo>
                <a:lnTo>
                  <a:pt x="560441" y="10630"/>
                </a:lnTo>
                <a:lnTo>
                  <a:pt x="560441" y="0"/>
                </a:lnTo>
                <a:moveTo>
                  <a:pt x="634794" y="0"/>
                </a:moveTo>
                <a:lnTo>
                  <a:pt x="677285" y="0"/>
                </a:lnTo>
                <a:lnTo>
                  <a:pt x="677285" y="10630"/>
                </a:lnTo>
                <a:lnTo>
                  <a:pt x="634794" y="10630"/>
                </a:lnTo>
                <a:lnTo>
                  <a:pt x="634794" y="0"/>
                </a:lnTo>
                <a:moveTo>
                  <a:pt x="709146" y="0"/>
                </a:moveTo>
                <a:lnTo>
                  <a:pt x="751637" y="0"/>
                </a:lnTo>
                <a:lnTo>
                  <a:pt x="751637" y="10630"/>
                </a:lnTo>
                <a:lnTo>
                  <a:pt x="709146" y="10630"/>
                </a:lnTo>
                <a:lnTo>
                  <a:pt x="709146" y="0"/>
                </a:lnTo>
                <a:moveTo>
                  <a:pt x="783498" y="0"/>
                </a:moveTo>
                <a:lnTo>
                  <a:pt x="825960" y="0"/>
                </a:lnTo>
                <a:lnTo>
                  <a:pt x="825960" y="10630"/>
                </a:lnTo>
                <a:lnTo>
                  <a:pt x="783498" y="10630"/>
                </a:lnTo>
                <a:lnTo>
                  <a:pt x="783498" y="0"/>
                </a:lnTo>
                <a:moveTo>
                  <a:pt x="857850" y="0"/>
                </a:moveTo>
                <a:lnTo>
                  <a:pt x="900313" y="0"/>
                </a:lnTo>
                <a:lnTo>
                  <a:pt x="900313" y="10630"/>
                </a:lnTo>
                <a:lnTo>
                  <a:pt x="857850" y="10630"/>
                </a:lnTo>
                <a:lnTo>
                  <a:pt x="857850" y="0"/>
                </a:lnTo>
                <a:moveTo>
                  <a:pt x="932174" y="0"/>
                </a:moveTo>
                <a:lnTo>
                  <a:pt x="974665" y="0"/>
                </a:lnTo>
                <a:lnTo>
                  <a:pt x="974665" y="10630"/>
                </a:lnTo>
                <a:lnTo>
                  <a:pt x="932174" y="10630"/>
                </a:lnTo>
                <a:lnTo>
                  <a:pt x="932174" y="0"/>
                </a:lnTo>
                <a:moveTo>
                  <a:pt x="1006526" y="0"/>
                </a:moveTo>
                <a:lnTo>
                  <a:pt x="1049017" y="0"/>
                </a:lnTo>
                <a:lnTo>
                  <a:pt x="1049017" y="10630"/>
                </a:lnTo>
                <a:lnTo>
                  <a:pt x="1006526" y="10630"/>
                </a:lnTo>
                <a:lnTo>
                  <a:pt x="1006526" y="0"/>
                </a:lnTo>
                <a:moveTo>
                  <a:pt x="1080878" y="0"/>
                </a:moveTo>
                <a:lnTo>
                  <a:pt x="1123369" y="0"/>
                </a:lnTo>
                <a:lnTo>
                  <a:pt x="1123369" y="10630"/>
                </a:lnTo>
                <a:lnTo>
                  <a:pt x="1080878" y="10630"/>
                </a:lnTo>
                <a:lnTo>
                  <a:pt x="1080878" y="0"/>
                </a:lnTo>
                <a:moveTo>
                  <a:pt x="1155230" y="0"/>
                </a:moveTo>
                <a:lnTo>
                  <a:pt x="1197721" y="0"/>
                </a:lnTo>
                <a:lnTo>
                  <a:pt x="1197721" y="10630"/>
                </a:lnTo>
                <a:lnTo>
                  <a:pt x="1155230" y="10630"/>
                </a:lnTo>
                <a:lnTo>
                  <a:pt x="1155230" y="0"/>
                </a:lnTo>
                <a:moveTo>
                  <a:pt x="1229582" y="0"/>
                </a:moveTo>
                <a:lnTo>
                  <a:pt x="1272045" y="0"/>
                </a:lnTo>
                <a:lnTo>
                  <a:pt x="1272045" y="10630"/>
                </a:lnTo>
                <a:lnTo>
                  <a:pt x="1229582" y="10630"/>
                </a:lnTo>
                <a:lnTo>
                  <a:pt x="1229582" y="0"/>
                </a:lnTo>
                <a:moveTo>
                  <a:pt x="1303934" y="0"/>
                </a:moveTo>
                <a:lnTo>
                  <a:pt x="1346397" y="0"/>
                </a:lnTo>
                <a:lnTo>
                  <a:pt x="1346397" y="10630"/>
                </a:lnTo>
                <a:lnTo>
                  <a:pt x="1303934" y="10630"/>
                </a:lnTo>
                <a:lnTo>
                  <a:pt x="1303934" y="0"/>
                </a:lnTo>
                <a:moveTo>
                  <a:pt x="1378258" y="0"/>
                </a:moveTo>
                <a:lnTo>
                  <a:pt x="1380430" y="0"/>
                </a:lnTo>
                <a:cubicBezTo>
                  <a:pt x="1395546" y="0"/>
                  <a:pt x="1409662" y="4515"/>
                  <a:pt x="1421435" y="12230"/>
                </a:cubicBezTo>
                <a:lnTo>
                  <a:pt x="1415605" y="21117"/>
                </a:lnTo>
                <a:cubicBezTo>
                  <a:pt x="1405490" y="14488"/>
                  <a:pt x="1393431" y="10630"/>
                  <a:pt x="1380430" y="10630"/>
                </a:cubicBezTo>
                <a:lnTo>
                  <a:pt x="1378258" y="10630"/>
                </a:lnTo>
                <a:lnTo>
                  <a:pt x="1378258" y="0"/>
                </a:lnTo>
                <a:moveTo>
                  <a:pt x="1444838" y="36862"/>
                </a:moveTo>
                <a:cubicBezTo>
                  <a:pt x="1451353" y="47949"/>
                  <a:pt x="1455096" y="60893"/>
                  <a:pt x="1455096" y="74666"/>
                </a:cubicBezTo>
                <a:lnTo>
                  <a:pt x="1455096" y="80324"/>
                </a:lnTo>
                <a:lnTo>
                  <a:pt x="1444466" y="80324"/>
                </a:lnTo>
                <a:lnTo>
                  <a:pt x="1444466" y="74666"/>
                </a:lnTo>
                <a:cubicBezTo>
                  <a:pt x="1444466" y="62808"/>
                  <a:pt x="1441266" y="51749"/>
                  <a:pt x="1435694" y="42262"/>
                </a:cubicBezTo>
                <a:lnTo>
                  <a:pt x="1444838" y="36862"/>
                </a:lnTo>
                <a:moveTo>
                  <a:pt x="1455096" y="112214"/>
                </a:moveTo>
                <a:lnTo>
                  <a:pt x="1455096" y="154676"/>
                </a:lnTo>
                <a:lnTo>
                  <a:pt x="1444466" y="154676"/>
                </a:lnTo>
                <a:lnTo>
                  <a:pt x="1444466" y="112214"/>
                </a:lnTo>
                <a:lnTo>
                  <a:pt x="1455096" y="112214"/>
                </a:lnTo>
                <a:moveTo>
                  <a:pt x="1455096" y="186538"/>
                </a:moveTo>
                <a:lnTo>
                  <a:pt x="1455096" y="229029"/>
                </a:lnTo>
                <a:lnTo>
                  <a:pt x="1444466" y="229029"/>
                </a:lnTo>
                <a:lnTo>
                  <a:pt x="1444466" y="186538"/>
                </a:lnTo>
                <a:lnTo>
                  <a:pt x="1455096" y="186538"/>
                </a:lnTo>
                <a:moveTo>
                  <a:pt x="1455096" y="260890"/>
                </a:moveTo>
                <a:lnTo>
                  <a:pt x="1455096" y="303381"/>
                </a:lnTo>
                <a:lnTo>
                  <a:pt x="1444466" y="303381"/>
                </a:lnTo>
                <a:lnTo>
                  <a:pt x="1444466" y="260890"/>
                </a:lnTo>
                <a:lnTo>
                  <a:pt x="1455096" y="260890"/>
                </a:lnTo>
                <a:moveTo>
                  <a:pt x="1455096" y="335242"/>
                </a:moveTo>
                <a:lnTo>
                  <a:pt x="1455096" y="377733"/>
                </a:lnTo>
                <a:lnTo>
                  <a:pt x="1444466" y="377733"/>
                </a:lnTo>
                <a:lnTo>
                  <a:pt x="1444466" y="335242"/>
                </a:lnTo>
                <a:lnTo>
                  <a:pt x="1455096" y="335242"/>
                </a:lnTo>
                <a:moveTo>
                  <a:pt x="1455096" y="409594"/>
                </a:moveTo>
                <a:lnTo>
                  <a:pt x="1455096" y="452085"/>
                </a:lnTo>
                <a:lnTo>
                  <a:pt x="1444466" y="452085"/>
                </a:lnTo>
                <a:lnTo>
                  <a:pt x="1444466" y="409594"/>
                </a:lnTo>
                <a:lnTo>
                  <a:pt x="1455096" y="409594"/>
                </a:lnTo>
                <a:moveTo>
                  <a:pt x="1455096" y="483946"/>
                </a:moveTo>
                <a:lnTo>
                  <a:pt x="1455096" y="526409"/>
                </a:lnTo>
                <a:lnTo>
                  <a:pt x="1444466" y="526409"/>
                </a:lnTo>
                <a:lnTo>
                  <a:pt x="1444466" y="483946"/>
                </a:lnTo>
                <a:lnTo>
                  <a:pt x="1455096" y="483946"/>
                </a:lnTo>
                <a:moveTo>
                  <a:pt x="1455096" y="558270"/>
                </a:moveTo>
                <a:lnTo>
                  <a:pt x="1455096" y="600761"/>
                </a:lnTo>
                <a:lnTo>
                  <a:pt x="1444466" y="600761"/>
                </a:lnTo>
                <a:lnTo>
                  <a:pt x="1444466" y="558270"/>
                </a:lnTo>
                <a:lnTo>
                  <a:pt x="1455096" y="558270"/>
                </a:lnTo>
                <a:moveTo>
                  <a:pt x="1455096" y="632622"/>
                </a:moveTo>
                <a:lnTo>
                  <a:pt x="1455096" y="675113"/>
                </a:lnTo>
                <a:lnTo>
                  <a:pt x="1444466" y="675113"/>
                </a:lnTo>
                <a:lnTo>
                  <a:pt x="1444466" y="632622"/>
                </a:lnTo>
                <a:lnTo>
                  <a:pt x="1455096" y="632622"/>
                </a:lnTo>
                <a:moveTo>
                  <a:pt x="1455096" y="706974"/>
                </a:moveTo>
                <a:lnTo>
                  <a:pt x="1455096" y="749465"/>
                </a:lnTo>
                <a:lnTo>
                  <a:pt x="1444466" y="749465"/>
                </a:lnTo>
                <a:lnTo>
                  <a:pt x="1444466" y="706974"/>
                </a:lnTo>
                <a:lnTo>
                  <a:pt x="1455096" y="706974"/>
                </a:lnTo>
                <a:moveTo>
                  <a:pt x="1455096" y="781326"/>
                </a:moveTo>
                <a:lnTo>
                  <a:pt x="1455096" y="823817"/>
                </a:lnTo>
                <a:lnTo>
                  <a:pt x="1444466" y="823817"/>
                </a:lnTo>
                <a:lnTo>
                  <a:pt x="1444466" y="781326"/>
                </a:lnTo>
                <a:lnTo>
                  <a:pt x="1455096" y="781326"/>
                </a:lnTo>
                <a:moveTo>
                  <a:pt x="1455096" y="855678"/>
                </a:moveTo>
                <a:lnTo>
                  <a:pt x="1455096" y="898169"/>
                </a:lnTo>
                <a:lnTo>
                  <a:pt x="1444466" y="898169"/>
                </a:lnTo>
                <a:lnTo>
                  <a:pt x="1444466" y="855678"/>
                </a:lnTo>
                <a:lnTo>
                  <a:pt x="1455096" y="855678"/>
                </a:lnTo>
                <a:moveTo>
                  <a:pt x="1455096" y="930031"/>
                </a:moveTo>
                <a:lnTo>
                  <a:pt x="1455096" y="972493"/>
                </a:lnTo>
                <a:lnTo>
                  <a:pt x="1444466" y="972493"/>
                </a:lnTo>
                <a:lnTo>
                  <a:pt x="1444466" y="930031"/>
                </a:lnTo>
                <a:lnTo>
                  <a:pt x="1455096" y="930031"/>
                </a:lnTo>
                <a:moveTo>
                  <a:pt x="1455096" y="1004383"/>
                </a:moveTo>
                <a:lnTo>
                  <a:pt x="1455096" y="1044788"/>
                </a:lnTo>
                <a:lnTo>
                  <a:pt x="1455068" y="1047017"/>
                </a:lnTo>
                <a:lnTo>
                  <a:pt x="1444438" y="1046702"/>
                </a:lnTo>
                <a:lnTo>
                  <a:pt x="1444466" y="1044788"/>
                </a:lnTo>
                <a:lnTo>
                  <a:pt x="1444466" y="1004383"/>
                </a:lnTo>
                <a:lnTo>
                  <a:pt x="1455096" y="1004383"/>
                </a:lnTo>
                <a:moveTo>
                  <a:pt x="1446381" y="1079878"/>
                </a:moveTo>
                <a:cubicBezTo>
                  <a:pt x="1439151" y="1093422"/>
                  <a:pt x="1427921" y="1104452"/>
                  <a:pt x="1414234" y="1111396"/>
                </a:cubicBezTo>
                <a:lnTo>
                  <a:pt x="1409433" y="1101938"/>
                </a:lnTo>
                <a:cubicBezTo>
                  <a:pt x="1421178" y="1095966"/>
                  <a:pt x="1430807" y="1086479"/>
                  <a:pt x="1437008" y="1074877"/>
                </a:cubicBezTo>
                <a:lnTo>
                  <a:pt x="1446381" y="1079878"/>
                </a:lnTo>
                <a:moveTo>
                  <a:pt x="1381230" y="1119454"/>
                </a:moveTo>
                <a:lnTo>
                  <a:pt x="1338682" y="1119454"/>
                </a:lnTo>
                <a:lnTo>
                  <a:pt x="1338682" y="1108853"/>
                </a:lnTo>
                <a:lnTo>
                  <a:pt x="1380430" y="1108853"/>
                </a:lnTo>
                <a:lnTo>
                  <a:pt x="1381115" y="1108824"/>
                </a:lnTo>
                <a:lnTo>
                  <a:pt x="1381230" y="1119454"/>
                </a:lnTo>
                <a:moveTo>
                  <a:pt x="1306820" y="1119454"/>
                </a:moveTo>
                <a:lnTo>
                  <a:pt x="1264329" y="1119454"/>
                </a:lnTo>
                <a:lnTo>
                  <a:pt x="1264329" y="1108853"/>
                </a:lnTo>
                <a:lnTo>
                  <a:pt x="1306820" y="1108853"/>
                </a:lnTo>
                <a:lnTo>
                  <a:pt x="1306820" y="1119454"/>
                </a:lnTo>
                <a:moveTo>
                  <a:pt x="1232468" y="1119454"/>
                </a:moveTo>
                <a:lnTo>
                  <a:pt x="1189977" y="1119454"/>
                </a:lnTo>
                <a:lnTo>
                  <a:pt x="1189977" y="1108853"/>
                </a:lnTo>
                <a:lnTo>
                  <a:pt x="1232468" y="1108853"/>
                </a:lnTo>
                <a:lnTo>
                  <a:pt x="1232468" y="1119454"/>
                </a:lnTo>
                <a:moveTo>
                  <a:pt x="1158116" y="1119454"/>
                </a:moveTo>
                <a:lnTo>
                  <a:pt x="1115625" y="1119454"/>
                </a:lnTo>
                <a:lnTo>
                  <a:pt x="1115625" y="1108853"/>
                </a:lnTo>
                <a:lnTo>
                  <a:pt x="1158116" y="1108853"/>
                </a:lnTo>
                <a:lnTo>
                  <a:pt x="1158116" y="1119454"/>
                </a:lnTo>
                <a:moveTo>
                  <a:pt x="1083764" y="1119454"/>
                </a:moveTo>
                <a:lnTo>
                  <a:pt x="1041302" y="1119454"/>
                </a:lnTo>
                <a:lnTo>
                  <a:pt x="1041302" y="1108853"/>
                </a:lnTo>
                <a:lnTo>
                  <a:pt x="1083764" y="1108853"/>
                </a:lnTo>
                <a:lnTo>
                  <a:pt x="1083764" y="1119454"/>
                </a:lnTo>
                <a:moveTo>
                  <a:pt x="1009440" y="1119454"/>
                </a:moveTo>
                <a:lnTo>
                  <a:pt x="966949" y="1119454"/>
                </a:lnTo>
                <a:lnTo>
                  <a:pt x="966949" y="1108853"/>
                </a:lnTo>
                <a:lnTo>
                  <a:pt x="1009440" y="1108853"/>
                </a:lnTo>
                <a:lnTo>
                  <a:pt x="1009440" y="1119454"/>
                </a:lnTo>
                <a:moveTo>
                  <a:pt x="935088" y="1119454"/>
                </a:moveTo>
                <a:lnTo>
                  <a:pt x="892597" y="1119454"/>
                </a:lnTo>
                <a:lnTo>
                  <a:pt x="892597" y="1108853"/>
                </a:lnTo>
                <a:lnTo>
                  <a:pt x="935088" y="1108853"/>
                </a:lnTo>
                <a:lnTo>
                  <a:pt x="935088" y="1119454"/>
                </a:lnTo>
                <a:moveTo>
                  <a:pt x="860736" y="1119454"/>
                </a:moveTo>
                <a:lnTo>
                  <a:pt x="818245" y="1119454"/>
                </a:lnTo>
                <a:lnTo>
                  <a:pt x="818245" y="1108853"/>
                </a:lnTo>
                <a:lnTo>
                  <a:pt x="860736" y="1108853"/>
                </a:lnTo>
                <a:lnTo>
                  <a:pt x="860736" y="1119454"/>
                </a:lnTo>
                <a:moveTo>
                  <a:pt x="786384" y="1119454"/>
                </a:moveTo>
                <a:lnTo>
                  <a:pt x="743893" y="1119454"/>
                </a:lnTo>
                <a:lnTo>
                  <a:pt x="743893" y="1108853"/>
                </a:lnTo>
                <a:lnTo>
                  <a:pt x="786384" y="1108853"/>
                </a:lnTo>
                <a:lnTo>
                  <a:pt x="786384" y="1119454"/>
                </a:lnTo>
                <a:moveTo>
                  <a:pt x="712032" y="1119454"/>
                </a:moveTo>
                <a:lnTo>
                  <a:pt x="669541" y="1119454"/>
                </a:lnTo>
                <a:lnTo>
                  <a:pt x="669541" y="1108853"/>
                </a:lnTo>
                <a:lnTo>
                  <a:pt x="712032" y="1108853"/>
                </a:lnTo>
                <a:lnTo>
                  <a:pt x="712032" y="1119454"/>
                </a:lnTo>
                <a:moveTo>
                  <a:pt x="637680" y="1119454"/>
                </a:moveTo>
                <a:lnTo>
                  <a:pt x="595217" y="1119454"/>
                </a:lnTo>
                <a:lnTo>
                  <a:pt x="595217" y="1108853"/>
                </a:lnTo>
                <a:lnTo>
                  <a:pt x="637680" y="1108853"/>
                </a:lnTo>
                <a:lnTo>
                  <a:pt x="637680" y="1119454"/>
                </a:lnTo>
                <a:moveTo>
                  <a:pt x="563356" y="1119454"/>
                </a:moveTo>
                <a:lnTo>
                  <a:pt x="520865" y="1119454"/>
                </a:lnTo>
                <a:lnTo>
                  <a:pt x="520865" y="1108853"/>
                </a:lnTo>
                <a:lnTo>
                  <a:pt x="563356" y="1108853"/>
                </a:lnTo>
                <a:lnTo>
                  <a:pt x="563356" y="1119454"/>
                </a:lnTo>
                <a:moveTo>
                  <a:pt x="489004" y="1119454"/>
                </a:moveTo>
                <a:lnTo>
                  <a:pt x="446513" y="1119454"/>
                </a:lnTo>
                <a:lnTo>
                  <a:pt x="446513" y="1108853"/>
                </a:lnTo>
                <a:lnTo>
                  <a:pt x="489004" y="1108853"/>
                </a:lnTo>
                <a:lnTo>
                  <a:pt x="489004" y="1119454"/>
                </a:lnTo>
                <a:moveTo>
                  <a:pt x="414652" y="1119454"/>
                </a:moveTo>
                <a:lnTo>
                  <a:pt x="372161" y="1119454"/>
                </a:lnTo>
                <a:lnTo>
                  <a:pt x="372161" y="1108853"/>
                </a:lnTo>
                <a:lnTo>
                  <a:pt x="414652" y="1108853"/>
                </a:lnTo>
                <a:lnTo>
                  <a:pt x="414652" y="1119454"/>
                </a:lnTo>
                <a:moveTo>
                  <a:pt x="340300" y="1119454"/>
                </a:moveTo>
                <a:lnTo>
                  <a:pt x="297809" y="1119454"/>
                </a:lnTo>
                <a:lnTo>
                  <a:pt x="297809" y="1108853"/>
                </a:lnTo>
                <a:lnTo>
                  <a:pt x="340300" y="1108853"/>
                </a:lnTo>
                <a:lnTo>
                  <a:pt x="340300" y="1119454"/>
                </a:lnTo>
                <a:moveTo>
                  <a:pt x="265948" y="1119454"/>
                </a:moveTo>
                <a:lnTo>
                  <a:pt x="223456" y="1119454"/>
                </a:lnTo>
                <a:lnTo>
                  <a:pt x="223456" y="1108853"/>
                </a:lnTo>
                <a:lnTo>
                  <a:pt x="265948" y="1108853"/>
                </a:lnTo>
                <a:lnTo>
                  <a:pt x="265948" y="1119454"/>
                </a:lnTo>
                <a:moveTo>
                  <a:pt x="191595" y="1119454"/>
                </a:moveTo>
                <a:lnTo>
                  <a:pt x="149133" y="1119454"/>
                </a:lnTo>
                <a:lnTo>
                  <a:pt x="149133" y="1108853"/>
                </a:lnTo>
                <a:lnTo>
                  <a:pt x="191595" y="1108853"/>
                </a:lnTo>
                <a:lnTo>
                  <a:pt x="191595" y="1119454"/>
                </a:lnTo>
                <a:moveTo>
                  <a:pt x="117272" y="1119454"/>
                </a:moveTo>
                <a:lnTo>
                  <a:pt x="74781" y="1119454"/>
                </a:lnTo>
                <a:lnTo>
                  <a:pt x="74781" y="1108853"/>
                </a:lnTo>
                <a:lnTo>
                  <a:pt x="117272" y="1108853"/>
                </a:lnTo>
                <a:lnTo>
                  <a:pt x="117272" y="1119454"/>
                </a:lnTo>
                <a:moveTo>
                  <a:pt x="41662" y="1111796"/>
                </a:moveTo>
                <a:cubicBezTo>
                  <a:pt x="27889" y="1104995"/>
                  <a:pt x="16516" y="1094108"/>
                  <a:pt x="9144" y="1080649"/>
                </a:cubicBezTo>
                <a:lnTo>
                  <a:pt x="18459" y="1075563"/>
                </a:lnTo>
                <a:cubicBezTo>
                  <a:pt x="24775" y="1087079"/>
                  <a:pt x="34547" y="1096451"/>
                  <a:pt x="46349" y="1102281"/>
                </a:cubicBezTo>
                <a:lnTo>
                  <a:pt x="41662" y="1111796"/>
                </a:lnTo>
                <a:moveTo>
                  <a:pt x="86" y="1047902"/>
                </a:moveTo>
                <a:lnTo>
                  <a:pt x="0" y="1044788"/>
                </a:lnTo>
                <a:lnTo>
                  <a:pt x="0" y="1005211"/>
                </a:lnTo>
                <a:lnTo>
                  <a:pt x="10630" y="1005211"/>
                </a:lnTo>
                <a:lnTo>
                  <a:pt x="10630" y="1044788"/>
                </a:lnTo>
                <a:lnTo>
                  <a:pt x="10687" y="1047474"/>
                </a:lnTo>
                <a:lnTo>
                  <a:pt x="86" y="1047902"/>
                </a:lnTo>
                <a:moveTo>
                  <a:pt x="0" y="973350"/>
                </a:moveTo>
                <a:lnTo>
                  <a:pt x="0" y="930859"/>
                </a:lnTo>
                <a:lnTo>
                  <a:pt x="10630" y="930859"/>
                </a:lnTo>
                <a:lnTo>
                  <a:pt x="10630" y="973350"/>
                </a:lnTo>
                <a:lnTo>
                  <a:pt x="0" y="973350"/>
                </a:lnTo>
                <a:moveTo>
                  <a:pt x="0" y="898998"/>
                </a:moveTo>
                <a:lnTo>
                  <a:pt x="0" y="856507"/>
                </a:lnTo>
                <a:lnTo>
                  <a:pt x="10630" y="856507"/>
                </a:lnTo>
                <a:lnTo>
                  <a:pt x="10630" y="898998"/>
                </a:lnTo>
                <a:lnTo>
                  <a:pt x="0" y="898998"/>
                </a:lnTo>
                <a:moveTo>
                  <a:pt x="0" y="824646"/>
                </a:moveTo>
                <a:lnTo>
                  <a:pt x="0" y="782155"/>
                </a:lnTo>
                <a:lnTo>
                  <a:pt x="10630" y="782155"/>
                </a:lnTo>
                <a:lnTo>
                  <a:pt x="10630" y="824646"/>
                </a:lnTo>
                <a:lnTo>
                  <a:pt x="0" y="824646"/>
                </a:lnTo>
                <a:moveTo>
                  <a:pt x="0" y="750294"/>
                </a:moveTo>
                <a:lnTo>
                  <a:pt x="0" y="707803"/>
                </a:lnTo>
                <a:lnTo>
                  <a:pt x="10630" y="707803"/>
                </a:lnTo>
                <a:lnTo>
                  <a:pt x="10630" y="750294"/>
                </a:lnTo>
                <a:lnTo>
                  <a:pt x="0" y="750294"/>
                </a:lnTo>
                <a:moveTo>
                  <a:pt x="0" y="675942"/>
                </a:moveTo>
                <a:lnTo>
                  <a:pt x="0" y="633451"/>
                </a:lnTo>
                <a:lnTo>
                  <a:pt x="10630" y="633451"/>
                </a:lnTo>
                <a:lnTo>
                  <a:pt x="10630" y="675942"/>
                </a:lnTo>
                <a:lnTo>
                  <a:pt x="0" y="675942"/>
                </a:lnTo>
                <a:moveTo>
                  <a:pt x="0" y="601589"/>
                </a:moveTo>
                <a:lnTo>
                  <a:pt x="0" y="559127"/>
                </a:lnTo>
                <a:lnTo>
                  <a:pt x="10630" y="559127"/>
                </a:lnTo>
                <a:lnTo>
                  <a:pt x="10630" y="601589"/>
                </a:lnTo>
                <a:lnTo>
                  <a:pt x="0" y="601589"/>
                </a:lnTo>
                <a:moveTo>
                  <a:pt x="0" y="527266"/>
                </a:moveTo>
                <a:lnTo>
                  <a:pt x="0" y="484775"/>
                </a:lnTo>
                <a:lnTo>
                  <a:pt x="10630" y="484775"/>
                </a:lnTo>
                <a:lnTo>
                  <a:pt x="10630" y="527266"/>
                </a:lnTo>
                <a:lnTo>
                  <a:pt x="0" y="527266"/>
                </a:lnTo>
                <a:moveTo>
                  <a:pt x="0" y="452914"/>
                </a:moveTo>
                <a:lnTo>
                  <a:pt x="0" y="410423"/>
                </a:lnTo>
                <a:lnTo>
                  <a:pt x="10630" y="410423"/>
                </a:lnTo>
                <a:lnTo>
                  <a:pt x="10630" y="452914"/>
                </a:lnTo>
                <a:lnTo>
                  <a:pt x="0" y="452914"/>
                </a:lnTo>
                <a:moveTo>
                  <a:pt x="0" y="378562"/>
                </a:moveTo>
                <a:lnTo>
                  <a:pt x="0" y="336071"/>
                </a:lnTo>
                <a:lnTo>
                  <a:pt x="10630" y="336071"/>
                </a:lnTo>
                <a:lnTo>
                  <a:pt x="10630" y="378562"/>
                </a:lnTo>
                <a:lnTo>
                  <a:pt x="0" y="378562"/>
                </a:lnTo>
                <a:moveTo>
                  <a:pt x="0" y="304209"/>
                </a:moveTo>
                <a:lnTo>
                  <a:pt x="0" y="261718"/>
                </a:lnTo>
                <a:lnTo>
                  <a:pt x="10630" y="261718"/>
                </a:lnTo>
                <a:lnTo>
                  <a:pt x="10630" y="304209"/>
                </a:lnTo>
                <a:lnTo>
                  <a:pt x="0" y="304209"/>
                </a:lnTo>
                <a:moveTo>
                  <a:pt x="0" y="229857"/>
                </a:moveTo>
                <a:lnTo>
                  <a:pt x="0" y="187366"/>
                </a:lnTo>
                <a:lnTo>
                  <a:pt x="10630" y="187366"/>
                </a:lnTo>
                <a:lnTo>
                  <a:pt x="10630" y="229857"/>
                </a:lnTo>
                <a:lnTo>
                  <a:pt x="0" y="229857"/>
                </a:lnTo>
                <a:moveTo>
                  <a:pt x="0" y="155505"/>
                </a:moveTo>
                <a:lnTo>
                  <a:pt x="0" y="113043"/>
                </a:lnTo>
                <a:lnTo>
                  <a:pt x="10630" y="113043"/>
                </a:lnTo>
                <a:lnTo>
                  <a:pt x="10630" y="155505"/>
                </a:lnTo>
                <a:lnTo>
                  <a:pt x="0" y="155505"/>
                </a:lnTo>
                <a:moveTo>
                  <a:pt x="0" y="81182"/>
                </a:moveTo>
                <a:lnTo>
                  <a:pt x="0" y="74666"/>
                </a:lnTo>
                <a:cubicBezTo>
                  <a:pt x="0" y="58722"/>
                  <a:pt x="5029" y="43863"/>
                  <a:pt x="13545" y="31747"/>
                </a:cubicBezTo>
                <a:lnTo>
                  <a:pt x="22231" y="37862"/>
                </a:lnTo>
                <a:cubicBezTo>
                  <a:pt x="14916" y="48263"/>
                  <a:pt x="10630" y="60922"/>
                  <a:pt x="10630" y="74666"/>
                </a:cubicBezTo>
                <a:lnTo>
                  <a:pt x="10630" y="81182"/>
                </a:lnTo>
                <a:lnTo>
                  <a:pt x="0" y="81182"/>
                </a:lnTo>
              </a:path>
            </a:pathLst>
          </a:custGeom>
          <a:solidFill xmlns:a="http://schemas.openxmlformats.org/drawingml/2006/main">
            <a:srgbClr val="B2B4B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84f773f7e478c"/>
          <a:stretch xmlns:a="http://schemas.openxmlformats.org/drawingml/2006/main"/>
        </p:blipFill>
        <p:spPr>
          <a:xfrm xmlns:a="http://schemas.openxmlformats.org/drawingml/2006/main">
            <a:off x="12257728" y="348958"/>
            <a:ext cx="229036" cy="235772"/>
          </a:xfrm>
          <a:prstGeom xmlns:a="http://schemas.openxmlformats.org/drawingml/2006/main" prst="rect">
            <a:avLst/>
          </a:prstGeom>
        </p:spPr>
      </p:pic>
      <p:sp>
        <p:nvSpPr>
          <p:cNvPr id="53" name="Text Third-party">
            <a:extLst xmlns:a="http://schemas.openxmlformats.org/drawingml/2006/main">
              <a:ext uri="{FF2B5EF4-FFF2-40B4-BE49-F238E27FC236}">
                <a16:creationId xmlns:a16="http://schemas.microsoft.com/office/drawing/2014/main" id="{6BEB531F-3EE4-47E0-8F5E-D09CAEC3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839" y="394967"/>
            <a:ext cx="1022998" cy="178483"/>
          </a:xfrm>
          <a:custGeom xmlns:a="http://schemas.openxmlformats.org/drawingml/2006/main">
            <a:pathLst>
              <a:path w="1022998" h="178483">
                <a:moveTo>
                  <a:pt x="76826" y="110137"/>
                </a:moveTo>
                <a:cubicBezTo>
                  <a:pt x="76826" y="117797"/>
                  <a:pt x="77915" y="122546"/>
                  <a:pt x="80093" y="124384"/>
                </a:cubicBezTo>
                <a:cubicBezTo>
                  <a:pt x="82271" y="126222"/>
                  <a:pt x="87374" y="127265"/>
                  <a:pt x="95402" y="127514"/>
                </a:cubicBezTo>
                <a:cubicBezTo>
                  <a:pt x="95900" y="128012"/>
                  <a:pt x="96149" y="129101"/>
                  <a:pt x="96149" y="130782"/>
                </a:cubicBezTo>
                <a:cubicBezTo>
                  <a:pt x="96149" y="132462"/>
                  <a:pt x="95900" y="133551"/>
                  <a:pt x="95402" y="134049"/>
                </a:cubicBezTo>
                <a:cubicBezTo>
                  <a:pt x="82645" y="133800"/>
                  <a:pt x="71879" y="133675"/>
                  <a:pt x="63104" y="133675"/>
                </a:cubicBezTo>
                <a:cubicBezTo>
                  <a:pt x="54578" y="133675"/>
                  <a:pt x="44061" y="133800"/>
                  <a:pt x="31552" y="134049"/>
                </a:cubicBezTo>
                <a:cubicBezTo>
                  <a:pt x="31054" y="133551"/>
                  <a:pt x="30805" y="132477"/>
                  <a:pt x="30805" y="130828"/>
                </a:cubicBezTo>
                <a:cubicBezTo>
                  <a:pt x="30805" y="129179"/>
                  <a:pt x="31054" y="128074"/>
                  <a:pt x="31552" y="127514"/>
                </a:cubicBezTo>
                <a:cubicBezTo>
                  <a:pt x="39580" y="127265"/>
                  <a:pt x="44683" y="126222"/>
                  <a:pt x="46861" y="124384"/>
                </a:cubicBezTo>
                <a:cubicBezTo>
                  <a:pt x="49039" y="122546"/>
                  <a:pt x="50128" y="117797"/>
                  <a:pt x="50128" y="110137"/>
                </a:cubicBezTo>
                <a:lnTo>
                  <a:pt x="50128" y="36890"/>
                </a:lnTo>
                <a:cubicBezTo>
                  <a:pt x="50128" y="30661"/>
                  <a:pt x="49459" y="25943"/>
                  <a:pt x="48121" y="22736"/>
                </a:cubicBezTo>
                <a:cubicBezTo>
                  <a:pt x="46783" y="19527"/>
                  <a:pt x="44434" y="17923"/>
                  <a:pt x="41073" y="17923"/>
                </a:cubicBezTo>
                <a:lnTo>
                  <a:pt x="31739" y="17923"/>
                </a:lnTo>
                <a:cubicBezTo>
                  <a:pt x="25266" y="17923"/>
                  <a:pt x="20086" y="19455"/>
                  <a:pt x="16196" y="22520"/>
                </a:cubicBezTo>
                <a:cubicBezTo>
                  <a:pt x="12306" y="25583"/>
                  <a:pt x="9397" y="30834"/>
                  <a:pt x="7468" y="38273"/>
                </a:cubicBezTo>
                <a:cubicBezTo>
                  <a:pt x="4170" y="38273"/>
                  <a:pt x="1680" y="37962"/>
                  <a:pt x="0" y="37339"/>
                </a:cubicBezTo>
                <a:cubicBezTo>
                  <a:pt x="2552" y="26352"/>
                  <a:pt x="4138" y="17018"/>
                  <a:pt x="4761" y="9338"/>
                </a:cubicBezTo>
                <a:cubicBezTo>
                  <a:pt x="4761" y="8962"/>
                  <a:pt x="5041" y="8775"/>
                  <a:pt x="5601" y="8775"/>
                </a:cubicBezTo>
                <a:cubicBezTo>
                  <a:pt x="18483" y="9770"/>
                  <a:pt x="33325" y="10268"/>
                  <a:pt x="50128" y="10268"/>
                </a:cubicBezTo>
                <a:lnTo>
                  <a:pt x="77013" y="10268"/>
                </a:lnTo>
                <a:cubicBezTo>
                  <a:pt x="93940" y="10268"/>
                  <a:pt x="108222" y="9770"/>
                  <a:pt x="119860" y="8775"/>
                </a:cubicBezTo>
                <a:cubicBezTo>
                  <a:pt x="120233" y="8775"/>
                  <a:pt x="120420" y="8961"/>
                  <a:pt x="120420" y="9335"/>
                </a:cubicBezTo>
                <a:cubicBezTo>
                  <a:pt x="120544" y="17874"/>
                  <a:pt x="121384" y="27022"/>
                  <a:pt x="122940" y="36776"/>
                </a:cubicBezTo>
                <a:cubicBezTo>
                  <a:pt x="121509" y="37401"/>
                  <a:pt x="119020" y="37713"/>
                  <a:pt x="115472" y="37713"/>
                </a:cubicBezTo>
                <a:cubicBezTo>
                  <a:pt x="113917" y="30523"/>
                  <a:pt x="111101" y="25428"/>
                  <a:pt x="107024" y="22427"/>
                </a:cubicBezTo>
                <a:cubicBezTo>
                  <a:pt x="102948" y="19424"/>
                  <a:pt x="97238" y="17923"/>
                  <a:pt x="89895" y="17923"/>
                </a:cubicBezTo>
                <a:lnTo>
                  <a:pt x="85694" y="17923"/>
                </a:lnTo>
                <a:cubicBezTo>
                  <a:pt x="82396" y="17923"/>
                  <a:pt x="80093" y="19543"/>
                  <a:pt x="78786" y="22783"/>
                </a:cubicBezTo>
                <a:cubicBezTo>
                  <a:pt x="77479" y="26021"/>
                  <a:pt x="76826" y="30910"/>
                  <a:pt x="76826" y="37450"/>
                </a:cubicBezTo>
                <a:lnTo>
                  <a:pt x="76826" y="110137"/>
                </a:lnTo>
                <a:close/>
                <a:moveTo>
                  <a:pt x="225036" y="109218"/>
                </a:moveTo>
                <a:cubicBezTo>
                  <a:pt x="225036" y="116997"/>
                  <a:pt x="225969" y="121929"/>
                  <a:pt x="227836" y="124014"/>
                </a:cubicBezTo>
                <a:cubicBezTo>
                  <a:pt x="229703" y="126099"/>
                  <a:pt x="233686" y="127265"/>
                  <a:pt x="239785" y="127514"/>
                </a:cubicBezTo>
                <a:cubicBezTo>
                  <a:pt x="240407" y="128012"/>
                  <a:pt x="240718" y="129101"/>
                  <a:pt x="240718" y="130782"/>
                </a:cubicBezTo>
                <a:cubicBezTo>
                  <a:pt x="240718" y="132462"/>
                  <a:pt x="240407" y="133551"/>
                  <a:pt x="239785" y="134049"/>
                </a:cubicBezTo>
                <a:cubicBezTo>
                  <a:pt x="228832" y="133800"/>
                  <a:pt x="219777" y="133675"/>
                  <a:pt x="212620" y="133675"/>
                </a:cubicBezTo>
                <a:cubicBezTo>
                  <a:pt x="207766" y="133675"/>
                  <a:pt x="199987" y="133800"/>
                  <a:pt x="189283" y="134049"/>
                </a:cubicBezTo>
                <a:cubicBezTo>
                  <a:pt x="188661" y="133551"/>
                  <a:pt x="188350" y="132477"/>
                  <a:pt x="188350" y="130828"/>
                </a:cubicBezTo>
                <a:cubicBezTo>
                  <a:pt x="188350" y="129179"/>
                  <a:pt x="188661" y="128074"/>
                  <a:pt x="189283" y="127514"/>
                </a:cubicBezTo>
                <a:cubicBezTo>
                  <a:pt x="193515" y="127265"/>
                  <a:pt x="196393" y="126036"/>
                  <a:pt x="197918" y="123827"/>
                </a:cubicBezTo>
                <a:cubicBezTo>
                  <a:pt x="199443" y="121618"/>
                  <a:pt x="200205" y="116748"/>
                  <a:pt x="200205" y="109218"/>
                </a:cubicBezTo>
                <a:lnTo>
                  <a:pt x="200205" y="77293"/>
                </a:lnTo>
                <a:cubicBezTo>
                  <a:pt x="200205" y="67709"/>
                  <a:pt x="195444" y="62917"/>
                  <a:pt x="185923" y="62917"/>
                </a:cubicBezTo>
                <a:cubicBezTo>
                  <a:pt x="181753" y="62917"/>
                  <a:pt x="175810" y="65375"/>
                  <a:pt x="168093" y="70292"/>
                </a:cubicBezTo>
                <a:lnTo>
                  <a:pt x="168093" y="109405"/>
                </a:lnTo>
                <a:cubicBezTo>
                  <a:pt x="168093" y="116935"/>
                  <a:pt x="168824" y="121773"/>
                  <a:pt x="170287" y="123920"/>
                </a:cubicBezTo>
                <a:cubicBezTo>
                  <a:pt x="171749" y="126067"/>
                  <a:pt x="174659" y="127265"/>
                  <a:pt x="179015" y="127514"/>
                </a:cubicBezTo>
                <a:cubicBezTo>
                  <a:pt x="179637" y="128012"/>
                  <a:pt x="179948" y="129101"/>
                  <a:pt x="179948" y="130782"/>
                </a:cubicBezTo>
                <a:cubicBezTo>
                  <a:pt x="179948" y="132462"/>
                  <a:pt x="179637" y="133551"/>
                  <a:pt x="179015" y="134049"/>
                </a:cubicBezTo>
                <a:cubicBezTo>
                  <a:pt x="168062" y="133800"/>
                  <a:pt x="160283" y="133675"/>
                  <a:pt x="155678" y="133675"/>
                </a:cubicBezTo>
                <a:cubicBezTo>
                  <a:pt x="148272" y="133675"/>
                  <a:pt x="139217" y="133800"/>
                  <a:pt x="128513" y="134049"/>
                </a:cubicBezTo>
                <a:cubicBezTo>
                  <a:pt x="127891" y="133551"/>
                  <a:pt x="127580" y="132477"/>
                  <a:pt x="127580" y="130828"/>
                </a:cubicBezTo>
                <a:cubicBezTo>
                  <a:pt x="127580" y="129179"/>
                  <a:pt x="127891" y="128074"/>
                  <a:pt x="128513" y="127514"/>
                </a:cubicBezTo>
                <a:cubicBezTo>
                  <a:pt x="134612" y="127265"/>
                  <a:pt x="138595" y="126098"/>
                  <a:pt x="140462" y="124011"/>
                </a:cubicBezTo>
                <a:cubicBezTo>
                  <a:pt x="142329" y="121924"/>
                  <a:pt x="143262" y="117051"/>
                  <a:pt x="143262" y="109390"/>
                </a:cubicBezTo>
                <a:lnTo>
                  <a:pt x="143262" y="25589"/>
                </a:lnTo>
                <a:cubicBezTo>
                  <a:pt x="143262" y="19236"/>
                  <a:pt x="142624" y="15374"/>
                  <a:pt x="141349" y="14005"/>
                </a:cubicBezTo>
                <a:cubicBezTo>
                  <a:pt x="140073" y="12634"/>
                  <a:pt x="136386" y="11700"/>
                  <a:pt x="130287" y="11202"/>
                </a:cubicBezTo>
                <a:cubicBezTo>
                  <a:pt x="129291" y="9370"/>
                  <a:pt x="129073" y="7316"/>
                  <a:pt x="129633" y="5041"/>
                </a:cubicBezTo>
                <a:cubicBezTo>
                  <a:pt x="145440" y="4419"/>
                  <a:pt x="157420" y="2738"/>
                  <a:pt x="165573" y="0"/>
                </a:cubicBezTo>
                <a:cubicBezTo>
                  <a:pt x="167626" y="0"/>
                  <a:pt x="168653" y="840"/>
                  <a:pt x="168653" y="2520"/>
                </a:cubicBezTo>
                <a:cubicBezTo>
                  <a:pt x="168280" y="7264"/>
                  <a:pt x="168093" y="13787"/>
                  <a:pt x="168093" y="22092"/>
                </a:cubicBezTo>
                <a:lnTo>
                  <a:pt x="168093" y="62634"/>
                </a:lnTo>
                <a:cubicBezTo>
                  <a:pt x="182718" y="53363"/>
                  <a:pt x="193235" y="48728"/>
                  <a:pt x="199645" y="48728"/>
                </a:cubicBezTo>
                <a:cubicBezTo>
                  <a:pt x="216572" y="48728"/>
                  <a:pt x="225036" y="58934"/>
                  <a:pt x="225036" y="79346"/>
                </a:cubicBezTo>
                <a:lnTo>
                  <a:pt x="225036" y="109218"/>
                </a:lnTo>
                <a:close/>
                <a:moveTo>
                  <a:pt x="286844" y="110294"/>
                </a:moveTo>
                <a:cubicBezTo>
                  <a:pt x="286844" y="117968"/>
                  <a:pt x="287606" y="122664"/>
                  <a:pt x="289131" y="124381"/>
                </a:cubicBezTo>
                <a:cubicBezTo>
                  <a:pt x="290656" y="126097"/>
                  <a:pt x="294499" y="127141"/>
                  <a:pt x="300660" y="127514"/>
                </a:cubicBezTo>
                <a:cubicBezTo>
                  <a:pt x="301158" y="128012"/>
                  <a:pt x="301406" y="129101"/>
                  <a:pt x="301406" y="130782"/>
                </a:cubicBezTo>
                <a:cubicBezTo>
                  <a:pt x="301406" y="132462"/>
                  <a:pt x="301158" y="133551"/>
                  <a:pt x="300660" y="134049"/>
                </a:cubicBezTo>
                <a:cubicBezTo>
                  <a:pt x="289707" y="133800"/>
                  <a:pt x="280963" y="133675"/>
                  <a:pt x="274429" y="133675"/>
                </a:cubicBezTo>
                <a:cubicBezTo>
                  <a:pt x="267645" y="133675"/>
                  <a:pt x="258902" y="133800"/>
                  <a:pt x="248198" y="134049"/>
                </a:cubicBezTo>
                <a:cubicBezTo>
                  <a:pt x="247700" y="133551"/>
                  <a:pt x="247451" y="132477"/>
                  <a:pt x="247451" y="130828"/>
                </a:cubicBezTo>
                <a:cubicBezTo>
                  <a:pt x="247451" y="129179"/>
                  <a:pt x="247700" y="128074"/>
                  <a:pt x="248198" y="127514"/>
                </a:cubicBezTo>
                <a:cubicBezTo>
                  <a:pt x="254296" y="127015"/>
                  <a:pt x="258124" y="125938"/>
                  <a:pt x="259680" y="124285"/>
                </a:cubicBezTo>
                <a:cubicBezTo>
                  <a:pt x="261235" y="122632"/>
                  <a:pt x="262013" y="117968"/>
                  <a:pt x="262013" y="110292"/>
                </a:cubicBezTo>
                <a:lnTo>
                  <a:pt x="262013" y="73503"/>
                </a:lnTo>
                <a:cubicBezTo>
                  <a:pt x="262013" y="68136"/>
                  <a:pt x="261282" y="64688"/>
                  <a:pt x="259820" y="63159"/>
                </a:cubicBezTo>
                <a:cubicBezTo>
                  <a:pt x="258357" y="61631"/>
                  <a:pt x="254950" y="60616"/>
                  <a:pt x="249598" y="60117"/>
                </a:cubicBezTo>
                <a:cubicBezTo>
                  <a:pt x="248851" y="57690"/>
                  <a:pt x="248727" y="55636"/>
                  <a:pt x="249225" y="53956"/>
                </a:cubicBezTo>
                <a:cubicBezTo>
                  <a:pt x="269512" y="51326"/>
                  <a:pt x="280839" y="49584"/>
                  <a:pt x="283203" y="48728"/>
                </a:cubicBezTo>
                <a:cubicBezTo>
                  <a:pt x="286128" y="48728"/>
                  <a:pt x="287591" y="49798"/>
                  <a:pt x="287591" y="51937"/>
                </a:cubicBezTo>
                <a:cubicBezTo>
                  <a:pt x="287591" y="52059"/>
                  <a:pt x="287591" y="52259"/>
                  <a:pt x="287591" y="52535"/>
                </a:cubicBezTo>
                <a:cubicBezTo>
                  <a:pt x="287591" y="52809"/>
                  <a:pt x="287560" y="53363"/>
                  <a:pt x="287498" y="54198"/>
                </a:cubicBezTo>
                <a:cubicBezTo>
                  <a:pt x="287435" y="55032"/>
                  <a:pt x="287373" y="55901"/>
                  <a:pt x="287311" y="56806"/>
                </a:cubicBezTo>
                <a:cubicBezTo>
                  <a:pt x="287249" y="57710"/>
                  <a:pt x="287186" y="58817"/>
                  <a:pt x="287124" y="60128"/>
                </a:cubicBezTo>
                <a:cubicBezTo>
                  <a:pt x="287062" y="61439"/>
                  <a:pt x="287015" y="62703"/>
                  <a:pt x="286984" y="63921"/>
                </a:cubicBezTo>
                <a:cubicBezTo>
                  <a:pt x="286953" y="65136"/>
                  <a:pt x="286922" y="66477"/>
                  <a:pt x="286891" y="67943"/>
                </a:cubicBezTo>
                <a:cubicBezTo>
                  <a:pt x="286860" y="69410"/>
                  <a:pt x="286844" y="70798"/>
                  <a:pt x="286844" y="72109"/>
                </a:cubicBezTo>
                <a:lnTo>
                  <a:pt x="286844" y="110294"/>
                </a:lnTo>
                <a:moveTo>
                  <a:pt x="261080" y="19554"/>
                </a:moveTo>
                <a:cubicBezTo>
                  <a:pt x="261080" y="16368"/>
                  <a:pt x="262247" y="13589"/>
                  <a:pt x="264580" y="11216"/>
                </a:cubicBezTo>
                <a:cubicBezTo>
                  <a:pt x="266914" y="8842"/>
                  <a:pt x="270197" y="7655"/>
                  <a:pt x="274429" y="7655"/>
                </a:cubicBezTo>
                <a:cubicBezTo>
                  <a:pt x="278100" y="7655"/>
                  <a:pt x="281088" y="8966"/>
                  <a:pt x="283390" y="11590"/>
                </a:cubicBezTo>
                <a:cubicBezTo>
                  <a:pt x="285693" y="14213"/>
                  <a:pt x="286844" y="17150"/>
                  <a:pt x="286844" y="20400"/>
                </a:cubicBezTo>
                <a:cubicBezTo>
                  <a:pt x="286844" y="23210"/>
                  <a:pt x="285568" y="25896"/>
                  <a:pt x="283017" y="28457"/>
                </a:cubicBezTo>
                <a:cubicBezTo>
                  <a:pt x="280465" y="31018"/>
                  <a:pt x="277229" y="32299"/>
                  <a:pt x="273309" y="32299"/>
                </a:cubicBezTo>
                <a:cubicBezTo>
                  <a:pt x="269637" y="32299"/>
                  <a:pt x="266681" y="31002"/>
                  <a:pt x="264440" y="28410"/>
                </a:cubicBezTo>
                <a:cubicBezTo>
                  <a:pt x="262200" y="25818"/>
                  <a:pt x="261080" y="22866"/>
                  <a:pt x="261080" y="19554"/>
                </a:cubicBezTo>
                <a:close/>
                <a:moveTo>
                  <a:pt x="347695" y="82357"/>
                </a:moveTo>
                <a:lnTo>
                  <a:pt x="347695" y="110312"/>
                </a:lnTo>
                <a:cubicBezTo>
                  <a:pt x="347695" y="117978"/>
                  <a:pt x="348457" y="122669"/>
                  <a:pt x="349982" y="124384"/>
                </a:cubicBezTo>
                <a:cubicBezTo>
                  <a:pt x="351506" y="126098"/>
                  <a:pt x="355318" y="127141"/>
                  <a:pt x="361417" y="127514"/>
                </a:cubicBezTo>
                <a:cubicBezTo>
                  <a:pt x="361915" y="128012"/>
                  <a:pt x="362179" y="129101"/>
                  <a:pt x="362210" y="130782"/>
                </a:cubicBezTo>
                <a:cubicBezTo>
                  <a:pt x="362242" y="132462"/>
                  <a:pt x="361977" y="133551"/>
                  <a:pt x="361417" y="134049"/>
                </a:cubicBezTo>
                <a:cubicBezTo>
                  <a:pt x="350464" y="133800"/>
                  <a:pt x="341751" y="133675"/>
                  <a:pt x="335279" y="133675"/>
                </a:cubicBezTo>
                <a:cubicBezTo>
                  <a:pt x="328496" y="133675"/>
                  <a:pt x="319752" y="133800"/>
                  <a:pt x="309048" y="134049"/>
                </a:cubicBezTo>
                <a:cubicBezTo>
                  <a:pt x="308550" y="133551"/>
                  <a:pt x="308302" y="132477"/>
                  <a:pt x="308302" y="130828"/>
                </a:cubicBezTo>
                <a:cubicBezTo>
                  <a:pt x="308302" y="129179"/>
                  <a:pt x="308550" y="128074"/>
                  <a:pt x="309048" y="127514"/>
                </a:cubicBezTo>
                <a:cubicBezTo>
                  <a:pt x="315147" y="127016"/>
                  <a:pt x="318974" y="125941"/>
                  <a:pt x="320530" y="124288"/>
                </a:cubicBezTo>
                <a:cubicBezTo>
                  <a:pt x="322086" y="122633"/>
                  <a:pt x="322864" y="117968"/>
                  <a:pt x="322864" y="110292"/>
                </a:cubicBezTo>
                <a:lnTo>
                  <a:pt x="322864" y="74437"/>
                </a:lnTo>
                <a:cubicBezTo>
                  <a:pt x="322864" y="69069"/>
                  <a:pt x="322102" y="65590"/>
                  <a:pt x="320577" y="63999"/>
                </a:cubicBezTo>
                <a:cubicBezTo>
                  <a:pt x="319052" y="62408"/>
                  <a:pt x="315676" y="61363"/>
                  <a:pt x="310449" y="60863"/>
                </a:cubicBezTo>
                <a:cubicBezTo>
                  <a:pt x="309702" y="58561"/>
                  <a:pt x="309546" y="56569"/>
                  <a:pt x="309982" y="54889"/>
                </a:cubicBezTo>
                <a:cubicBezTo>
                  <a:pt x="317387" y="54154"/>
                  <a:pt x="327967" y="52100"/>
                  <a:pt x="341720" y="48728"/>
                </a:cubicBezTo>
                <a:cubicBezTo>
                  <a:pt x="344396" y="48728"/>
                  <a:pt x="345890" y="49817"/>
                  <a:pt x="346201" y="51995"/>
                </a:cubicBezTo>
                <a:cubicBezTo>
                  <a:pt x="346823" y="58218"/>
                  <a:pt x="347259" y="63228"/>
                  <a:pt x="347508" y="67024"/>
                </a:cubicBezTo>
                <a:lnTo>
                  <a:pt x="348255" y="67024"/>
                </a:lnTo>
                <a:cubicBezTo>
                  <a:pt x="356781" y="54765"/>
                  <a:pt x="364373" y="48666"/>
                  <a:pt x="371032" y="48728"/>
                </a:cubicBezTo>
                <a:cubicBezTo>
                  <a:pt x="374330" y="48728"/>
                  <a:pt x="377255" y="49860"/>
                  <a:pt x="379807" y="52124"/>
                </a:cubicBezTo>
                <a:cubicBezTo>
                  <a:pt x="382358" y="54385"/>
                  <a:pt x="383634" y="56787"/>
                  <a:pt x="383634" y="59329"/>
                </a:cubicBezTo>
                <a:cubicBezTo>
                  <a:pt x="383634" y="63234"/>
                  <a:pt x="382514" y="66520"/>
                  <a:pt x="380273" y="69186"/>
                </a:cubicBezTo>
                <a:cubicBezTo>
                  <a:pt x="378033" y="71852"/>
                  <a:pt x="375481" y="73185"/>
                  <a:pt x="372619" y="73185"/>
                </a:cubicBezTo>
                <a:cubicBezTo>
                  <a:pt x="368574" y="73185"/>
                  <a:pt x="365493" y="72142"/>
                  <a:pt x="363377" y="70055"/>
                </a:cubicBezTo>
                <a:cubicBezTo>
                  <a:pt x="363128" y="69810"/>
                  <a:pt x="362786" y="69473"/>
                  <a:pt x="362350" y="69043"/>
                </a:cubicBezTo>
                <a:cubicBezTo>
                  <a:pt x="361915" y="68613"/>
                  <a:pt x="361573" y="68276"/>
                  <a:pt x="361324" y="68031"/>
                </a:cubicBezTo>
                <a:cubicBezTo>
                  <a:pt x="361075" y="67784"/>
                  <a:pt x="360764" y="67522"/>
                  <a:pt x="360390" y="67246"/>
                </a:cubicBezTo>
                <a:cubicBezTo>
                  <a:pt x="360017" y="66970"/>
                  <a:pt x="359674" y="66771"/>
                  <a:pt x="359363" y="66648"/>
                </a:cubicBezTo>
                <a:cubicBezTo>
                  <a:pt x="359052" y="66526"/>
                  <a:pt x="358710" y="66464"/>
                  <a:pt x="358336" y="66464"/>
                </a:cubicBezTo>
                <a:cubicBezTo>
                  <a:pt x="356532" y="66464"/>
                  <a:pt x="354509" y="67555"/>
                  <a:pt x="352269" y="69737"/>
                </a:cubicBezTo>
                <a:cubicBezTo>
                  <a:pt x="350775" y="71171"/>
                  <a:pt x="349639" y="72838"/>
                  <a:pt x="348862" y="74740"/>
                </a:cubicBezTo>
                <a:cubicBezTo>
                  <a:pt x="348084" y="76640"/>
                  <a:pt x="347695" y="79179"/>
                  <a:pt x="347695" y="82357"/>
                </a:cubicBezTo>
                <a:close/>
                <a:moveTo>
                  <a:pt x="452047" y="115432"/>
                </a:moveTo>
                <a:cubicBezTo>
                  <a:pt x="452047" y="114868"/>
                  <a:pt x="452032" y="114320"/>
                  <a:pt x="452000" y="113789"/>
                </a:cubicBezTo>
                <a:cubicBezTo>
                  <a:pt x="451969" y="113256"/>
                  <a:pt x="451954" y="112724"/>
                  <a:pt x="451954" y="112193"/>
                </a:cubicBezTo>
                <a:cubicBezTo>
                  <a:pt x="451954" y="111661"/>
                  <a:pt x="451954" y="111112"/>
                  <a:pt x="451954" y="110548"/>
                </a:cubicBezTo>
                <a:lnTo>
                  <a:pt x="451954" y="63235"/>
                </a:lnTo>
                <a:cubicBezTo>
                  <a:pt x="449838" y="60357"/>
                  <a:pt x="447675" y="58496"/>
                  <a:pt x="445466" y="57652"/>
                </a:cubicBezTo>
                <a:cubicBezTo>
                  <a:pt x="443257" y="56806"/>
                  <a:pt x="440627" y="56383"/>
                  <a:pt x="437578" y="56383"/>
                </a:cubicBezTo>
                <a:cubicBezTo>
                  <a:pt x="431479" y="56383"/>
                  <a:pt x="426781" y="59136"/>
                  <a:pt x="423482" y="64644"/>
                </a:cubicBezTo>
                <a:cubicBezTo>
                  <a:pt x="420309" y="69901"/>
                  <a:pt x="418691" y="78224"/>
                  <a:pt x="418628" y="89615"/>
                </a:cubicBezTo>
                <a:cubicBezTo>
                  <a:pt x="418628" y="100379"/>
                  <a:pt x="420231" y="108609"/>
                  <a:pt x="423436" y="114306"/>
                </a:cubicBezTo>
                <a:cubicBezTo>
                  <a:pt x="426641" y="120000"/>
                  <a:pt x="430733" y="122847"/>
                  <a:pt x="435711" y="122847"/>
                </a:cubicBezTo>
                <a:cubicBezTo>
                  <a:pt x="436271" y="122847"/>
                  <a:pt x="437251" y="122613"/>
                  <a:pt x="438652" y="122144"/>
                </a:cubicBezTo>
                <a:cubicBezTo>
                  <a:pt x="440052" y="121673"/>
                  <a:pt x="441561" y="121078"/>
                  <a:pt x="443179" y="120359"/>
                </a:cubicBezTo>
                <a:cubicBezTo>
                  <a:pt x="444797" y="119639"/>
                  <a:pt x="446446" y="118826"/>
                  <a:pt x="448127" y="117920"/>
                </a:cubicBezTo>
                <a:cubicBezTo>
                  <a:pt x="449807" y="117012"/>
                  <a:pt x="451114" y="116182"/>
                  <a:pt x="452047" y="115432"/>
                </a:cubicBezTo>
                <a:moveTo>
                  <a:pt x="452607" y="124434"/>
                </a:moveTo>
                <a:lnTo>
                  <a:pt x="451020" y="124434"/>
                </a:lnTo>
                <a:cubicBezTo>
                  <a:pt x="447846" y="126629"/>
                  <a:pt x="443739" y="129030"/>
                  <a:pt x="438698" y="131636"/>
                </a:cubicBezTo>
                <a:cubicBezTo>
                  <a:pt x="433657" y="134240"/>
                  <a:pt x="429986" y="135542"/>
                  <a:pt x="427683" y="135542"/>
                </a:cubicBezTo>
                <a:cubicBezTo>
                  <a:pt x="422705" y="135542"/>
                  <a:pt x="418691" y="134947"/>
                  <a:pt x="415641" y="133757"/>
                </a:cubicBezTo>
                <a:cubicBezTo>
                  <a:pt x="412592" y="132567"/>
                  <a:pt x="409138" y="130469"/>
                  <a:pt x="405279" y="127465"/>
                </a:cubicBezTo>
                <a:cubicBezTo>
                  <a:pt x="400799" y="124021"/>
                  <a:pt x="397454" y="119387"/>
                  <a:pt x="395244" y="113565"/>
                </a:cubicBezTo>
                <a:cubicBezTo>
                  <a:pt x="393035" y="107740"/>
                  <a:pt x="391931" y="101728"/>
                  <a:pt x="391931" y="95528"/>
                </a:cubicBezTo>
                <a:cubicBezTo>
                  <a:pt x="391931" y="82935"/>
                  <a:pt x="396551" y="71987"/>
                  <a:pt x="405793" y="62684"/>
                </a:cubicBezTo>
                <a:cubicBezTo>
                  <a:pt x="415034" y="53380"/>
                  <a:pt x="425816" y="48728"/>
                  <a:pt x="438138" y="48728"/>
                </a:cubicBezTo>
                <a:cubicBezTo>
                  <a:pt x="443241" y="48728"/>
                  <a:pt x="447846" y="49444"/>
                  <a:pt x="451954" y="50875"/>
                </a:cubicBezTo>
                <a:lnTo>
                  <a:pt x="451954" y="25837"/>
                </a:lnTo>
                <a:cubicBezTo>
                  <a:pt x="451954" y="19332"/>
                  <a:pt x="451316" y="15439"/>
                  <a:pt x="450040" y="14157"/>
                </a:cubicBezTo>
                <a:cubicBezTo>
                  <a:pt x="448764" y="12873"/>
                  <a:pt x="445077" y="11951"/>
                  <a:pt x="438978" y="11389"/>
                </a:cubicBezTo>
                <a:cubicBezTo>
                  <a:pt x="437983" y="9559"/>
                  <a:pt x="437765" y="7380"/>
                  <a:pt x="438325" y="4854"/>
                </a:cubicBezTo>
                <a:cubicBezTo>
                  <a:pt x="454132" y="4255"/>
                  <a:pt x="466112" y="2637"/>
                  <a:pt x="474264" y="0"/>
                </a:cubicBezTo>
                <a:cubicBezTo>
                  <a:pt x="476318" y="0"/>
                  <a:pt x="477345" y="809"/>
                  <a:pt x="477345" y="2427"/>
                </a:cubicBezTo>
                <a:cubicBezTo>
                  <a:pt x="476971" y="7165"/>
                  <a:pt x="476785" y="13678"/>
                  <a:pt x="476785" y="21966"/>
                </a:cubicBezTo>
                <a:lnTo>
                  <a:pt x="476785" y="108168"/>
                </a:lnTo>
                <a:cubicBezTo>
                  <a:pt x="476785" y="113652"/>
                  <a:pt x="477578" y="117376"/>
                  <a:pt x="479165" y="119341"/>
                </a:cubicBezTo>
                <a:cubicBezTo>
                  <a:pt x="480752" y="121305"/>
                  <a:pt x="484097" y="122536"/>
                  <a:pt x="489200" y="123034"/>
                </a:cubicBezTo>
                <a:cubicBezTo>
                  <a:pt x="489947" y="125461"/>
                  <a:pt x="490071" y="127514"/>
                  <a:pt x="489573" y="129195"/>
                </a:cubicBezTo>
                <a:cubicBezTo>
                  <a:pt x="478745" y="130647"/>
                  <a:pt x="468165" y="132763"/>
                  <a:pt x="457835" y="135542"/>
                </a:cubicBezTo>
                <a:cubicBezTo>
                  <a:pt x="455034" y="135542"/>
                  <a:pt x="453572" y="134476"/>
                  <a:pt x="453447" y="132342"/>
                </a:cubicBezTo>
                <a:cubicBezTo>
                  <a:pt x="453136" y="130082"/>
                  <a:pt x="452856" y="127446"/>
                  <a:pt x="452607" y="124434"/>
                </a:cubicBezTo>
                <a:close/>
                <a:moveTo>
                  <a:pt x="544306" y="92602"/>
                </a:moveTo>
                <a:lnTo>
                  <a:pt x="506500" y="92602"/>
                </a:lnTo>
                <a:cubicBezTo>
                  <a:pt x="501770" y="92602"/>
                  <a:pt x="499406" y="91264"/>
                  <a:pt x="499406" y="88588"/>
                </a:cubicBezTo>
                <a:cubicBezTo>
                  <a:pt x="499406" y="86783"/>
                  <a:pt x="500386" y="84481"/>
                  <a:pt x="502346" y="81680"/>
                </a:cubicBezTo>
                <a:cubicBezTo>
                  <a:pt x="504306" y="78880"/>
                  <a:pt x="506251" y="77479"/>
                  <a:pt x="508180" y="77479"/>
                </a:cubicBezTo>
                <a:lnTo>
                  <a:pt x="546453" y="77479"/>
                </a:lnTo>
                <a:cubicBezTo>
                  <a:pt x="551059" y="77479"/>
                  <a:pt x="553330" y="78817"/>
                  <a:pt x="553268" y="81493"/>
                </a:cubicBezTo>
                <a:cubicBezTo>
                  <a:pt x="553268" y="83049"/>
                  <a:pt x="552256" y="85290"/>
                  <a:pt x="550234" y="88215"/>
                </a:cubicBezTo>
                <a:cubicBezTo>
                  <a:pt x="548211" y="91139"/>
                  <a:pt x="546235" y="92602"/>
                  <a:pt x="544306" y="92602"/>
                </a:cubicBezTo>
                <a:close/>
                <a:moveTo>
                  <a:pt x="578215" y="74586"/>
                </a:moveTo>
                <a:cubicBezTo>
                  <a:pt x="578215" y="69234"/>
                  <a:pt x="577468" y="65795"/>
                  <a:pt x="575975" y="64271"/>
                </a:cubicBezTo>
                <a:cubicBezTo>
                  <a:pt x="574481" y="62746"/>
                  <a:pt x="571059" y="61735"/>
                  <a:pt x="565707" y="61237"/>
                </a:cubicBezTo>
                <a:cubicBezTo>
                  <a:pt x="564960" y="58810"/>
                  <a:pt x="564835" y="56756"/>
                  <a:pt x="565333" y="55076"/>
                </a:cubicBezTo>
                <a:cubicBezTo>
                  <a:pt x="576162" y="53623"/>
                  <a:pt x="586741" y="51507"/>
                  <a:pt x="597072" y="48728"/>
                </a:cubicBezTo>
                <a:cubicBezTo>
                  <a:pt x="599872" y="48728"/>
                  <a:pt x="601335" y="49825"/>
                  <a:pt x="601459" y="52019"/>
                </a:cubicBezTo>
                <a:cubicBezTo>
                  <a:pt x="601832" y="54840"/>
                  <a:pt x="602175" y="58038"/>
                  <a:pt x="602486" y="61610"/>
                </a:cubicBezTo>
                <a:lnTo>
                  <a:pt x="603606" y="61610"/>
                </a:lnTo>
                <a:cubicBezTo>
                  <a:pt x="607278" y="58289"/>
                  <a:pt x="611323" y="55311"/>
                  <a:pt x="615741" y="52678"/>
                </a:cubicBezTo>
                <a:cubicBezTo>
                  <a:pt x="620160" y="50045"/>
                  <a:pt x="623645" y="48728"/>
                  <a:pt x="626196" y="48728"/>
                </a:cubicBezTo>
                <a:cubicBezTo>
                  <a:pt x="637274" y="48728"/>
                  <a:pt x="645986" y="51921"/>
                  <a:pt x="652334" y="58308"/>
                </a:cubicBezTo>
                <a:cubicBezTo>
                  <a:pt x="655881" y="61877"/>
                  <a:pt x="658682" y="66432"/>
                  <a:pt x="660736" y="71975"/>
                </a:cubicBezTo>
                <a:cubicBezTo>
                  <a:pt x="662789" y="77517"/>
                  <a:pt x="663816" y="83043"/>
                  <a:pt x="663816" y="88553"/>
                </a:cubicBezTo>
                <a:cubicBezTo>
                  <a:pt x="663816" y="102635"/>
                  <a:pt x="659444" y="113988"/>
                  <a:pt x="650701" y="122611"/>
                </a:cubicBezTo>
                <a:cubicBezTo>
                  <a:pt x="641957" y="131232"/>
                  <a:pt x="630335" y="135542"/>
                  <a:pt x="615835" y="135542"/>
                </a:cubicBezTo>
                <a:cubicBezTo>
                  <a:pt x="611479" y="135542"/>
                  <a:pt x="607216" y="134534"/>
                  <a:pt x="603046" y="132517"/>
                </a:cubicBezTo>
                <a:lnTo>
                  <a:pt x="603046" y="154743"/>
                </a:lnTo>
                <a:cubicBezTo>
                  <a:pt x="603046" y="162368"/>
                  <a:pt x="603808" y="167034"/>
                  <a:pt x="605333" y="168739"/>
                </a:cubicBezTo>
                <a:cubicBezTo>
                  <a:pt x="606858" y="170445"/>
                  <a:pt x="610669" y="171515"/>
                  <a:pt x="616768" y="171948"/>
                </a:cubicBezTo>
                <a:cubicBezTo>
                  <a:pt x="617391" y="172454"/>
                  <a:pt x="617702" y="173543"/>
                  <a:pt x="617702" y="175216"/>
                </a:cubicBezTo>
                <a:cubicBezTo>
                  <a:pt x="617702" y="176888"/>
                  <a:pt x="617391" y="177977"/>
                  <a:pt x="616768" y="178483"/>
                </a:cubicBezTo>
                <a:cubicBezTo>
                  <a:pt x="605815" y="178230"/>
                  <a:pt x="597103" y="178104"/>
                  <a:pt x="590631" y="178104"/>
                </a:cubicBezTo>
                <a:cubicBezTo>
                  <a:pt x="583847" y="178104"/>
                  <a:pt x="575104" y="178230"/>
                  <a:pt x="564400" y="178483"/>
                </a:cubicBezTo>
                <a:cubicBezTo>
                  <a:pt x="563777" y="177977"/>
                  <a:pt x="563466" y="176888"/>
                  <a:pt x="563466" y="175216"/>
                </a:cubicBezTo>
                <a:cubicBezTo>
                  <a:pt x="563466" y="173543"/>
                  <a:pt x="563777" y="172454"/>
                  <a:pt x="564400" y="171948"/>
                </a:cubicBezTo>
                <a:cubicBezTo>
                  <a:pt x="570498" y="171450"/>
                  <a:pt x="574326" y="170361"/>
                  <a:pt x="575882" y="168681"/>
                </a:cubicBezTo>
                <a:cubicBezTo>
                  <a:pt x="577437" y="167001"/>
                  <a:pt x="578215" y="162333"/>
                  <a:pt x="578215" y="154679"/>
                </a:cubicBezTo>
                <a:lnTo>
                  <a:pt x="578215" y="74586"/>
                </a:lnTo>
                <a:moveTo>
                  <a:pt x="603046" y="121598"/>
                </a:moveTo>
                <a:cubicBezTo>
                  <a:pt x="606967" y="125854"/>
                  <a:pt x="610856" y="127950"/>
                  <a:pt x="614715" y="127888"/>
                </a:cubicBezTo>
                <a:cubicBezTo>
                  <a:pt x="622369" y="127888"/>
                  <a:pt x="628001" y="124524"/>
                  <a:pt x="631611" y="117797"/>
                </a:cubicBezTo>
                <a:cubicBezTo>
                  <a:pt x="635220" y="111068"/>
                  <a:pt x="637025" y="103041"/>
                  <a:pt x="637025" y="93716"/>
                </a:cubicBezTo>
                <a:cubicBezTo>
                  <a:pt x="637025" y="83327"/>
                  <a:pt x="635314" y="75379"/>
                  <a:pt x="631891" y="69872"/>
                </a:cubicBezTo>
                <a:cubicBezTo>
                  <a:pt x="628468" y="64364"/>
                  <a:pt x="624516" y="61610"/>
                  <a:pt x="620035" y="61610"/>
                </a:cubicBezTo>
                <a:cubicBezTo>
                  <a:pt x="617608" y="61610"/>
                  <a:pt x="614808" y="62283"/>
                  <a:pt x="611634" y="63629"/>
                </a:cubicBezTo>
                <a:cubicBezTo>
                  <a:pt x="608460" y="64975"/>
                  <a:pt x="605566" y="66837"/>
                  <a:pt x="602953" y="69215"/>
                </a:cubicBezTo>
                <a:cubicBezTo>
                  <a:pt x="603015" y="70279"/>
                  <a:pt x="603046" y="71312"/>
                  <a:pt x="603046" y="72313"/>
                </a:cubicBezTo>
                <a:lnTo>
                  <a:pt x="603046" y="121598"/>
                </a:lnTo>
                <a:close/>
                <a:moveTo>
                  <a:pt x="727066" y="124434"/>
                </a:moveTo>
                <a:lnTo>
                  <a:pt x="725853" y="124527"/>
                </a:lnTo>
                <a:cubicBezTo>
                  <a:pt x="722430" y="127203"/>
                  <a:pt x="718385" y="129708"/>
                  <a:pt x="713717" y="132042"/>
                </a:cubicBezTo>
                <a:cubicBezTo>
                  <a:pt x="709050" y="134375"/>
                  <a:pt x="705441" y="135542"/>
                  <a:pt x="702889" y="135542"/>
                </a:cubicBezTo>
                <a:cubicBezTo>
                  <a:pt x="686958" y="135542"/>
                  <a:pt x="678992" y="128809"/>
                  <a:pt x="678992" y="115341"/>
                </a:cubicBezTo>
                <a:cubicBezTo>
                  <a:pt x="678992" y="108472"/>
                  <a:pt x="681730" y="103213"/>
                  <a:pt x="687206" y="99562"/>
                </a:cubicBezTo>
                <a:cubicBezTo>
                  <a:pt x="692683" y="95912"/>
                  <a:pt x="701364" y="92239"/>
                  <a:pt x="713251" y="88544"/>
                </a:cubicBezTo>
                <a:lnTo>
                  <a:pt x="726040" y="84574"/>
                </a:lnTo>
                <a:cubicBezTo>
                  <a:pt x="726040" y="73310"/>
                  <a:pt x="724764" y="65795"/>
                  <a:pt x="722212" y="62030"/>
                </a:cubicBezTo>
                <a:cubicBezTo>
                  <a:pt x="719661" y="58265"/>
                  <a:pt x="716020" y="56383"/>
                  <a:pt x="711290" y="56383"/>
                </a:cubicBezTo>
                <a:cubicBezTo>
                  <a:pt x="706312" y="56383"/>
                  <a:pt x="703636" y="57838"/>
                  <a:pt x="703262" y="60750"/>
                </a:cubicBezTo>
                <a:cubicBezTo>
                  <a:pt x="703138" y="61508"/>
                  <a:pt x="703122" y="62346"/>
                  <a:pt x="703216" y="63264"/>
                </a:cubicBezTo>
                <a:cubicBezTo>
                  <a:pt x="703309" y="64182"/>
                  <a:pt x="703418" y="64989"/>
                  <a:pt x="703542" y="65685"/>
                </a:cubicBezTo>
                <a:cubicBezTo>
                  <a:pt x="703667" y="66382"/>
                  <a:pt x="703791" y="67126"/>
                  <a:pt x="703916" y="67917"/>
                </a:cubicBezTo>
                <a:cubicBezTo>
                  <a:pt x="704040" y="68707"/>
                  <a:pt x="704103" y="69386"/>
                  <a:pt x="704103" y="69956"/>
                </a:cubicBezTo>
                <a:cubicBezTo>
                  <a:pt x="704103" y="72360"/>
                  <a:pt x="702951" y="74464"/>
                  <a:pt x="700649" y="76269"/>
                </a:cubicBezTo>
                <a:cubicBezTo>
                  <a:pt x="698346" y="78072"/>
                  <a:pt x="695546" y="78973"/>
                  <a:pt x="692247" y="78973"/>
                </a:cubicBezTo>
                <a:cubicBezTo>
                  <a:pt x="688700" y="78973"/>
                  <a:pt x="686164" y="78102"/>
                  <a:pt x="684639" y="76359"/>
                </a:cubicBezTo>
                <a:cubicBezTo>
                  <a:pt x="683115" y="74617"/>
                  <a:pt x="682352" y="72252"/>
                  <a:pt x="682352" y="69265"/>
                </a:cubicBezTo>
                <a:cubicBezTo>
                  <a:pt x="682352" y="65344"/>
                  <a:pt x="684359" y="61750"/>
                  <a:pt x="688373" y="58483"/>
                </a:cubicBezTo>
                <a:cubicBezTo>
                  <a:pt x="692387" y="55216"/>
                  <a:pt x="697070" y="52773"/>
                  <a:pt x="702422" y="51155"/>
                </a:cubicBezTo>
                <a:cubicBezTo>
                  <a:pt x="707774" y="49537"/>
                  <a:pt x="712908" y="48728"/>
                  <a:pt x="717825" y="48728"/>
                </a:cubicBezTo>
                <a:cubicBezTo>
                  <a:pt x="739606" y="48728"/>
                  <a:pt x="750497" y="59666"/>
                  <a:pt x="750497" y="81543"/>
                </a:cubicBezTo>
                <a:lnTo>
                  <a:pt x="750123" y="109238"/>
                </a:lnTo>
                <a:cubicBezTo>
                  <a:pt x="750123" y="114120"/>
                  <a:pt x="750512" y="117484"/>
                  <a:pt x="751290" y="119332"/>
                </a:cubicBezTo>
                <a:cubicBezTo>
                  <a:pt x="752068" y="121177"/>
                  <a:pt x="753453" y="122100"/>
                  <a:pt x="755444" y="122100"/>
                </a:cubicBezTo>
                <a:cubicBezTo>
                  <a:pt x="758494" y="122100"/>
                  <a:pt x="761170" y="121193"/>
                  <a:pt x="763472" y="119378"/>
                </a:cubicBezTo>
                <a:cubicBezTo>
                  <a:pt x="765775" y="121347"/>
                  <a:pt x="766926" y="123187"/>
                  <a:pt x="766926" y="124901"/>
                </a:cubicBezTo>
                <a:cubicBezTo>
                  <a:pt x="759396" y="132057"/>
                  <a:pt x="751057" y="135605"/>
                  <a:pt x="741909" y="135542"/>
                </a:cubicBezTo>
                <a:cubicBezTo>
                  <a:pt x="733258" y="135605"/>
                  <a:pt x="728311" y="131902"/>
                  <a:pt x="727066" y="124434"/>
                </a:cubicBezTo>
                <a:moveTo>
                  <a:pt x="726040" y="92007"/>
                </a:moveTo>
                <a:lnTo>
                  <a:pt x="716051" y="95149"/>
                </a:lnTo>
                <a:cubicBezTo>
                  <a:pt x="712877" y="96140"/>
                  <a:pt x="710279" y="97287"/>
                  <a:pt x="708257" y="98588"/>
                </a:cubicBezTo>
                <a:cubicBezTo>
                  <a:pt x="706234" y="99887"/>
                  <a:pt x="704803" y="101357"/>
                  <a:pt x="703963" y="102999"/>
                </a:cubicBezTo>
                <a:cubicBezTo>
                  <a:pt x="703122" y="104640"/>
                  <a:pt x="702578" y="106096"/>
                  <a:pt x="702329" y="107366"/>
                </a:cubicBezTo>
                <a:cubicBezTo>
                  <a:pt x="702080" y="108636"/>
                  <a:pt x="701956" y="110355"/>
                  <a:pt x="701956" y="112523"/>
                </a:cubicBezTo>
                <a:cubicBezTo>
                  <a:pt x="701956" y="115864"/>
                  <a:pt x="702842" y="118638"/>
                  <a:pt x="704616" y="120846"/>
                </a:cubicBezTo>
                <a:cubicBezTo>
                  <a:pt x="706390" y="123051"/>
                  <a:pt x="709206" y="124154"/>
                  <a:pt x="713064" y="124154"/>
                </a:cubicBezTo>
                <a:cubicBezTo>
                  <a:pt x="715989" y="124154"/>
                  <a:pt x="720314" y="121810"/>
                  <a:pt x="726040" y="117123"/>
                </a:cubicBezTo>
                <a:lnTo>
                  <a:pt x="726040" y="92007"/>
                </a:lnTo>
                <a:close/>
                <a:moveTo>
                  <a:pt x="812469" y="82357"/>
                </a:moveTo>
                <a:lnTo>
                  <a:pt x="812469" y="110312"/>
                </a:lnTo>
                <a:cubicBezTo>
                  <a:pt x="812469" y="117978"/>
                  <a:pt x="813231" y="122669"/>
                  <a:pt x="814756" y="124384"/>
                </a:cubicBezTo>
                <a:cubicBezTo>
                  <a:pt x="816280" y="126098"/>
                  <a:pt x="820092" y="127141"/>
                  <a:pt x="826191" y="127514"/>
                </a:cubicBezTo>
                <a:cubicBezTo>
                  <a:pt x="826689" y="128012"/>
                  <a:pt x="826953" y="129101"/>
                  <a:pt x="826984" y="130782"/>
                </a:cubicBezTo>
                <a:cubicBezTo>
                  <a:pt x="827015" y="132462"/>
                  <a:pt x="826751" y="133551"/>
                  <a:pt x="826191" y="134049"/>
                </a:cubicBezTo>
                <a:cubicBezTo>
                  <a:pt x="815238" y="133800"/>
                  <a:pt x="806525" y="133675"/>
                  <a:pt x="800053" y="133675"/>
                </a:cubicBezTo>
                <a:cubicBezTo>
                  <a:pt x="793270" y="133675"/>
                  <a:pt x="784526" y="133800"/>
                  <a:pt x="773822" y="134049"/>
                </a:cubicBezTo>
                <a:cubicBezTo>
                  <a:pt x="773324" y="133551"/>
                  <a:pt x="773075" y="132477"/>
                  <a:pt x="773075" y="130828"/>
                </a:cubicBezTo>
                <a:cubicBezTo>
                  <a:pt x="773075" y="129179"/>
                  <a:pt x="773324" y="128074"/>
                  <a:pt x="773822" y="127514"/>
                </a:cubicBezTo>
                <a:cubicBezTo>
                  <a:pt x="779921" y="127016"/>
                  <a:pt x="783748" y="125941"/>
                  <a:pt x="785304" y="124288"/>
                </a:cubicBezTo>
                <a:cubicBezTo>
                  <a:pt x="786860" y="122633"/>
                  <a:pt x="787638" y="117968"/>
                  <a:pt x="787638" y="110292"/>
                </a:cubicBezTo>
                <a:lnTo>
                  <a:pt x="787638" y="74437"/>
                </a:lnTo>
                <a:cubicBezTo>
                  <a:pt x="787638" y="69069"/>
                  <a:pt x="786875" y="65590"/>
                  <a:pt x="785351" y="63999"/>
                </a:cubicBezTo>
                <a:cubicBezTo>
                  <a:pt x="783826" y="62408"/>
                  <a:pt x="780450" y="61363"/>
                  <a:pt x="775222" y="60863"/>
                </a:cubicBezTo>
                <a:cubicBezTo>
                  <a:pt x="774476" y="58561"/>
                  <a:pt x="774320" y="56569"/>
                  <a:pt x="774756" y="54889"/>
                </a:cubicBezTo>
                <a:cubicBezTo>
                  <a:pt x="782161" y="54154"/>
                  <a:pt x="792741" y="52100"/>
                  <a:pt x="806494" y="48728"/>
                </a:cubicBezTo>
                <a:cubicBezTo>
                  <a:pt x="809170" y="48728"/>
                  <a:pt x="810664" y="49817"/>
                  <a:pt x="810975" y="51995"/>
                </a:cubicBezTo>
                <a:cubicBezTo>
                  <a:pt x="811597" y="58218"/>
                  <a:pt x="812033" y="63228"/>
                  <a:pt x="812282" y="67024"/>
                </a:cubicBezTo>
                <a:lnTo>
                  <a:pt x="813029" y="67024"/>
                </a:lnTo>
                <a:cubicBezTo>
                  <a:pt x="821554" y="54765"/>
                  <a:pt x="829147" y="48666"/>
                  <a:pt x="835806" y="48728"/>
                </a:cubicBezTo>
                <a:cubicBezTo>
                  <a:pt x="839104" y="48728"/>
                  <a:pt x="842029" y="49860"/>
                  <a:pt x="844580" y="52124"/>
                </a:cubicBezTo>
                <a:cubicBezTo>
                  <a:pt x="847132" y="54385"/>
                  <a:pt x="848408" y="56787"/>
                  <a:pt x="848408" y="59329"/>
                </a:cubicBezTo>
                <a:cubicBezTo>
                  <a:pt x="848408" y="63234"/>
                  <a:pt x="847288" y="66520"/>
                  <a:pt x="845047" y="69186"/>
                </a:cubicBezTo>
                <a:cubicBezTo>
                  <a:pt x="842807" y="71852"/>
                  <a:pt x="840255" y="73185"/>
                  <a:pt x="837393" y="73185"/>
                </a:cubicBezTo>
                <a:cubicBezTo>
                  <a:pt x="833347" y="73185"/>
                  <a:pt x="830267" y="72142"/>
                  <a:pt x="828151" y="70055"/>
                </a:cubicBezTo>
                <a:cubicBezTo>
                  <a:pt x="827902" y="69810"/>
                  <a:pt x="827560" y="69473"/>
                  <a:pt x="827124" y="69043"/>
                </a:cubicBezTo>
                <a:cubicBezTo>
                  <a:pt x="826689" y="68613"/>
                  <a:pt x="826346" y="68276"/>
                  <a:pt x="826097" y="68031"/>
                </a:cubicBezTo>
                <a:cubicBezTo>
                  <a:pt x="825848" y="67784"/>
                  <a:pt x="825537" y="67522"/>
                  <a:pt x="825164" y="67246"/>
                </a:cubicBezTo>
                <a:cubicBezTo>
                  <a:pt x="824791" y="66970"/>
                  <a:pt x="824448" y="66771"/>
                  <a:pt x="824137" y="66648"/>
                </a:cubicBezTo>
                <a:cubicBezTo>
                  <a:pt x="823826" y="66526"/>
                  <a:pt x="823484" y="66464"/>
                  <a:pt x="823110" y="66464"/>
                </a:cubicBezTo>
                <a:cubicBezTo>
                  <a:pt x="821306" y="66464"/>
                  <a:pt x="819283" y="67555"/>
                  <a:pt x="817043" y="69737"/>
                </a:cubicBezTo>
                <a:cubicBezTo>
                  <a:pt x="815549" y="71171"/>
                  <a:pt x="814413" y="72838"/>
                  <a:pt x="813635" y="74740"/>
                </a:cubicBezTo>
                <a:cubicBezTo>
                  <a:pt x="812857" y="76640"/>
                  <a:pt x="812469" y="79179"/>
                  <a:pt x="812469" y="82357"/>
                </a:cubicBezTo>
                <a:close/>
                <a:moveTo>
                  <a:pt x="861076" y="50595"/>
                </a:moveTo>
                <a:lnTo>
                  <a:pt x="866397" y="50595"/>
                </a:lnTo>
                <a:cubicBezTo>
                  <a:pt x="866397" y="37754"/>
                  <a:pt x="867113" y="30403"/>
                  <a:pt x="868544" y="28541"/>
                </a:cubicBezTo>
                <a:cubicBezTo>
                  <a:pt x="868918" y="28045"/>
                  <a:pt x="869680" y="27550"/>
                  <a:pt x="870831" y="27054"/>
                </a:cubicBezTo>
                <a:cubicBezTo>
                  <a:pt x="871983" y="26556"/>
                  <a:pt x="873398" y="26043"/>
                  <a:pt x="875079" y="25516"/>
                </a:cubicBezTo>
                <a:cubicBezTo>
                  <a:pt x="876759" y="24989"/>
                  <a:pt x="877941" y="24570"/>
                  <a:pt x="878626" y="24259"/>
                </a:cubicBezTo>
                <a:cubicBezTo>
                  <a:pt x="880120" y="23639"/>
                  <a:pt x="882251" y="22926"/>
                  <a:pt x="885020" y="22121"/>
                </a:cubicBezTo>
                <a:cubicBezTo>
                  <a:pt x="887790" y="21314"/>
                  <a:pt x="889517" y="20910"/>
                  <a:pt x="890201" y="20910"/>
                </a:cubicBezTo>
                <a:cubicBezTo>
                  <a:pt x="891197" y="20910"/>
                  <a:pt x="891695" y="21468"/>
                  <a:pt x="891695" y="22585"/>
                </a:cubicBezTo>
                <a:cubicBezTo>
                  <a:pt x="891321" y="28541"/>
                  <a:pt x="890979" y="35738"/>
                  <a:pt x="890668" y="44174"/>
                </a:cubicBezTo>
                <a:lnTo>
                  <a:pt x="890481" y="50595"/>
                </a:lnTo>
                <a:lnTo>
                  <a:pt x="912885" y="50595"/>
                </a:lnTo>
                <a:cubicBezTo>
                  <a:pt x="913881" y="50595"/>
                  <a:pt x="914378" y="50972"/>
                  <a:pt x="914378" y="51727"/>
                </a:cubicBezTo>
                <a:lnTo>
                  <a:pt x="914378" y="57760"/>
                </a:lnTo>
                <a:cubicBezTo>
                  <a:pt x="914378" y="59455"/>
                  <a:pt x="912854" y="60303"/>
                  <a:pt x="909804" y="60303"/>
                </a:cubicBezTo>
                <a:lnTo>
                  <a:pt x="890481" y="60303"/>
                </a:lnTo>
                <a:cubicBezTo>
                  <a:pt x="890481" y="67448"/>
                  <a:pt x="890512" y="76800"/>
                  <a:pt x="890575" y="88357"/>
                </a:cubicBezTo>
                <a:cubicBezTo>
                  <a:pt x="890637" y="99915"/>
                  <a:pt x="890668" y="106907"/>
                  <a:pt x="890668" y="109332"/>
                </a:cubicBezTo>
                <a:cubicBezTo>
                  <a:pt x="890668" y="113805"/>
                  <a:pt x="891477" y="117052"/>
                  <a:pt x="893095" y="119072"/>
                </a:cubicBezTo>
                <a:cubicBezTo>
                  <a:pt x="894713" y="121091"/>
                  <a:pt x="896736" y="122100"/>
                  <a:pt x="899163" y="122100"/>
                </a:cubicBezTo>
                <a:cubicBezTo>
                  <a:pt x="904141" y="122100"/>
                  <a:pt x="907751" y="121199"/>
                  <a:pt x="909991" y="119396"/>
                </a:cubicBezTo>
                <a:cubicBezTo>
                  <a:pt x="912294" y="121331"/>
                  <a:pt x="913445" y="123141"/>
                  <a:pt x="913445" y="124825"/>
                </a:cubicBezTo>
                <a:cubicBezTo>
                  <a:pt x="911391" y="127645"/>
                  <a:pt x="907829" y="130136"/>
                  <a:pt x="902757" y="132298"/>
                </a:cubicBezTo>
                <a:cubicBezTo>
                  <a:pt x="897685" y="134461"/>
                  <a:pt x="892597" y="135542"/>
                  <a:pt x="887494" y="135542"/>
                </a:cubicBezTo>
                <a:cubicBezTo>
                  <a:pt x="881146" y="135542"/>
                  <a:pt x="875857" y="133769"/>
                  <a:pt x="871625" y="130221"/>
                </a:cubicBezTo>
                <a:cubicBezTo>
                  <a:pt x="867829" y="126923"/>
                  <a:pt x="865899" y="121384"/>
                  <a:pt x="865837" y="113605"/>
                </a:cubicBezTo>
                <a:cubicBezTo>
                  <a:pt x="865837" y="94749"/>
                  <a:pt x="866024" y="76982"/>
                  <a:pt x="866397" y="60303"/>
                </a:cubicBezTo>
                <a:lnTo>
                  <a:pt x="853982" y="60303"/>
                </a:lnTo>
                <a:cubicBezTo>
                  <a:pt x="853360" y="60303"/>
                  <a:pt x="853048" y="59895"/>
                  <a:pt x="853048" y="59078"/>
                </a:cubicBezTo>
                <a:lnTo>
                  <a:pt x="853048" y="53518"/>
                </a:lnTo>
                <a:cubicBezTo>
                  <a:pt x="855227" y="51569"/>
                  <a:pt x="857903" y="50595"/>
                  <a:pt x="861076" y="50595"/>
                </a:cubicBezTo>
                <a:close/>
                <a:moveTo>
                  <a:pt x="963815" y="165840"/>
                </a:moveTo>
                <a:cubicBezTo>
                  <a:pt x="961263" y="170336"/>
                  <a:pt x="957436" y="173802"/>
                  <a:pt x="952333" y="176237"/>
                </a:cubicBezTo>
                <a:cubicBezTo>
                  <a:pt x="949657" y="177485"/>
                  <a:pt x="946016" y="178109"/>
                  <a:pt x="941411" y="178109"/>
                </a:cubicBezTo>
                <a:cubicBezTo>
                  <a:pt x="938362" y="178109"/>
                  <a:pt x="935872" y="176952"/>
                  <a:pt x="933943" y="174638"/>
                </a:cubicBezTo>
                <a:cubicBezTo>
                  <a:pt x="932387" y="172825"/>
                  <a:pt x="931641" y="170262"/>
                  <a:pt x="931703" y="166948"/>
                </a:cubicBezTo>
                <a:cubicBezTo>
                  <a:pt x="931703" y="164760"/>
                  <a:pt x="932745" y="162744"/>
                  <a:pt x="934830" y="160898"/>
                </a:cubicBezTo>
                <a:cubicBezTo>
                  <a:pt x="936915" y="159055"/>
                  <a:pt x="939669" y="158133"/>
                  <a:pt x="943091" y="158133"/>
                </a:cubicBezTo>
                <a:cubicBezTo>
                  <a:pt x="943838" y="158133"/>
                  <a:pt x="944865" y="158257"/>
                  <a:pt x="946172" y="158506"/>
                </a:cubicBezTo>
                <a:cubicBezTo>
                  <a:pt x="947479" y="158755"/>
                  <a:pt x="948692" y="158880"/>
                  <a:pt x="949812" y="158880"/>
                </a:cubicBezTo>
                <a:cubicBezTo>
                  <a:pt x="952302" y="158880"/>
                  <a:pt x="954278" y="158147"/>
                  <a:pt x="955740" y="156683"/>
                </a:cubicBezTo>
                <a:cubicBezTo>
                  <a:pt x="957203" y="155220"/>
                  <a:pt x="958618" y="152838"/>
                  <a:pt x="959987" y="149536"/>
                </a:cubicBezTo>
                <a:lnTo>
                  <a:pt x="964562" y="138979"/>
                </a:lnTo>
                <a:cubicBezTo>
                  <a:pt x="964686" y="137983"/>
                  <a:pt x="964810" y="137297"/>
                  <a:pt x="964935" y="136922"/>
                </a:cubicBezTo>
                <a:cubicBezTo>
                  <a:pt x="965059" y="136549"/>
                  <a:pt x="964842" y="135848"/>
                  <a:pt x="964282" y="134819"/>
                </a:cubicBezTo>
                <a:cubicBezTo>
                  <a:pt x="963721" y="133792"/>
                  <a:pt x="963270" y="133061"/>
                  <a:pt x="962928" y="132625"/>
                </a:cubicBezTo>
                <a:cubicBezTo>
                  <a:pt x="962586" y="132190"/>
                  <a:pt x="961979" y="131396"/>
                  <a:pt x="961108" y="130245"/>
                </a:cubicBezTo>
                <a:cubicBezTo>
                  <a:pt x="960236" y="129092"/>
                  <a:pt x="959583" y="128172"/>
                  <a:pt x="959147" y="127485"/>
                </a:cubicBezTo>
                <a:lnTo>
                  <a:pt x="934503" y="70863"/>
                </a:lnTo>
                <a:cubicBezTo>
                  <a:pt x="931827" y="64885"/>
                  <a:pt x="929696" y="61133"/>
                  <a:pt x="928109" y="59606"/>
                </a:cubicBezTo>
                <a:cubicBezTo>
                  <a:pt x="926522" y="58079"/>
                  <a:pt x="923613" y="57129"/>
                  <a:pt x="919381" y="56756"/>
                </a:cubicBezTo>
                <a:cubicBezTo>
                  <a:pt x="918883" y="56258"/>
                  <a:pt x="918634" y="55169"/>
                  <a:pt x="918634" y="53489"/>
                </a:cubicBezTo>
                <a:cubicBezTo>
                  <a:pt x="918634" y="51809"/>
                  <a:pt x="918883" y="50719"/>
                  <a:pt x="919381" y="50222"/>
                </a:cubicBezTo>
                <a:cubicBezTo>
                  <a:pt x="924484" y="50471"/>
                  <a:pt x="931578" y="50595"/>
                  <a:pt x="940664" y="50595"/>
                </a:cubicBezTo>
                <a:cubicBezTo>
                  <a:pt x="948194" y="50595"/>
                  <a:pt x="956658" y="50471"/>
                  <a:pt x="966055" y="50222"/>
                </a:cubicBezTo>
                <a:cubicBezTo>
                  <a:pt x="966553" y="50719"/>
                  <a:pt x="966802" y="51809"/>
                  <a:pt x="966802" y="53489"/>
                </a:cubicBezTo>
                <a:cubicBezTo>
                  <a:pt x="966802" y="55169"/>
                  <a:pt x="966553" y="56258"/>
                  <a:pt x="966055" y="56756"/>
                </a:cubicBezTo>
                <a:cubicBezTo>
                  <a:pt x="960703" y="57129"/>
                  <a:pt x="957778" y="58297"/>
                  <a:pt x="957280" y="60260"/>
                </a:cubicBezTo>
                <a:cubicBezTo>
                  <a:pt x="956782" y="62222"/>
                  <a:pt x="957623" y="65134"/>
                  <a:pt x="959801" y="68996"/>
                </a:cubicBezTo>
                <a:lnTo>
                  <a:pt x="977537" y="108988"/>
                </a:lnTo>
                <a:cubicBezTo>
                  <a:pt x="977724" y="109299"/>
                  <a:pt x="977817" y="109548"/>
                  <a:pt x="977817" y="109734"/>
                </a:cubicBezTo>
                <a:cubicBezTo>
                  <a:pt x="977817" y="109610"/>
                  <a:pt x="977848" y="109485"/>
                  <a:pt x="977910" y="109361"/>
                </a:cubicBezTo>
                <a:lnTo>
                  <a:pt x="997607" y="65166"/>
                </a:lnTo>
                <a:cubicBezTo>
                  <a:pt x="998478" y="63920"/>
                  <a:pt x="998758" y="62783"/>
                  <a:pt x="998447" y="61756"/>
                </a:cubicBezTo>
                <a:cubicBezTo>
                  <a:pt x="998136" y="60727"/>
                  <a:pt x="997825" y="59917"/>
                  <a:pt x="997514" y="59326"/>
                </a:cubicBezTo>
                <a:cubicBezTo>
                  <a:pt x="997202" y="58735"/>
                  <a:pt x="996440" y="58253"/>
                  <a:pt x="995227" y="57879"/>
                </a:cubicBezTo>
                <a:cubicBezTo>
                  <a:pt x="994013" y="57504"/>
                  <a:pt x="992955" y="57254"/>
                  <a:pt x="992053" y="57129"/>
                </a:cubicBezTo>
                <a:cubicBezTo>
                  <a:pt x="991150" y="57005"/>
                  <a:pt x="989952" y="56880"/>
                  <a:pt x="988459" y="56756"/>
                </a:cubicBezTo>
                <a:cubicBezTo>
                  <a:pt x="987836" y="56258"/>
                  <a:pt x="987525" y="55169"/>
                  <a:pt x="987525" y="53489"/>
                </a:cubicBezTo>
                <a:cubicBezTo>
                  <a:pt x="987525" y="51809"/>
                  <a:pt x="987836" y="50719"/>
                  <a:pt x="988459" y="50222"/>
                </a:cubicBezTo>
                <a:cubicBezTo>
                  <a:pt x="997918" y="50471"/>
                  <a:pt x="1004670" y="50595"/>
                  <a:pt x="1008715" y="50595"/>
                </a:cubicBezTo>
                <a:cubicBezTo>
                  <a:pt x="1011391" y="50595"/>
                  <a:pt x="1015903" y="50471"/>
                  <a:pt x="1022251" y="50222"/>
                </a:cubicBezTo>
                <a:cubicBezTo>
                  <a:pt x="1022749" y="50719"/>
                  <a:pt x="1022998" y="51809"/>
                  <a:pt x="1022998" y="53489"/>
                </a:cubicBezTo>
                <a:cubicBezTo>
                  <a:pt x="1022998" y="55169"/>
                  <a:pt x="1022749" y="56258"/>
                  <a:pt x="1022251" y="56756"/>
                </a:cubicBezTo>
                <a:cubicBezTo>
                  <a:pt x="1018953" y="57005"/>
                  <a:pt x="1015934" y="58313"/>
                  <a:pt x="1013196" y="60680"/>
                </a:cubicBezTo>
                <a:cubicBezTo>
                  <a:pt x="1010458" y="63046"/>
                  <a:pt x="1008311" y="65756"/>
                  <a:pt x="1006755" y="68810"/>
                </a:cubicBezTo>
                <a:cubicBezTo>
                  <a:pt x="995678" y="92293"/>
                  <a:pt x="984103" y="118641"/>
                  <a:pt x="972029" y="147856"/>
                </a:cubicBezTo>
                <a:cubicBezTo>
                  <a:pt x="968980" y="155598"/>
                  <a:pt x="966242" y="161592"/>
                  <a:pt x="963815" y="16584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07A31-0994-4F40-99B2-5A9CA29D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778" y="3053067"/>
            <a:ext cx="2942025" cy="904913"/>
          </a:xfrm>
          <a:custGeom xmlns:a="http://schemas.openxmlformats.org/drawingml/2006/main">
            <a:pathLst>
              <a:path w="2942025" h="904913">
                <a:moveTo>
                  <a:pt x="34519" y="16459"/>
                </a:moveTo>
                <a:cubicBezTo>
                  <a:pt x="46463" y="7658"/>
                  <a:pt x="60808" y="1915"/>
                  <a:pt x="76324" y="400"/>
                </a:cubicBezTo>
                <a:lnTo>
                  <a:pt x="77381" y="10973"/>
                </a:lnTo>
                <a:cubicBezTo>
                  <a:pt x="63779" y="12287"/>
                  <a:pt x="51292" y="17316"/>
                  <a:pt x="40834" y="25003"/>
                </a:cubicBezTo>
                <a:lnTo>
                  <a:pt x="34519" y="16459"/>
                </a:lnTo>
                <a:moveTo>
                  <a:pt x="108699" y="0"/>
                </a:moveTo>
                <a:lnTo>
                  <a:pt x="151190" y="0"/>
                </a:lnTo>
                <a:lnTo>
                  <a:pt x="151190" y="10601"/>
                </a:lnTo>
                <a:lnTo>
                  <a:pt x="108699" y="10601"/>
                </a:lnTo>
                <a:lnTo>
                  <a:pt x="108699" y="0"/>
                </a:lnTo>
                <a:moveTo>
                  <a:pt x="183051" y="0"/>
                </a:moveTo>
                <a:lnTo>
                  <a:pt x="225542" y="0"/>
                </a:lnTo>
                <a:lnTo>
                  <a:pt x="225542" y="10601"/>
                </a:lnTo>
                <a:lnTo>
                  <a:pt x="183051" y="10601"/>
                </a:lnTo>
                <a:lnTo>
                  <a:pt x="183051" y="0"/>
                </a:lnTo>
                <a:moveTo>
                  <a:pt x="257404" y="0"/>
                </a:moveTo>
                <a:lnTo>
                  <a:pt x="299866" y="0"/>
                </a:lnTo>
                <a:lnTo>
                  <a:pt x="299866" y="10601"/>
                </a:lnTo>
                <a:lnTo>
                  <a:pt x="257404" y="10601"/>
                </a:lnTo>
                <a:lnTo>
                  <a:pt x="257404" y="0"/>
                </a:lnTo>
                <a:moveTo>
                  <a:pt x="331727" y="0"/>
                </a:moveTo>
                <a:lnTo>
                  <a:pt x="374218" y="0"/>
                </a:lnTo>
                <a:lnTo>
                  <a:pt x="374218" y="10601"/>
                </a:lnTo>
                <a:lnTo>
                  <a:pt x="331727" y="10601"/>
                </a:lnTo>
                <a:lnTo>
                  <a:pt x="331727" y="0"/>
                </a:lnTo>
                <a:moveTo>
                  <a:pt x="406079" y="0"/>
                </a:moveTo>
                <a:lnTo>
                  <a:pt x="448570" y="0"/>
                </a:lnTo>
                <a:lnTo>
                  <a:pt x="448570" y="10601"/>
                </a:lnTo>
                <a:lnTo>
                  <a:pt x="406079" y="10601"/>
                </a:lnTo>
                <a:lnTo>
                  <a:pt x="406079" y="0"/>
                </a:lnTo>
                <a:moveTo>
                  <a:pt x="480431" y="0"/>
                </a:moveTo>
                <a:lnTo>
                  <a:pt x="522923" y="0"/>
                </a:lnTo>
                <a:lnTo>
                  <a:pt x="522923" y="10601"/>
                </a:lnTo>
                <a:lnTo>
                  <a:pt x="480431" y="10601"/>
                </a:lnTo>
                <a:lnTo>
                  <a:pt x="480431" y="0"/>
                </a:lnTo>
                <a:moveTo>
                  <a:pt x="554784" y="0"/>
                </a:moveTo>
                <a:lnTo>
                  <a:pt x="597275" y="0"/>
                </a:lnTo>
                <a:lnTo>
                  <a:pt x="597275" y="10601"/>
                </a:lnTo>
                <a:lnTo>
                  <a:pt x="554784" y="10601"/>
                </a:lnTo>
                <a:lnTo>
                  <a:pt x="554784" y="0"/>
                </a:lnTo>
                <a:moveTo>
                  <a:pt x="629136" y="0"/>
                </a:moveTo>
                <a:lnTo>
                  <a:pt x="671627" y="0"/>
                </a:lnTo>
                <a:lnTo>
                  <a:pt x="671627" y="10601"/>
                </a:lnTo>
                <a:lnTo>
                  <a:pt x="629136" y="10601"/>
                </a:lnTo>
                <a:lnTo>
                  <a:pt x="629136" y="0"/>
                </a:lnTo>
                <a:moveTo>
                  <a:pt x="703488" y="0"/>
                </a:moveTo>
                <a:lnTo>
                  <a:pt x="745950" y="0"/>
                </a:lnTo>
                <a:lnTo>
                  <a:pt x="745950" y="10601"/>
                </a:lnTo>
                <a:lnTo>
                  <a:pt x="703488" y="10601"/>
                </a:lnTo>
                <a:lnTo>
                  <a:pt x="703488" y="0"/>
                </a:lnTo>
                <a:moveTo>
                  <a:pt x="777840" y="0"/>
                </a:moveTo>
                <a:lnTo>
                  <a:pt x="820303" y="0"/>
                </a:lnTo>
                <a:lnTo>
                  <a:pt x="820303" y="10601"/>
                </a:lnTo>
                <a:lnTo>
                  <a:pt x="777840" y="10601"/>
                </a:lnTo>
                <a:lnTo>
                  <a:pt x="777840" y="0"/>
                </a:lnTo>
                <a:moveTo>
                  <a:pt x="852164" y="0"/>
                </a:moveTo>
                <a:lnTo>
                  <a:pt x="894655" y="0"/>
                </a:lnTo>
                <a:lnTo>
                  <a:pt x="894655" y="10601"/>
                </a:lnTo>
                <a:lnTo>
                  <a:pt x="852164" y="10601"/>
                </a:lnTo>
                <a:lnTo>
                  <a:pt x="852164" y="0"/>
                </a:lnTo>
                <a:moveTo>
                  <a:pt x="926516" y="0"/>
                </a:moveTo>
                <a:lnTo>
                  <a:pt x="969007" y="0"/>
                </a:lnTo>
                <a:lnTo>
                  <a:pt x="969007" y="10601"/>
                </a:lnTo>
                <a:lnTo>
                  <a:pt x="926516" y="10601"/>
                </a:lnTo>
                <a:lnTo>
                  <a:pt x="926516" y="0"/>
                </a:lnTo>
                <a:moveTo>
                  <a:pt x="1000868" y="0"/>
                </a:moveTo>
                <a:lnTo>
                  <a:pt x="1043359" y="0"/>
                </a:lnTo>
                <a:lnTo>
                  <a:pt x="1043359" y="10601"/>
                </a:lnTo>
                <a:lnTo>
                  <a:pt x="1000868" y="10601"/>
                </a:lnTo>
                <a:lnTo>
                  <a:pt x="1000868" y="0"/>
                </a:lnTo>
                <a:moveTo>
                  <a:pt x="1075220" y="0"/>
                </a:moveTo>
                <a:lnTo>
                  <a:pt x="1117711" y="0"/>
                </a:lnTo>
                <a:lnTo>
                  <a:pt x="1117711" y="10601"/>
                </a:lnTo>
                <a:lnTo>
                  <a:pt x="1075220" y="10601"/>
                </a:lnTo>
                <a:lnTo>
                  <a:pt x="1075220" y="0"/>
                </a:lnTo>
                <a:moveTo>
                  <a:pt x="1149572" y="0"/>
                </a:moveTo>
                <a:lnTo>
                  <a:pt x="1192063" y="0"/>
                </a:lnTo>
                <a:lnTo>
                  <a:pt x="1192063" y="10601"/>
                </a:lnTo>
                <a:lnTo>
                  <a:pt x="1149572" y="10601"/>
                </a:lnTo>
                <a:lnTo>
                  <a:pt x="1149572" y="0"/>
                </a:lnTo>
                <a:moveTo>
                  <a:pt x="1223924" y="0"/>
                </a:moveTo>
                <a:lnTo>
                  <a:pt x="1266387" y="0"/>
                </a:lnTo>
                <a:lnTo>
                  <a:pt x="1266387" y="10601"/>
                </a:lnTo>
                <a:lnTo>
                  <a:pt x="1223924" y="10601"/>
                </a:lnTo>
                <a:lnTo>
                  <a:pt x="1223924" y="0"/>
                </a:lnTo>
                <a:moveTo>
                  <a:pt x="1298248" y="0"/>
                </a:moveTo>
                <a:lnTo>
                  <a:pt x="1340739" y="0"/>
                </a:lnTo>
                <a:lnTo>
                  <a:pt x="1340739" y="10601"/>
                </a:lnTo>
                <a:lnTo>
                  <a:pt x="1298248" y="10601"/>
                </a:lnTo>
                <a:lnTo>
                  <a:pt x="1298248" y="0"/>
                </a:lnTo>
                <a:moveTo>
                  <a:pt x="1372600" y="0"/>
                </a:moveTo>
                <a:lnTo>
                  <a:pt x="1415091" y="0"/>
                </a:lnTo>
                <a:lnTo>
                  <a:pt x="1415091" y="10601"/>
                </a:lnTo>
                <a:lnTo>
                  <a:pt x="1372600" y="10601"/>
                </a:lnTo>
                <a:lnTo>
                  <a:pt x="1372600" y="0"/>
                </a:lnTo>
                <a:moveTo>
                  <a:pt x="1446952" y="0"/>
                </a:moveTo>
                <a:lnTo>
                  <a:pt x="1489443" y="0"/>
                </a:lnTo>
                <a:lnTo>
                  <a:pt x="1489443" y="10601"/>
                </a:lnTo>
                <a:lnTo>
                  <a:pt x="1446952" y="10601"/>
                </a:lnTo>
                <a:lnTo>
                  <a:pt x="1446952" y="0"/>
                </a:lnTo>
                <a:moveTo>
                  <a:pt x="1521304" y="0"/>
                </a:moveTo>
                <a:lnTo>
                  <a:pt x="1563795" y="0"/>
                </a:lnTo>
                <a:lnTo>
                  <a:pt x="1563795" y="10601"/>
                </a:lnTo>
                <a:lnTo>
                  <a:pt x="1521304" y="10601"/>
                </a:lnTo>
                <a:lnTo>
                  <a:pt x="1521304" y="0"/>
                </a:lnTo>
                <a:moveTo>
                  <a:pt x="1595657" y="0"/>
                </a:moveTo>
                <a:lnTo>
                  <a:pt x="1638119" y="0"/>
                </a:lnTo>
                <a:lnTo>
                  <a:pt x="1638119" y="10601"/>
                </a:lnTo>
                <a:lnTo>
                  <a:pt x="1595657" y="10601"/>
                </a:lnTo>
                <a:lnTo>
                  <a:pt x="1595657" y="0"/>
                </a:lnTo>
                <a:moveTo>
                  <a:pt x="1670009" y="0"/>
                </a:moveTo>
                <a:lnTo>
                  <a:pt x="1712471" y="0"/>
                </a:lnTo>
                <a:lnTo>
                  <a:pt x="1712471" y="10601"/>
                </a:lnTo>
                <a:lnTo>
                  <a:pt x="1670009" y="10601"/>
                </a:lnTo>
                <a:lnTo>
                  <a:pt x="1670009" y="0"/>
                </a:lnTo>
                <a:moveTo>
                  <a:pt x="1744332" y="0"/>
                </a:moveTo>
                <a:lnTo>
                  <a:pt x="1786823" y="0"/>
                </a:lnTo>
                <a:lnTo>
                  <a:pt x="1786823" y="10601"/>
                </a:lnTo>
                <a:lnTo>
                  <a:pt x="1744332" y="10601"/>
                </a:lnTo>
                <a:lnTo>
                  <a:pt x="1744332" y="0"/>
                </a:lnTo>
                <a:moveTo>
                  <a:pt x="1818684" y="0"/>
                </a:moveTo>
                <a:lnTo>
                  <a:pt x="1861175" y="0"/>
                </a:lnTo>
                <a:lnTo>
                  <a:pt x="1861175" y="10601"/>
                </a:lnTo>
                <a:lnTo>
                  <a:pt x="1818684" y="10601"/>
                </a:lnTo>
                <a:lnTo>
                  <a:pt x="1818684" y="0"/>
                </a:lnTo>
                <a:moveTo>
                  <a:pt x="1893037" y="0"/>
                </a:moveTo>
                <a:lnTo>
                  <a:pt x="1935528" y="0"/>
                </a:lnTo>
                <a:lnTo>
                  <a:pt x="1935528" y="10601"/>
                </a:lnTo>
                <a:lnTo>
                  <a:pt x="1893037" y="10601"/>
                </a:lnTo>
                <a:lnTo>
                  <a:pt x="1893037" y="0"/>
                </a:lnTo>
                <a:moveTo>
                  <a:pt x="1967389" y="0"/>
                </a:moveTo>
                <a:lnTo>
                  <a:pt x="2009880" y="0"/>
                </a:lnTo>
                <a:lnTo>
                  <a:pt x="2009880" y="10601"/>
                </a:lnTo>
                <a:lnTo>
                  <a:pt x="1967389" y="10601"/>
                </a:lnTo>
                <a:lnTo>
                  <a:pt x="1967389" y="0"/>
                </a:lnTo>
                <a:moveTo>
                  <a:pt x="2041741" y="0"/>
                </a:moveTo>
                <a:lnTo>
                  <a:pt x="2084203" y="0"/>
                </a:lnTo>
                <a:lnTo>
                  <a:pt x="2084203" y="10601"/>
                </a:lnTo>
                <a:lnTo>
                  <a:pt x="2041741" y="10601"/>
                </a:lnTo>
                <a:lnTo>
                  <a:pt x="2041741" y="0"/>
                </a:lnTo>
                <a:moveTo>
                  <a:pt x="2116064" y="0"/>
                </a:moveTo>
                <a:lnTo>
                  <a:pt x="2158556" y="0"/>
                </a:lnTo>
                <a:lnTo>
                  <a:pt x="2158556" y="10601"/>
                </a:lnTo>
                <a:lnTo>
                  <a:pt x="2116064" y="10601"/>
                </a:lnTo>
                <a:lnTo>
                  <a:pt x="2116064" y="0"/>
                </a:lnTo>
                <a:moveTo>
                  <a:pt x="2190417" y="0"/>
                </a:moveTo>
                <a:lnTo>
                  <a:pt x="2232908" y="0"/>
                </a:lnTo>
                <a:lnTo>
                  <a:pt x="2232908" y="10601"/>
                </a:lnTo>
                <a:lnTo>
                  <a:pt x="2190417" y="10601"/>
                </a:lnTo>
                <a:lnTo>
                  <a:pt x="2190417" y="0"/>
                </a:lnTo>
                <a:moveTo>
                  <a:pt x="2264769" y="0"/>
                </a:moveTo>
                <a:lnTo>
                  <a:pt x="2307260" y="0"/>
                </a:lnTo>
                <a:lnTo>
                  <a:pt x="2307260" y="10601"/>
                </a:lnTo>
                <a:lnTo>
                  <a:pt x="2264769" y="10601"/>
                </a:lnTo>
                <a:lnTo>
                  <a:pt x="2264769" y="0"/>
                </a:lnTo>
                <a:moveTo>
                  <a:pt x="2339121" y="0"/>
                </a:moveTo>
                <a:lnTo>
                  <a:pt x="2381612" y="0"/>
                </a:lnTo>
                <a:lnTo>
                  <a:pt x="2381612" y="10601"/>
                </a:lnTo>
                <a:lnTo>
                  <a:pt x="2339121" y="10601"/>
                </a:lnTo>
                <a:lnTo>
                  <a:pt x="2339121" y="0"/>
                </a:lnTo>
                <a:moveTo>
                  <a:pt x="2413473" y="0"/>
                </a:moveTo>
                <a:lnTo>
                  <a:pt x="2455964" y="0"/>
                </a:lnTo>
                <a:lnTo>
                  <a:pt x="2455964" y="10601"/>
                </a:lnTo>
                <a:lnTo>
                  <a:pt x="2413473" y="10601"/>
                </a:lnTo>
                <a:lnTo>
                  <a:pt x="2413473" y="0"/>
                </a:lnTo>
                <a:moveTo>
                  <a:pt x="2487825" y="0"/>
                </a:moveTo>
                <a:lnTo>
                  <a:pt x="2530288" y="0"/>
                </a:lnTo>
                <a:lnTo>
                  <a:pt x="2530288" y="10601"/>
                </a:lnTo>
                <a:lnTo>
                  <a:pt x="2487825" y="10601"/>
                </a:lnTo>
                <a:lnTo>
                  <a:pt x="2487825" y="0"/>
                </a:lnTo>
                <a:moveTo>
                  <a:pt x="2562149" y="0"/>
                </a:moveTo>
                <a:lnTo>
                  <a:pt x="2604640" y="0"/>
                </a:lnTo>
                <a:lnTo>
                  <a:pt x="2604640" y="10601"/>
                </a:lnTo>
                <a:lnTo>
                  <a:pt x="2562149" y="10601"/>
                </a:lnTo>
                <a:lnTo>
                  <a:pt x="2562149" y="0"/>
                </a:lnTo>
                <a:moveTo>
                  <a:pt x="2636501" y="0"/>
                </a:moveTo>
                <a:lnTo>
                  <a:pt x="2678992" y="0"/>
                </a:lnTo>
                <a:lnTo>
                  <a:pt x="2678992" y="10601"/>
                </a:lnTo>
                <a:lnTo>
                  <a:pt x="2636501" y="10601"/>
                </a:lnTo>
                <a:lnTo>
                  <a:pt x="2636501" y="0"/>
                </a:lnTo>
                <a:moveTo>
                  <a:pt x="2710853" y="0"/>
                </a:moveTo>
                <a:lnTo>
                  <a:pt x="2753344" y="0"/>
                </a:lnTo>
                <a:lnTo>
                  <a:pt x="2753344" y="10601"/>
                </a:lnTo>
                <a:lnTo>
                  <a:pt x="2710853" y="10601"/>
                </a:lnTo>
                <a:lnTo>
                  <a:pt x="2710853" y="0"/>
                </a:lnTo>
                <a:moveTo>
                  <a:pt x="2785205" y="0"/>
                </a:moveTo>
                <a:lnTo>
                  <a:pt x="2827696" y="0"/>
                </a:lnTo>
                <a:lnTo>
                  <a:pt x="2827696" y="10601"/>
                </a:lnTo>
                <a:lnTo>
                  <a:pt x="2785205" y="10601"/>
                </a:lnTo>
                <a:lnTo>
                  <a:pt x="2785205" y="0"/>
                </a:lnTo>
                <a:moveTo>
                  <a:pt x="2859700" y="29"/>
                </a:moveTo>
                <a:cubicBezTo>
                  <a:pt x="2875388" y="457"/>
                  <a:pt x="2890076" y="5172"/>
                  <a:pt x="2902534" y="13059"/>
                </a:cubicBezTo>
                <a:lnTo>
                  <a:pt x="2896848" y="22031"/>
                </a:lnTo>
                <a:cubicBezTo>
                  <a:pt x="2885961" y="15145"/>
                  <a:pt x="2873159" y="11001"/>
                  <a:pt x="2859415" y="10630"/>
                </a:cubicBezTo>
                <a:lnTo>
                  <a:pt x="2859700" y="29"/>
                </a:lnTo>
                <a:moveTo>
                  <a:pt x="2926909" y="36405"/>
                </a:moveTo>
                <a:cubicBezTo>
                  <a:pt x="2935367" y="48549"/>
                  <a:pt x="2940710" y="63008"/>
                  <a:pt x="2941825" y="78638"/>
                </a:cubicBezTo>
                <a:lnTo>
                  <a:pt x="2931224" y="79381"/>
                </a:lnTo>
                <a:cubicBezTo>
                  <a:pt x="2930252" y="65722"/>
                  <a:pt x="2925594" y="53092"/>
                  <a:pt x="2918193" y="42462"/>
                </a:cubicBezTo>
                <a:lnTo>
                  <a:pt x="2926909" y="36405"/>
                </a:lnTo>
                <a:moveTo>
                  <a:pt x="2942025" y="110871"/>
                </a:moveTo>
                <a:lnTo>
                  <a:pt x="2942025" y="153333"/>
                </a:lnTo>
                <a:lnTo>
                  <a:pt x="2931395" y="153333"/>
                </a:lnTo>
                <a:lnTo>
                  <a:pt x="2931395" y="110871"/>
                </a:lnTo>
                <a:lnTo>
                  <a:pt x="2942025" y="110871"/>
                </a:lnTo>
                <a:moveTo>
                  <a:pt x="2942025" y="185195"/>
                </a:moveTo>
                <a:lnTo>
                  <a:pt x="2942025" y="227686"/>
                </a:lnTo>
                <a:lnTo>
                  <a:pt x="2931395" y="227686"/>
                </a:lnTo>
                <a:lnTo>
                  <a:pt x="2931395" y="185195"/>
                </a:lnTo>
                <a:lnTo>
                  <a:pt x="2942025" y="185195"/>
                </a:lnTo>
                <a:moveTo>
                  <a:pt x="2942025" y="259547"/>
                </a:moveTo>
                <a:lnTo>
                  <a:pt x="2942025" y="302038"/>
                </a:lnTo>
                <a:lnTo>
                  <a:pt x="2931395" y="302038"/>
                </a:lnTo>
                <a:lnTo>
                  <a:pt x="2931395" y="259547"/>
                </a:lnTo>
                <a:lnTo>
                  <a:pt x="2942025" y="259547"/>
                </a:lnTo>
                <a:moveTo>
                  <a:pt x="2942025" y="333899"/>
                </a:moveTo>
                <a:lnTo>
                  <a:pt x="2942025" y="376390"/>
                </a:lnTo>
                <a:lnTo>
                  <a:pt x="2931395" y="376390"/>
                </a:lnTo>
                <a:lnTo>
                  <a:pt x="2931395" y="333899"/>
                </a:lnTo>
                <a:lnTo>
                  <a:pt x="2942025" y="333899"/>
                </a:lnTo>
                <a:moveTo>
                  <a:pt x="2942025" y="408251"/>
                </a:moveTo>
                <a:lnTo>
                  <a:pt x="2942025" y="450742"/>
                </a:lnTo>
                <a:lnTo>
                  <a:pt x="2931395" y="450742"/>
                </a:lnTo>
                <a:lnTo>
                  <a:pt x="2931395" y="408251"/>
                </a:lnTo>
                <a:lnTo>
                  <a:pt x="2942025" y="408251"/>
                </a:lnTo>
                <a:moveTo>
                  <a:pt x="2942025" y="482603"/>
                </a:moveTo>
                <a:lnTo>
                  <a:pt x="2942025" y="525094"/>
                </a:lnTo>
                <a:lnTo>
                  <a:pt x="2931395" y="525094"/>
                </a:lnTo>
                <a:lnTo>
                  <a:pt x="2931395" y="482603"/>
                </a:lnTo>
                <a:lnTo>
                  <a:pt x="2942025" y="482603"/>
                </a:lnTo>
                <a:moveTo>
                  <a:pt x="2942025" y="556955"/>
                </a:moveTo>
                <a:lnTo>
                  <a:pt x="2942025" y="599418"/>
                </a:lnTo>
                <a:lnTo>
                  <a:pt x="2931395" y="599418"/>
                </a:lnTo>
                <a:lnTo>
                  <a:pt x="2931395" y="556955"/>
                </a:lnTo>
                <a:lnTo>
                  <a:pt x="2942025" y="556955"/>
                </a:lnTo>
                <a:moveTo>
                  <a:pt x="2942025" y="631279"/>
                </a:moveTo>
                <a:lnTo>
                  <a:pt x="2942025" y="673770"/>
                </a:lnTo>
                <a:lnTo>
                  <a:pt x="2931395" y="673770"/>
                </a:lnTo>
                <a:lnTo>
                  <a:pt x="2931395" y="631279"/>
                </a:lnTo>
                <a:lnTo>
                  <a:pt x="2942025" y="631279"/>
                </a:lnTo>
                <a:moveTo>
                  <a:pt x="2942025" y="705631"/>
                </a:moveTo>
                <a:lnTo>
                  <a:pt x="2942025" y="748122"/>
                </a:lnTo>
                <a:lnTo>
                  <a:pt x="2931395" y="748122"/>
                </a:lnTo>
                <a:lnTo>
                  <a:pt x="2931395" y="705631"/>
                </a:lnTo>
                <a:lnTo>
                  <a:pt x="2942025" y="705631"/>
                </a:lnTo>
                <a:moveTo>
                  <a:pt x="2942025" y="779983"/>
                </a:moveTo>
                <a:lnTo>
                  <a:pt x="2942025" y="820245"/>
                </a:lnTo>
                <a:lnTo>
                  <a:pt x="2941996" y="822617"/>
                </a:lnTo>
                <a:lnTo>
                  <a:pt x="2931395" y="822331"/>
                </a:lnTo>
                <a:lnTo>
                  <a:pt x="2931395" y="779983"/>
                </a:lnTo>
                <a:lnTo>
                  <a:pt x="2942025" y="779983"/>
                </a:lnTo>
                <a:moveTo>
                  <a:pt x="2934338" y="855507"/>
                </a:moveTo>
                <a:cubicBezTo>
                  <a:pt x="2927966" y="869366"/>
                  <a:pt x="2917993" y="881196"/>
                  <a:pt x="2905592" y="889826"/>
                </a:cubicBezTo>
                <a:lnTo>
                  <a:pt x="2899534" y="881082"/>
                </a:lnTo>
                <a:cubicBezTo>
                  <a:pt x="2910364" y="873566"/>
                  <a:pt x="2919136" y="863165"/>
                  <a:pt x="2924708" y="851078"/>
                </a:cubicBezTo>
                <a:lnTo>
                  <a:pt x="2934338" y="855507"/>
                </a:lnTo>
                <a:moveTo>
                  <a:pt x="2874559" y="903141"/>
                </a:moveTo>
                <a:cubicBezTo>
                  <a:pt x="2869016" y="904313"/>
                  <a:pt x="2863272" y="904913"/>
                  <a:pt x="2857386" y="904913"/>
                </a:cubicBezTo>
                <a:lnTo>
                  <a:pt x="2831125" y="904913"/>
                </a:lnTo>
                <a:lnTo>
                  <a:pt x="2831125" y="894283"/>
                </a:lnTo>
                <a:lnTo>
                  <a:pt x="2857386" y="894283"/>
                </a:lnTo>
                <a:cubicBezTo>
                  <a:pt x="2862529" y="894283"/>
                  <a:pt x="2867558" y="893769"/>
                  <a:pt x="2872416" y="892740"/>
                </a:cubicBezTo>
                <a:lnTo>
                  <a:pt x="2874559" y="903141"/>
                </a:lnTo>
                <a:moveTo>
                  <a:pt x="2799264" y="904913"/>
                </a:moveTo>
                <a:lnTo>
                  <a:pt x="2756773" y="904913"/>
                </a:lnTo>
                <a:lnTo>
                  <a:pt x="2756773" y="894283"/>
                </a:lnTo>
                <a:lnTo>
                  <a:pt x="2799264" y="894283"/>
                </a:lnTo>
                <a:lnTo>
                  <a:pt x="2799264" y="904913"/>
                </a:lnTo>
                <a:moveTo>
                  <a:pt x="2724912" y="904913"/>
                </a:moveTo>
                <a:lnTo>
                  <a:pt x="2682421" y="904913"/>
                </a:lnTo>
                <a:lnTo>
                  <a:pt x="2682421" y="894283"/>
                </a:lnTo>
                <a:lnTo>
                  <a:pt x="2724912" y="894283"/>
                </a:lnTo>
                <a:lnTo>
                  <a:pt x="2724912" y="904913"/>
                </a:lnTo>
                <a:moveTo>
                  <a:pt x="2650560" y="904913"/>
                </a:moveTo>
                <a:lnTo>
                  <a:pt x="2608069" y="904913"/>
                </a:lnTo>
                <a:lnTo>
                  <a:pt x="2608069" y="894283"/>
                </a:lnTo>
                <a:lnTo>
                  <a:pt x="2650560" y="894283"/>
                </a:lnTo>
                <a:lnTo>
                  <a:pt x="2650560" y="904913"/>
                </a:lnTo>
                <a:moveTo>
                  <a:pt x="2576208" y="904913"/>
                </a:moveTo>
                <a:lnTo>
                  <a:pt x="2533745" y="904913"/>
                </a:lnTo>
                <a:lnTo>
                  <a:pt x="2533745" y="894283"/>
                </a:lnTo>
                <a:lnTo>
                  <a:pt x="2576208" y="894283"/>
                </a:lnTo>
                <a:lnTo>
                  <a:pt x="2576208" y="904913"/>
                </a:lnTo>
                <a:moveTo>
                  <a:pt x="2501884" y="904913"/>
                </a:moveTo>
                <a:lnTo>
                  <a:pt x="2459393" y="904913"/>
                </a:lnTo>
                <a:lnTo>
                  <a:pt x="2459393" y="894283"/>
                </a:lnTo>
                <a:lnTo>
                  <a:pt x="2501884" y="894283"/>
                </a:lnTo>
                <a:lnTo>
                  <a:pt x="2501884" y="904913"/>
                </a:lnTo>
                <a:moveTo>
                  <a:pt x="2427532" y="904913"/>
                </a:moveTo>
                <a:lnTo>
                  <a:pt x="2385041" y="904913"/>
                </a:lnTo>
                <a:lnTo>
                  <a:pt x="2385041" y="894283"/>
                </a:lnTo>
                <a:lnTo>
                  <a:pt x="2427532" y="894283"/>
                </a:lnTo>
                <a:lnTo>
                  <a:pt x="2427532" y="904913"/>
                </a:lnTo>
                <a:moveTo>
                  <a:pt x="2353180" y="904913"/>
                </a:moveTo>
                <a:lnTo>
                  <a:pt x="2310689" y="904913"/>
                </a:lnTo>
                <a:lnTo>
                  <a:pt x="2310689" y="894283"/>
                </a:lnTo>
                <a:lnTo>
                  <a:pt x="2353180" y="894283"/>
                </a:lnTo>
                <a:lnTo>
                  <a:pt x="2353180" y="904913"/>
                </a:lnTo>
                <a:moveTo>
                  <a:pt x="2278828" y="904913"/>
                </a:moveTo>
                <a:lnTo>
                  <a:pt x="2236337" y="904913"/>
                </a:lnTo>
                <a:lnTo>
                  <a:pt x="2236337" y="894283"/>
                </a:lnTo>
                <a:lnTo>
                  <a:pt x="2278828" y="894283"/>
                </a:lnTo>
                <a:lnTo>
                  <a:pt x="2278828" y="904913"/>
                </a:lnTo>
                <a:moveTo>
                  <a:pt x="2204476" y="904913"/>
                </a:moveTo>
                <a:lnTo>
                  <a:pt x="2161985" y="904913"/>
                </a:lnTo>
                <a:lnTo>
                  <a:pt x="2161985" y="894283"/>
                </a:lnTo>
                <a:lnTo>
                  <a:pt x="2204476" y="894283"/>
                </a:lnTo>
                <a:lnTo>
                  <a:pt x="2204476" y="904913"/>
                </a:lnTo>
                <a:moveTo>
                  <a:pt x="2130123" y="904913"/>
                </a:moveTo>
                <a:lnTo>
                  <a:pt x="2087661" y="904913"/>
                </a:lnTo>
                <a:lnTo>
                  <a:pt x="2087661" y="894283"/>
                </a:lnTo>
                <a:lnTo>
                  <a:pt x="2130123" y="894283"/>
                </a:lnTo>
                <a:lnTo>
                  <a:pt x="2130123" y="904913"/>
                </a:lnTo>
                <a:moveTo>
                  <a:pt x="2055800" y="904913"/>
                </a:moveTo>
                <a:lnTo>
                  <a:pt x="2013309" y="904913"/>
                </a:lnTo>
                <a:lnTo>
                  <a:pt x="2013309" y="894283"/>
                </a:lnTo>
                <a:lnTo>
                  <a:pt x="2055800" y="894283"/>
                </a:lnTo>
                <a:lnTo>
                  <a:pt x="2055800" y="904913"/>
                </a:lnTo>
                <a:moveTo>
                  <a:pt x="1981448" y="904913"/>
                </a:moveTo>
                <a:lnTo>
                  <a:pt x="1938957" y="904913"/>
                </a:lnTo>
                <a:lnTo>
                  <a:pt x="1938957" y="894283"/>
                </a:lnTo>
                <a:lnTo>
                  <a:pt x="1981448" y="894283"/>
                </a:lnTo>
                <a:lnTo>
                  <a:pt x="1981448" y="904913"/>
                </a:lnTo>
                <a:moveTo>
                  <a:pt x="1907096" y="904913"/>
                </a:moveTo>
                <a:lnTo>
                  <a:pt x="1864604" y="904913"/>
                </a:lnTo>
                <a:lnTo>
                  <a:pt x="1864604" y="894283"/>
                </a:lnTo>
                <a:lnTo>
                  <a:pt x="1907096" y="894283"/>
                </a:lnTo>
                <a:lnTo>
                  <a:pt x="1907096" y="904913"/>
                </a:lnTo>
                <a:moveTo>
                  <a:pt x="1832743" y="904913"/>
                </a:moveTo>
                <a:lnTo>
                  <a:pt x="1790252" y="904913"/>
                </a:lnTo>
                <a:lnTo>
                  <a:pt x="1790252" y="894283"/>
                </a:lnTo>
                <a:lnTo>
                  <a:pt x="1832743" y="894283"/>
                </a:lnTo>
                <a:lnTo>
                  <a:pt x="1832743" y="904913"/>
                </a:lnTo>
                <a:moveTo>
                  <a:pt x="1758391" y="904913"/>
                </a:moveTo>
                <a:lnTo>
                  <a:pt x="1715929" y="904913"/>
                </a:lnTo>
                <a:lnTo>
                  <a:pt x="1715929" y="894283"/>
                </a:lnTo>
                <a:lnTo>
                  <a:pt x="1758391" y="894283"/>
                </a:lnTo>
                <a:lnTo>
                  <a:pt x="1758391" y="904913"/>
                </a:lnTo>
                <a:moveTo>
                  <a:pt x="1684039" y="904913"/>
                </a:moveTo>
                <a:lnTo>
                  <a:pt x="1641577" y="904913"/>
                </a:lnTo>
                <a:lnTo>
                  <a:pt x="1641577" y="894283"/>
                </a:lnTo>
                <a:lnTo>
                  <a:pt x="1684039" y="894283"/>
                </a:lnTo>
                <a:lnTo>
                  <a:pt x="1684039" y="904913"/>
                </a:lnTo>
                <a:moveTo>
                  <a:pt x="1609715" y="904913"/>
                </a:moveTo>
                <a:lnTo>
                  <a:pt x="1567224" y="904913"/>
                </a:lnTo>
                <a:lnTo>
                  <a:pt x="1567224" y="894283"/>
                </a:lnTo>
                <a:lnTo>
                  <a:pt x="1609715" y="894283"/>
                </a:lnTo>
                <a:lnTo>
                  <a:pt x="1609715" y="904913"/>
                </a:lnTo>
                <a:moveTo>
                  <a:pt x="1535363" y="904913"/>
                </a:moveTo>
                <a:lnTo>
                  <a:pt x="1492872" y="904913"/>
                </a:lnTo>
                <a:lnTo>
                  <a:pt x="1492872" y="894283"/>
                </a:lnTo>
                <a:lnTo>
                  <a:pt x="1535363" y="894283"/>
                </a:lnTo>
                <a:lnTo>
                  <a:pt x="1535363" y="904913"/>
                </a:lnTo>
                <a:moveTo>
                  <a:pt x="1461011" y="904913"/>
                </a:moveTo>
                <a:lnTo>
                  <a:pt x="1418520" y="904913"/>
                </a:lnTo>
                <a:lnTo>
                  <a:pt x="1418520" y="894283"/>
                </a:lnTo>
                <a:lnTo>
                  <a:pt x="1461011" y="894283"/>
                </a:lnTo>
                <a:lnTo>
                  <a:pt x="1461011" y="904913"/>
                </a:lnTo>
                <a:moveTo>
                  <a:pt x="1386659" y="904913"/>
                </a:moveTo>
                <a:lnTo>
                  <a:pt x="1344168" y="904913"/>
                </a:lnTo>
                <a:lnTo>
                  <a:pt x="1344168" y="894283"/>
                </a:lnTo>
                <a:lnTo>
                  <a:pt x="1386659" y="894283"/>
                </a:lnTo>
                <a:lnTo>
                  <a:pt x="1386659" y="904913"/>
                </a:lnTo>
                <a:moveTo>
                  <a:pt x="1312307" y="904913"/>
                </a:moveTo>
                <a:lnTo>
                  <a:pt x="1269844" y="904913"/>
                </a:lnTo>
                <a:lnTo>
                  <a:pt x="1269844" y="894283"/>
                </a:lnTo>
                <a:lnTo>
                  <a:pt x="1312307" y="894283"/>
                </a:lnTo>
                <a:lnTo>
                  <a:pt x="1312307" y="904913"/>
                </a:lnTo>
                <a:moveTo>
                  <a:pt x="1237983" y="904913"/>
                </a:moveTo>
                <a:lnTo>
                  <a:pt x="1195492" y="904913"/>
                </a:lnTo>
                <a:lnTo>
                  <a:pt x="1195492" y="894283"/>
                </a:lnTo>
                <a:lnTo>
                  <a:pt x="1237983" y="894283"/>
                </a:lnTo>
                <a:lnTo>
                  <a:pt x="1237983" y="904913"/>
                </a:lnTo>
                <a:moveTo>
                  <a:pt x="1163631" y="904913"/>
                </a:moveTo>
                <a:lnTo>
                  <a:pt x="1121140" y="904913"/>
                </a:lnTo>
                <a:lnTo>
                  <a:pt x="1121140" y="894283"/>
                </a:lnTo>
                <a:lnTo>
                  <a:pt x="1163631" y="894283"/>
                </a:lnTo>
                <a:lnTo>
                  <a:pt x="1163631" y="904913"/>
                </a:lnTo>
                <a:moveTo>
                  <a:pt x="1089279" y="904913"/>
                </a:moveTo>
                <a:lnTo>
                  <a:pt x="1046788" y="904913"/>
                </a:lnTo>
                <a:lnTo>
                  <a:pt x="1046788" y="894283"/>
                </a:lnTo>
                <a:lnTo>
                  <a:pt x="1089279" y="894283"/>
                </a:lnTo>
                <a:lnTo>
                  <a:pt x="1089279" y="904913"/>
                </a:lnTo>
                <a:moveTo>
                  <a:pt x="1014927" y="904913"/>
                </a:moveTo>
                <a:lnTo>
                  <a:pt x="972436" y="904913"/>
                </a:lnTo>
                <a:lnTo>
                  <a:pt x="972436" y="894283"/>
                </a:lnTo>
                <a:lnTo>
                  <a:pt x="1014927" y="894283"/>
                </a:lnTo>
                <a:lnTo>
                  <a:pt x="1014927" y="904913"/>
                </a:lnTo>
                <a:moveTo>
                  <a:pt x="940575" y="904913"/>
                </a:moveTo>
                <a:lnTo>
                  <a:pt x="898084" y="904913"/>
                </a:lnTo>
                <a:lnTo>
                  <a:pt x="898084" y="894283"/>
                </a:lnTo>
                <a:lnTo>
                  <a:pt x="940575" y="894283"/>
                </a:lnTo>
                <a:lnTo>
                  <a:pt x="940575" y="904913"/>
                </a:lnTo>
                <a:moveTo>
                  <a:pt x="866223" y="904913"/>
                </a:moveTo>
                <a:lnTo>
                  <a:pt x="823760" y="904913"/>
                </a:lnTo>
                <a:lnTo>
                  <a:pt x="823760" y="894283"/>
                </a:lnTo>
                <a:lnTo>
                  <a:pt x="866223" y="894283"/>
                </a:lnTo>
                <a:lnTo>
                  <a:pt x="866223" y="904913"/>
                </a:lnTo>
                <a:moveTo>
                  <a:pt x="791899" y="904913"/>
                </a:moveTo>
                <a:lnTo>
                  <a:pt x="749408" y="904913"/>
                </a:lnTo>
                <a:lnTo>
                  <a:pt x="749408" y="894283"/>
                </a:lnTo>
                <a:lnTo>
                  <a:pt x="791899" y="894283"/>
                </a:lnTo>
                <a:lnTo>
                  <a:pt x="791899" y="904913"/>
                </a:lnTo>
                <a:moveTo>
                  <a:pt x="717547" y="904913"/>
                </a:moveTo>
                <a:lnTo>
                  <a:pt x="675056" y="904913"/>
                </a:lnTo>
                <a:lnTo>
                  <a:pt x="675056" y="894283"/>
                </a:lnTo>
                <a:lnTo>
                  <a:pt x="717547" y="894283"/>
                </a:lnTo>
                <a:lnTo>
                  <a:pt x="717547" y="904913"/>
                </a:lnTo>
                <a:moveTo>
                  <a:pt x="643195" y="904913"/>
                </a:moveTo>
                <a:lnTo>
                  <a:pt x="600704" y="904913"/>
                </a:lnTo>
                <a:lnTo>
                  <a:pt x="600704" y="894283"/>
                </a:lnTo>
                <a:lnTo>
                  <a:pt x="643195" y="894283"/>
                </a:lnTo>
                <a:lnTo>
                  <a:pt x="643195" y="904913"/>
                </a:lnTo>
                <a:moveTo>
                  <a:pt x="568843" y="904913"/>
                </a:moveTo>
                <a:lnTo>
                  <a:pt x="526352" y="904913"/>
                </a:lnTo>
                <a:lnTo>
                  <a:pt x="526352" y="894283"/>
                </a:lnTo>
                <a:lnTo>
                  <a:pt x="568843" y="894283"/>
                </a:lnTo>
                <a:lnTo>
                  <a:pt x="568843" y="904913"/>
                </a:lnTo>
                <a:moveTo>
                  <a:pt x="494490" y="904913"/>
                </a:moveTo>
                <a:lnTo>
                  <a:pt x="451999" y="904913"/>
                </a:lnTo>
                <a:lnTo>
                  <a:pt x="451999" y="894283"/>
                </a:lnTo>
                <a:lnTo>
                  <a:pt x="494490" y="894283"/>
                </a:lnTo>
                <a:lnTo>
                  <a:pt x="494490" y="904913"/>
                </a:lnTo>
                <a:moveTo>
                  <a:pt x="420138" y="904913"/>
                </a:moveTo>
                <a:lnTo>
                  <a:pt x="377676" y="904913"/>
                </a:lnTo>
                <a:lnTo>
                  <a:pt x="377676" y="894283"/>
                </a:lnTo>
                <a:lnTo>
                  <a:pt x="420138" y="894283"/>
                </a:lnTo>
                <a:lnTo>
                  <a:pt x="420138" y="904913"/>
                </a:lnTo>
                <a:moveTo>
                  <a:pt x="345786" y="904913"/>
                </a:moveTo>
                <a:lnTo>
                  <a:pt x="303324" y="904913"/>
                </a:lnTo>
                <a:lnTo>
                  <a:pt x="303324" y="894283"/>
                </a:lnTo>
                <a:lnTo>
                  <a:pt x="345786" y="894283"/>
                </a:lnTo>
                <a:lnTo>
                  <a:pt x="345786" y="904913"/>
                </a:lnTo>
                <a:moveTo>
                  <a:pt x="271462" y="904913"/>
                </a:moveTo>
                <a:lnTo>
                  <a:pt x="228971" y="904913"/>
                </a:lnTo>
                <a:lnTo>
                  <a:pt x="228971" y="894283"/>
                </a:lnTo>
                <a:lnTo>
                  <a:pt x="271462" y="894283"/>
                </a:lnTo>
                <a:lnTo>
                  <a:pt x="271462" y="904913"/>
                </a:lnTo>
                <a:moveTo>
                  <a:pt x="197110" y="904913"/>
                </a:moveTo>
                <a:lnTo>
                  <a:pt x="154619" y="904913"/>
                </a:lnTo>
                <a:lnTo>
                  <a:pt x="154619" y="894283"/>
                </a:lnTo>
                <a:lnTo>
                  <a:pt x="197110" y="894283"/>
                </a:lnTo>
                <a:lnTo>
                  <a:pt x="197110" y="904913"/>
                </a:lnTo>
                <a:moveTo>
                  <a:pt x="122758" y="904913"/>
                </a:moveTo>
                <a:lnTo>
                  <a:pt x="84639" y="904913"/>
                </a:lnTo>
                <a:lnTo>
                  <a:pt x="79981" y="904770"/>
                </a:lnTo>
                <a:lnTo>
                  <a:pt x="80582" y="894169"/>
                </a:lnTo>
                <a:lnTo>
                  <a:pt x="84639" y="894283"/>
                </a:lnTo>
                <a:lnTo>
                  <a:pt x="122758" y="894283"/>
                </a:lnTo>
                <a:lnTo>
                  <a:pt x="122758" y="904913"/>
                </a:lnTo>
                <a:moveTo>
                  <a:pt x="47320" y="896226"/>
                </a:moveTo>
                <a:cubicBezTo>
                  <a:pt x="33661" y="889483"/>
                  <a:pt x="22088" y="879196"/>
                  <a:pt x="13802" y="866537"/>
                </a:cubicBezTo>
                <a:lnTo>
                  <a:pt x="22689" y="860736"/>
                </a:lnTo>
                <a:cubicBezTo>
                  <a:pt x="29947" y="871795"/>
                  <a:pt x="40091" y="880824"/>
                  <a:pt x="52007" y="886711"/>
                </a:cubicBezTo>
                <a:lnTo>
                  <a:pt x="47320" y="896226"/>
                </a:lnTo>
                <a:moveTo>
                  <a:pt x="1314" y="835162"/>
                </a:moveTo>
                <a:cubicBezTo>
                  <a:pt x="457" y="830332"/>
                  <a:pt x="0" y="825332"/>
                  <a:pt x="0" y="820245"/>
                </a:cubicBezTo>
                <a:lnTo>
                  <a:pt x="0" y="791842"/>
                </a:lnTo>
                <a:lnTo>
                  <a:pt x="10630" y="791842"/>
                </a:lnTo>
                <a:lnTo>
                  <a:pt x="10630" y="820245"/>
                </a:lnTo>
                <a:cubicBezTo>
                  <a:pt x="10630" y="824703"/>
                  <a:pt x="11030" y="829075"/>
                  <a:pt x="11773" y="833304"/>
                </a:cubicBezTo>
                <a:lnTo>
                  <a:pt x="1314" y="835162"/>
                </a:lnTo>
                <a:moveTo>
                  <a:pt x="0" y="759981"/>
                </a:moveTo>
                <a:lnTo>
                  <a:pt x="0" y="717490"/>
                </a:lnTo>
                <a:lnTo>
                  <a:pt x="10630" y="717490"/>
                </a:lnTo>
                <a:lnTo>
                  <a:pt x="10630" y="759981"/>
                </a:lnTo>
                <a:lnTo>
                  <a:pt x="0" y="759981"/>
                </a:lnTo>
                <a:moveTo>
                  <a:pt x="0" y="685629"/>
                </a:moveTo>
                <a:lnTo>
                  <a:pt x="0" y="643138"/>
                </a:lnTo>
                <a:lnTo>
                  <a:pt x="10630" y="643138"/>
                </a:lnTo>
                <a:lnTo>
                  <a:pt x="10630" y="685629"/>
                </a:lnTo>
                <a:lnTo>
                  <a:pt x="0" y="685629"/>
                </a:lnTo>
                <a:moveTo>
                  <a:pt x="0" y="611276"/>
                </a:moveTo>
                <a:lnTo>
                  <a:pt x="0" y="568785"/>
                </a:lnTo>
                <a:lnTo>
                  <a:pt x="10630" y="568785"/>
                </a:lnTo>
                <a:lnTo>
                  <a:pt x="10630" y="611276"/>
                </a:lnTo>
                <a:lnTo>
                  <a:pt x="0" y="611276"/>
                </a:lnTo>
                <a:moveTo>
                  <a:pt x="0" y="536924"/>
                </a:moveTo>
                <a:lnTo>
                  <a:pt x="0" y="494433"/>
                </a:lnTo>
                <a:lnTo>
                  <a:pt x="10630" y="494433"/>
                </a:lnTo>
                <a:lnTo>
                  <a:pt x="10630" y="536924"/>
                </a:lnTo>
                <a:lnTo>
                  <a:pt x="0" y="536924"/>
                </a:lnTo>
                <a:moveTo>
                  <a:pt x="0" y="462572"/>
                </a:moveTo>
                <a:lnTo>
                  <a:pt x="0" y="420110"/>
                </a:lnTo>
                <a:lnTo>
                  <a:pt x="10630" y="420110"/>
                </a:lnTo>
                <a:lnTo>
                  <a:pt x="10630" y="462572"/>
                </a:lnTo>
                <a:lnTo>
                  <a:pt x="0" y="462572"/>
                </a:lnTo>
                <a:moveTo>
                  <a:pt x="0" y="388220"/>
                </a:moveTo>
                <a:lnTo>
                  <a:pt x="0" y="345757"/>
                </a:lnTo>
                <a:lnTo>
                  <a:pt x="10630" y="345757"/>
                </a:lnTo>
                <a:lnTo>
                  <a:pt x="10630" y="388220"/>
                </a:lnTo>
                <a:lnTo>
                  <a:pt x="0" y="388220"/>
                </a:lnTo>
                <a:moveTo>
                  <a:pt x="0" y="313896"/>
                </a:moveTo>
                <a:lnTo>
                  <a:pt x="0" y="271405"/>
                </a:lnTo>
                <a:lnTo>
                  <a:pt x="10630" y="271405"/>
                </a:lnTo>
                <a:lnTo>
                  <a:pt x="10630" y="313896"/>
                </a:lnTo>
                <a:lnTo>
                  <a:pt x="0" y="313896"/>
                </a:lnTo>
                <a:moveTo>
                  <a:pt x="0" y="239544"/>
                </a:moveTo>
                <a:lnTo>
                  <a:pt x="0" y="197053"/>
                </a:lnTo>
                <a:lnTo>
                  <a:pt x="10630" y="197053"/>
                </a:lnTo>
                <a:lnTo>
                  <a:pt x="10630" y="239544"/>
                </a:lnTo>
                <a:lnTo>
                  <a:pt x="0" y="239544"/>
                </a:lnTo>
                <a:moveTo>
                  <a:pt x="0" y="165192"/>
                </a:moveTo>
                <a:lnTo>
                  <a:pt x="0" y="122701"/>
                </a:lnTo>
                <a:lnTo>
                  <a:pt x="10630" y="122701"/>
                </a:lnTo>
                <a:lnTo>
                  <a:pt x="10630" y="165192"/>
                </a:lnTo>
                <a:lnTo>
                  <a:pt x="0" y="165192"/>
                </a:lnTo>
                <a:moveTo>
                  <a:pt x="0" y="90840"/>
                </a:moveTo>
                <a:lnTo>
                  <a:pt x="0" y="84639"/>
                </a:lnTo>
                <a:cubicBezTo>
                  <a:pt x="0" y="68894"/>
                  <a:pt x="4343" y="54092"/>
                  <a:pt x="11859" y="41462"/>
                </a:cubicBezTo>
                <a:lnTo>
                  <a:pt x="21003" y="46892"/>
                </a:lnTo>
                <a:cubicBezTo>
                  <a:pt x="14402" y="57950"/>
                  <a:pt x="10630" y="70837"/>
                  <a:pt x="10630" y="84639"/>
                </a:cubicBezTo>
                <a:lnTo>
                  <a:pt x="10630" y="90840"/>
                </a:lnTo>
                <a:lnTo>
                  <a:pt x="0" y="90840"/>
                </a:lnTo>
              </a:path>
            </a:pathLst>
          </a:custGeom>
          <a:solidFill xmlns:a="http://schemas.openxmlformats.org/drawingml/2006/main">
            <a:srgbClr val="B2B4B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0d6aed8f14c0d"/>
          <a:stretch xmlns:a="http://schemas.openxmlformats.org/drawingml/2006/main"/>
        </p:blipFill>
        <p:spPr>
          <a:xfrm xmlns:a="http://schemas.openxmlformats.org/drawingml/2006/main">
            <a:off x="7718998" y="3161395"/>
            <a:ext cx="323231" cy="316497"/>
          </a:xfrm>
          <a:prstGeom xmlns:a="http://schemas.openxmlformats.org/drawingml/2006/main" prst="rect">
            <a:avLst/>
          </a:prstGeom>
        </p:spPr>
      </p:pic>
      <p:sp>
        <p:nvSpPr>
          <p:cNvPr id="56" name="Text Logo">
            <a:extLst xmlns:a="http://schemas.openxmlformats.org/drawingml/2006/main">
              <a:ext uri="{FF2B5EF4-FFF2-40B4-BE49-F238E27FC236}">
                <a16:creationId xmlns:a16="http://schemas.microsoft.com/office/drawing/2014/main" id="{780B3973-32F8-4D86-9298-BB384BEB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254" y="3640882"/>
            <a:ext cx="363862" cy="150754"/>
          </a:xfrm>
          <a:custGeom xmlns:a="http://schemas.openxmlformats.org/drawingml/2006/main">
            <a:pathLst>
              <a:path w="363862" h="150754">
                <a:moveTo>
                  <a:pt x="55349" y="103384"/>
                </a:moveTo>
                <a:cubicBezTo>
                  <a:pt x="63659" y="103384"/>
                  <a:pt x="69851" y="101479"/>
                  <a:pt x="73923" y="97668"/>
                </a:cubicBezTo>
                <a:cubicBezTo>
                  <a:pt x="77995" y="93855"/>
                  <a:pt x="81001" y="88472"/>
                  <a:pt x="82940" y="81517"/>
                </a:cubicBezTo>
                <a:cubicBezTo>
                  <a:pt x="85765" y="81072"/>
                  <a:pt x="88203" y="81350"/>
                  <a:pt x="90253" y="82353"/>
                </a:cubicBezTo>
                <a:cubicBezTo>
                  <a:pt x="89145" y="92130"/>
                  <a:pt x="87649" y="101523"/>
                  <a:pt x="85765" y="110531"/>
                </a:cubicBezTo>
                <a:cubicBezTo>
                  <a:pt x="75460" y="110309"/>
                  <a:pt x="68673" y="110199"/>
                  <a:pt x="65404" y="110199"/>
                </a:cubicBezTo>
                <a:lnTo>
                  <a:pt x="27342" y="110199"/>
                </a:lnTo>
                <a:cubicBezTo>
                  <a:pt x="22965" y="110199"/>
                  <a:pt x="14239" y="110309"/>
                  <a:pt x="1163" y="110531"/>
                </a:cubicBezTo>
                <a:cubicBezTo>
                  <a:pt x="388" y="109977"/>
                  <a:pt x="0" y="108994"/>
                  <a:pt x="0" y="107581"/>
                </a:cubicBezTo>
                <a:cubicBezTo>
                  <a:pt x="0" y="106168"/>
                  <a:pt x="388" y="105212"/>
                  <a:pt x="1163" y="104714"/>
                </a:cubicBezTo>
                <a:cubicBezTo>
                  <a:pt x="3989" y="104603"/>
                  <a:pt x="6094" y="104409"/>
                  <a:pt x="7480" y="104132"/>
                </a:cubicBezTo>
                <a:cubicBezTo>
                  <a:pt x="8865" y="103855"/>
                  <a:pt x="10264" y="103232"/>
                  <a:pt x="11676" y="102262"/>
                </a:cubicBezTo>
                <a:cubicBezTo>
                  <a:pt x="13089" y="101291"/>
                  <a:pt x="14045" y="99765"/>
                  <a:pt x="14544" y="97686"/>
                </a:cubicBezTo>
                <a:cubicBezTo>
                  <a:pt x="15042" y="95607"/>
                  <a:pt x="15292" y="92848"/>
                  <a:pt x="15292" y="89409"/>
                </a:cubicBezTo>
                <a:lnTo>
                  <a:pt x="15292" y="21122"/>
                </a:lnTo>
                <a:cubicBezTo>
                  <a:pt x="15292" y="17739"/>
                  <a:pt x="15042" y="14994"/>
                  <a:pt x="14544" y="12887"/>
                </a:cubicBezTo>
                <a:cubicBezTo>
                  <a:pt x="14045" y="10780"/>
                  <a:pt x="13089" y="9241"/>
                  <a:pt x="11676" y="8272"/>
                </a:cubicBezTo>
                <a:cubicBezTo>
                  <a:pt x="10264" y="7300"/>
                  <a:pt x="8878" y="6676"/>
                  <a:pt x="7521" y="6399"/>
                </a:cubicBezTo>
                <a:cubicBezTo>
                  <a:pt x="6164" y="6122"/>
                  <a:pt x="4044" y="5928"/>
                  <a:pt x="1163" y="5817"/>
                </a:cubicBezTo>
                <a:cubicBezTo>
                  <a:pt x="388" y="5263"/>
                  <a:pt x="0" y="4266"/>
                  <a:pt x="0" y="2826"/>
                </a:cubicBezTo>
                <a:cubicBezTo>
                  <a:pt x="0" y="1385"/>
                  <a:pt x="388" y="443"/>
                  <a:pt x="1163" y="0"/>
                </a:cubicBezTo>
                <a:cubicBezTo>
                  <a:pt x="14073" y="222"/>
                  <a:pt x="22826" y="332"/>
                  <a:pt x="27425" y="332"/>
                </a:cubicBezTo>
                <a:cubicBezTo>
                  <a:pt x="29475" y="332"/>
                  <a:pt x="31553" y="305"/>
                  <a:pt x="33658" y="249"/>
                </a:cubicBezTo>
                <a:cubicBezTo>
                  <a:pt x="35763" y="194"/>
                  <a:pt x="38658" y="139"/>
                  <a:pt x="42343" y="83"/>
                </a:cubicBezTo>
                <a:cubicBezTo>
                  <a:pt x="46027" y="28"/>
                  <a:pt x="49670" y="0"/>
                  <a:pt x="53271" y="0"/>
                </a:cubicBezTo>
                <a:cubicBezTo>
                  <a:pt x="54047" y="443"/>
                  <a:pt x="54448" y="1371"/>
                  <a:pt x="54476" y="2784"/>
                </a:cubicBezTo>
                <a:cubicBezTo>
                  <a:pt x="54504" y="4197"/>
                  <a:pt x="54102" y="5208"/>
                  <a:pt x="53271" y="5817"/>
                </a:cubicBezTo>
                <a:cubicBezTo>
                  <a:pt x="50445" y="5928"/>
                  <a:pt x="48354" y="6123"/>
                  <a:pt x="46996" y="6402"/>
                </a:cubicBezTo>
                <a:cubicBezTo>
                  <a:pt x="45639" y="6681"/>
                  <a:pt x="44254" y="7306"/>
                  <a:pt x="42841" y="8279"/>
                </a:cubicBezTo>
                <a:cubicBezTo>
                  <a:pt x="41428" y="9252"/>
                  <a:pt x="40459" y="10783"/>
                  <a:pt x="39932" y="12871"/>
                </a:cubicBezTo>
                <a:cubicBezTo>
                  <a:pt x="39406" y="14957"/>
                  <a:pt x="39143" y="17725"/>
                  <a:pt x="39143" y="21174"/>
                </a:cubicBezTo>
                <a:lnTo>
                  <a:pt x="39143" y="89864"/>
                </a:lnTo>
                <a:cubicBezTo>
                  <a:pt x="39143" y="98877"/>
                  <a:pt x="41138" y="103384"/>
                  <a:pt x="45127" y="103384"/>
                </a:cubicBezTo>
                <a:lnTo>
                  <a:pt x="55349" y="103384"/>
                </a:lnTo>
                <a:close/>
                <a:moveTo>
                  <a:pt x="138635" y="41387"/>
                </a:moveTo>
                <a:cubicBezTo>
                  <a:pt x="129217" y="41387"/>
                  <a:pt x="124507" y="51310"/>
                  <a:pt x="124507" y="71157"/>
                </a:cubicBezTo>
                <a:cubicBezTo>
                  <a:pt x="124507" y="79061"/>
                  <a:pt x="126183" y="86685"/>
                  <a:pt x="129535" y="94029"/>
                </a:cubicBezTo>
                <a:cubicBezTo>
                  <a:pt x="132887" y="101374"/>
                  <a:pt x="137694" y="105046"/>
                  <a:pt x="143954" y="105046"/>
                </a:cubicBezTo>
                <a:cubicBezTo>
                  <a:pt x="147722" y="105046"/>
                  <a:pt x="151018" y="103014"/>
                  <a:pt x="153844" y="98951"/>
                </a:cubicBezTo>
                <a:cubicBezTo>
                  <a:pt x="156669" y="94886"/>
                  <a:pt x="158082" y="88200"/>
                  <a:pt x="158082" y="78894"/>
                </a:cubicBezTo>
                <a:cubicBezTo>
                  <a:pt x="158082" y="67176"/>
                  <a:pt x="156309" y="57995"/>
                  <a:pt x="152763" y="51352"/>
                </a:cubicBezTo>
                <a:cubicBezTo>
                  <a:pt x="149218" y="44708"/>
                  <a:pt x="144508" y="41387"/>
                  <a:pt x="138635" y="41387"/>
                </a:cubicBezTo>
                <a:moveTo>
                  <a:pt x="100739" y="74941"/>
                </a:moveTo>
                <a:cubicBezTo>
                  <a:pt x="100739" y="63566"/>
                  <a:pt x="103842" y="54299"/>
                  <a:pt x="110047" y="47139"/>
                </a:cubicBezTo>
                <a:cubicBezTo>
                  <a:pt x="117360" y="38706"/>
                  <a:pt x="127804" y="34517"/>
                  <a:pt x="141378" y="34572"/>
                </a:cubicBezTo>
                <a:cubicBezTo>
                  <a:pt x="153733" y="34572"/>
                  <a:pt x="163581" y="38205"/>
                  <a:pt x="170922" y="45472"/>
                </a:cubicBezTo>
                <a:cubicBezTo>
                  <a:pt x="178263" y="52739"/>
                  <a:pt x="181934" y="62057"/>
                  <a:pt x="181934" y="73427"/>
                </a:cubicBezTo>
                <a:cubicBezTo>
                  <a:pt x="181934" y="85683"/>
                  <a:pt x="178055" y="95278"/>
                  <a:pt x="170299" y="102210"/>
                </a:cubicBezTo>
                <a:cubicBezTo>
                  <a:pt x="163041" y="108699"/>
                  <a:pt x="153345" y="111916"/>
                  <a:pt x="141212" y="111861"/>
                </a:cubicBezTo>
                <a:cubicBezTo>
                  <a:pt x="129632" y="111861"/>
                  <a:pt x="119992" y="108466"/>
                  <a:pt x="112291" y="101675"/>
                </a:cubicBezTo>
                <a:cubicBezTo>
                  <a:pt x="104590" y="94885"/>
                  <a:pt x="100739" y="85973"/>
                  <a:pt x="100739" y="74941"/>
                </a:cubicBezTo>
                <a:close/>
                <a:moveTo>
                  <a:pt x="236752" y="61067"/>
                </a:moveTo>
                <a:cubicBezTo>
                  <a:pt x="236752" y="47892"/>
                  <a:pt x="232957" y="41331"/>
                  <a:pt x="225366" y="41387"/>
                </a:cubicBezTo>
                <a:cubicBezTo>
                  <a:pt x="221987" y="41387"/>
                  <a:pt x="219521" y="42666"/>
                  <a:pt x="217970" y="45225"/>
                </a:cubicBezTo>
                <a:cubicBezTo>
                  <a:pt x="216419" y="47784"/>
                  <a:pt x="215643" y="52113"/>
                  <a:pt x="215643" y="58211"/>
                </a:cubicBezTo>
                <a:cubicBezTo>
                  <a:pt x="215643" y="72148"/>
                  <a:pt x="219604" y="79117"/>
                  <a:pt x="227527" y="79117"/>
                </a:cubicBezTo>
                <a:cubicBezTo>
                  <a:pt x="230242" y="79117"/>
                  <a:pt x="232458" y="77920"/>
                  <a:pt x="234176" y="75525"/>
                </a:cubicBezTo>
                <a:cubicBezTo>
                  <a:pt x="235893" y="73129"/>
                  <a:pt x="236752" y="68310"/>
                  <a:pt x="236752" y="61067"/>
                </a:cubicBezTo>
                <a:moveTo>
                  <a:pt x="217139" y="114520"/>
                </a:moveTo>
                <a:cubicBezTo>
                  <a:pt x="213870" y="114520"/>
                  <a:pt x="211377" y="114188"/>
                  <a:pt x="209659" y="113523"/>
                </a:cubicBezTo>
                <a:cubicBezTo>
                  <a:pt x="208385" y="115819"/>
                  <a:pt x="207776" y="120244"/>
                  <a:pt x="207831" y="126799"/>
                </a:cubicBezTo>
                <a:cubicBezTo>
                  <a:pt x="207831" y="131392"/>
                  <a:pt x="209618" y="135397"/>
                  <a:pt x="213191" y="138813"/>
                </a:cubicBezTo>
                <a:cubicBezTo>
                  <a:pt x="216765" y="142231"/>
                  <a:pt x="221266" y="143940"/>
                  <a:pt x="226696" y="143940"/>
                </a:cubicBezTo>
                <a:cubicBezTo>
                  <a:pt x="230907" y="143940"/>
                  <a:pt x="234771" y="143716"/>
                  <a:pt x="238289" y="143267"/>
                </a:cubicBezTo>
                <a:cubicBezTo>
                  <a:pt x="241808" y="142819"/>
                  <a:pt x="244758" y="141922"/>
                  <a:pt x="247140" y="140577"/>
                </a:cubicBezTo>
                <a:cubicBezTo>
                  <a:pt x="249800" y="139063"/>
                  <a:pt x="251849" y="136780"/>
                  <a:pt x="253290" y="133725"/>
                </a:cubicBezTo>
                <a:cubicBezTo>
                  <a:pt x="254731" y="130673"/>
                  <a:pt x="255451" y="127493"/>
                  <a:pt x="255451" y="124186"/>
                </a:cubicBezTo>
                <a:cubicBezTo>
                  <a:pt x="255451" y="117742"/>
                  <a:pt x="242680" y="114520"/>
                  <a:pt x="217139" y="114520"/>
                </a:cubicBezTo>
                <a:moveTo>
                  <a:pt x="266836" y="42883"/>
                </a:moveTo>
                <a:cubicBezTo>
                  <a:pt x="264897" y="42883"/>
                  <a:pt x="263193" y="42273"/>
                  <a:pt x="261725" y="41054"/>
                </a:cubicBezTo>
                <a:cubicBezTo>
                  <a:pt x="260257" y="39834"/>
                  <a:pt x="259301" y="38546"/>
                  <a:pt x="258858" y="37190"/>
                </a:cubicBezTo>
                <a:cubicBezTo>
                  <a:pt x="258193" y="35833"/>
                  <a:pt x="257113" y="35182"/>
                  <a:pt x="255617" y="35237"/>
                </a:cubicBezTo>
                <a:cubicBezTo>
                  <a:pt x="254731" y="35237"/>
                  <a:pt x="253235" y="35866"/>
                  <a:pt x="251129" y="37125"/>
                </a:cubicBezTo>
                <a:cubicBezTo>
                  <a:pt x="249024" y="38384"/>
                  <a:pt x="247639" y="39423"/>
                  <a:pt x="246974" y="40244"/>
                </a:cubicBezTo>
                <a:cubicBezTo>
                  <a:pt x="254010" y="45930"/>
                  <a:pt x="257528" y="52708"/>
                  <a:pt x="257528" y="60579"/>
                </a:cubicBezTo>
                <a:cubicBezTo>
                  <a:pt x="257528" y="67728"/>
                  <a:pt x="254744" y="73741"/>
                  <a:pt x="249176" y="78618"/>
                </a:cubicBezTo>
                <a:cubicBezTo>
                  <a:pt x="243608" y="83494"/>
                  <a:pt x="236115" y="85932"/>
                  <a:pt x="226696" y="85932"/>
                </a:cubicBezTo>
                <a:cubicBezTo>
                  <a:pt x="220989" y="85932"/>
                  <a:pt x="216834" y="85291"/>
                  <a:pt x="214230" y="84010"/>
                </a:cubicBezTo>
                <a:cubicBezTo>
                  <a:pt x="214119" y="84237"/>
                  <a:pt x="213801" y="84889"/>
                  <a:pt x="213274" y="85965"/>
                </a:cubicBezTo>
                <a:cubicBezTo>
                  <a:pt x="212748" y="87042"/>
                  <a:pt x="212360" y="87992"/>
                  <a:pt x="212111" y="88814"/>
                </a:cubicBezTo>
                <a:cubicBezTo>
                  <a:pt x="211862" y="89635"/>
                  <a:pt x="211737" y="90471"/>
                  <a:pt x="211737" y="91321"/>
                </a:cubicBezTo>
                <a:cubicBezTo>
                  <a:pt x="211737" y="96149"/>
                  <a:pt x="214286" y="98564"/>
                  <a:pt x="219383" y="98564"/>
                </a:cubicBezTo>
                <a:cubicBezTo>
                  <a:pt x="227915" y="98564"/>
                  <a:pt x="236766" y="99009"/>
                  <a:pt x="245935" y="99899"/>
                </a:cubicBezTo>
                <a:cubicBezTo>
                  <a:pt x="255104" y="100787"/>
                  <a:pt x="261185" y="102203"/>
                  <a:pt x="264177" y="104148"/>
                </a:cubicBezTo>
                <a:cubicBezTo>
                  <a:pt x="269828" y="108036"/>
                  <a:pt x="272654" y="113231"/>
                  <a:pt x="272654" y="119733"/>
                </a:cubicBezTo>
                <a:cubicBezTo>
                  <a:pt x="272654" y="128580"/>
                  <a:pt x="267349" y="135962"/>
                  <a:pt x="256739" y="141878"/>
                </a:cubicBezTo>
                <a:cubicBezTo>
                  <a:pt x="246129" y="147796"/>
                  <a:pt x="234536" y="150754"/>
                  <a:pt x="221959" y="150754"/>
                </a:cubicBezTo>
                <a:cubicBezTo>
                  <a:pt x="209936" y="150754"/>
                  <a:pt x="201238" y="148898"/>
                  <a:pt x="195864" y="145186"/>
                </a:cubicBezTo>
                <a:cubicBezTo>
                  <a:pt x="191431" y="142139"/>
                  <a:pt x="189243" y="136516"/>
                  <a:pt x="189298" y="128316"/>
                </a:cubicBezTo>
                <a:cubicBezTo>
                  <a:pt x="189298" y="126709"/>
                  <a:pt x="190905" y="123980"/>
                  <a:pt x="194118" y="120130"/>
                </a:cubicBezTo>
                <a:cubicBezTo>
                  <a:pt x="197332" y="116279"/>
                  <a:pt x="200656" y="113329"/>
                  <a:pt x="204091" y="111279"/>
                </a:cubicBezTo>
                <a:cubicBezTo>
                  <a:pt x="200822" y="110282"/>
                  <a:pt x="198495" y="108703"/>
                  <a:pt x="197110" y="106542"/>
                </a:cubicBezTo>
                <a:cubicBezTo>
                  <a:pt x="195614" y="104270"/>
                  <a:pt x="194866" y="101666"/>
                  <a:pt x="194866" y="98730"/>
                </a:cubicBezTo>
                <a:cubicBezTo>
                  <a:pt x="194866" y="97087"/>
                  <a:pt x="196348" y="94452"/>
                  <a:pt x="199313" y="90825"/>
                </a:cubicBezTo>
                <a:cubicBezTo>
                  <a:pt x="202277" y="87197"/>
                  <a:pt x="205282" y="84052"/>
                  <a:pt x="208330" y="81389"/>
                </a:cubicBezTo>
                <a:cubicBezTo>
                  <a:pt x="204341" y="79196"/>
                  <a:pt x="201155" y="76098"/>
                  <a:pt x="198772" y="72097"/>
                </a:cubicBezTo>
                <a:cubicBezTo>
                  <a:pt x="196390" y="68094"/>
                  <a:pt x="195199" y="63982"/>
                  <a:pt x="195199" y="59761"/>
                </a:cubicBezTo>
                <a:cubicBezTo>
                  <a:pt x="195199" y="51615"/>
                  <a:pt x="199049" y="45020"/>
                  <a:pt x="206751" y="39977"/>
                </a:cubicBezTo>
                <a:cubicBezTo>
                  <a:pt x="212291" y="36318"/>
                  <a:pt x="218995" y="34517"/>
                  <a:pt x="226862" y="34572"/>
                </a:cubicBezTo>
                <a:cubicBezTo>
                  <a:pt x="233899" y="34572"/>
                  <a:pt x="238663" y="35262"/>
                  <a:pt x="241157" y="36642"/>
                </a:cubicBezTo>
                <a:cubicBezTo>
                  <a:pt x="243982" y="34109"/>
                  <a:pt x="247528" y="31773"/>
                  <a:pt x="251794" y="29635"/>
                </a:cubicBezTo>
                <a:cubicBezTo>
                  <a:pt x="256060" y="27497"/>
                  <a:pt x="259938" y="26428"/>
                  <a:pt x="263429" y="26428"/>
                </a:cubicBezTo>
                <a:cubicBezTo>
                  <a:pt x="266476" y="26428"/>
                  <a:pt x="269066" y="27338"/>
                  <a:pt x="271199" y="29157"/>
                </a:cubicBezTo>
                <a:cubicBezTo>
                  <a:pt x="273332" y="30975"/>
                  <a:pt x="274399" y="32794"/>
                  <a:pt x="274399" y="34614"/>
                </a:cubicBezTo>
                <a:cubicBezTo>
                  <a:pt x="274344" y="40126"/>
                  <a:pt x="271823" y="42883"/>
                  <a:pt x="266836" y="42883"/>
                </a:cubicBezTo>
                <a:close/>
                <a:moveTo>
                  <a:pt x="320564" y="41387"/>
                </a:moveTo>
                <a:cubicBezTo>
                  <a:pt x="311145" y="41387"/>
                  <a:pt x="306436" y="51310"/>
                  <a:pt x="306436" y="71157"/>
                </a:cubicBezTo>
                <a:cubicBezTo>
                  <a:pt x="306436" y="79061"/>
                  <a:pt x="308112" y="86685"/>
                  <a:pt x="311464" y="94029"/>
                </a:cubicBezTo>
                <a:cubicBezTo>
                  <a:pt x="314816" y="101374"/>
                  <a:pt x="319622" y="105046"/>
                  <a:pt x="325883" y="105046"/>
                </a:cubicBezTo>
                <a:cubicBezTo>
                  <a:pt x="329650" y="105046"/>
                  <a:pt x="332947" y="103014"/>
                  <a:pt x="335772" y="98951"/>
                </a:cubicBezTo>
                <a:cubicBezTo>
                  <a:pt x="338598" y="94886"/>
                  <a:pt x="340011" y="88200"/>
                  <a:pt x="340011" y="78894"/>
                </a:cubicBezTo>
                <a:cubicBezTo>
                  <a:pt x="340011" y="67176"/>
                  <a:pt x="338238" y="57995"/>
                  <a:pt x="334692" y="51352"/>
                </a:cubicBezTo>
                <a:cubicBezTo>
                  <a:pt x="331146" y="44708"/>
                  <a:pt x="326437" y="41387"/>
                  <a:pt x="320564" y="41387"/>
                </a:cubicBezTo>
                <a:moveTo>
                  <a:pt x="282667" y="74941"/>
                </a:moveTo>
                <a:cubicBezTo>
                  <a:pt x="282667" y="63566"/>
                  <a:pt x="285770" y="54299"/>
                  <a:pt x="291975" y="47139"/>
                </a:cubicBezTo>
                <a:cubicBezTo>
                  <a:pt x="299289" y="38706"/>
                  <a:pt x="309732" y="34517"/>
                  <a:pt x="323306" y="34572"/>
                </a:cubicBezTo>
                <a:cubicBezTo>
                  <a:pt x="335661" y="34572"/>
                  <a:pt x="345510" y="38205"/>
                  <a:pt x="352851" y="45472"/>
                </a:cubicBezTo>
                <a:cubicBezTo>
                  <a:pt x="360192" y="52739"/>
                  <a:pt x="363862" y="62057"/>
                  <a:pt x="363862" y="73427"/>
                </a:cubicBezTo>
                <a:cubicBezTo>
                  <a:pt x="363862" y="85683"/>
                  <a:pt x="359984" y="95278"/>
                  <a:pt x="352227" y="102210"/>
                </a:cubicBezTo>
                <a:cubicBezTo>
                  <a:pt x="344969" y="108699"/>
                  <a:pt x="335274" y="111916"/>
                  <a:pt x="323140" y="111861"/>
                </a:cubicBezTo>
                <a:cubicBezTo>
                  <a:pt x="311561" y="111861"/>
                  <a:pt x="301920" y="108466"/>
                  <a:pt x="294219" y="101675"/>
                </a:cubicBezTo>
                <a:cubicBezTo>
                  <a:pt x="286518" y="94885"/>
                  <a:pt x="282667" y="85973"/>
                  <a:pt x="282667" y="7494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12f9b33d4cfd"/>
          <a:stretch xmlns:a="http://schemas.openxmlformats.org/drawingml/2006/main"/>
        </p:blipFill>
        <p:spPr>
          <a:xfrm xmlns:a="http://schemas.openxmlformats.org/drawingml/2006/main">
            <a:off x="8376618" y="3155440"/>
            <a:ext cx="380219" cy="366640"/>
          </a:xfrm>
          <a:prstGeom xmlns:a="http://schemas.openxmlformats.org/drawingml/2006/main" prst="rect">
            <a:avLst/>
          </a:prstGeom>
        </p:spPr>
      </p:pic>
      <p:sp>
        <p:nvSpPr>
          <p:cNvPr id="58" name="Text APIs">
            <a:extLst xmlns:a="http://schemas.openxmlformats.org/drawingml/2006/main">
              <a:ext uri="{FF2B5EF4-FFF2-40B4-BE49-F238E27FC236}">
                <a16:creationId xmlns:a16="http://schemas.microsoft.com/office/drawing/2014/main" id="{1CCAFA9E-15AC-4733-B992-787C4F3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999" y="3652351"/>
            <a:ext cx="354560" cy="113679"/>
          </a:xfrm>
          <a:custGeom xmlns:a="http://schemas.openxmlformats.org/drawingml/2006/main">
            <a:pathLst>
              <a:path w="354560" h="113679">
                <a:moveTo>
                  <a:pt x="46053" y="63893"/>
                </a:moveTo>
                <a:lnTo>
                  <a:pt x="71859" y="63893"/>
                </a:lnTo>
                <a:lnTo>
                  <a:pt x="58001" y="23545"/>
                </a:lnTo>
                <a:lnTo>
                  <a:pt x="56840" y="23545"/>
                </a:lnTo>
                <a:lnTo>
                  <a:pt x="41738" y="61647"/>
                </a:lnTo>
                <a:cubicBezTo>
                  <a:pt x="41572" y="61979"/>
                  <a:pt x="41517" y="62284"/>
                  <a:pt x="41572" y="62563"/>
                </a:cubicBezTo>
                <a:cubicBezTo>
                  <a:pt x="41627" y="62839"/>
                  <a:pt x="41738" y="63061"/>
                  <a:pt x="41904" y="63229"/>
                </a:cubicBezTo>
                <a:cubicBezTo>
                  <a:pt x="42070" y="63395"/>
                  <a:pt x="42346" y="63533"/>
                  <a:pt x="42734" y="63644"/>
                </a:cubicBezTo>
                <a:cubicBezTo>
                  <a:pt x="43121" y="63755"/>
                  <a:pt x="43577" y="63824"/>
                  <a:pt x="44103" y="63851"/>
                </a:cubicBezTo>
                <a:cubicBezTo>
                  <a:pt x="44628" y="63879"/>
                  <a:pt x="45278" y="63893"/>
                  <a:pt x="46053" y="63893"/>
                </a:cubicBezTo>
                <a:moveTo>
                  <a:pt x="27715" y="98596"/>
                </a:moveTo>
                <a:cubicBezTo>
                  <a:pt x="27604" y="99700"/>
                  <a:pt x="27438" y="100681"/>
                  <a:pt x="27217" y="101536"/>
                </a:cubicBezTo>
                <a:cubicBezTo>
                  <a:pt x="26995" y="102390"/>
                  <a:pt x="27300" y="103108"/>
                  <a:pt x="28129" y="103688"/>
                </a:cubicBezTo>
                <a:cubicBezTo>
                  <a:pt x="28959" y="104268"/>
                  <a:pt x="29637" y="104723"/>
                  <a:pt x="30162" y="105055"/>
                </a:cubicBezTo>
                <a:cubicBezTo>
                  <a:pt x="30688" y="105385"/>
                  <a:pt x="31628" y="105661"/>
                  <a:pt x="32984" y="105882"/>
                </a:cubicBezTo>
                <a:cubicBezTo>
                  <a:pt x="34339" y="106102"/>
                  <a:pt x="35390" y="106239"/>
                  <a:pt x="36137" y="106294"/>
                </a:cubicBezTo>
                <a:cubicBezTo>
                  <a:pt x="36884" y="106350"/>
                  <a:pt x="37976" y="106433"/>
                  <a:pt x="39414" y="106543"/>
                </a:cubicBezTo>
                <a:cubicBezTo>
                  <a:pt x="39857" y="106986"/>
                  <a:pt x="40078" y="107954"/>
                  <a:pt x="40078" y="109448"/>
                </a:cubicBezTo>
                <a:cubicBezTo>
                  <a:pt x="40078" y="110941"/>
                  <a:pt x="39857" y="111909"/>
                  <a:pt x="39414" y="112352"/>
                </a:cubicBezTo>
                <a:cubicBezTo>
                  <a:pt x="31006" y="112131"/>
                  <a:pt x="23483" y="112020"/>
                  <a:pt x="16844" y="112020"/>
                </a:cubicBezTo>
                <a:cubicBezTo>
                  <a:pt x="14576" y="112020"/>
                  <a:pt x="9238" y="112131"/>
                  <a:pt x="830" y="112352"/>
                </a:cubicBezTo>
                <a:cubicBezTo>
                  <a:pt x="277" y="111909"/>
                  <a:pt x="0" y="110955"/>
                  <a:pt x="0" y="109489"/>
                </a:cubicBezTo>
                <a:cubicBezTo>
                  <a:pt x="0" y="108023"/>
                  <a:pt x="277" y="107041"/>
                  <a:pt x="830" y="106543"/>
                </a:cubicBezTo>
                <a:cubicBezTo>
                  <a:pt x="3762" y="106322"/>
                  <a:pt x="6057" y="105990"/>
                  <a:pt x="7717" y="105548"/>
                </a:cubicBezTo>
                <a:cubicBezTo>
                  <a:pt x="9376" y="105103"/>
                  <a:pt x="11147" y="104037"/>
                  <a:pt x="13028" y="102348"/>
                </a:cubicBezTo>
                <a:cubicBezTo>
                  <a:pt x="14908" y="100657"/>
                  <a:pt x="16513" y="98094"/>
                  <a:pt x="17840" y="94659"/>
                </a:cubicBezTo>
                <a:lnTo>
                  <a:pt x="54682" y="7572"/>
                </a:lnTo>
                <a:cubicBezTo>
                  <a:pt x="58887" y="7572"/>
                  <a:pt x="65138" y="5048"/>
                  <a:pt x="73435" y="0"/>
                </a:cubicBezTo>
                <a:lnTo>
                  <a:pt x="108452" y="97403"/>
                </a:lnTo>
                <a:cubicBezTo>
                  <a:pt x="109005" y="99119"/>
                  <a:pt x="109766" y="100546"/>
                  <a:pt x="110734" y="101681"/>
                </a:cubicBezTo>
                <a:cubicBezTo>
                  <a:pt x="111702" y="102817"/>
                  <a:pt x="112462" y="103663"/>
                  <a:pt x="113016" y="104217"/>
                </a:cubicBezTo>
                <a:cubicBezTo>
                  <a:pt x="113569" y="104771"/>
                  <a:pt x="114758" y="105242"/>
                  <a:pt x="116584" y="105631"/>
                </a:cubicBezTo>
                <a:cubicBezTo>
                  <a:pt x="118409" y="106018"/>
                  <a:pt x="119460" y="106211"/>
                  <a:pt x="119737" y="106211"/>
                </a:cubicBezTo>
                <a:cubicBezTo>
                  <a:pt x="120013" y="106211"/>
                  <a:pt x="121341" y="106322"/>
                  <a:pt x="123720" y="106543"/>
                </a:cubicBezTo>
                <a:cubicBezTo>
                  <a:pt x="124162" y="106986"/>
                  <a:pt x="124384" y="107954"/>
                  <a:pt x="124384" y="109448"/>
                </a:cubicBezTo>
                <a:cubicBezTo>
                  <a:pt x="124384" y="110941"/>
                  <a:pt x="124162" y="111909"/>
                  <a:pt x="123720" y="112352"/>
                </a:cubicBezTo>
                <a:cubicBezTo>
                  <a:pt x="115311" y="112131"/>
                  <a:pt x="107733" y="112020"/>
                  <a:pt x="100984" y="112020"/>
                </a:cubicBezTo>
                <a:cubicBezTo>
                  <a:pt x="89976" y="112020"/>
                  <a:pt x="80267" y="112131"/>
                  <a:pt x="71859" y="112352"/>
                </a:cubicBezTo>
                <a:cubicBezTo>
                  <a:pt x="71306" y="111909"/>
                  <a:pt x="71029" y="110955"/>
                  <a:pt x="71029" y="109489"/>
                </a:cubicBezTo>
                <a:cubicBezTo>
                  <a:pt x="71029" y="108023"/>
                  <a:pt x="71306" y="107041"/>
                  <a:pt x="71859" y="106543"/>
                </a:cubicBezTo>
                <a:cubicBezTo>
                  <a:pt x="72523" y="106543"/>
                  <a:pt x="73408" y="106516"/>
                  <a:pt x="74514" y="106460"/>
                </a:cubicBezTo>
                <a:cubicBezTo>
                  <a:pt x="75620" y="106405"/>
                  <a:pt x="76478" y="106350"/>
                  <a:pt x="77086" y="106294"/>
                </a:cubicBezTo>
                <a:cubicBezTo>
                  <a:pt x="77695" y="106239"/>
                  <a:pt x="78428" y="106184"/>
                  <a:pt x="79285" y="106129"/>
                </a:cubicBezTo>
                <a:cubicBezTo>
                  <a:pt x="80143" y="106073"/>
                  <a:pt x="80793" y="105963"/>
                  <a:pt x="81235" y="105799"/>
                </a:cubicBezTo>
                <a:cubicBezTo>
                  <a:pt x="81678" y="105633"/>
                  <a:pt x="82189" y="105467"/>
                  <a:pt x="82770" y="105301"/>
                </a:cubicBezTo>
                <a:cubicBezTo>
                  <a:pt x="83351" y="105135"/>
                  <a:pt x="83780" y="104887"/>
                  <a:pt x="84056" y="104557"/>
                </a:cubicBezTo>
                <a:cubicBezTo>
                  <a:pt x="84333" y="104225"/>
                  <a:pt x="84554" y="103825"/>
                  <a:pt x="84720" y="103357"/>
                </a:cubicBezTo>
                <a:cubicBezTo>
                  <a:pt x="84886" y="102888"/>
                  <a:pt x="84942" y="102378"/>
                  <a:pt x="84886" y="101827"/>
                </a:cubicBezTo>
                <a:cubicBezTo>
                  <a:pt x="84831" y="101273"/>
                  <a:pt x="84693" y="100610"/>
                  <a:pt x="84471" y="99838"/>
                </a:cubicBezTo>
                <a:lnTo>
                  <a:pt x="74929" y="72191"/>
                </a:lnTo>
                <a:lnTo>
                  <a:pt x="42651" y="72191"/>
                </a:lnTo>
                <a:cubicBezTo>
                  <a:pt x="40604" y="72191"/>
                  <a:pt x="39221" y="72384"/>
                  <a:pt x="38502" y="72771"/>
                </a:cubicBezTo>
                <a:cubicBezTo>
                  <a:pt x="37783" y="73157"/>
                  <a:pt x="37174" y="73929"/>
                  <a:pt x="36676" y="75087"/>
                </a:cubicBezTo>
                <a:lnTo>
                  <a:pt x="27715" y="98596"/>
                </a:lnTo>
                <a:close/>
                <a:moveTo>
                  <a:pt x="183711" y="830"/>
                </a:moveTo>
                <a:cubicBezTo>
                  <a:pt x="196268" y="830"/>
                  <a:pt x="205727" y="2673"/>
                  <a:pt x="212089" y="6361"/>
                </a:cubicBezTo>
                <a:cubicBezTo>
                  <a:pt x="220829" y="11533"/>
                  <a:pt x="225172" y="19265"/>
                  <a:pt x="225117" y="29556"/>
                </a:cubicBezTo>
                <a:cubicBezTo>
                  <a:pt x="225117" y="41278"/>
                  <a:pt x="221327" y="50221"/>
                  <a:pt x="213749" y="56383"/>
                </a:cubicBezTo>
                <a:cubicBezTo>
                  <a:pt x="207166" y="61777"/>
                  <a:pt x="196406" y="64501"/>
                  <a:pt x="181470" y="64557"/>
                </a:cubicBezTo>
                <a:cubicBezTo>
                  <a:pt x="179866" y="64557"/>
                  <a:pt x="177875" y="64398"/>
                  <a:pt x="175496" y="64082"/>
                </a:cubicBezTo>
                <a:cubicBezTo>
                  <a:pt x="173228" y="62658"/>
                  <a:pt x="172094" y="60382"/>
                  <a:pt x="172094" y="57255"/>
                </a:cubicBezTo>
                <a:cubicBezTo>
                  <a:pt x="174472" y="57587"/>
                  <a:pt x="177321" y="57752"/>
                  <a:pt x="180640" y="57752"/>
                </a:cubicBezTo>
                <a:cubicBezTo>
                  <a:pt x="187555" y="57752"/>
                  <a:pt x="192423" y="55783"/>
                  <a:pt x="195245" y="51843"/>
                </a:cubicBezTo>
                <a:cubicBezTo>
                  <a:pt x="198066" y="47901"/>
                  <a:pt x="199476" y="41463"/>
                  <a:pt x="199476" y="32527"/>
                </a:cubicBezTo>
                <a:cubicBezTo>
                  <a:pt x="199476" y="15932"/>
                  <a:pt x="192396" y="7634"/>
                  <a:pt x="178234" y="7634"/>
                </a:cubicBezTo>
                <a:cubicBezTo>
                  <a:pt x="173919" y="7634"/>
                  <a:pt x="171140" y="8646"/>
                  <a:pt x="169895" y="10670"/>
                </a:cubicBezTo>
                <a:cubicBezTo>
                  <a:pt x="168650" y="12695"/>
                  <a:pt x="168028" y="16730"/>
                  <a:pt x="168028" y="22775"/>
                </a:cubicBezTo>
                <a:lnTo>
                  <a:pt x="168028" y="91237"/>
                </a:lnTo>
                <a:cubicBezTo>
                  <a:pt x="168028" y="94620"/>
                  <a:pt x="168291" y="97365"/>
                  <a:pt x="168816" y="99472"/>
                </a:cubicBezTo>
                <a:cubicBezTo>
                  <a:pt x="169342" y="101579"/>
                  <a:pt x="170310" y="103119"/>
                  <a:pt x="171720" y="104090"/>
                </a:cubicBezTo>
                <a:cubicBezTo>
                  <a:pt x="173131" y="105060"/>
                  <a:pt x="174514" y="105684"/>
                  <a:pt x="175869" y="105963"/>
                </a:cubicBezTo>
                <a:cubicBezTo>
                  <a:pt x="177225" y="106239"/>
                  <a:pt x="179313" y="106433"/>
                  <a:pt x="182134" y="106543"/>
                </a:cubicBezTo>
                <a:cubicBezTo>
                  <a:pt x="182909" y="107097"/>
                  <a:pt x="183310" y="108065"/>
                  <a:pt x="183337" y="109448"/>
                </a:cubicBezTo>
                <a:cubicBezTo>
                  <a:pt x="183365" y="110831"/>
                  <a:pt x="182964" y="111799"/>
                  <a:pt x="182134" y="112352"/>
                </a:cubicBezTo>
                <a:cubicBezTo>
                  <a:pt x="173062" y="112131"/>
                  <a:pt x="164460" y="112020"/>
                  <a:pt x="156328" y="112020"/>
                </a:cubicBezTo>
                <a:cubicBezTo>
                  <a:pt x="147920" y="112020"/>
                  <a:pt x="139179" y="112131"/>
                  <a:pt x="130107" y="112352"/>
                </a:cubicBezTo>
                <a:cubicBezTo>
                  <a:pt x="129333" y="111799"/>
                  <a:pt x="128945" y="110817"/>
                  <a:pt x="128945" y="109406"/>
                </a:cubicBezTo>
                <a:cubicBezTo>
                  <a:pt x="128945" y="107996"/>
                  <a:pt x="129333" y="107041"/>
                  <a:pt x="130107" y="106543"/>
                </a:cubicBezTo>
                <a:cubicBezTo>
                  <a:pt x="132928" y="106433"/>
                  <a:pt x="135030" y="106239"/>
                  <a:pt x="136413" y="105963"/>
                </a:cubicBezTo>
                <a:cubicBezTo>
                  <a:pt x="137796" y="105684"/>
                  <a:pt x="139193" y="105060"/>
                  <a:pt x="140604" y="104090"/>
                </a:cubicBezTo>
                <a:cubicBezTo>
                  <a:pt x="142014" y="103119"/>
                  <a:pt x="142969" y="101593"/>
                  <a:pt x="143466" y="99514"/>
                </a:cubicBezTo>
                <a:cubicBezTo>
                  <a:pt x="143964" y="97434"/>
                  <a:pt x="144213" y="94675"/>
                  <a:pt x="144213" y="91237"/>
                </a:cubicBezTo>
                <a:lnTo>
                  <a:pt x="144213" y="22941"/>
                </a:lnTo>
                <a:cubicBezTo>
                  <a:pt x="144213" y="19558"/>
                  <a:pt x="143964" y="16812"/>
                  <a:pt x="143466" y="14705"/>
                </a:cubicBezTo>
                <a:cubicBezTo>
                  <a:pt x="142969" y="12598"/>
                  <a:pt x="142014" y="11059"/>
                  <a:pt x="140604" y="10090"/>
                </a:cubicBezTo>
                <a:cubicBezTo>
                  <a:pt x="139193" y="9118"/>
                  <a:pt x="137810" y="8494"/>
                  <a:pt x="136455" y="8217"/>
                </a:cubicBezTo>
                <a:cubicBezTo>
                  <a:pt x="135100" y="7939"/>
                  <a:pt x="132984" y="7745"/>
                  <a:pt x="130107" y="7634"/>
                </a:cubicBezTo>
                <a:cubicBezTo>
                  <a:pt x="129333" y="7096"/>
                  <a:pt x="128945" y="6129"/>
                  <a:pt x="128945" y="4732"/>
                </a:cubicBezTo>
                <a:cubicBezTo>
                  <a:pt x="128945" y="3336"/>
                  <a:pt x="129333" y="2422"/>
                  <a:pt x="130107" y="1991"/>
                </a:cubicBezTo>
                <a:cubicBezTo>
                  <a:pt x="132375" y="1991"/>
                  <a:pt x="141309" y="1798"/>
                  <a:pt x="156909" y="1411"/>
                </a:cubicBezTo>
                <a:cubicBezTo>
                  <a:pt x="172509" y="1023"/>
                  <a:pt x="181443" y="830"/>
                  <a:pt x="183711" y="830"/>
                </a:cubicBezTo>
                <a:close/>
                <a:moveTo>
                  <a:pt x="248011" y="23081"/>
                </a:moveTo>
                <a:cubicBezTo>
                  <a:pt x="248011" y="19703"/>
                  <a:pt x="247762" y="16962"/>
                  <a:pt x="247264" y="14858"/>
                </a:cubicBezTo>
                <a:cubicBezTo>
                  <a:pt x="246766" y="12754"/>
                  <a:pt x="245812" y="11218"/>
                  <a:pt x="244401" y="10250"/>
                </a:cubicBezTo>
                <a:cubicBezTo>
                  <a:pt x="242990" y="9281"/>
                  <a:pt x="241607" y="8657"/>
                  <a:pt x="240252" y="8381"/>
                </a:cubicBezTo>
                <a:cubicBezTo>
                  <a:pt x="238897" y="8104"/>
                  <a:pt x="236781" y="7911"/>
                  <a:pt x="233904" y="7800"/>
                </a:cubicBezTo>
                <a:cubicBezTo>
                  <a:pt x="233130" y="7247"/>
                  <a:pt x="232743" y="6251"/>
                  <a:pt x="232743" y="4813"/>
                </a:cubicBezTo>
                <a:cubicBezTo>
                  <a:pt x="232743" y="3374"/>
                  <a:pt x="233130" y="2434"/>
                  <a:pt x="233904" y="1991"/>
                </a:cubicBezTo>
                <a:cubicBezTo>
                  <a:pt x="242977" y="2213"/>
                  <a:pt x="251717" y="2323"/>
                  <a:pt x="260125" y="2323"/>
                </a:cubicBezTo>
                <a:cubicBezTo>
                  <a:pt x="268257" y="2323"/>
                  <a:pt x="276859" y="2213"/>
                  <a:pt x="285931" y="1991"/>
                </a:cubicBezTo>
                <a:cubicBezTo>
                  <a:pt x="286706" y="2434"/>
                  <a:pt x="287107" y="3361"/>
                  <a:pt x="287135" y="4771"/>
                </a:cubicBezTo>
                <a:cubicBezTo>
                  <a:pt x="287162" y="6182"/>
                  <a:pt x="286761" y="7191"/>
                  <a:pt x="285931" y="7800"/>
                </a:cubicBezTo>
                <a:cubicBezTo>
                  <a:pt x="283110" y="7911"/>
                  <a:pt x="281022" y="8104"/>
                  <a:pt x="279667" y="8381"/>
                </a:cubicBezTo>
                <a:cubicBezTo>
                  <a:pt x="278311" y="8657"/>
                  <a:pt x="276928" y="9281"/>
                  <a:pt x="275518" y="10250"/>
                </a:cubicBezTo>
                <a:cubicBezTo>
                  <a:pt x="274107" y="11218"/>
                  <a:pt x="273139" y="12741"/>
                  <a:pt x="272613" y="14817"/>
                </a:cubicBezTo>
                <a:cubicBezTo>
                  <a:pt x="272088" y="16893"/>
                  <a:pt x="271825" y="19648"/>
                  <a:pt x="271825" y="23081"/>
                </a:cubicBezTo>
                <a:lnTo>
                  <a:pt x="271825" y="91263"/>
                </a:lnTo>
                <a:cubicBezTo>
                  <a:pt x="271825" y="94640"/>
                  <a:pt x="272088" y="97381"/>
                  <a:pt x="272613" y="99485"/>
                </a:cubicBezTo>
                <a:cubicBezTo>
                  <a:pt x="273139" y="101589"/>
                  <a:pt x="274107" y="103126"/>
                  <a:pt x="275518" y="104096"/>
                </a:cubicBezTo>
                <a:cubicBezTo>
                  <a:pt x="276928" y="105064"/>
                  <a:pt x="278311" y="105686"/>
                  <a:pt x="279667" y="105963"/>
                </a:cubicBezTo>
                <a:cubicBezTo>
                  <a:pt x="281022" y="106239"/>
                  <a:pt x="283110" y="106433"/>
                  <a:pt x="285931" y="106543"/>
                </a:cubicBezTo>
                <a:cubicBezTo>
                  <a:pt x="286706" y="107097"/>
                  <a:pt x="287107" y="108065"/>
                  <a:pt x="287135" y="109448"/>
                </a:cubicBezTo>
                <a:cubicBezTo>
                  <a:pt x="287162" y="110831"/>
                  <a:pt x="286761" y="111799"/>
                  <a:pt x="285931" y="112352"/>
                </a:cubicBezTo>
                <a:cubicBezTo>
                  <a:pt x="276859" y="112131"/>
                  <a:pt x="268257" y="112020"/>
                  <a:pt x="260125" y="112020"/>
                </a:cubicBezTo>
                <a:cubicBezTo>
                  <a:pt x="251717" y="112020"/>
                  <a:pt x="242977" y="112131"/>
                  <a:pt x="233904" y="112352"/>
                </a:cubicBezTo>
                <a:cubicBezTo>
                  <a:pt x="233130" y="111799"/>
                  <a:pt x="232743" y="110817"/>
                  <a:pt x="232743" y="109406"/>
                </a:cubicBezTo>
                <a:cubicBezTo>
                  <a:pt x="232743" y="107996"/>
                  <a:pt x="233130" y="107041"/>
                  <a:pt x="233904" y="106543"/>
                </a:cubicBezTo>
                <a:cubicBezTo>
                  <a:pt x="236726" y="106433"/>
                  <a:pt x="238828" y="106239"/>
                  <a:pt x="240211" y="105963"/>
                </a:cubicBezTo>
                <a:cubicBezTo>
                  <a:pt x="241594" y="105686"/>
                  <a:pt x="242990" y="105064"/>
                  <a:pt x="244401" y="104096"/>
                </a:cubicBezTo>
                <a:cubicBezTo>
                  <a:pt x="245812" y="103126"/>
                  <a:pt x="246766" y="101603"/>
                  <a:pt x="247264" y="99527"/>
                </a:cubicBezTo>
                <a:cubicBezTo>
                  <a:pt x="247762" y="97450"/>
                  <a:pt x="248011" y="94696"/>
                  <a:pt x="248011" y="91263"/>
                </a:cubicBezTo>
                <a:lnTo>
                  <a:pt x="248011" y="23081"/>
                </a:lnTo>
                <a:close/>
                <a:moveTo>
                  <a:pt x="298633" y="86909"/>
                </a:moveTo>
                <a:cubicBezTo>
                  <a:pt x="301122" y="86354"/>
                  <a:pt x="303390" y="86243"/>
                  <a:pt x="305437" y="86577"/>
                </a:cubicBezTo>
                <a:cubicBezTo>
                  <a:pt x="307152" y="92733"/>
                  <a:pt x="309821" y="97655"/>
                  <a:pt x="313444" y="101344"/>
                </a:cubicBezTo>
                <a:cubicBezTo>
                  <a:pt x="317067" y="105032"/>
                  <a:pt x="320871" y="106875"/>
                  <a:pt x="324854" y="106875"/>
                </a:cubicBezTo>
                <a:cubicBezTo>
                  <a:pt x="327343" y="106875"/>
                  <a:pt x="329639" y="106127"/>
                  <a:pt x="331741" y="104630"/>
                </a:cubicBezTo>
                <a:cubicBezTo>
                  <a:pt x="333843" y="103131"/>
                  <a:pt x="334894" y="101079"/>
                  <a:pt x="334894" y="98474"/>
                </a:cubicBezTo>
                <a:cubicBezTo>
                  <a:pt x="334894" y="92206"/>
                  <a:pt x="331990" y="87796"/>
                  <a:pt x="326181" y="85244"/>
                </a:cubicBezTo>
                <a:cubicBezTo>
                  <a:pt x="318492" y="81750"/>
                  <a:pt x="311937" y="77060"/>
                  <a:pt x="306515" y="71172"/>
                </a:cubicBezTo>
                <a:cubicBezTo>
                  <a:pt x="303030" y="67322"/>
                  <a:pt x="301260" y="63086"/>
                  <a:pt x="301205" y="58463"/>
                </a:cubicBezTo>
                <a:cubicBezTo>
                  <a:pt x="301205" y="53621"/>
                  <a:pt x="303141" y="49220"/>
                  <a:pt x="307013" y="45259"/>
                </a:cubicBezTo>
                <a:cubicBezTo>
                  <a:pt x="312766" y="39427"/>
                  <a:pt x="320400" y="36510"/>
                  <a:pt x="329915" y="36510"/>
                </a:cubicBezTo>
                <a:cubicBezTo>
                  <a:pt x="336387" y="36510"/>
                  <a:pt x="342749" y="37802"/>
                  <a:pt x="349000" y="40387"/>
                </a:cubicBezTo>
                <a:cubicBezTo>
                  <a:pt x="350494" y="45557"/>
                  <a:pt x="351213" y="51525"/>
                  <a:pt x="351157" y="58289"/>
                </a:cubicBezTo>
                <a:cubicBezTo>
                  <a:pt x="349664" y="59288"/>
                  <a:pt x="347451" y="59566"/>
                  <a:pt x="344519" y="59122"/>
                </a:cubicBezTo>
                <a:cubicBezTo>
                  <a:pt x="340204" y="48583"/>
                  <a:pt x="334894" y="43314"/>
                  <a:pt x="328588" y="43314"/>
                </a:cubicBezTo>
                <a:cubicBezTo>
                  <a:pt x="326209" y="43314"/>
                  <a:pt x="324245" y="43994"/>
                  <a:pt x="322696" y="45353"/>
                </a:cubicBezTo>
                <a:cubicBezTo>
                  <a:pt x="321147" y="46711"/>
                  <a:pt x="320373" y="48417"/>
                  <a:pt x="320373" y="50469"/>
                </a:cubicBezTo>
                <a:cubicBezTo>
                  <a:pt x="320373" y="56737"/>
                  <a:pt x="323443" y="61147"/>
                  <a:pt x="329583" y="63698"/>
                </a:cubicBezTo>
                <a:cubicBezTo>
                  <a:pt x="338379" y="67526"/>
                  <a:pt x="344962" y="71907"/>
                  <a:pt x="349332" y="76843"/>
                </a:cubicBezTo>
                <a:cubicBezTo>
                  <a:pt x="352817" y="80725"/>
                  <a:pt x="354560" y="85606"/>
                  <a:pt x="354560" y="91486"/>
                </a:cubicBezTo>
                <a:cubicBezTo>
                  <a:pt x="354560" y="98492"/>
                  <a:pt x="351503" y="103943"/>
                  <a:pt x="345390" y="107837"/>
                </a:cubicBezTo>
                <a:cubicBezTo>
                  <a:pt x="339278" y="111732"/>
                  <a:pt x="332543" y="113679"/>
                  <a:pt x="325185" y="113679"/>
                </a:cubicBezTo>
                <a:cubicBezTo>
                  <a:pt x="316556" y="113679"/>
                  <a:pt x="308673" y="112387"/>
                  <a:pt x="301537" y="109803"/>
                </a:cubicBezTo>
                <a:cubicBezTo>
                  <a:pt x="300375" y="105013"/>
                  <a:pt x="299407" y="97381"/>
                  <a:pt x="298633" y="8690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bc0ebd5ab4881"/>
          <a:stretch xmlns:a="http://schemas.openxmlformats.org/drawingml/2006/main"/>
        </p:blipFill>
        <p:spPr>
          <a:xfrm xmlns:a="http://schemas.openxmlformats.org/drawingml/2006/main">
            <a:off x="9127314" y="3146536"/>
            <a:ext cx="346668" cy="339871"/>
          </a:xfrm>
          <a:prstGeom xmlns:a="http://schemas.openxmlformats.org/drawingml/2006/main" prst="rect">
            <a:avLst/>
          </a:prstGeom>
        </p:spPr>
      </p:pic>
      <p:sp>
        <p:nvSpPr>
          <p:cNvPr id="60" name="Text Legal">
            <a:extLst xmlns:a="http://schemas.openxmlformats.org/drawingml/2006/main">
              <a:ext uri="{FF2B5EF4-FFF2-40B4-BE49-F238E27FC236}">
                <a16:creationId xmlns:a16="http://schemas.microsoft.com/office/drawing/2014/main" id="{9EAF64CA-E9CC-49AC-9DA1-26C0E702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52" y="3570448"/>
            <a:ext cx="404588" cy="159317"/>
          </a:xfrm>
          <a:custGeom xmlns:a="http://schemas.openxmlformats.org/drawingml/2006/main">
            <a:pathLst>
              <a:path w="404588" h="159317">
                <a:moveTo>
                  <a:pt x="55263" y="112020"/>
                </a:moveTo>
                <a:cubicBezTo>
                  <a:pt x="63561" y="112020"/>
                  <a:pt x="69743" y="110117"/>
                  <a:pt x="73809" y="106313"/>
                </a:cubicBezTo>
                <a:cubicBezTo>
                  <a:pt x="77875" y="102506"/>
                  <a:pt x="80876" y="97131"/>
                  <a:pt x="82812" y="90186"/>
                </a:cubicBezTo>
                <a:cubicBezTo>
                  <a:pt x="85633" y="89742"/>
                  <a:pt x="88067" y="90020"/>
                  <a:pt x="90114" y="91021"/>
                </a:cubicBezTo>
                <a:cubicBezTo>
                  <a:pt x="89007" y="100783"/>
                  <a:pt x="87514" y="110162"/>
                  <a:pt x="85633" y="119156"/>
                </a:cubicBezTo>
                <a:cubicBezTo>
                  <a:pt x="75344" y="118935"/>
                  <a:pt x="68567" y="118824"/>
                  <a:pt x="65303" y="118824"/>
                </a:cubicBezTo>
                <a:lnTo>
                  <a:pt x="27300" y="118824"/>
                </a:lnTo>
                <a:cubicBezTo>
                  <a:pt x="22930" y="118824"/>
                  <a:pt x="14217" y="118935"/>
                  <a:pt x="1162" y="119156"/>
                </a:cubicBezTo>
                <a:cubicBezTo>
                  <a:pt x="387" y="118603"/>
                  <a:pt x="0" y="117621"/>
                  <a:pt x="0" y="116210"/>
                </a:cubicBezTo>
                <a:cubicBezTo>
                  <a:pt x="0" y="114800"/>
                  <a:pt x="387" y="113845"/>
                  <a:pt x="1162" y="113348"/>
                </a:cubicBezTo>
                <a:cubicBezTo>
                  <a:pt x="3983" y="113237"/>
                  <a:pt x="6085" y="113043"/>
                  <a:pt x="7468" y="112767"/>
                </a:cubicBezTo>
                <a:cubicBezTo>
                  <a:pt x="8851" y="112490"/>
                  <a:pt x="10248" y="111868"/>
                  <a:pt x="11658" y="110900"/>
                </a:cubicBezTo>
                <a:cubicBezTo>
                  <a:pt x="13069" y="109930"/>
                  <a:pt x="14023" y="108407"/>
                  <a:pt x="14521" y="106331"/>
                </a:cubicBezTo>
                <a:cubicBezTo>
                  <a:pt x="15019" y="104255"/>
                  <a:pt x="15268" y="101500"/>
                  <a:pt x="15268" y="98067"/>
                </a:cubicBezTo>
                <a:lnTo>
                  <a:pt x="15268" y="29885"/>
                </a:lnTo>
                <a:cubicBezTo>
                  <a:pt x="15268" y="26507"/>
                  <a:pt x="15019" y="23766"/>
                  <a:pt x="14521" y="21662"/>
                </a:cubicBezTo>
                <a:cubicBezTo>
                  <a:pt x="14023" y="19559"/>
                  <a:pt x="13069" y="18023"/>
                  <a:pt x="11658" y="17055"/>
                </a:cubicBezTo>
                <a:cubicBezTo>
                  <a:pt x="10248" y="16085"/>
                  <a:pt x="8865" y="15462"/>
                  <a:pt x="7509" y="15185"/>
                </a:cubicBezTo>
                <a:cubicBezTo>
                  <a:pt x="6154" y="14908"/>
                  <a:pt x="4038" y="14715"/>
                  <a:pt x="1162" y="14604"/>
                </a:cubicBezTo>
                <a:cubicBezTo>
                  <a:pt x="387" y="14051"/>
                  <a:pt x="0" y="13055"/>
                  <a:pt x="0" y="11617"/>
                </a:cubicBezTo>
                <a:cubicBezTo>
                  <a:pt x="0" y="10179"/>
                  <a:pt x="387" y="9238"/>
                  <a:pt x="1162" y="8796"/>
                </a:cubicBezTo>
                <a:cubicBezTo>
                  <a:pt x="14051" y="9017"/>
                  <a:pt x="22791" y="9128"/>
                  <a:pt x="27383" y="9128"/>
                </a:cubicBezTo>
                <a:cubicBezTo>
                  <a:pt x="29429" y="9128"/>
                  <a:pt x="31504" y="9100"/>
                  <a:pt x="33606" y="9045"/>
                </a:cubicBezTo>
                <a:cubicBezTo>
                  <a:pt x="35708" y="8989"/>
                  <a:pt x="38598" y="8934"/>
                  <a:pt x="42277" y="8879"/>
                </a:cubicBezTo>
                <a:cubicBezTo>
                  <a:pt x="45956" y="8823"/>
                  <a:pt x="49593" y="8796"/>
                  <a:pt x="53189" y="8796"/>
                </a:cubicBezTo>
                <a:cubicBezTo>
                  <a:pt x="53963" y="9238"/>
                  <a:pt x="54364" y="10165"/>
                  <a:pt x="54392" y="11575"/>
                </a:cubicBezTo>
                <a:cubicBezTo>
                  <a:pt x="54420" y="12986"/>
                  <a:pt x="54019" y="13996"/>
                  <a:pt x="53189" y="14604"/>
                </a:cubicBezTo>
                <a:cubicBezTo>
                  <a:pt x="50367" y="14715"/>
                  <a:pt x="48279" y="14909"/>
                  <a:pt x="46924" y="15188"/>
                </a:cubicBezTo>
                <a:cubicBezTo>
                  <a:pt x="45569" y="15466"/>
                  <a:pt x="44186" y="16091"/>
                  <a:pt x="42775" y="17062"/>
                </a:cubicBezTo>
                <a:cubicBezTo>
                  <a:pt x="41364" y="18034"/>
                  <a:pt x="40396" y="19562"/>
                  <a:pt x="39871" y="21647"/>
                </a:cubicBezTo>
                <a:cubicBezTo>
                  <a:pt x="39345" y="23730"/>
                  <a:pt x="39083" y="26493"/>
                  <a:pt x="39083" y="29937"/>
                </a:cubicBezTo>
                <a:lnTo>
                  <a:pt x="39083" y="98520"/>
                </a:lnTo>
                <a:cubicBezTo>
                  <a:pt x="39083" y="107520"/>
                  <a:pt x="41074" y="112020"/>
                  <a:pt x="45057" y="112020"/>
                </a:cubicBezTo>
                <a:lnTo>
                  <a:pt x="55263" y="112020"/>
                </a:lnTo>
                <a:close/>
                <a:moveTo>
                  <a:pt x="123417" y="72025"/>
                </a:moveTo>
                <a:lnTo>
                  <a:pt x="146568" y="72025"/>
                </a:lnTo>
                <a:cubicBezTo>
                  <a:pt x="146789" y="71800"/>
                  <a:pt x="146900" y="70592"/>
                  <a:pt x="146900" y="68402"/>
                </a:cubicBezTo>
                <a:cubicBezTo>
                  <a:pt x="146900" y="62167"/>
                  <a:pt x="145794" y="57561"/>
                  <a:pt x="143581" y="54584"/>
                </a:cubicBezTo>
                <a:cubicBezTo>
                  <a:pt x="141368" y="51607"/>
                  <a:pt x="138851" y="50119"/>
                  <a:pt x="136030" y="50119"/>
                </a:cubicBezTo>
                <a:cubicBezTo>
                  <a:pt x="134758" y="50119"/>
                  <a:pt x="133223" y="50638"/>
                  <a:pt x="131425" y="51677"/>
                </a:cubicBezTo>
                <a:cubicBezTo>
                  <a:pt x="129627" y="52716"/>
                  <a:pt x="128092" y="54134"/>
                  <a:pt x="126819" y="55932"/>
                </a:cubicBezTo>
                <a:cubicBezTo>
                  <a:pt x="124773" y="59078"/>
                  <a:pt x="123639" y="64443"/>
                  <a:pt x="123417" y="72025"/>
                </a:cubicBezTo>
                <a:moveTo>
                  <a:pt x="166566" y="96889"/>
                </a:moveTo>
                <a:cubicBezTo>
                  <a:pt x="168281" y="96889"/>
                  <a:pt x="169138" y="98638"/>
                  <a:pt x="169138" y="102135"/>
                </a:cubicBezTo>
                <a:cubicBezTo>
                  <a:pt x="160730" y="114368"/>
                  <a:pt x="150136" y="120484"/>
                  <a:pt x="137358" y="120484"/>
                </a:cubicBezTo>
                <a:cubicBezTo>
                  <a:pt x="126239" y="120484"/>
                  <a:pt x="117581" y="117657"/>
                  <a:pt x="111386" y="112004"/>
                </a:cubicBezTo>
                <a:cubicBezTo>
                  <a:pt x="104139" y="105409"/>
                  <a:pt x="100516" y="96431"/>
                  <a:pt x="100516" y="85070"/>
                </a:cubicBezTo>
                <a:cubicBezTo>
                  <a:pt x="100516" y="72729"/>
                  <a:pt x="104333" y="62684"/>
                  <a:pt x="111966" y="54936"/>
                </a:cubicBezTo>
                <a:cubicBezTo>
                  <a:pt x="119600" y="47188"/>
                  <a:pt x="128230" y="43314"/>
                  <a:pt x="137856" y="43314"/>
                </a:cubicBezTo>
                <a:cubicBezTo>
                  <a:pt x="143885" y="43314"/>
                  <a:pt x="148988" y="44186"/>
                  <a:pt x="153165" y="45928"/>
                </a:cubicBezTo>
                <a:cubicBezTo>
                  <a:pt x="157341" y="47671"/>
                  <a:pt x="160481" y="50077"/>
                  <a:pt x="162583" y="53147"/>
                </a:cubicBezTo>
                <a:cubicBezTo>
                  <a:pt x="164685" y="56217"/>
                  <a:pt x="166192" y="59398"/>
                  <a:pt x="167105" y="62690"/>
                </a:cubicBezTo>
                <a:cubicBezTo>
                  <a:pt x="168018" y="65981"/>
                  <a:pt x="168474" y="69591"/>
                  <a:pt x="168474" y="73518"/>
                </a:cubicBezTo>
                <a:cubicBezTo>
                  <a:pt x="168474" y="77003"/>
                  <a:pt x="166842" y="78774"/>
                  <a:pt x="163579" y="78829"/>
                </a:cubicBezTo>
                <a:lnTo>
                  <a:pt x="122754" y="78829"/>
                </a:lnTo>
                <a:cubicBezTo>
                  <a:pt x="122754" y="79050"/>
                  <a:pt x="122726" y="79438"/>
                  <a:pt x="122671" y="79993"/>
                </a:cubicBezTo>
                <a:cubicBezTo>
                  <a:pt x="122615" y="80548"/>
                  <a:pt x="122588" y="81048"/>
                  <a:pt x="122588" y="81492"/>
                </a:cubicBezTo>
                <a:cubicBezTo>
                  <a:pt x="122588" y="89650"/>
                  <a:pt x="124455" y="95754"/>
                  <a:pt x="128189" y="99804"/>
                </a:cubicBezTo>
                <a:cubicBezTo>
                  <a:pt x="131923" y="103854"/>
                  <a:pt x="137192" y="105880"/>
                  <a:pt x="143996" y="105880"/>
                </a:cubicBezTo>
                <a:cubicBezTo>
                  <a:pt x="153179" y="105935"/>
                  <a:pt x="160702" y="102938"/>
                  <a:pt x="166566" y="96889"/>
                </a:cubicBezTo>
                <a:close/>
                <a:moveTo>
                  <a:pt x="225970" y="69769"/>
                </a:moveTo>
                <a:cubicBezTo>
                  <a:pt x="225970" y="56613"/>
                  <a:pt x="222180" y="50063"/>
                  <a:pt x="214602" y="50119"/>
                </a:cubicBezTo>
                <a:cubicBezTo>
                  <a:pt x="211227" y="50119"/>
                  <a:pt x="208766" y="51396"/>
                  <a:pt x="207217" y="53951"/>
                </a:cubicBezTo>
                <a:cubicBezTo>
                  <a:pt x="205668" y="56506"/>
                  <a:pt x="204893" y="60828"/>
                  <a:pt x="204893" y="66916"/>
                </a:cubicBezTo>
                <a:cubicBezTo>
                  <a:pt x="204893" y="80832"/>
                  <a:pt x="208849" y="87790"/>
                  <a:pt x="216759" y="87790"/>
                </a:cubicBezTo>
                <a:cubicBezTo>
                  <a:pt x="219470" y="87790"/>
                  <a:pt x="221683" y="86595"/>
                  <a:pt x="223397" y="84204"/>
                </a:cubicBezTo>
                <a:cubicBezTo>
                  <a:pt x="225112" y="81812"/>
                  <a:pt x="225970" y="77000"/>
                  <a:pt x="225970" y="69769"/>
                </a:cubicBezTo>
                <a:moveTo>
                  <a:pt x="206387" y="123139"/>
                </a:moveTo>
                <a:cubicBezTo>
                  <a:pt x="203123" y="123139"/>
                  <a:pt x="200634" y="122807"/>
                  <a:pt x="198919" y="122143"/>
                </a:cubicBezTo>
                <a:cubicBezTo>
                  <a:pt x="197647" y="124435"/>
                  <a:pt x="197038" y="128854"/>
                  <a:pt x="197093" y="135399"/>
                </a:cubicBezTo>
                <a:cubicBezTo>
                  <a:pt x="197093" y="139985"/>
                  <a:pt x="198878" y="143984"/>
                  <a:pt x="202446" y="147394"/>
                </a:cubicBezTo>
                <a:cubicBezTo>
                  <a:pt x="206014" y="150807"/>
                  <a:pt x="210508" y="152513"/>
                  <a:pt x="215929" y="152513"/>
                </a:cubicBezTo>
                <a:cubicBezTo>
                  <a:pt x="220134" y="152513"/>
                  <a:pt x="223992" y="152289"/>
                  <a:pt x="227505" y="151841"/>
                </a:cubicBezTo>
                <a:cubicBezTo>
                  <a:pt x="231018" y="151394"/>
                  <a:pt x="233963" y="150498"/>
                  <a:pt x="236342" y="149155"/>
                </a:cubicBezTo>
                <a:cubicBezTo>
                  <a:pt x="238997" y="147644"/>
                  <a:pt x="241044" y="145364"/>
                  <a:pt x="242482" y="142315"/>
                </a:cubicBezTo>
                <a:cubicBezTo>
                  <a:pt x="243921" y="139267"/>
                  <a:pt x="244640" y="136092"/>
                  <a:pt x="244640" y="132790"/>
                </a:cubicBezTo>
                <a:cubicBezTo>
                  <a:pt x="244640" y="126356"/>
                  <a:pt x="231889" y="123139"/>
                  <a:pt x="206387" y="123139"/>
                </a:cubicBezTo>
                <a:moveTo>
                  <a:pt x="256008" y="51612"/>
                </a:moveTo>
                <a:cubicBezTo>
                  <a:pt x="254072" y="51612"/>
                  <a:pt x="252370" y="51004"/>
                  <a:pt x="250905" y="49787"/>
                </a:cubicBezTo>
                <a:cubicBezTo>
                  <a:pt x="249439" y="48568"/>
                  <a:pt x="248484" y="47282"/>
                  <a:pt x="248042" y="45928"/>
                </a:cubicBezTo>
                <a:cubicBezTo>
                  <a:pt x="247378" y="44573"/>
                  <a:pt x="246299" y="43923"/>
                  <a:pt x="244806" y="43978"/>
                </a:cubicBezTo>
                <a:cubicBezTo>
                  <a:pt x="243921" y="43978"/>
                  <a:pt x="242427" y="44607"/>
                  <a:pt x="240325" y="45863"/>
                </a:cubicBezTo>
                <a:cubicBezTo>
                  <a:pt x="238223" y="47120"/>
                  <a:pt x="236840" y="48158"/>
                  <a:pt x="236176" y="48978"/>
                </a:cubicBezTo>
                <a:cubicBezTo>
                  <a:pt x="243201" y="54655"/>
                  <a:pt x="246714" y="61423"/>
                  <a:pt x="246714" y="69281"/>
                </a:cubicBezTo>
                <a:cubicBezTo>
                  <a:pt x="246714" y="76419"/>
                  <a:pt x="243934" y="82423"/>
                  <a:pt x="238375" y="87293"/>
                </a:cubicBezTo>
                <a:cubicBezTo>
                  <a:pt x="232815" y="92161"/>
                  <a:pt x="225334" y="94595"/>
                  <a:pt x="215929" y="94595"/>
                </a:cubicBezTo>
                <a:cubicBezTo>
                  <a:pt x="210232" y="94595"/>
                  <a:pt x="206083" y="93955"/>
                  <a:pt x="203483" y="92676"/>
                </a:cubicBezTo>
                <a:cubicBezTo>
                  <a:pt x="203372" y="92902"/>
                  <a:pt x="203054" y="93553"/>
                  <a:pt x="202529" y="94628"/>
                </a:cubicBezTo>
                <a:cubicBezTo>
                  <a:pt x="202003" y="95704"/>
                  <a:pt x="201616" y="96652"/>
                  <a:pt x="201367" y="97473"/>
                </a:cubicBezTo>
                <a:cubicBezTo>
                  <a:pt x="201118" y="98292"/>
                  <a:pt x="200993" y="99126"/>
                  <a:pt x="200993" y="99975"/>
                </a:cubicBezTo>
                <a:cubicBezTo>
                  <a:pt x="200993" y="104797"/>
                  <a:pt x="203538" y="107207"/>
                  <a:pt x="208627" y="107207"/>
                </a:cubicBezTo>
                <a:cubicBezTo>
                  <a:pt x="217146" y="107207"/>
                  <a:pt x="225984" y="107652"/>
                  <a:pt x="235139" y="108540"/>
                </a:cubicBezTo>
                <a:cubicBezTo>
                  <a:pt x="244294" y="109427"/>
                  <a:pt x="250365" y="110841"/>
                  <a:pt x="253352" y="112782"/>
                </a:cubicBezTo>
                <a:cubicBezTo>
                  <a:pt x="258995" y="116665"/>
                  <a:pt x="261816" y="121852"/>
                  <a:pt x="261816" y="128343"/>
                </a:cubicBezTo>
                <a:cubicBezTo>
                  <a:pt x="261816" y="137177"/>
                  <a:pt x="256519" y="144547"/>
                  <a:pt x="245926" y="150454"/>
                </a:cubicBezTo>
                <a:cubicBezTo>
                  <a:pt x="235332" y="156363"/>
                  <a:pt x="223757" y="159317"/>
                  <a:pt x="211200" y="159317"/>
                </a:cubicBezTo>
                <a:cubicBezTo>
                  <a:pt x="199196" y="159317"/>
                  <a:pt x="190511" y="157464"/>
                  <a:pt x="185145" y="153758"/>
                </a:cubicBezTo>
                <a:cubicBezTo>
                  <a:pt x="180719" y="150715"/>
                  <a:pt x="178534" y="145100"/>
                  <a:pt x="178589" y="136913"/>
                </a:cubicBezTo>
                <a:cubicBezTo>
                  <a:pt x="178589" y="135309"/>
                  <a:pt x="180194" y="132585"/>
                  <a:pt x="183402" y="128740"/>
                </a:cubicBezTo>
                <a:cubicBezTo>
                  <a:pt x="186611" y="124895"/>
                  <a:pt x="189930" y="121950"/>
                  <a:pt x="193359" y="119903"/>
                </a:cubicBezTo>
                <a:cubicBezTo>
                  <a:pt x="190096" y="118907"/>
                  <a:pt x="187772" y="117331"/>
                  <a:pt x="186389" y="115173"/>
                </a:cubicBezTo>
                <a:cubicBezTo>
                  <a:pt x="184896" y="112905"/>
                  <a:pt x="184149" y="110305"/>
                  <a:pt x="184149" y="107373"/>
                </a:cubicBezTo>
                <a:cubicBezTo>
                  <a:pt x="184149" y="105733"/>
                  <a:pt x="185629" y="103102"/>
                  <a:pt x="188588" y="99480"/>
                </a:cubicBezTo>
                <a:cubicBezTo>
                  <a:pt x="191548" y="95858"/>
                  <a:pt x="194549" y="92718"/>
                  <a:pt x="197591" y="90059"/>
                </a:cubicBezTo>
                <a:cubicBezTo>
                  <a:pt x="193608" y="87869"/>
                  <a:pt x="190428" y="84776"/>
                  <a:pt x="188049" y="80781"/>
                </a:cubicBezTo>
                <a:cubicBezTo>
                  <a:pt x="185670" y="76785"/>
                  <a:pt x="184481" y="72679"/>
                  <a:pt x="184481" y="68464"/>
                </a:cubicBezTo>
                <a:cubicBezTo>
                  <a:pt x="184481" y="60331"/>
                  <a:pt x="188326" y="53746"/>
                  <a:pt x="196015" y="48711"/>
                </a:cubicBezTo>
                <a:cubicBezTo>
                  <a:pt x="201547" y="45058"/>
                  <a:pt x="208240" y="43259"/>
                  <a:pt x="216095" y="43314"/>
                </a:cubicBezTo>
                <a:cubicBezTo>
                  <a:pt x="223121" y="43314"/>
                  <a:pt x="227878" y="44003"/>
                  <a:pt x="230368" y="45381"/>
                </a:cubicBezTo>
                <a:cubicBezTo>
                  <a:pt x="233189" y="42852"/>
                  <a:pt x="236729" y="40520"/>
                  <a:pt x="240989" y="38385"/>
                </a:cubicBezTo>
                <a:cubicBezTo>
                  <a:pt x="245248" y="36250"/>
                  <a:pt x="249121" y="35183"/>
                  <a:pt x="252606" y="35183"/>
                </a:cubicBezTo>
                <a:cubicBezTo>
                  <a:pt x="255648" y="35183"/>
                  <a:pt x="258234" y="36091"/>
                  <a:pt x="260364" y="37908"/>
                </a:cubicBezTo>
                <a:cubicBezTo>
                  <a:pt x="262494" y="39723"/>
                  <a:pt x="263559" y="41539"/>
                  <a:pt x="263559" y="43356"/>
                </a:cubicBezTo>
                <a:cubicBezTo>
                  <a:pt x="263503" y="48860"/>
                  <a:pt x="260986" y="51612"/>
                  <a:pt x="256008" y="51612"/>
                </a:cubicBezTo>
                <a:close/>
                <a:moveTo>
                  <a:pt x="316440" y="110609"/>
                </a:moveTo>
                <a:lnTo>
                  <a:pt x="315361" y="110692"/>
                </a:lnTo>
                <a:cubicBezTo>
                  <a:pt x="312319" y="113071"/>
                  <a:pt x="308723" y="115298"/>
                  <a:pt x="304574" y="117372"/>
                </a:cubicBezTo>
                <a:cubicBezTo>
                  <a:pt x="300425" y="119446"/>
                  <a:pt x="297217" y="120484"/>
                  <a:pt x="294949" y="120484"/>
                </a:cubicBezTo>
                <a:cubicBezTo>
                  <a:pt x="280787" y="120484"/>
                  <a:pt x="273706" y="114498"/>
                  <a:pt x="273706" y="102527"/>
                </a:cubicBezTo>
                <a:cubicBezTo>
                  <a:pt x="273706" y="96421"/>
                  <a:pt x="276140" y="91746"/>
                  <a:pt x="281008" y="88501"/>
                </a:cubicBezTo>
                <a:cubicBezTo>
                  <a:pt x="285877" y="85256"/>
                  <a:pt x="293593" y="81992"/>
                  <a:pt x="304159" y="78707"/>
                </a:cubicBezTo>
                <a:lnTo>
                  <a:pt x="315527" y="75178"/>
                </a:lnTo>
                <a:cubicBezTo>
                  <a:pt x="315527" y="65165"/>
                  <a:pt x="314393" y="58485"/>
                  <a:pt x="312125" y="55139"/>
                </a:cubicBezTo>
                <a:cubicBezTo>
                  <a:pt x="309857" y="51792"/>
                  <a:pt x="306621" y="50119"/>
                  <a:pt x="302417" y="50119"/>
                </a:cubicBezTo>
                <a:cubicBezTo>
                  <a:pt x="297991" y="50119"/>
                  <a:pt x="295613" y="51412"/>
                  <a:pt x="295281" y="54000"/>
                </a:cubicBezTo>
                <a:cubicBezTo>
                  <a:pt x="295170" y="54675"/>
                  <a:pt x="295156" y="55420"/>
                  <a:pt x="295239" y="56236"/>
                </a:cubicBezTo>
                <a:cubicBezTo>
                  <a:pt x="295322" y="57052"/>
                  <a:pt x="295419" y="57769"/>
                  <a:pt x="295530" y="58388"/>
                </a:cubicBezTo>
                <a:cubicBezTo>
                  <a:pt x="295640" y="59007"/>
                  <a:pt x="295751" y="59668"/>
                  <a:pt x="295861" y="60371"/>
                </a:cubicBezTo>
                <a:cubicBezTo>
                  <a:pt x="295972" y="61073"/>
                  <a:pt x="296027" y="61678"/>
                  <a:pt x="296027" y="62184"/>
                </a:cubicBezTo>
                <a:cubicBezTo>
                  <a:pt x="296027" y="64321"/>
                  <a:pt x="295004" y="66191"/>
                  <a:pt x="292957" y="67795"/>
                </a:cubicBezTo>
                <a:cubicBezTo>
                  <a:pt x="290910" y="69398"/>
                  <a:pt x="288421" y="70199"/>
                  <a:pt x="285489" y="70199"/>
                </a:cubicBezTo>
                <a:cubicBezTo>
                  <a:pt x="282336" y="70199"/>
                  <a:pt x="280082" y="69425"/>
                  <a:pt x="278727" y="67876"/>
                </a:cubicBezTo>
                <a:cubicBezTo>
                  <a:pt x="277371" y="66327"/>
                  <a:pt x="276694" y="64225"/>
                  <a:pt x="276694" y="61569"/>
                </a:cubicBezTo>
                <a:cubicBezTo>
                  <a:pt x="276694" y="58084"/>
                  <a:pt x="278478" y="54890"/>
                  <a:pt x="282046" y="51986"/>
                </a:cubicBezTo>
                <a:cubicBezTo>
                  <a:pt x="285614" y="49081"/>
                  <a:pt x="289776" y="46910"/>
                  <a:pt x="294534" y="45472"/>
                </a:cubicBezTo>
                <a:cubicBezTo>
                  <a:pt x="299291" y="44034"/>
                  <a:pt x="303855" y="43314"/>
                  <a:pt x="308225" y="43314"/>
                </a:cubicBezTo>
                <a:cubicBezTo>
                  <a:pt x="327587" y="43314"/>
                  <a:pt x="337267" y="53037"/>
                  <a:pt x="337267" y="72484"/>
                </a:cubicBezTo>
                <a:lnTo>
                  <a:pt x="336935" y="97102"/>
                </a:lnTo>
                <a:cubicBezTo>
                  <a:pt x="336935" y="101441"/>
                  <a:pt x="337281" y="104432"/>
                  <a:pt x="337973" y="106074"/>
                </a:cubicBezTo>
                <a:cubicBezTo>
                  <a:pt x="338664" y="107715"/>
                  <a:pt x="339895" y="108535"/>
                  <a:pt x="341665" y="108535"/>
                </a:cubicBezTo>
                <a:cubicBezTo>
                  <a:pt x="344376" y="108535"/>
                  <a:pt x="346754" y="107728"/>
                  <a:pt x="348801" y="106116"/>
                </a:cubicBezTo>
                <a:cubicBezTo>
                  <a:pt x="350848" y="107865"/>
                  <a:pt x="351871" y="109501"/>
                  <a:pt x="351871" y="111024"/>
                </a:cubicBezTo>
                <a:cubicBezTo>
                  <a:pt x="345178" y="117386"/>
                  <a:pt x="337765" y="120539"/>
                  <a:pt x="329633" y="120484"/>
                </a:cubicBezTo>
                <a:cubicBezTo>
                  <a:pt x="321944" y="120539"/>
                  <a:pt x="317546" y="117248"/>
                  <a:pt x="316440" y="110609"/>
                </a:cubicBezTo>
                <a:moveTo>
                  <a:pt x="315527" y="81785"/>
                </a:moveTo>
                <a:lnTo>
                  <a:pt x="306649" y="84578"/>
                </a:lnTo>
                <a:cubicBezTo>
                  <a:pt x="303827" y="85459"/>
                  <a:pt x="301518" y="86478"/>
                  <a:pt x="299720" y="87635"/>
                </a:cubicBezTo>
                <a:cubicBezTo>
                  <a:pt x="297922" y="88790"/>
                  <a:pt x="296650" y="90097"/>
                  <a:pt x="295903" y="91556"/>
                </a:cubicBezTo>
                <a:cubicBezTo>
                  <a:pt x="295156" y="93015"/>
                  <a:pt x="294672" y="94309"/>
                  <a:pt x="294451" y="95437"/>
                </a:cubicBezTo>
                <a:cubicBezTo>
                  <a:pt x="294230" y="96566"/>
                  <a:pt x="294119" y="98094"/>
                  <a:pt x="294119" y="100022"/>
                </a:cubicBezTo>
                <a:cubicBezTo>
                  <a:pt x="294119" y="102992"/>
                  <a:pt x="294907" y="105458"/>
                  <a:pt x="296484" y="107420"/>
                </a:cubicBezTo>
                <a:cubicBezTo>
                  <a:pt x="298060" y="109380"/>
                  <a:pt x="300564" y="110360"/>
                  <a:pt x="303993" y="110360"/>
                </a:cubicBezTo>
                <a:cubicBezTo>
                  <a:pt x="306593" y="110360"/>
                  <a:pt x="310438" y="108277"/>
                  <a:pt x="315527" y="104111"/>
                </a:cubicBezTo>
                <a:lnTo>
                  <a:pt x="315527" y="81785"/>
                </a:lnTo>
                <a:close/>
                <a:moveTo>
                  <a:pt x="368576" y="97237"/>
                </a:moveTo>
                <a:lnTo>
                  <a:pt x="368576" y="22746"/>
                </a:lnTo>
                <a:cubicBezTo>
                  <a:pt x="368576" y="17099"/>
                  <a:pt x="368009" y="13666"/>
                  <a:pt x="366875" y="12449"/>
                </a:cubicBezTo>
                <a:cubicBezTo>
                  <a:pt x="365740" y="11231"/>
                  <a:pt x="362463" y="10400"/>
                  <a:pt x="357042" y="9957"/>
                </a:cubicBezTo>
                <a:cubicBezTo>
                  <a:pt x="356157" y="8329"/>
                  <a:pt x="355963" y="6503"/>
                  <a:pt x="356461" y="4481"/>
                </a:cubicBezTo>
                <a:cubicBezTo>
                  <a:pt x="370512" y="3928"/>
                  <a:pt x="381160" y="2434"/>
                  <a:pt x="388407" y="0"/>
                </a:cubicBezTo>
                <a:cubicBezTo>
                  <a:pt x="390233" y="0"/>
                  <a:pt x="391145" y="747"/>
                  <a:pt x="391145" y="2240"/>
                </a:cubicBezTo>
                <a:cubicBezTo>
                  <a:pt x="390814" y="6452"/>
                  <a:pt x="390648" y="12241"/>
                  <a:pt x="390648" y="19609"/>
                </a:cubicBezTo>
                <a:lnTo>
                  <a:pt x="390648" y="97227"/>
                </a:lnTo>
                <a:cubicBezTo>
                  <a:pt x="390648" y="104041"/>
                  <a:pt x="391464" y="108377"/>
                  <a:pt x="393095" y="110233"/>
                </a:cubicBezTo>
                <a:cubicBezTo>
                  <a:pt x="394727" y="112088"/>
                  <a:pt x="398282" y="113126"/>
                  <a:pt x="403758" y="113348"/>
                </a:cubicBezTo>
                <a:cubicBezTo>
                  <a:pt x="404311" y="113790"/>
                  <a:pt x="404588" y="114758"/>
                  <a:pt x="404588" y="116252"/>
                </a:cubicBezTo>
                <a:cubicBezTo>
                  <a:pt x="404588" y="117745"/>
                  <a:pt x="404311" y="118713"/>
                  <a:pt x="403758" y="119156"/>
                </a:cubicBezTo>
                <a:cubicBezTo>
                  <a:pt x="394022" y="118935"/>
                  <a:pt x="385973" y="118824"/>
                  <a:pt x="379612" y="118824"/>
                </a:cubicBezTo>
                <a:cubicBezTo>
                  <a:pt x="373029" y="118824"/>
                  <a:pt x="364980" y="118935"/>
                  <a:pt x="355465" y="119156"/>
                </a:cubicBezTo>
                <a:cubicBezTo>
                  <a:pt x="354912" y="118713"/>
                  <a:pt x="354635" y="117759"/>
                  <a:pt x="354635" y="116293"/>
                </a:cubicBezTo>
                <a:cubicBezTo>
                  <a:pt x="354635" y="114827"/>
                  <a:pt x="354912" y="113845"/>
                  <a:pt x="355465" y="113348"/>
                </a:cubicBezTo>
                <a:cubicBezTo>
                  <a:pt x="360886" y="113126"/>
                  <a:pt x="364427" y="112088"/>
                  <a:pt x="366086" y="110233"/>
                </a:cubicBezTo>
                <a:cubicBezTo>
                  <a:pt x="367746" y="108378"/>
                  <a:pt x="368576" y="104046"/>
                  <a:pt x="368576" y="9723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document">
            <a:extLst xmlns:a="http://schemas.openxmlformats.org/drawingml/2006/main">
              <a:ext uri="{FF2B5EF4-FFF2-40B4-BE49-F238E27FC236}">
                <a16:creationId xmlns:a16="http://schemas.microsoft.com/office/drawing/2014/main" id="{56CA9755-BC34-4F0D-B024-23C7EF9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617" y="3774375"/>
            <a:ext cx="759282" cy="120539"/>
          </a:xfrm>
          <a:custGeom xmlns:a="http://schemas.openxmlformats.org/drawingml/2006/main">
            <a:pathLst>
              <a:path w="759282" h="120539">
                <a:moveTo>
                  <a:pt x="53438" y="102607"/>
                </a:moveTo>
                <a:cubicBezTo>
                  <a:pt x="53438" y="102106"/>
                  <a:pt x="53424" y="101619"/>
                  <a:pt x="53396" y="101147"/>
                </a:cubicBezTo>
                <a:cubicBezTo>
                  <a:pt x="53369" y="100674"/>
                  <a:pt x="53355" y="100201"/>
                  <a:pt x="53355" y="99729"/>
                </a:cubicBezTo>
                <a:cubicBezTo>
                  <a:pt x="53355" y="99255"/>
                  <a:pt x="53355" y="98768"/>
                  <a:pt x="53355" y="98266"/>
                </a:cubicBezTo>
                <a:lnTo>
                  <a:pt x="53355" y="56210"/>
                </a:lnTo>
                <a:cubicBezTo>
                  <a:pt x="51474" y="53651"/>
                  <a:pt x="49552" y="51997"/>
                  <a:pt x="47588" y="51247"/>
                </a:cubicBezTo>
                <a:cubicBezTo>
                  <a:pt x="45624" y="50495"/>
                  <a:pt x="43287" y="50119"/>
                  <a:pt x="40576" y="50119"/>
                </a:cubicBezTo>
                <a:cubicBezTo>
                  <a:pt x="35155" y="50119"/>
                  <a:pt x="30978" y="52566"/>
                  <a:pt x="28046" y="57462"/>
                </a:cubicBezTo>
                <a:cubicBezTo>
                  <a:pt x="25225" y="62135"/>
                  <a:pt x="23787" y="69534"/>
                  <a:pt x="23732" y="79659"/>
                </a:cubicBezTo>
                <a:cubicBezTo>
                  <a:pt x="23732" y="89227"/>
                  <a:pt x="25156" y="96543"/>
                  <a:pt x="28005" y="101606"/>
                </a:cubicBezTo>
                <a:cubicBezTo>
                  <a:pt x="30854" y="106668"/>
                  <a:pt x="34491" y="109199"/>
                  <a:pt x="38917" y="109199"/>
                </a:cubicBezTo>
                <a:cubicBezTo>
                  <a:pt x="39414" y="109199"/>
                  <a:pt x="40286" y="108990"/>
                  <a:pt x="41530" y="108574"/>
                </a:cubicBezTo>
                <a:cubicBezTo>
                  <a:pt x="42775" y="108155"/>
                  <a:pt x="44116" y="107626"/>
                  <a:pt x="45555" y="106987"/>
                </a:cubicBezTo>
                <a:cubicBezTo>
                  <a:pt x="46993" y="106347"/>
                  <a:pt x="48459" y="105625"/>
                  <a:pt x="49953" y="104819"/>
                </a:cubicBezTo>
                <a:cubicBezTo>
                  <a:pt x="51446" y="104012"/>
                  <a:pt x="52608" y="103274"/>
                  <a:pt x="53438" y="102607"/>
                </a:cubicBezTo>
                <a:moveTo>
                  <a:pt x="53936" y="110609"/>
                </a:moveTo>
                <a:lnTo>
                  <a:pt x="52525" y="110609"/>
                </a:lnTo>
                <a:cubicBezTo>
                  <a:pt x="49704" y="112561"/>
                  <a:pt x="46053" y="114695"/>
                  <a:pt x="41572" y="117012"/>
                </a:cubicBezTo>
                <a:cubicBezTo>
                  <a:pt x="37091" y="119326"/>
                  <a:pt x="33827" y="120484"/>
                  <a:pt x="31780" y="120484"/>
                </a:cubicBezTo>
                <a:cubicBezTo>
                  <a:pt x="27355" y="120484"/>
                  <a:pt x="23787" y="119955"/>
                  <a:pt x="21076" y="118897"/>
                </a:cubicBezTo>
                <a:cubicBezTo>
                  <a:pt x="18366" y="117839"/>
                  <a:pt x="15296" y="115974"/>
                  <a:pt x="11866" y="113303"/>
                </a:cubicBezTo>
                <a:cubicBezTo>
                  <a:pt x="7883" y="110242"/>
                  <a:pt x="4910" y="106123"/>
                  <a:pt x="2946" y="100948"/>
                </a:cubicBezTo>
                <a:cubicBezTo>
                  <a:pt x="982" y="95770"/>
                  <a:pt x="0" y="90426"/>
                  <a:pt x="0" y="84915"/>
                </a:cubicBezTo>
                <a:cubicBezTo>
                  <a:pt x="0" y="73721"/>
                  <a:pt x="4107" y="63990"/>
                  <a:pt x="12322" y="55720"/>
                </a:cubicBezTo>
                <a:cubicBezTo>
                  <a:pt x="20537" y="47449"/>
                  <a:pt x="30121" y="43314"/>
                  <a:pt x="41074" y="43314"/>
                </a:cubicBezTo>
                <a:cubicBezTo>
                  <a:pt x="45610" y="43314"/>
                  <a:pt x="49704" y="43951"/>
                  <a:pt x="53355" y="45223"/>
                </a:cubicBezTo>
                <a:lnTo>
                  <a:pt x="53355" y="22967"/>
                </a:lnTo>
                <a:cubicBezTo>
                  <a:pt x="53355" y="17184"/>
                  <a:pt x="52788" y="13723"/>
                  <a:pt x="51654" y="12584"/>
                </a:cubicBezTo>
                <a:cubicBezTo>
                  <a:pt x="50520" y="11443"/>
                  <a:pt x="47242" y="10623"/>
                  <a:pt x="41821" y="10123"/>
                </a:cubicBezTo>
                <a:cubicBezTo>
                  <a:pt x="40936" y="8497"/>
                  <a:pt x="40742" y="6560"/>
                  <a:pt x="41240" y="4315"/>
                </a:cubicBezTo>
                <a:cubicBezTo>
                  <a:pt x="55291" y="3782"/>
                  <a:pt x="65940" y="2344"/>
                  <a:pt x="73186" y="0"/>
                </a:cubicBezTo>
                <a:cubicBezTo>
                  <a:pt x="75012" y="0"/>
                  <a:pt x="75925" y="719"/>
                  <a:pt x="75925" y="2157"/>
                </a:cubicBezTo>
                <a:cubicBezTo>
                  <a:pt x="75593" y="6369"/>
                  <a:pt x="75427" y="12158"/>
                  <a:pt x="75427" y="19526"/>
                </a:cubicBezTo>
                <a:lnTo>
                  <a:pt x="75427" y="96150"/>
                </a:lnTo>
                <a:cubicBezTo>
                  <a:pt x="75427" y="101025"/>
                  <a:pt x="76132" y="104336"/>
                  <a:pt x="77543" y="106082"/>
                </a:cubicBezTo>
                <a:cubicBezTo>
                  <a:pt x="78953" y="107828"/>
                  <a:pt x="81927" y="108922"/>
                  <a:pt x="86463" y="109365"/>
                </a:cubicBezTo>
                <a:cubicBezTo>
                  <a:pt x="87127" y="111522"/>
                  <a:pt x="87237" y="113348"/>
                  <a:pt x="86795" y="114841"/>
                </a:cubicBezTo>
                <a:cubicBezTo>
                  <a:pt x="77169" y="116133"/>
                  <a:pt x="67765" y="118013"/>
                  <a:pt x="58582" y="120484"/>
                </a:cubicBezTo>
                <a:cubicBezTo>
                  <a:pt x="56093" y="120484"/>
                  <a:pt x="54793" y="119535"/>
                  <a:pt x="54682" y="117639"/>
                </a:cubicBezTo>
                <a:cubicBezTo>
                  <a:pt x="54406" y="115630"/>
                  <a:pt x="54157" y="113287"/>
                  <a:pt x="53936" y="110609"/>
                </a:cubicBezTo>
                <a:close/>
                <a:moveTo>
                  <a:pt x="133054" y="50119"/>
                </a:moveTo>
                <a:cubicBezTo>
                  <a:pt x="123650" y="50119"/>
                  <a:pt x="118948" y="60027"/>
                  <a:pt x="118948" y="79843"/>
                </a:cubicBezTo>
                <a:cubicBezTo>
                  <a:pt x="118948" y="87734"/>
                  <a:pt x="120621" y="95347"/>
                  <a:pt x="123968" y="102680"/>
                </a:cubicBezTo>
                <a:cubicBezTo>
                  <a:pt x="127315" y="110013"/>
                  <a:pt x="132114" y="113679"/>
                  <a:pt x="138365" y="113679"/>
                </a:cubicBezTo>
                <a:cubicBezTo>
                  <a:pt x="142127" y="113679"/>
                  <a:pt x="145418" y="111651"/>
                  <a:pt x="148239" y="107594"/>
                </a:cubicBezTo>
                <a:cubicBezTo>
                  <a:pt x="151060" y="103535"/>
                  <a:pt x="152471" y="96859"/>
                  <a:pt x="152471" y="87567"/>
                </a:cubicBezTo>
                <a:cubicBezTo>
                  <a:pt x="152471" y="75868"/>
                  <a:pt x="150701" y="66701"/>
                  <a:pt x="147161" y="60068"/>
                </a:cubicBezTo>
                <a:cubicBezTo>
                  <a:pt x="143620" y="53435"/>
                  <a:pt x="138918" y="50119"/>
                  <a:pt x="133054" y="50119"/>
                </a:cubicBezTo>
                <a:moveTo>
                  <a:pt x="95216" y="83621"/>
                </a:moveTo>
                <a:cubicBezTo>
                  <a:pt x="95216" y="72263"/>
                  <a:pt x="98314" y="63010"/>
                  <a:pt x="104510" y="55862"/>
                </a:cubicBezTo>
                <a:cubicBezTo>
                  <a:pt x="111812" y="47442"/>
                  <a:pt x="122240" y="43259"/>
                  <a:pt x="135793" y="43314"/>
                </a:cubicBezTo>
                <a:cubicBezTo>
                  <a:pt x="148129" y="43314"/>
                  <a:pt x="157961" y="46942"/>
                  <a:pt x="165291" y="54197"/>
                </a:cubicBezTo>
                <a:cubicBezTo>
                  <a:pt x="172621" y="61453"/>
                  <a:pt x="176286" y="70757"/>
                  <a:pt x="176286" y="82109"/>
                </a:cubicBezTo>
                <a:cubicBezTo>
                  <a:pt x="176286" y="94347"/>
                  <a:pt x="172413" y="103926"/>
                  <a:pt x="164669" y="110848"/>
                </a:cubicBezTo>
                <a:cubicBezTo>
                  <a:pt x="157422" y="117327"/>
                  <a:pt x="147741" y="120539"/>
                  <a:pt x="135627" y="120484"/>
                </a:cubicBezTo>
                <a:cubicBezTo>
                  <a:pt x="124065" y="120484"/>
                  <a:pt x="114440" y="117094"/>
                  <a:pt x="106750" y="110314"/>
                </a:cubicBezTo>
                <a:cubicBezTo>
                  <a:pt x="99061" y="103534"/>
                  <a:pt x="95216" y="94636"/>
                  <a:pt x="95216" y="83621"/>
                </a:cubicBezTo>
                <a:close/>
                <a:moveTo>
                  <a:pt x="254119" y="103945"/>
                </a:moveTo>
                <a:cubicBezTo>
                  <a:pt x="250856" y="108734"/>
                  <a:pt x="246555" y="112687"/>
                  <a:pt x="241216" y="115806"/>
                </a:cubicBezTo>
                <a:cubicBezTo>
                  <a:pt x="235878" y="118924"/>
                  <a:pt x="230720" y="120484"/>
                  <a:pt x="225741" y="120484"/>
                </a:cubicBezTo>
                <a:cubicBezTo>
                  <a:pt x="214290" y="120484"/>
                  <a:pt x="205467" y="117534"/>
                  <a:pt x="199271" y="111634"/>
                </a:cubicBezTo>
                <a:cubicBezTo>
                  <a:pt x="192246" y="105011"/>
                  <a:pt x="188733" y="95939"/>
                  <a:pt x="188733" y="84417"/>
                </a:cubicBezTo>
                <a:cubicBezTo>
                  <a:pt x="188733" y="72233"/>
                  <a:pt x="192412" y="62337"/>
                  <a:pt x="199769" y="54729"/>
                </a:cubicBezTo>
                <a:cubicBezTo>
                  <a:pt x="207126" y="47119"/>
                  <a:pt x="216005" y="43314"/>
                  <a:pt x="226405" y="43314"/>
                </a:cubicBezTo>
                <a:cubicBezTo>
                  <a:pt x="235035" y="43314"/>
                  <a:pt x="241811" y="45176"/>
                  <a:pt x="246734" y="48900"/>
                </a:cubicBezTo>
                <a:cubicBezTo>
                  <a:pt x="251658" y="52622"/>
                  <a:pt x="254119" y="56633"/>
                  <a:pt x="254119" y="60934"/>
                </a:cubicBezTo>
                <a:cubicBezTo>
                  <a:pt x="254119" y="63636"/>
                  <a:pt x="253248" y="65883"/>
                  <a:pt x="251506" y="67676"/>
                </a:cubicBezTo>
                <a:cubicBezTo>
                  <a:pt x="249763" y="69469"/>
                  <a:pt x="247523" y="70365"/>
                  <a:pt x="244784" y="70365"/>
                </a:cubicBezTo>
                <a:cubicBezTo>
                  <a:pt x="242046" y="70365"/>
                  <a:pt x="239668" y="69595"/>
                  <a:pt x="237648" y="68055"/>
                </a:cubicBezTo>
                <a:cubicBezTo>
                  <a:pt x="235629" y="66514"/>
                  <a:pt x="234509" y="64596"/>
                  <a:pt x="234288" y="62301"/>
                </a:cubicBezTo>
                <a:cubicBezTo>
                  <a:pt x="233956" y="58995"/>
                  <a:pt x="233015" y="56139"/>
                  <a:pt x="231467" y="53731"/>
                </a:cubicBezTo>
                <a:cubicBezTo>
                  <a:pt x="229918" y="51323"/>
                  <a:pt x="227733" y="50119"/>
                  <a:pt x="224911" y="50119"/>
                </a:cubicBezTo>
                <a:cubicBezTo>
                  <a:pt x="215507" y="50119"/>
                  <a:pt x="210805" y="59576"/>
                  <a:pt x="210805" y="78492"/>
                </a:cubicBezTo>
                <a:cubicBezTo>
                  <a:pt x="210805" y="87505"/>
                  <a:pt x="213101" y="94738"/>
                  <a:pt x="217692" y="100190"/>
                </a:cubicBezTo>
                <a:cubicBezTo>
                  <a:pt x="222284" y="105643"/>
                  <a:pt x="227871" y="108369"/>
                  <a:pt x="234454" y="108369"/>
                </a:cubicBezTo>
                <a:cubicBezTo>
                  <a:pt x="239100" y="108369"/>
                  <a:pt x="244937" y="105115"/>
                  <a:pt x="251962" y="98606"/>
                </a:cubicBezTo>
                <a:cubicBezTo>
                  <a:pt x="253400" y="98661"/>
                  <a:pt x="254119" y="100441"/>
                  <a:pt x="254119" y="103945"/>
                </a:cubicBezTo>
                <a:close/>
                <a:moveTo>
                  <a:pt x="345765" y="96171"/>
                </a:moveTo>
                <a:cubicBezTo>
                  <a:pt x="345765" y="101039"/>
                  <a:pt x="346484" y="104344"/>
                  <a:pt x="347922" y="106087"/>
                </a:cubicBezTo>
                <a:cubicBezTo>
                  <a:pt x="349361" y="107830"/>
                  <a:pt x="352348" y="108922"/>
                  <a:pt x="356884" y="109365"/>
                </a:cubicBezTo>
                <a:cubicBezTo>
                  <a:pt x="357548" y="111522"/>
                  <a:pt x="357659" y="113348"/>
                  <a:pt x="357216" y="114841"/>
                </a:cubicBezTo>
                <a:cubicBezTo>
                  <a:pt x="347591" y="116133"/>
                  <a:pt x="338186" y="118013"/>
                  <a:pt x="329004" y="120484"/>
                </a:cubicBezTo>
                <a:cubicBezTo>
                  <a:pt x="326514" y="120484"/>
                  <a:pt x="325214" y="119535"/>
                  <a:pt x="325104" y="117639"/>
                </a:cubicBezTo>
                <a:cubicBezTo>
                  <a:pt x="324827" y="115464"/>
                  <a:pt x="324550" y="112955"/>
                  <a:pt x="324274" y="110111"/>
                </a:cubicBezTo>
                <a:cubicBezTo>
                  <a:pt x="319129" y="113010"/>
                  <a:pt x="313874" y="115464"/>
                  <a:pt x="308508" y="117473"/>
                </a:cubicBezTo>
                <a:cubicBezTo>
                  <a:pt x="303142" y="119480"/>
                  <a:pt x="298966" y="120484"/>
                  <a:pt x="295978" y="120484"/>
                </a:cubicBezTo>
                <a:cubicBezTo>
                  <a:pt x="281485" y="120484"/>
                  <a:pt x="274238" y="111411"/>
                  <a:pt x="274238" y="93267"/>
                </a:cubicBezTo>
                <a:lnTo>
                  <a:pt x="274238" y="66714"/>
                </a:lnTo>
                <a:cubicBezTo>
                  <a:pt x="274238" y="60021"/>
                  <a:pt x="273422" y="55692"/>
                  <a:pt x="271790" y="53728"/>
                </a:cubicBezTo>
                <a:cubicBezTo>
                  <a:pt x="270159" y="51764"/>
                  <a:pt x="267185" y="50672"/>
                  <a:pt x="262870" y="50450"/>
                </a:cubicBezTo>
                <a:cubicBezTo>
                  <a:pt x="262428" y="50008"/>
                  <a:pt x="262206" y="49040"/>
                  <a:pt x="262206" y="47546"/>
                </a:cubicBezTo>
                <a:cubicBezTo>
                  <a:pt x="262206" y="46053"/>
                  <a:pt x="262428" y="45085"/>
                  <a:pt x="262870" y="44642"/>
                </a:cubicBezTo>
                <a:cubicBezTo>
                  <a:pt x="272606" y="44863"/>
                  <a:pt x="280074" y="44974"/>
                  <a:pt x="285274" y="44974"/>
                </a:cubicBezTo>
                <a:cubicBezTo>
                  <a:pt x="287653" y="44974"/>
                  <a:pt x="290889" y="44863"/>
                  <a:pt x="294983" y="44642"/>
                </a:cubicBezTo>
                <a:cubicBezTo>
                  <a:pt x="296089" y="45748"/>
                  <a:pt x="296670" y="47685"/>
                  <a:pt x="296725" y="50450"/>
                </a:cubicBezTo>
                <a:cubicBezTo>
                  <a:pt x="296725" y="50893"/>
                  <a:pt x="296670" y="52304"/>
                  <a:pt x="296559" y="54682"/>
                </a:cubicBezTo>
                <a:cubicBezTo>
                  <a:pt x="296449" y="57061"/>
                  <a:pt x="296393" y="61072"/>
                  <a:pt x="296393" y="66714"/>
                </a:cubicBezTo>
                <a:lnTo>
                  <a:pt x="296393" y="95092"/>
                </a:lnTo>
                <a:cubicBezTo>
                  <a:pt x="296393" y="100514"/>
                  <a:pt x="297348" y="103999"/>
                  <a:pt x="299256" y="105548"/>
                </a:cubicBezTo>
                <a:cubicBezTo>
                  <a:pt x="301165" y="107097"/>
                  <a:pt x="304166" y="107871"/>
                  <a:pt x="308259" y="107871"/>
                </a:cubicBezTo>
                <a:cubicBezTo>
                  <a:pt x="313736" y="107871"/>
                  <a:pt x="318936" y="106350"/>
                  <a:pt x="323859" y="103307"/>
                </a:cubicBezTo>
                <a:cubicBezTo>
                  <a:pt x="323804" y="102422"/>
                  <a:pt x="323762" y="101551"/>
                  <a:pt x="323734" y="100693"/>
                </a:cubicBezTo>
                <a:cubicBezTo>
                  <a:pt x="323707" y="99836"/>
                  <a:pt x="323693" y="99020"/>
                  <a:pt x="323693" y="98246"/>
                </a:cubicBezTo>
                <a:lnTo>
                  <a:pt x="323693" y="66714"/>
                </a:lnTo>
                <a:cubicBezTo>
                  <a:pt x="323693" y="59910"/>
                  <a:pt x="322960" y="55609"/>
                  <a:pt x="321494" y="53811"/>
                </a:cubicBezTo>
                <a:cubicBezTo>
                  <a:pt x="320028" y="52013"/>
                  <a:pt x="316972" y="50893"/>
                  <a:pt x="312325" y="50450"/>
                </a:cubicBezTo>
                <a:cubicBezTo>
                  <a:pt x="311772" y="50008"/>
                  <a:pt x="311495" y="49040"/>
                  <a:pt x="311495" y="47546"/>
                </a:cubicBezTo>
                <a:cubicBezTo>
                  <a:pt x="311495" y="46053"/>
                  <a:pt x="311772" y="45085"/>
                  <a:pt x="312325" y="44642"/>
                </a:cubicBezTo>
                <a:cubicBezTo>
                  <a:pt x="322061" y="44863"/>
                  <a:pt x="329529" y="44974"/>
                  <a:pt x="334729" y="44974"/>
                </a:cubicBezTo>
                <a:cubicBezTo>
                  <a:pt x="336886" y="44974"/>
                  <a:pt x="340123" y="44863"/>
                  <a:pt x="344437" y="44642"/>
                </a:cubicBezTo>
                <a:cubicBezTo>
                  <a:pt x="345544" y="45748"/>
                  <a:pt x="346125" y="47685"/>
                  <a:pt x="346180" y="50450"/>
                </a:cubicBezTo>
                <a:cubicBezTo>
                  <a:pt x="346180" y="50893"/>
                  <a:pt x="346111" y="52304"/>
                  <a:pt x="345972" y="54682"/>
                </a:cubicBezTo>
                <a:cubicBezTo>
                  <a:pt x="345834" y="57061"/>
                  <a:pt x="345765" y="61072"/>
                  <a:pt x="345765" y="66714"/>
                </a:cubicBezTo>
                <a:lnTo>
                  <a:pt x="345765" y="96171"/>
                </a:lnTo>
                <a:close/>
                <a:moveTo>
                  <a:pt x="399578" y="98080"/>
                </a:moveTo>
                <a:cubicBezTo>
                  <a:pt x="399578" y="104773"/>
                  <a:pt x="400090" y="108908"/>
                  <a:pt x="401114" y="110485"/>
                </a:cubicBezTo>
                <a:cubicBezTo>
                  <a:pt x="402137" y="112061"/>
                  <a:pt x="404557" y="113016"/>
                  <a:pt x="408374" y="113348"/>
                </a:cubicBezTo>
                <a:cubicBezTo>
                  <a:pt x="408817" y="113790"/>
                  <a:pt x="409052" y="114758"/>
                  <a:pt x="409079" y="116252"/>
                </a:cubicBezTo>
                <a:cubicBezTo>
                  <a:pt x="409107" y="117745"/>
                  <a:pt x="408872" y="118713"/>
                  <a:pt x="408374" y="119156"/>
                </a:cubicBezTo>
                <a:cubicBezTo>
                  <a:pt x="398638" y="118935"/>
                  <a:pt x="392027" y="118824"/>
                  <a:pt x="388542" y="118824"/>
                </a:cubicBezTo>
                <a:cubicBezTo>
                  <a:pt x="382513" y="118824"/>
                  <a:pt x="374740" y="118935"/>
                  <a:pt x="365226" y="119156"/>
                </a:cubicBezTo>
                <a:cubicBezTo>
                  <a:pt x="364783" y="118713"/>
                  <a:pt x="364562" y="117759"/>
                  <a:pt x="364562" y="116293"/>
                </a:cubicBezTo>
                <a:cubicBezTo>
                  <a:pt x="364562" y="114827"/>
                  <a:pt x="364783" y="113845"/>
                  <a:pt x="365226" y="113348"/>
                </a:cubicBezTo>
                <a:cubicBezTo>
                  <a:pt x="370647" y="112905"/>
                  <a:pt x="374049" y="111951"/>
                  <a:pt x="375432" y="110485"/>
                </a:cubicBezTo>
                <a:cubicBezTo>
                  <a:pt x="376815" y="109019"/>
                  <a:pt x="377506" y="104884"/>
                  <a:pt x="377506" y="98080"/>
                </a:cubicBezTo>
                <a:lnTo>
                  <a:pt x="377506" y="66299"/>
                </a:lnTo>
                <a:cubicBezTo>
                  <a:pt x="377506" y="61542"/>
                  <a:pt x="376856" y="58485"/>
                  <a:pt x="375556" y="57130"/>
                </a:cubicBezTo>
                <a:cubicBezTo>
                  <a:pt x="374256" y="55775"/>
                  <a:pt x="371228" y="54876"/>
                  <a:pt x="366470" y="54433"/>
                </a:cubicBezTo>
                <a:cubicBezTo>
                  <a:pt x="365807" y="52276"/>
                  <a:pt x="365668" y="50450"/>
                  <a:pt x="366055" y="48957"/>
                </a:cubicBezTo>
                <a:cubicBezTo>
                  <a:pt x="375681" y="47666"/>
                  <a:pt x="385085" y="45785"/>
                  <a:pt x="394268" y="43314"/>
                </a:cubicBezTo>
                <a:cubicBezTo>
                  <a:pt x="396757" y="43314"/>
                  <a:pt x="398085" y="44289"/>
                  <a:pt x="398251" y="46239"/>
                </a:cubicBezTo>
                <a:cubicBezTo>
                  <a:pt x="398638" y="48857"/>
                  <a:pt x="398942" y="51865"/>
                  <a:pt x="399164" y="55263"/>
                </a:cubicBezTo>
                <a:cubicBezTo>
                  <a:pt x="405249" y="51809"/>
                  <a:pt x="410767" y="48954"/>
                  <a:pt x="415718" y="46698"/>
                </a:cubicBezTo>
                <a:cubicBezTo>
                  <a:pt x="420669" y="44442"/>
                  <a:pt x="424527" y="43314"/>
                  <a:pt x="427293" y="43314"/>
                </a:cubicBezTo>
                <a:cubicBezTo>
                  <a:pt x="428676" y="43314"/>
                  <a:pt x="430017" y="43412"/>
                  <a:pt x="431317" y="43607"/>
                </a:cubicBezTo>
                <a:cubicBezTo>
                  <a:pt x="432617" y="43803"/>
                  <a:pt x="433848" y="44081"/>
                  <a:pt x="435010" y="44442"/>
                </a:cubicBezTo>
                <a:cubicBezTo>
                  <a:pt x="436172" y="44804"/>
                  <a:pt x="437250" y="45263"/>
                  <a:pt x="438246" y="45822"/>
                </a:cubicBezTo>
                <a:cubicBezTo>
                  <a:pt x="439242" y="46378"/>
                  <a:pt x="440168" y="47005"/>
                  <a:pt x="441026" y="47702"/>
                </a:cubicBezTo>
                <a:cubicBezTo>
                  <a:pt x="441883" y="48397"/>
                  <a:pt x="442672" y="49163"/>
                  <a:pt x="443391" y="49999"/>
                </a:cubicBezTo>
                <a:cubicBezTo>
                  <a:pt x="444110" y="50834"/>
                  <a:pt x="444732" y="51725"/>
                  <a:pt x="445258" y="52673"/>
                </a:cubicBezTo>
                <a:cubicBezTo>
                  <a:pt x="445783" y="53618"/>
                  <a:pt x="446240" y="54620"/>
                  <a:pt x="446627" y="55678"/>
                </a:cubicBezTo>
                <a:cubicBezTo>
                  <a:pt x="452325" y="52447"/>
                  <a:pt x="458105" y="49579"/>
                  <a:pt x="463969" y="47074"/>
                </a:cubicBezTo>
                <a:cubicBezTo>
                  <a:pt x="469833" y="44568"/>
                  <a:pt x="474203" y="43314"/>
                  <a:pt x="477080" y="43314"/>
                </a:cubicBezTo>
                <a:cubicBezTo>
                  <a:pt x="484437" y="43314"/>
                  <a:pt x="489844" y="45520"/>
                  <a:pt x="493302" y="49932"/>
                </a:cubicBezTo>
                <a:cubicBezTo>
                  <a:pt x="496759" y="54344"/>
                  <a:pt x="498488" y="61210"/>
                  <a:pt x="498488" y="70531"/>
                </a:cubicBezTo>
                <a:lnTo>
                  <a:pt x="498488" y="97084"/>
                </a:lnTo>
                <a:cubicBezTo>
                  <a:pt x="498488" y="103999"/>
                  <a:pt x="499304" y="108383"/>
                  <a:pt x="500936" y="110236"/>
                </a:cubicBezTo>
                <a:cubicBezTo>
                  <a:pt x="502568" y="112089"/>
                  <a:pt x="506122" y="113126"/>
                  <a:pt x="511598" y="113348"/>
                </a:cubicBezTo>
                <a:cubicBezTo>
                  <a:pt x="512152" y="113790"/>
                  <a:pt x="512428" y="114758"/>
                  <a:pt x="512428" y="116252"/>
                </a:cubicBezTo>
                <a:cubicBezTo>
                  <a:pt x="512428" y="117745"/>
                  <a:pt x="512152" y="118713"/>
                  <a:pt x="511598" y="119156"/>
                </a:cubicBezTo>
                <a:cubicBezTo>
                  <a:pt x="501862" y="118935"/>
                  <a:pt x="493814" y="118824"/>
                  <a:pt x="487452" y="118824"/>
                </a:cubicBezTo>
                <a:cubicBezTo>
                  <a:pt x="483137" y="118824"/>
                  <a:pt x="476222" y="118935"/>
                  <a:pt x="466707" y="119156"/>
                </a:cubicBezTo>
                <a:cubicBezTo>
                  <a:pt x="466154" y="118713"/>
                  <a:pt x="465878" y="117759"/>
                  <a:pt x="465878" y="116293"/>
                </a:cubicBezTo>
                <a:cubicBezTo>
                  <a:pt x="465878" y="114827"/>
                  <a:pt x="466154" y="113845"/>
                  <a:pt x="466707" y="113348"/>
                </a:cubicBezTo>
                <a:cubicBezTo>
                  <a:pt x="470469" y="113126"/>
                  <a:pt x="473028" y="112034"/>
                  <a:pt x="474383" y="110070"/>
                </a:cubicBezTo>
                <a:cubicBezTo>
                  <a:pt x="475738" y="108106"/>
                  <a:pt x="476416" y="103777"/>
                  <a:pt x="476416" y="97084"/>
                </a:cubicBezTo>
                <a:lnTo>
                  <a:pt x="476416" y="68706"/>
                </a:lnTo>
                <a:cubicBezTo>
                  <a:pt x="476416" y="60187"/>
                  <a:pt x="472544" y="55927"/>
                  <a:pt x="464799" y="55927"/>
                </a:cubicBezTo>
                <a:cubicBezTo>
                  <a:pt x="464080" y="55927"/>
                  <a:pt x="463126" y="56051"/>
                  <a:pt x="461936" y="56300"/>
                </a:cubicBezTo>
                <a:cubicBezTo>
                  <a:pt x="460747" y="56549"/>
                  <a:pt x="459433" y="56895"/>
                  <a:pt x="457995" y="57338"/>
                </a:cubicBezTo>
                <a:cubicBezTo>
                  <a:pt x="456557" y="57780"/>
                  <a:pt x="454980" y="58347"/>
                  <a:pt x="453265" y="59039"/>
                </a:cubicBezTo>
                <a:cubicBezTo>
                  <a:pt x="451550" y="59730"/>
                  <a:pt x="449946" y="60463"/>
                  <a:pt x="448452" y="61238"/>
                </a:cubicBezTo>
                <a:cubicBezTo>
                  <a:pt x="448618" y="62123"/>
                  <a:pt x="448757" y="63395"/>
                  <a:pt x="448867" y="65055"/>
                </a:cubicBezTo>
                <a:cubicBezTo>
                  <a:pt x="448978" y="66714"/>
                  <a:pt x="449033" y="68540"/>
                  <a:pt x="449033" y="70531"/>
                </a:cubicBezTo>
                <a:lnTo>
                  <a:pt x="449033" y="97084"/>
                </a:lnTo>
                <a:cubicBezTo>
                  <a:pt x="449033" y="103777"/>
                  <a:pt x="449711" y="108106"/>
                  <a:pt x="451066" y="110070"/>
                </a:cubicBezTo>
                <a:cubicBezTo>
                  <a:pt x="452421" y="112034"/>
                  <a:pt x="454980" y="113126"/>
                  <a:pt x="458742" y="113348"/>
                </a:cubicBezTo>
                <a:cubicBezTo>
                  <a:pt x="459184" y="113790"/>
                  <a:pt x="459405" y="114758"/>
                  <a:pt x="459405" y="116252"/>
                </a:cubicBezTo>
                <a:cubicBezTo>
                  <a:pt x="459405" y="117745"/>
                  <a:pt x="459184" y="118713"/>
                  <a:pt x="458742" y="119156"/>
                </a:cubicBezTo>
                <a:cubicBezTo>
                  <a:pt x="449006" y="118935"/>
                  <a:pt x="442091" y="118824"/>
                  <a:pt x="437997" y="118824"/>
                </a:cubicBezTo>
                <a:cubicBezTo>
                  <a:pt x="433682" y="118824"/>
                  <a:pt x="426768" y="118935"/>
                  <a:pt x="417253" y="119156"/>
                </a:cubicBezTo>
                <a:cubicBezTo>
                  <a:pt x="416810" y="118713"/>
                  <a:pt x="416589" y="117759"/>
                  <a:pt x="416589" y="116293"/>
                </a:cubicBezTo>
                <a:cubicBezTo>
                  <a:pt x="416589" y="114827"/>
                  <a:pt x="416810" y="113845"/>
                  <a:pt x="417253" y="113348"/>
                </a:cubicBezTo>
                <a:cubicBezTo>
                  <a:pt x="421014" y="113126"/>
                  <a:pt x="423573" y="112034"/>
                  <a:pt x="424928" y="110070"/>
                </a:cubicBezTo>
                <a:cubicBezTo>
                  <a:pt x="426283" y="108106"/>
                  <a:pt x="426961" y="103777"/>
                  <a:pt x="426961" y="97084"/>
                </a:cubicBezTo>
                <a:lnTo>
                  <a:pt x="426961" y="68706"/>
                </a:lnTo>
                <a:cubicBezTo>
                  <a:pt x="426961" y="60187"/>
                  <a:pt x="422978" y="55927"/>
                  <a:pt x="415012" y="55927"/>
                </a:cubicBezTo>
                <a:cubicBezTo>
                  <a:pt x="413408" y="55927"/>
                  <a:pt x="411195" y="56425"/>
                  <a:pt x="408374" y="57421"/>
                </a:cubicBezTo>
                <a:cubicBezTo>
                  <a:pt x="405553" y="58416"/>
                  <a:pt x="402621" y="59855"/>
                  <a:pt x="399578" y="61735"/>
                </a:cubicBezTo>
                <a:cubicBezTo>
                  <a:pt x="399578" y="62842"/>
                  <a:pt x="399578" y="63672"/>
                  <a:pt x="399578" y="64225"/>
                </a:cubicBezTo>
                <a:lnTo>
                  <a:pt x="399578" y="98080"/>
                </a:lnTo>
                <a:close/>
                <a:moveTo>
                  <a:pt x="543711" y="72025"/>
                </a:moveTo>
                <a:lnTo>
                  <a:pt x="566861" y="72025"/>
                </a:lnTo>
                <a:cubicBezTo>
                  <a:pt x="567083" y="71800"/>
                  <a:pt x="567193" y="70592"/>
                  <a:pt x="567193" y="68402"/>
                </a:cubicBezTo>
                <a:cubicBezTo>
                  <a:pt x="567193" y="62167"/>
                  <a:pt x="566087" y="57561"/>
                  <a:pt x="563874" y="54584"/>
                </a:cubicBezTo>
                <a:cubicBezTo>
                  <a:pt x="561662" y="51607"/>
                  <a:pt x="559145" y="50119"/>
                  <a:pt x="556323" y="50119"/>
                </a:cubicBezTo>
                <a:cubicBezTo>
                  <a:pt x="555051" y="50119"/>
                  <a:pt x="553516" y="50638"/>
                  <a:pt x="551718" y="51677"/>
                </a:cubicBezTo>
                <a:cubicBezTo>
                  <a:pt x="549920" y="52716"/>
                  <a:pt x="548385" y="54134"/>
                  <a:pt x="547113" y="55932"/>
                </a:cubicBezTo>
                <a:cubicBezTo>
                  <a:pt x="545066" y="59078"/>
                  <a:pt x="543932" y="64443"/>
                  <a:pt x="543711" y="72025"/>
                </a:cubicBezTo>
                <a:moveTo>
                  <a:pt x="586859" y="96889"/>
                </a:moveTo>
                <a:cubicBezTo>
                  <a:pt x="588574" y="96889"/>
                  <a:pt x="589431" y="98638"/>
                  <a:pt x="589431" y="102135"/>
                </a:cubicBezTo>
                <a:cubicBezTo>
                  <a:pt x="581023" y="114368"/>
                  <a:pt x="570429" y="120484"/>
                  <a:pt x="557651" y="120484"/>
                </a:cubicBezTo>
                <a:cubicBezTo>
                  <a:pt x="546532" y="120484"/>
                  <a:pt x="537875" y="117657"/>
                  <a:pt x="531679" y="112004"/>
                </a:cubicBezTo>
                <a:cubicBezTo>
                  <a:pt x="524432" y="105409"/>
                  <a:pt x="520809" y="96431"/>
                  <a:pt x="520809" y="85070"/>
                </a:cubicBezTo>
                <a:cubicBezTo>
                  <a:pt x="520809" y="72729"/>
                  <a:pt x="524626" y="62684"/>
                  <a:pt x="532260" y="54936"/>
                </a:cubicBezTo>
                <a:cubicBezTo>
                  <a:pt x="539894" y="47188"/>
                  <a:pt x="548523" y="43314"/>
                  <a:pt x="558149" y="43314"/>
                </a:cubicBezTo>
                <a:cubicBezTo>
                  <a:pt x="564179" y="43314"/>
                  <a:pt x="569282" y="44186"/>
                  <a:pt x="573458" y="45928"/>
                </a:cubicBezTo>
                <a:cubicBezTo>
                  <a:pt x="577635" y="47671"/>
                  <a:pt x="580774" y="50077"/>
                  <a:pt x="582876" y="53147"/>
                </a:cubicBezTo>
                <a:cubicBezTo>
                  <a:pt x="584978" y="56217"/>
                  <a:pt x="586486" y="59398"/>
                  <a:pt x="587398" y="62690"/>
                </a:cubicBezTo>
                <a:cubicBezTo>
                  <a:pt x="588311" y="65981"/>
                  <a:pt x="588768" y="69591"/>
                  <a:pt x="588768" y="73518"/>
                </a:cubicBezTo>
                <a:cubicBezTo>
                  <a:pt x="588768" y="77003"/>
                  <a:pt x="587136" y="78774"/>
                  <a:pt x="583872" y="78829"/>
                </a:cubicBezTo>
                <a:lnTo>
                  <a:pt x="543047" y="78829"/>
                </a:lnTo>
                <a:cubicBezTo>
                  <a:pt x="543047" y="79050"/>
                  <a:pt x="543019" y="79438"/>
                  <a:pt x="542964" y="79993"/>
                </a:cubicBezTo>
                <a:cubicBezTo>
                  <a:pt x="542909" y="80548"/>
                  <a:pt x="542881" y="81048"/>
                  <a:pt x="542881" y="81492"/>
                </a:cubicBezTo>
                <a:cubicBezTo>
                  <a:pt x="542881" y="89650"/>
                  <a:pt x="544748" y="95754"/>
                  <a:pt x="548482" y="99804"/>
                </a:cubicBezTo>
                <a:cubicBezTo>
                  <a:pt x="552216" y="103854"/>
                  <a:pt x="557485" y="105880"/>
                  <a:pt x="564289" y="105880"/>
                </a:cubicBezTo>
                <a:cubicBezTo>
                  <a:pt x="573472" y="105935"/>
                  <a:pt x="580995" y="102938"/>
                  <a:pt x="586859" y="96889"/>
                </a:cubicBezTo>
                <a:close/>
                <a:moveTo>
                  <a:pt x="635385" y="98080"/>
                </a:moveTo>
                <a:cubicBezTo>
                  <a:pt x="635385" y="104773"/>
                  <a:pt x="635897" y="108908"/>
                  <a:pt x="636920" y="110485"/>
                </a:cubicBezTo>
                <a:cubicBezTo>
                  <a:pt x="637944" y="112061"/>
                  <a:pt x="640364" y="113016"/>
                  <a:pt x="644181" y="113348"/>
                </a:cubicBezTo>
                <a:cubicBezTo>
                  <a:pt x="644623" y="113790"/>
                  <a:pt x="644858" y="114758"/>
                  <a:pt x="644886" y="116252"/>
                </a:cubicBezTo>
                <a:cubicBezTo>
                  <a:pt x="644914" y="117745"/>
                  <a:pt x="644679" y="118713"/>
                  <a:pt x="644181" y="119156"/>
                </a:cubicBezTo>
                <a:cubicBezTo>
                  <a:pt x="634445" y="118935"/>
                  <a:pt x="627834" y="118824"/>
                  <a:pt x="624349" y="118824"/>
                </a:cubicBezTo>
                <a:cubicBezTo>
                  <a:pt x="618319" y="118824"/>
                  <a:pt x="610547" y="118935"/>
                  <a:pt x="601032" y="119156"/>
                </a:cubicBezTo>
                <a:cubicBezTo>
                  <a:pt x="600590" y="118713"/>
                  <a:pt x="600368" y="117759"/>
                  <a:pt x="600368" y="116293"/>
                </a:cubicBezTo>
                <a:cubicBezTo>
                  <a:pt x="600368" y="114827"/>
                  <a:pt x="600590" y="113845"/>
                  <a:pt x="601032" y="113348"/>
                </a:cubicBezTo>
                <a:cubicBezTo>
                  <a:pt x="606454" y="112905"/>
                  <a:pt x="609856" y="111951"/>
                  <a:pt x="611239" y="110485"/>
                </a:cubicBezTo>
                <a:cubicBezTo>
                  <a:pt x="612622" y="109019"/>
                  <a:pt x="613313" y="104884"/>
                  <a:pt x="613313" y="98080"/>
                </a:cubicBezTo>
                <a:lnTo>
                  <a:pt x="613313" y="66299"/>
                </a:lnTo>
                <a:cubicBezTo>
                  <a:pt x="613313" y="61542"/>
                  <a:pt x="612663" y="58485"/>
                  <a:pt x="611363" y="57130"/>
                </a:cubicBezTo>
                <a:cubicBezTo>
                  <a:pt x="610063" y="55775"/>
                  <a:pt x="607034" y="54876"/>
                  <a:pt x="602277" y="54433"/>
                </a:cubicBezTo>
                <a:cubicBezTo>
                  <a:pt x="601613" y="52276"/>
                  <a:pt x="601475" y="50450"/>
                  <a:pt x="601862" y="48957"/>
                </a:cubicBezTo>
                <a:cubicBezTo>
                  <a:pt x="611487" y="47666"/>
                  <a:pt x="620892" y="45785"/>
                  <a:pt x="630075" y="43314"/>
                </a:cubicBezTo>
                <a:cubicBezTo>
                  <a:pt x="632564" y="43314"/>
                  <a:pt x="633891" y="44288"/>
                  <a:pt x="634057" y="46237"/>
                </a:cubicBezTo>
                <a:cubicBezTo>
                  <a:pt x="634555" y="49630"/>
                  <a:pt x="634915" y="53303"/>
                  <a:pt x="635136" y="57255"/>
                </a:cubicBezTo>
                <a:cubicBezTo>
                  <a:pt x="648634" y="47906"/>
                  <a:pt x="658066" y="43259"/>
                  <a:pt x="663432" y="43314"/>
                </a:cubicBezTo>
                <a:cubicBezTo>
                  <a:pt x="678478" y="43314"/>
                  <a:pt x="686001" y="52387"/>
                  <a:pt x="686001" y="70531"/>
                </a:cubicBezTo>
                <a:lnTo>
                  <a:pt x="686001" y="97084"/>
                </a:lnTo>
                <a:cubicBezTo>
                  <a:pt x="686001" y="103999"/>
                  <a:pt x="686831" y="108383"/>
                  <a:pt x="688491" y="110236"/>
                </a:cubicBezTo>
                <a:cubicBezTo>
                  <a:pt x="690150" y="112089"/>
                  <a:pt x="693691" y="113126"/>
                  <a:pt x="699112" y="113348"/>
                </a:cubicBezTo>
                <a:cubicBezTo>
                  <a:pt x="699665" y="113790"/>
                  <a:pt x="699942" y="114758"/>
                  <a:pt x="699942" y="116252"/>
                </a:cubicBezTo>
                <a:cubicBezTo>
                  <a:pt x="699942" y="117745"/>
                  <a:pt x="699665" y="118713"/>
                  <a:pt x="699112" y="119156"/>
                </a:cubicBezTo>
                <a:cubicBezTo>
                  <a:pt x="689376" y="118935"/>
                  <a:pt x="681327" y="118824"/>
                  <a:pt x="674965" y="118824"/>
                </a:cubicBezTo>
                <a:cubicBezTo>
                  <a:pt x="670651" y="118824"/>
                  <a:pt x="663736" y="118935"/>
                  <a:pt x="654221" y="119156"/>
                </a:cubicBezTo>
                <a:cubicBezTo>
                  <a:pt x="653668" y="118713"/>
                  <a:pt x="653391" y="117759"/>
                  <a:pt x="653391" y="116293"/>
                </a:cubicBezTo>
                <a:cubicBezTo>
                  <a:pt x="653391" y="114827"/>
                  <a:pt x="653668" y="113845"/>
                  <a:pt x="654221" y="113348"/>
                </a:cubicBezTo>
                <a:cubicBezTo>
                  <a:pt x="657983" y="113126"/>
                  <a:pt x="660541" y="112034"/>
                  <a:pt x="661896" y="110070"/>
                </a:cubicBezTo>
                <a:cubicBezTo>
                  <a:pt x="663252" y="108106"/>
                  <a:pt x="663929" y="103777"/>
                  <a:pt x="663929" y="97084"/>
                </a:cubicBezTo>
                <a:lnTo>
                  <a:pt x="663929" y="68706"/>
                </a:lnTo>
                <a:cubicBezTo>
                  <a:pt x="663929" y="60187"/>
                  <a:pt x="659974" y="55927"/>
                  <a:pt x="652064" y="55927"/>
                </a:cubicBezTo>
                <a:cubicBezTo>
                  <a:pt x="648689" y="55927"/>
                  <a:pt x="643130" y="58582"/>
                  <a:pt x="635385" y="63893"/>
                </a:cubicBezTo>
                <a:lnTo>
                  <a:pt x="635385" y="64225"/>
                </a:lnTo>
                <a:lnTo>
                  <a:pt x="635385" y="98080"/>
                </a:lnTo>
                <a:close/>
                <a:moveTo>
                  <a:pt x="711901" y="44974"/>
                </a:moveTo>
                <a:lnTo>
                  <a:pt x="716631" y="44974"/>
                </a:lnTo>
                <a:cubicBezTo>
                  <a:pt x="716631" y="33559"/>
                  <a:pt x="717267" y="27025"/>
                  <a:pt x="718540" y="25370"/>
                </a:cubicBezTo>
                <a:cubicBezTo>
                  <a:pt x="718872" y="24930"/>
                  <a:pt x="719549" y="24489"/>
                  <a:pt x="720573" y="24048"/>
                </a:cubicBezTo>
                <a:cubicBezTo>
                  <a:pt x="721596" y="23605"/>
                  <a:pt x="722854" y="23150"/>
                  <a:pt x="724348" y="22681"/>
                </a:cubicBezTo>
                <a:cubicBezTo>
                  <a:pt x="725842" y="22213"/>
                  <a:pt x="726893" y="21840"/>
                  <a:pt x="727501" y="21564"/>
                </a:cubicBezTo>
                <a:cubicBezTo>
                  <a:pt x="728829" y="21012"/>
                  <a:pt x="730724" y="20379"/>
                  <a:pt x="733185" y="19663"/>
                </a:cubicBezTo>
                <a:cubicBezTo>
                  <a:pt x="735647" y="18946"/>
                  <a:pt x="737182" y="18587"/>
                  <a:pt x="737790" y="18587"/>
                </a:cubicBezTo>
                <a:cubicBezTo>
                  <a:pt x="738676" y="18587"/>
                  <a:pt x="739118" y="19083"/>
                  <a:pt x="739118" y="20075"/>
                </a:cubicBezTo>
                <a:cubicBezTo>
                  <a:pt x="738786" y="25370"/>
                  <a:pt x="738482" y="31768"/>
                  <a:pt x="738205" y="39267"/>
                </a:cubicBezTo>
                <a:lnTo>
                  <a:pt x="738039" y="44974"/>
                </a:lnTo>
                <a:lnTo>
                  <a:pt x="757954" y="44974"/>
                </a:lnTo>
                <a:cubicBezTo>
                  <a:pt x="758839" y="44974"/>
                  <a:pt x="759282" y="45309"/>
                  <a:pt x="759282" y="45980"/>
                </a:cubicBezTo>
                <a:lnTo>
                  <a:pt x="759282" y="51342"/>
                </a:lnTo>
                <a:cubicBezTo>
                  <a:pt x="759282" y="52850"/>
                  <a:pt x="757926" y="53604"/>
                  <a:pt x="755216" y="53604"/>
                </a:cubicBezTo>
                <a:lnTo>
                  <a:pt x="738039" y="53604"/>
                </a:lnTo>
                <a:cubicBezTo>
                  <a:pt x="738039" y="59955"/>
                  <a:pt x="738067" y="68267"/>
                  <a:pt x="738122" y="78541"/>
                </a:cubicBezTo>
                <a:cubicBezTo>
                  <a:pt x="738178" y="88815"/>
                  <a:pt x="738205" y="95029"/>
                  <a:pt x="738205" y="97185"/>
                </a:cubicBezTo>
                <a:cubicBezTo>
                  <a:pt x="738205" y="101161"/>
                  <a:pt x="738924" y="104047"/>
                  <a:pt x="740363" y="105843"/>
                </a:cubicBezTo>
                <a:cubicBezTo>
                  <a:pt x="741801" y="107638"/>
                  <a:pt x="743599" y="108535"/>
                  <a:pt x="745756" y="108535"/>
                </a:cubicBezTo>
                <a:cubicBezTo>
                  <a:pt x="750182" y="108535"/>
                  <a:pt x="753390" y="107734"/>
                  <a:pt x="755382" y="106131"/>
                </a:cubicBezTo>
                <a:cubicBezTo>
                  <a:pt x="757429" y="107851"/>
                  <a:pt x="758452" y="109460"/>
                  <a:pt x="758452" y="110957"/>
                </a:cubicBezTo>
                <a:cubicBezTo>
                  <a:pt x="756626" y="113463"/>
                  <a:pt x="753459" y="115678"/>
                  <a:pt x="748951" y="117600"/>
                </a:cubicBezTo>
                <a:cubicBezTo>
                  <a:pt x="744442" y="119523"/>
                  <a:pt x="739920" y="120484"/>
                  <a:pt x="735384" y="120484"/>
                </a:cubicBezTo>
                <a:cubicBezTo>
                  <a:pt x="729742" y="120484"/>
                  <a:pt x="725040" y="118907"/>
                  <a:pt x="721278" y="115754"/>
                </a:cubicBezTo>
                <a:cubicBezTo>
                  <a:pt x="717903" y="112822"/>
                  <a:pt x="716189" y="107899"/>
                  <a:pt x="716133" y="100984"/>
                </a:cubicBezTo>
                <a:cubicBezTo>
                  <a:pt x="716133" y="84222"/>
                  <a:pt x="716299" y="68429"/>
                  <a:pt x="716631" y="53604"/>
                </a:cubicBezTo>
                <a:lnTo>
                  <a:pt x="705595" y="53604"/>
                </a:lnTo>
                <a:cubicBezTo>
                  <a:pt x="705042" y="53604"/>
                  <a:pt x="704765" y="53241"/>
                  <a:pt x="704765" y="52515"/>
                </a:cubicBezTo>
                <a:lnTo>
                  <a:pt x="704765" y="47572"/>
                </a:lnTo>
                <a:cubicBezTo>
                  <a:pt x="706701" y="45840"/>
                  <a:pt x="709080" y="44974"/>
                  <a:pt x="711901" y="4497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cdd78e08e41ef"/>
          <a:stretch xmlns:a="http://schemas.openxmlformats.org/drawingml/2006/main"/>
        </p:blipFill>
        <p:spPr>
          <a:xfrm xmlns:a="http://schemas.openxmlformats.org/drawingml/2006/main">
            <a:off x="9863380" y="3155023"/>
            <a:ext cx="323231" cy="316497"/>
          </a:xfrm>
          <a:prstGeom xmlns:a="http://schemas.openxmlformats.org/drawingml/2006/main" prst="rect">
            <a:avLst/>
          </a:prstGeom>
        </p:spPr>
      </p:pic>
      <p:sp>
        <p:nvSpPr>
          <p:cNvPr id="63" name="Text Email">
            <a:extLst xmlns:a="http://schemas.openxmlformats.org/drawingml/2006/main">
              <a:ext uri="{FF2B5EF4-FFF2-40B4-BE49-F238E27FC236}">
                <a16:creationId xmlns:a16="http://schemas.microsoft.com/office/drawing/2014/main" id="{72B2741B-56C6-4C03-A854-0AD52931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874" y="3632073"/>
            <a:ext cx="447008" cy="120725"/>
          </a:xfrm>
          <a:custGeom xmlns:a="http://schemas.openxmlformats.org/drawingml/2006/main">
            <a:pathLst>
              <a:path w="447008" h="120725">
                <a:moveTo>
                  <a:pt x="53105" y="56678"/>
                </a:moveTo>
                <a:cubicBezTo>
                  <a:pt x="58978" y="56678"/>
                  <a:pt x="62981" y="56005"/>
                  <a:pt x="65114" y="54658"/>
                </a:cubicBezTo>
                <a:cubicBezTo>
                  <a:pt x="67247" y="53309"/>
                  <a:pt x="68424" y="50380"/>
                  <a:pt x="68646" y="45869"/>
                </a:cubicBezTo>
                <a:cubicBezTo>
                  <a:pt x="69200" y="45319"/>
                  <a:pt x="70446" y="45044"/>
                  <a:pt x="72385" y="45044"/>
                </a:cubicBezTo>
                <a:cubicBezTo>
                  <a:pt x="74325" y="45044"/>
                  <a:pt x="75516" y="45319"/>
                  <a:pt x="75959" y="45869"/>
                </a:cubicBezTo>
                <a:cubicBezTo>
                  <a:pt x="75737" y="52667"/>
                  <a:pt x="75627" y="57557"/>
                  <a:pt x="75627" y="60540"/>
                </a:cubicBezTo>
                <a:cubicBezTo>
                  <a:pt x="75627" y="62609"/>
                  <a:pt x="75737" y="67642"/>
                  <a:pt x="75959" y="75640"/>
                </a:cubicBezTo>
                <a:cubicBezTo>
                  <a:pt x="75516" y="76074"/>
                  <a:pt x="74325" y="76291"/>
                  <a:pt x="72385" y="76291"/>
                </a:cubicBezTo>
                <a:cubicBezTo>
                  <a:pt x="70446" y="76291"/>
                  <a:pt x="69200" y="76016"/>
                  <a:pt x="68646" y="75466"/>
                </a:cubicBezTo>
                <a:cubicBezTo>
                  <a:pt x="68424" y="71506"/>
                  <a:pt x="67205" y="68715"/>
                  <a:pt x="64989" y="67093"/>
                </a:cubicBezTo>
                <a:cubicBezTo>
                  <a:pt x="62773" y="65469"/>
                  <a:pt x="58811" y="64657"/>
                  <a:pt x="53105" y="64657"/>
                </a:cubicBezTo>
                <a:lnTo>
                  <a:pt x="39309" y="64657"/>
                </a:lnTo>
                <a:lnTo>
                  <a:pt x="39309" y="103976"/>
                </a:lnTo>
                <a:cubicBezTo>
                  <a:pt x="39309" y="106268"/>
                  <a:pt x="40002" y="108211"/>
                  <a:pt x="41387" y="109804"/>
                </a:cubicBezTo>
                <a:cubicBezTo>
                  <a:pt x="42772" y="111397"/>
                  <a:pt x="44406" y="112193"/>
                  <a:pt x="46290" y="112193"/>
                </a:cubicBezTo>
                <a:lnTo>
                  <a:pt x="63493" y="112193"/>
                </a:lnTo>
                <a:cubicBezTo>
                  <a:pt x="75405" y="112193"/>
                  <a:pt x="83411" y="104871"/>
                  <a:pt x="87511" y="90227"/>
                </a:cubicBezTo>
                <a:cubicBezTo>
                  <a:pt x="90336" y="89557"/>
                  <a:pt x="92885" y="89837"/>
                  <a:pt x="95156" y="91066"/>
                </a:cubicBezTo>
                <a:cubicBezTo>
                  <a:pt x="94935" y="92799"/>
                  <a:pt x="94575" y="95748"/>
                  <a:pt x="94076" y="99912"/>
                </a:cubicBezTo>
                <a:cubicBezTo>
                  <a:pt x="93577" y="104076"/>
                  <a:pt x="93037" y="107744"/>
                  <a:pt x="92456" y="110918"/>
                </a:cubicBezTo>
                <a:cubicBezTo>
                  <a:pt x="91874" y="114092"/>
                  <a:pt x="91250" y="116899"/>
                  <a:pt x="90586" y="119340"/>
                </a:cubicBezTo>
                <a:cubicBezTo>
                  <a:pt x="80391" y="119119"/>
                  <a:pt x="72552" y="119008"/>
                  <a:pt x="67067" y="119008"/>
                </a:cubicBezTo>
                <a:lnTo>
                  <a:pt x="27093" y="119008"/>
                </a:lnTo>
                <a:cubicBezTo>
                  <a:pt x="15070" y="119119"/>
                  <a:pt x="6261" y="119230"/>
                  <a:pt x="665" y="119340"/>
                </a:cubicBezTo>
                <a:cubicBezTo>
                  <a:pt x="222" y="118897"/>
                  <a:pt x="0" y="117941"/>
                  <a:pt x="0" y="116473"/>
                </a:cubicBezTo>
                <a:cubicBezTo>
                  <a:pt x="0" y="115005"/>
                  <a:pt x="222" y="114022"/>
                  <a:pt x="665" y="113523"/>
                </a:cubicBezTo>
                <a:cubicBezTo>
                  <a:pt x="7036" y="113301"/>
                  <a:pt x="11109" y="112372"/>
                  <a:pt x="12881" y="110736"/>
                </a:cubicBezTo>
                <a:cubicBezTo>
                  <a:pt x="14654" y="109100"/>
                  <a:pt x="15541" y="104928"/>
                  <a:pt x="15541" y="98218"/>
                </a:cubicBezTo>
                <a:lnTo>
                  <a:pt x="15541" y="30097"/>
                </a:lnTo>
                <a:cubicBezTo>
                  <a:pt x="15541" y="23278"/>
                  <a:pt x="14654" y="19049"/>
                  <a:pt x="12881" y="17413"/>
                </a:cubicBezTo>
                <a:cubicBezTo>
                  <a:pt x="11109" y="15777"/>
                  <a:pt x="7036" y="14848"/>
                  <a:pt x="665" y="14627"/>
                </a:cubicBezTo>
                <a:cubicBezTo>
                  <a:pt x="222" y="14073"/>
                  <a:pt x="0" y="13103"/>
                  <a:pt x="0" y="11718"/>
                </a:cubicBezTo>
                <a:cubicBezTo>
                  <a:pt x="0" y="10333"/>
                  <a:pt x="222" y="9363"/>
                  <a:pt x="665" y="8809"/>
                </a:cubicBezTo>
                <a:lnTo>
                  <a:pt x="26926" y="9142"/>
                </a:lnTo>
                <a:lnTo>
                  <a:pt x="77122" y="9142"/>
                </a:lnTo>
                <a:cubicBezTo>
                  <a:pt x="80059" y="9142"/>
                  <a:pt x="82829" y="8920"/>
                  <a:pt x="85433" y="8477"/>
                </a:cubicBezTo>
                <a:cubicBezTo>
                  <a:pt x="85876" y="8477"/>
                  <a:pt x="86126" y="8643"/>
                  <a:pt x="86181" y="8975"/>
                </a:cubicBezTo>
                <a:cubicBezTo>
                  <a:pt x="86292" y="9306"/>
                  <a:pt x="86458" y="11025"/>
                  <a:pt x="86680" y="14131"/>
                </a:cubicBezTo>
                <a:cubicBezTo>
                  <a:pt x="86901" y="17237"/>
                  <a:pt x="87151" y="20756"/>
                  <a:pt x="87428" y="24688"/>
                </a:cubicBezTo>
                <a:cubicBezTo>
                  <a:pt x="87705" y="28618"/>
                  <a:pt x="87954" y="31564"/>
                  <a:pt x="88176" y="33526"/>
                </a:cubicBezTo>
                <a:cubicBezTo>
                  <a:pt x="86126" y="34535"/>
                  <a:pt x="83688" y="34815"/>
                  <a:pt x="80862" y="34367"/>
                </a:cubicBezTo>
                <a:cubicBezTo>
                  <a:pt x="78812" y="27698"/>
                  <a:pt x="76430" y="22962"/>
                  <a:pt x="73715" y="20161"/>
                </a:cubicBezTo>
                <a:cubicBezTo>
                  <a:pt x="71000" y="17358"/>
                  <a:pt x="66679" y="15956"/>
                  <a:pt x="60751" y="15956"/>
                </a:cubicBezTo>
                <a:lnTo>
                  <a:pt x="46290" y="15956"/>
                </a:lnTo>
                <a:cubicBezTo>
                  <a:pt x="44351" y="15956"/>
                  <a:pt x="42703" y="16806"/>
                  <a:pt x="41345" y="18507"/>
                </a:cubicBezTo>
                <a:cubicBezTo>
                  <a:pt x="39988" y="20207"/>
                  <a:pt x="39309" y="22144"/>
                  <a:pt x="39309" y="24319"/>
                </a:cubicBezTo>
                <a:lnTo>
                  <a:pt x="39309" y="56678"/>
                </a:lnTo>
                <a:lnTo>
                  <a:pt x="53105" y="56678"/>
                </a:lnTo>
                <a:close/>
                <a:moveTo>
                  <a:pt x="139593" y="98231"/>
                </a:moveTo>
                <a:cubicBezTo>
                  <a:pt x="139593" y="104935"/>
                  <a:pt x="140106" y="109077"/>
                  <a:pt x="141131" y="110656"/>
                </a:cubicBezTo>
                <a:cubicBezTo>
                  <a:pt x="142156" y="112235"/>
                  <a:pt x="144580" y="113190"/>
                  <a:pt x="148403" y="113523"/>
                </a:cubicBezTo>
                <a:cubicBezTo>
                  <a:pt x="148846" y="113966"/>
                  <a:pt x="149081" y="114936"/>
                  <a:pt x="149109" y="116432"/>
                </a:cubicBezTo>
                <a:cubicBezTo>
                  <a:pt x="149137" y="117928"/>
                  <a:pt x="148901" y="118897"/>
                  <a:pt x="148403" y="119340"/>
                </a:cubicBezTo>
                <a:cubicBezTo>
                  <a:pt x="138652" y="119119"/>
                  <a:pt x="132031" y="119008"/>
                  <a:pt x="128540" y="119008"/>
                </a:cubicBezTo>
                <a:cubicBezTo>
                  <a:pt x="122501" y="119008"/>
                  <a:pt x="114717" y="119119"/>
                  <a:pt x="105187" y="119340"/>
                </a:cubicBezTo>
                <a:cubicBezTo>
                  <a:pt x="104744" y="118897"/>
                  <a:pt x="104523" y="117941"/>
                  <a:pt x="104523" y="116473"/>
                </a:cubicBezTo>
                <a:cubicBezTo>
                  <a:pt x="104523" y="115005"/>
                  <a:pt x="104744" y="114022"/>
                  <a:pt x="105187" y="113523"/>
                </a:cubicBezTo>
                <a:cubicBezTo>
                  <a:pt x="110617" y="113080"/>
                  <a:pt x="114024" y="112124"/>
                  <a:pt x="115410" y="110656"/>
                </a:cubicBezTo>
                <a:cubicBezTo>
                  <a:pt x="116795" y="109188"/>
                  <a:pt x="117487" y="105046"/>
                  <a:pt x="117487" y="98231"/>
                </a:cubicBezTo>
                <a:lnTo>
                  <a:pt x="117487" y="66402"/>
                </a:lnTo>
                <a:cubicBezTo>
                  <a:pt x="117487" y="61637"/>
                  <a:pt x="116836" y="58576"/>
                  <a:pt x="115534" y="57219"/>
                </a:cubicBezTo>
                <a:cubicBezTo>
                  <a:pt x="114232" y="55861"/>
                  <a:pt x="111199" y="54961"/>
                  <a:pt x="106434" y="54518"/>
                </a:cubicBezTo>
                <a:cubicBezTo>
                  <a:pt x="105769" y="52357"/>
                  <a:pt x="105631" y="50529"/>
                  <a:pt x="106019" y="49033"/>
                </a:cubicBezTo>
                <a:cubicBezTo>
                  <a:pt x="115659" y="47739"/>
                  <a:pt x="125078" y="45856"/>
                  <a:pt x="134275" y="43381"/>
                </a:cubicBezTo>
                <a:cubicBezTo>
                  <a:pt x="136768" y="43381"/>
                  <a:pt x="138098" y="44358"/>
                  <a:pt x="138264" y="46311"/>
                </a:cubicBezTo>
                <a:cubicBezTo>
                  <a:pt x="138652" y="48932"/>
                  <a:pt x="138956" y="51945"/>
                  <a:pt x="139178" y="55349"/>
                </a:cubicBezTo>
                <a:cubicBezTo>
                  <a:pt x="145272" y="51889"/>
                  <a:pt x="150799" y="49030"/>
                  <a:pt x="155758" y="46771"/>
                </a:cubicBezTo>
                <a:cubicBezTo>
                  <a:pt x="160716" y="44511"/>
                  <a:pt x="164581" y="43381"/>
                  <a:pt x="167351" y="43381"/>
                </a:cubicBezTo>
                <a:cubicBezTo>
                  <a:pt x="168736" y="43381"/>
                  <a:pt x="170080" y="43479"/>
                  <a:pt x="171382" y="43675"/>
                </a:cubicBezTo>
                <a:cubicBezTo>
                  <a:pt x="172683" y="43870"/>
                  <a:pt x="173916" y="44149"/>
                  <a:pt x="175080" y="44511"/>
                </a:cubicBezTo>
                <a:cubicBezTo>
                  <a:pt x="176243" y="44873"/>
                  <a:pt x="177324" y="45334"/>
                  <a:pt x="178321" y="45893"/>
                </a:cubicBezTo>
                <a:cubicBezTo>
                  <a:pt x="179318" y="46450"/>
                  <a:pt x="180246" y="47078"/>
                  <a:pt x="181105" y="47776"/>
                </a:cubicBezTo>
                <a:cubicBezTo>
                  <a:pt x="181964" y="48472"/>
                  <a:pt x="182753" y="49239"/>
                  <a:pt x="183473" y="50077"/>
                </a:cubicBezTo>
                <a:cubicBezTo>
                  <a:pt x="184194" y="50913"/>
                  <a:pt x="184817" y="51805"/>
                  <a:pt x="185343" y="52754"/>
                </a:cubicBezTo>
                <a:cubicBezTo>
                  <a:pt x="185870" y="53701"/>
                  <a:pt x="186327" y="54705"/>
                  <a:pt x="186715" y="55764"/>
                </a:cubicBezTo>
                <a:cubicBezTo>
                  <a:pt x="192421" y="52528"/>
                  <a:pt x="198211" y="49656"/>
                  <a:pt x="204084" y="47147"/>
                </a:cubicBezTo>
                <a:cubicBezTo>
                  <a:pt x="209957" y="44637"/>
                  <a:pt x="214334" y="43381"/>
                  <a:pt x="217215" y="43381"/>
                </a:cubicBezTo>
                <a:cubicBezTo>
                  <a:pt x="224583" y="43381"/>
                  <a:pt x="229999" y="45591"/>
                  <a:pt x="233462" y="50009"/>
                </a:cubicBezTo>
                <a:cubicBezTo>
                  <a:pt x="236925" y="54428"/>
                  <a:pt x="238656" y="61305"/>
                  <a:pt x="238656" y="70640"/>
                </a:cubicBezTo>
                <a:lnTo>
                  <a:pt x="238656" y="97234"/>
                </a:lnTo>
                <a:cubicBezTo>
                  <a:pt x="238656" y="104160"/>
                  <a:pt x="239473" y="108550"/>
                  <a:pt x="241108" y="110406"/>
                </a:cubicBezTo>
                <a:cubicBezTo>
                  <a:pt x="242742" y="112262"/>
                  <a:pt x="246302" y="113301"/>
                  <a:pt x="251787" y="113523"/>
                </a:cubicBezTo>
                <a:cubicBezTo>
                  <a:pt x="252341" y="113966"/>
                  <a:pt x="252618" y="114936"/>
                  <a:pt x="252618" y="116432"/>
                </a:cubicBezTo>
                <a:cubicBezTo>
                  <a:pt x="252618" y="117928"/>
                  <a:pt x="252341" y="118897"/>
                  <a:pt x="251787" y="119340"/>
                </a:cubicBezTo>
                <a:cubicBezTo>
                  <a:pt x="242036" y="119119"/>
                  <a:pt x="233974" y="119008"/>
                  <a:pt x="227603" y="119008"/>
                </a:cubicBezTo>
                <a:cubicBezTo>
                  <a:pt x="223281" y="119008"/>
                  <a:pt x="216356" y="119119"/>
                  <a:pt x="206826" y="119340"/>
                </a:cubicBezTo>
                <a:cubicBezTo>
                  <a:pt x="206272" y="118897"/>
                  <a:pt x="205995" y="117941"/>
                  <a:pt x="205995" y="116473"/>
                </a:cubicBezTo>
                <a:cubicBezTo>
                  <a:pt x="205995" y="115005"/>
                  <a:pt x="206272" y="114022"/>
                  <a:pt x="206826" y="113523"/>
                </a:cubicBezTo>
                <a:cubicBezTo>
                  <a:pt x="210594" y="113301"/>
                  <a:pt x="213156" y="112207"/>
                  <a:pt x="214514" y="110240"/>
                </a:cubicBezTo>
                <a:cubicBezTo>
                  <a:pt x="215871" y="108273"/>
                  <a:pt x="216550" y="103938"/>
                  <a:pt x="216550" y="97234"/>
                </a:cubicBezTo>
                <a:lnTo>
                  <a:pt x="216550" y="68812"/>
                </a:lnTo>
                <a:cubicBezTo>
                  <a:pt x="216550" y="60280"/>
                  <a:pt x="212671" y="56014"/>
                  <a:pt x="204915" y="56014"/>
                </a:cubicBezTo>
                <a:cubicBezTo>
                  <a:pt x="204195" y="56014"/>
                  <a:pt x="203239" y="56138"/>
                  <a:pt x="202048" y="56387"/>
                </a:cubicBezTo>
                <a:cubicBezTo>
                  <a:pt x="200856" y="56637"/>
                  <a:pt x="199541" y="56983"/>
                  <a:pt x="198100" y="57426"/>
                </a:cubicBezTo>
                <a:cubicBezTo>
                  <a:pt x="196660" y="57870"/>
                  <a:pt x="195081" y="58437"/>
                  <a:pt x="193363" y="59130"/>
                </a:cubicBezTo>
                <a:cubicBezTo>
                  <a:pt x="191646" y="59823"/>
                  <a:pt x="190039" y="60557"/>
                  <a:pt x="188543" y="61332"/>
                </a:cubicBezTo>
                <a:cubicBezTo>
                  <a:pt x="188709" y="62219"/>
                  <a:pt x="188848" y="63493"/>
                  <a:pt x="188958" y="65155"/>
                </a:cubicBezTo>
                <a:cubicBezTo>
                  <a:pt x="189069" y="66817"/>
                  <a:pt x="189125" y="68646"/>
                  <a:pt x="189125" y="70640"/>
                </a:cubicBezTo>
                <a:lnTo>
                  <a:pt x="189125" y="97234"/>
                </a:lnTo>
                <a:cubicBezTo>
                  <a:pt x="189125" y="103938"/>
                  <a:pt x="189803" y="108273"/>
                  <a:pt x="191161" y="110240"/>
                </a:cubicBezTo>
                <a:cubicBezTo>
                  <a:pt x="192518" y="112207"/>
                  <a:pt x="195081" y="113301"/>
                  <a:pt x="198848" y="113523"/>
                </a:cubicBezTo>
                <a:cubicBezTo>
                  <a:pt x="199291" y="113966"/>
                  <a:pt x="199513" y="114936"/>
                  <a:pt x="199513" y="116432"/>
                </a:cubicBezTo>
                <a:cubicBezTo>
                  <a:pt x="199513" y="117928"/>
                  <a:pt x="199291" y="118897"/>
                  <a:pt x="198848" y="119340"/>
                </a:cubicBezTo>
                <a:cubicBezTo>
                  <a:pt x="189097" y="119119"/>
                  <a:pt x="182171" y="119008"/>
                  <a:pt x="178072" y="119008"/>
                </a:cubicBezTo>
                <a:cubicBezTo>
                  <a:pt x="173750" y="119008"/>
                  <a:pt x="166825" y="119119"/>
                  <a:pt x="157295" y="119340"/>
                </a:cubicBezTo>
                <a:cubicBezTo>
                  <a:pt x="156852" y="118897"/>
                  <a:pt x="156630" y="117941"/>
                  <a:pt x="156630" y="116473"/>
                </a:cubicBezTo>
                <a:cubicBezTo>
                  <a:pt x="156630" y="115005"/>
                  <a:pt x="156852" y="114022"/>
                  <a:pt x="157295" y="113523"/>
                </a:cubicBezTo>
                <a:cubicBezTo>
                  <a:pt x="161062" y="113301"/>
                  <a:pt x="163625" y="112207"/>
                  <a:pt x="164982" y="110240"/>
                </a:cubicBezTo>
                <a:cubicBezTo>
                  <a:pt x="166340" y="108273"/>
                  <a:pt x="167018" y="103938"/>
                  <a:pt x="167018" y="97234"/>
                </a:cubicBezTo>
                <a:lnTo>
                  <a:pt x="167018" y="68812"/>
                </a:lnTo>
                <a:cubicBezTo>
                  <a:pt x="167018" y="60280"/>
                  <a:pt x="163029" y="56014"/>
                  <a:pt x="155051" y="56014"/>
                </a:cubicBezTo>
                <a:cubicBezTo>
                  <a:pt x="153444" y="56014"/>
                  <a:pt x="151228" y="56512"/>
                  <a:pt x="148403" y="57509"/>
                </a:cubicBezTo>
                <a:cubicBezTo>
                  <a:pt x="145577" y="58507"/>
                  <a:pt x="142641" y="59947"/>
                  <a:pt x="139593" y="61831"/>
                </a:cubicBezTo>
                <a:cubicBezTo>
                  <a:pt x="139593" y="62939"/>
                  <a:pt x="139593" y="63770"/>
                  <a:pt x="139593" y="64324"/>
                </a:cubicBezTo>
                <a:lnTo>
                  <a:pt x="139593" y="98231"/>
                </a:lnTo>
                <a:close/>
                <a:moveTo>
                  <a:pt x="304073" y="110780"/>
                </a:moveTo>
                <a:lnTo>
                  <a:pt x="302993" y="110864"/>
                </a:lnTo>
                <a:cubicBezTo>
                  <a:pt x="299945" y="113246"/>
                  <a:pt x="296344" y="115476"/>
                  <a:pt x="292189" y="117554"/>
                </a:cubicBezTo>
                <a:cubicBezTo>
                  <a:pt x="288033" y="119631"/>
                  <a:pt x="284820" y="120670"/>
                  <a:pt x="282548" y="120670"/>
                </a:cubicBezTo>
                <a:cubicBezTo>
                  <a:pt x="268365" y="120670"/>
                  <a:pt x="261273" y="114675"/>
                  <a:pt x="261273" y="102685"/>
                </a:cubicBezTo>
                <a:cubicBezTo>
                  <a:pt x="261273" y="96570"/>
                  <a:pt x="263711" y="91888"/>
                  <a:pt x="268587" y="88638"/>
                </a:cubicBezTo>
                <a:cubicBezTo>
                  <a:pt x="273462" y="85388"/>
                  <a:pt x="281191" y="82118"/>
                  <a:pt x="291773" y="78829"/>
                </a:cubicBezTo>
                <a:lnTo>
                  <a:pt x="303159" y="75294"/>
                </a:lnTo>
                <a:cubicBezTo>
                  <a:pt x="303159" y="65266"/>
                  <a:pt x="302023" y="58576"/>
                  <a:pt x="299751" y="55224"/>
                </a:cubicBezTo>
                <a:cubicBezTo>
                  <a:pt x="297480" y="51872"/>
                  <a:pt x="294239" y="50196"/>
                  <a:pt x="290028" y="50196"/>
                </a:cubicBezTo>
                <a:cubicBezTo>
                  <a:pt x="285596" y="50196"/>
                  <a:pt x="283213" y="51492"/>
                  <a:pt x="282881" y="54084"/>
                </a:cubicBezTo>
                <a:cubicBezTo>
                  <a:pt x="282770" y="54759"/>
                  <a:pt x="282756" y="55505"/>
                  <a:pt x="282839" y="56323"/>
                </a:cubicBezTo>
                <a:cubicBezTo>
                  <a:pt x="282922" y="57140"/>
                  <a:pt x="283019" y="57858"/>
                  <a:pt x="283130" y="58478"/>
                </a:cubicBezTo>
                <a:cubicBezTo>
                  <a:pt x="283241" y="59098"/>
                  <a:pt x="283352" y="59760"/>
                  <a:pt x="283463" y="60465"/>
                </a:cubicBezTo>
                <a:cubicBezTo>
                  <a:pt x="283573" y="61168"/>
                  <a:pt x="283629" y="61773"/>
                  <a:pt x="283629" y="62280"/>
                </a:cubicBezTo>
                <a:cubicBezTo>
                  <a:pt x="283629" y="64420"/>
                  <a:pt x="282604" y="66294"/>
                  <a:pt x="280554" y="67900"/>
                </a:cubicBezTo>
                <a:cubicBezTo>
                  <a:pt x="278504" y="69505"/>
                  <a:pt x="276011" y="70308"/>
                  <a:pt x="273074" y="70308"/>
                </a:cubicBezTo>
                <a:cubicBezTo>
                  <a:pt x="269916" y="70308"/>
                  <a:pt x="267659" y="69532"/>
                  <a:pt x="266301" y="67981"/>
                </a:cubicBezTo>
                <a:cubicBezTo>
                  <a:pt x="264944" y="66429"/>
                  <a:pt x="264265" y="64324"/>
                  <a:pt x="264265" y="61665"/>
                </a:cubicBezTo>
                <a:cubicBezTo>
                  <a:pt x="264265" y="58174"/>
                  <a:pt x="266052" y="54975"/>
                  <a:pt x="269625" y="52066"/>
                </a:cubicBezTo>
                <a:cubicBezTo>
                  <a:pt x="273199" y="49157"/>
                  <a:pt x="277368" y="46983"/>
                  <a:pt x="282133" y="45542"/>
                </a:cubicBezTo>
                <a:cubicBezTo>
                  <a:pt x="286898" y="44102"/>
                  <a:pt x="291468" y="43381"/>
                  <a:pt x="295845" y="43381"/>
                </a:cubicBezTo>
                <a:cubicBezTo>
                  <a:pt x="315237" y="43381"/>
                  <a:pt x="324933" y="53120"/>
                  <a:pt x="324933" y="72596"/>
                </a:cubicBezTo>
                <a:lnTo>
                  <a:pt x="324600" y="97252"/>
                </a:lnTo>
                <a:cubicBezTo>
                  <a:pt x="324600" y="101598"/>
                  <a:pt x="324946" y="104593"/>
                  <a:pt x="325639" y="106238"/>
                </a:cubicBezTo>
                <a:cubicBezTo>
                  <a:pt x="326331" y="107881"/>
                  <a:pt x="327564" y="108703"/>
                  <a:pt x="329337" y="108703"/>
                </a:cubicBezTo>
                <a:cubicBezTo>
                  <a:pt x="332052" y="108703"/>
                  <a:pt x="334434" y="107895"/>
                  <a:pt x="336484" y="106280"/>
                </a:cubicBezTo>
                <a:cubicBezTo>
                  <a:pt x="338534" y="108032"/>
                  <a:pt x="339559" y="109671"/>
                  <a:pt x="339559" y="111196"/>
                </a:cubicBezTo>
                <a:cubicBezTo>
                  <a:pt x="332855" y="117567"/>
                  <a:pt x="325431" y="120725"/>
                  <a:pt x="317287" y="120670"/>
                </a:cubicBezTo>
                <a:cubicBezTo>
                  <a:pt x="309586" y="120725"/>
                  <a:pt x="305181" y="117429"/>
                  <a:pt x="304073" y="110780"/>
                </a:cubicBezTo>
                <a:moveTo>
                  <a:pt x="303159" y="81911"/>
                </a:moveTo>
                <a:lnTo>
                  <a:pt x="294266" y="84708"/>
                </a:lnTo>
                <a:cubicBezTo>
                  <a:pt x="291441" y="85591"/>
                  <a:pt x="289128" y="86612"/>
                  <a:pt x="287327" y="87770"/>
                </a:cubicBezTo>
                <a:cubicBezTo>
                  <a:pt x="285526" y="88927"/>
                  <a:pt x="284252" y="90236"/>
                  <a:pt x="283504" y="91697"/>
                </a:cubicBezTo>
                <a:cubicBezTo>
                  <a:pt x="282756" y="93158"/>
                  <a:pt x="282271" y="94454"/>
                  <a:pt x="282050" y="95585"/>
                </a:cubicBezTo>
                <a:cubicBezTo>
                  <a:pt x="281828" y="96716"/>
                  <a:pt x="281717" y="98246"/>
                  <a:pt x="281717" y="100177"/>
                </a:cubicBezTo>
                <a:cubicBezTo>
                  <a:pt x="281717" y="103151"/>
                  <a:pt x="282507" y="105621"/>
                  <a:pt x="284086" y="107586"/>
                </a:cubicBezTo>
                <a:cubicBezTo>
                  <a:pt x="285665" y="109549"/>
                  <a:pt x="288172" y="110531"/>
                  <a:pt x="291607" y="110531"/>
                </a:cubicBezTo>
                <a:cubicBezTo>
                  <a:pt x="294211" y="110531"/>
                  <a:pt x="298062" y="108445"/>
                  <a:pt x="303159" y="104272"/>
                </a:cubicBezTo>
                <a:lnTo>
                  <a:pt x="303159" y="81911"/>
                </a:lnTo>
                <a:close/>
                <a:moveTo>
                  <a:pt x="378369" y="98192"/>
                </a:moveTo>
                <a:cubicBezTo>
                  <a:pt x="378369" y="105024"/>
                  <a:pt x="379048" y="109205"/>
                  <a:pt x="380405" y="110734"/>
                </a:cubicBezTo>
                <a:cubicBezTo>
                  <a:pt x="381763" y="112261"/>
                  <a:pt x="385184" y="113190"/>
                  <a:pt x="390669" y="113523"/>
                </a:cubicBezTo>
                <a:cubicBezTo>
                  <a:pt x="391112" y="113966"/>
                  <a:pt x="391334" y="114936"/>
                  <a:pt x="391334" y="116432"/>
                </a:cubicBezTo>
                <a:cubicBezTo>
                  <a:pt x="391334" y="117928"/>
                  <a:pt x="391112" y="118897"/>
                  <a:pt x="390669" y="119340"/>
                </a:cubicBezTo>
                <a:cubicBezTo>
                  <a:pt x="380918" y="119119"/>
                  <a:pt x="373133" y="119008"/>
                  <a:pt x="367316" y="119008"/>
                </a:cubicBezTo>
                <a:cubicBezTo>
                  <a:pt x="361277" y="119008"/>
                  <a:pt x="353493" y="119119"/>
                  <a:pt x="343963" y="119340"/>
                </a:cubicBezTo>
                <a:cubicBezTo>
                  <a:pt x="343520" y="118897"/>
                  <a:pt x="343298" y="117941"/>
                  <a:pt x="343298" y="116473"/>
                </a:cubicBezTo>
                <a:cubicBezTo>
                  <a:pt x="343298" y="115005"/>
                  <a:pt x="343520" y="114022"/>
                  <a:pt x="343963" y="113523"/>
                </a:cubicBezTo>
                <a:cubicBezTo>
                  <a:pt x="349393" y="113078"/>
                  <a:pt x="352800" y="112120"/>
                  <a:pt x="354185" y="110648"/>
                </a:cubicBezTo>
                <a:cubicBezTo>
                  <a:pt x="355570" y="109176"/>
                  <a:pt x="356263" y="105024"/>
                  <a:pt x="356263" y="98190"/>
                </a:cubicBezTo>
                <a:lnTo>
                  <a:pt x="356263" y="65438"/>
                </a:lnTo>
                <a:cubicBezTo>
                  <a:pt x="356263" y="60660"/>
                  <a:pt x="355612" y="57590"/>
                  <a:pt x="354310" y="56229"/>
                </a:cubicBezTo>
                <a:cubicBezTo>
                  <a:pt x="353008" y="54868"/>
                  <a:pt x="349975" y="53965"/>
                  <a:pt x="345210" y="53520"/>
                </a:cubicBezTo>
                <a:cubicBezTo>
                  <a:pt x="344545" y="51360"/>
                  <a:pt x="344434" y="49531"/>
                  <a:pt x="344877" y="48035"/>
                </a:cubicBezTo>
                <a:cubicBezTo>
                  <a:pt x="362939" y="45694"/>
                  <a:pt x="373023" y="44143"/>
                  <a:pt x="375128" y="43381"/>
                </a:cubicBezTo>
                <a:cubicBezTo>
                  <a:pt x="377732" y="43381"/>
                  <a:pt x="379034" y="44334"/>
                  <a:pt x="379034" y="46238"/>
                </a:cubicBezTo>
                <a:cubicBezTo>
                  <a:pt x="379034" y="46347"/>
                  <a:pt x="379034" y="46525"/>
                  <a:pt x="379034" y="46771"/>
                </a:cubicBezTo>
                <a:cubicBezTo>
                  <a:pt x="379034" y="47015"/>
                  <a:pt x="379006" y="47508"/>
                  <a:pt x="378951" y="48251"/>
                </a:cubicBezTo>
                <a:cubicBezTo>
                  <a:pt x="378896" y="48994"/>
                  <a:pt x="378840" y="49768"/>
                  <a:pt x="378785" y="50573"/>
                </a:cubicBezTo>
                <a:cubicBezTo>
                  <a:pt x="378729" y="51378"/>
                  <a:pt x="378674" y="52364"/>
                  <a:pt x="378618" y="53531"/>
                </a:cubicBezTo>
                <a:cubicBezTo>
                  <a:pt x="378563" y="54698"/>
                  <a:pt x="378522" y="55823"/>
                  <a:pt x="378494" y="56907"/>
                </a:cubicBezTo>
                <a:cubicBezTo>
                  <a:pt x="378466" y="57989"/>
                  <a:pt x="378438" y="59183"/>
                  <a:pt x="378411" y="60488"/>
                </a:cubicBezTo>
                <a:cubicBezTo>
                  <a:pt x="378383" y="61794"/>
                  <a:pt x="378369" y="63030"/>
                  <a:pt x="378369" y="64197"/>
                </a:cubicBezTo>
                <a:lnTo>
                  <a:pt x="378369" y="98192"/>
                </a:lnTo>
                <a:moveTo>
                  <a:pt x="355432" y="17408"/>
                </a:moveTo>
                <a:cubicBezTo>
                  <a:pt x="355432" y="14572"/>
                  <a:pt x="356471" y="12098"/>
                  <a:pt x="358548" y="9986"/>
                </a:cubicBezTo>
                <a:cubicBezTo>
                  <a:pt x="360626" y="7872"/>
                  <a:pt x="363549" y="6815"/>
                  <a:pt x="367316" y="6815"/>
                </a:cubicBezTo>
                <a:cubicBezTo>
                  <a:pt x="370585" y="6815"/>
                  <a:pt x="373244" y="7983"/>
                  <a:pt x="375294" y="10318"/>
                </a:cubicBezTo>
                <a:cubicBezTo>
                  <a:pt x="377344" y="12654"/>
                  <a:pt x="378369" y="15268"/>
                  <a:pt x="378369" y="18161"/>
                </a:cubicBezTo>
                <a:cubicBezTo>
                  <a:pt x="378369" y="20663"/>
                  <a:pt x="377233" y="23054"/>
                  <a:pt x="374962" y="25334"/>
                </a:cubicBezTo>
                <a:cubicBezTo>
                  <a:pt x="372690" y="27615"/>
                  <a:pt x="369809" y="28755"/>
                  <a:pt x="366319" y="28755"/>
                </a:cubicBezTo>
                <a:cubicBezTo>
                  <a:pt x="363050" y="28755"/>
                  <a:pt x="360418" y="27601"/>
                  <a:pt x="358424" y="25293"/>
                </a:cubicBezTo>
                <a:cubicBezTo>
                  <a:pt x="356429" y="22985"/>
                  <a:pt x="355432" y="20357"/>
                  <a:pt x="355432" y="17408"/>
                </a:cubicBezTo>
                <a:close/>
                <a:moveTo>
                  <a:pt x="410940" y="97387"/>
                </a:moveTo>
                <a:lnTo>
                  <a:pt x="410940" y="22781"/>
                </a:lnTo>
                <a:cubicBezTo>
                  <a:pt x="410940" y="17125"/>
                  <a:pt x="410372" y="13687"/>
                  <a:pt x="409237" y="12469"/>
                </a:cubicBezTo>
                <a:cubicBezTo>
                  <a:pt x="408101" y="11248"/>
                  <a:pt x="404818" y="10416"/>
                  <a:pt x="399389" y="9973"/>
                </a:cubicBezTo>
                <a:cubicBezTo>
                  <a:pt x="398502" y="8342"/>
                  <a:pt x="398308" y="6513"/>
                  <a:pt x="398807" y="4488"/>
                </a:cubicBezTo>
                <a:cubicBezTo>
                  <a:pt x="412879" y="3934"/>
                  <a:pt x="423545" y="2438"/>
                  <a:pt x="430803" y="0"/>
                </a:cubicBezTo>
                <a:cubicBezTo>
                  <a:pt x="432631" y="0"/>
                  <a:pt x="433545" y="748"/>
                  <a:pt x="433545" y="2244"/>
                </a:cubicBezTo>
                <a:cubicBezTo>
                  <a:pt x="433213" y="6461"/>
                  <a:pt x="433046" y="12260"/>
                  <a:pt x="433046" y="19639"/>
                </a:cubicBezTo>
                <a:lnTo>
                  <a:pt x="433046" y="97377"/>
                </a:lnTo>
                <a:cubicBezTo>
                  <a:pt x="433046" y="104202"/>
                  <a:pt x="433864" y="108544"/>
                  <a:pt x="435498" y="110404"/>
                </a:cubicBezTo>
                <a:cubicBezTo>
                  <a:pt x="437133" y="112262"/>
                  <a:pt x="440692" y="113301"/>
                  <a:pt x="446177" y="113523"/>
                </a:cubicBezTo>
                <a:cubicBezTo>
                  <a:pt x="446731" y="113966"/>
                  <a:pt x="447008" y="114936"/>
                  <a:pt x="447008" y="116432"/>
                </a:cubicBezTo>
                <a:cubicBezTo>
                  <a:pt x="447008" y="117928"/>
                  <a:pt x="446731" y="118897"/>
                  <a:pt x="446177" y="119340"/>
                </a:cubicBezTo>
                <a:cubicBezTo>
                  <a:pt x="436426" y="119119"/>
                  <a:pt x="428365" y="119008"/>
                  <a:pt x="421993" y="119008"/>
                </a:cubicBezTo>
                <a:cubicBezTo>
                  <a:pt x="415400" y="119008"/>
                  <a:pt x="407339" y="119119"/>
                  <a:pt x="397809" y="119340"/>
                </a:cubicBezTo>
                <a:cubicBezTo>
                  <a:pt x="397255" y="118897"/>
                  <a:pt x="396978" y="117941"/>
                  <a:pt x="396978" y="116473"/>
                </a:cubicBezTo>
                <a:cubicBezTo>
                  <a:pt x="396978" y="115005"/>
                  <a:pt x="397255" y="114022"/>
                  <a:pt x="397809" y="113523"/>
                </a:cubicBezTo>
                <a:cubicBezTo>
                  <a:pt x="403239" y="113301"/>
                  <a:pt x="406785" y="112262"/>
                  <a:pt x="408447" y="110404"/>
                </a:cubicBezTo>
                <a:cubicBezTo>
                  <a:pt x="410109" y="108546"/>
                  <a:pt x="410940" y="104207"/>
                  <a:pt x="410940" y="9738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�">
            <a:extLst xmlns:a="http://schemas.openxmlformats.org/drawingml/2006/main">
              <a:ext uri="{FF2B5EF4-FFF2-40B4-BE49-F238E27FC236}">
                <a16:creationId xmlns:a16="http://schemas.microsoft.com/office/drawing/2014/main" id="{38DCB73F-3CEE-478F-832A-7FB24D59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289" y="3433188"/>
            <a:ext cx="121353" cy="20350"/>
          </a:xfrm>
          <a:custGeom xmlns:a="http://schemas.openxmlformats.org/drawingml/2006/main">
            <a:pathLst>
              <a:path w="121353" h="20350">
                <a:moveTo>
                  <a:pt x="2940" y="17398"/>
                </a:moveTo>
                <a:cubicBezTo>
                  <a:pt x="980" y="15428"/>
                  <a:pt x="0" y="13036"/>
                  <a:pt x="0" y="10222"/>
                </a:cubicBezTo>
                <a:cubicBezTo>
                  <a:pt x="0" y="7408"/>
                  <a:pt x="980" y="5001"/>
                  <a:pt x="2940" y="3002"/>
                </a:cubicBezTo>
                <a:cubicBezTo>
                  <a:pt x="4901" y="1001"/>
                  <a:pt x="7281" y="0"/>
                  <a:pt x="10082" y="0"/>
                </a:cubicBezTo>
                <a:cubicBezTo>
                  <a:pt x="12882" y="0"/>
                  <a:pt x="15278" y="1001"/>
                  <a:pt x="17270" y="3002"/>
                </a:cubicBezTo>
                <a:cubicBezTo>
                  <a:pt x="19261" y="5001"/>
                  <a:pt x="20257" y="7408"/>
                  <a:pt x="20257" y="10222"/>
                </a:cubicBezTo>
                <a:cubicBezTo>
                  <a:pt x="20257" y="13036"/>
                  <a:pt x="19261" y="15428"/>
                  <a:pt x="17270" y="17398"/>
                </a:cubicBezTo>
                <a:cubicBezTo>
                  <a:pt x="15278" y="19366"/>
                  <a:pt x="12882" y="20350"/>
                  <a:pt x="10082" y="20350"/>
                </a:cubicBezTo>
                <a:cubicBezTo>
                  <a:pt x="7281" y="20350"/>
                  <a:pt x="4901" y="19366"/>
                  <a:pt x="2940" y="17398"/>
                </a:cubicBezTo>
                <a:moveTo>
                  <a:pt x="53582" y="17398"/>
                </a:moveTo>
                <a:cubicBezTo>
                  <a:pt x="51591" y="15428"/>
                  <a:pt x="50595" y="13036"/>
                  <a:pt x="50595" y="10222"/>
                </a:cubicBezTo>
                <a:cubicBezTo>
                  <a:pt x="50595" y="7408"/>
                  <a:pt x="51591" y="5001"/>
                  <a:pt x="53582" y="3002"/>
                </a:cubicBezTo>
                <a:cubicBezTo>
                  <a:pt x="55574" y="1001"/>
                  <a:pt x="57970" y="0"/>
                  <a:pt x="60770" y="0"/>
                </a:cubicBezTo>
                <a:cubicBezTo>
                  <a:pt x="63570" y="0"/>
                  <a:pt x="65966" y="1001"/>
                  <a:pt x="67958" y="3002"/>
                </a:cubicBezTo>
                <a:cubicBezTo>
                  <a:pt x="69949" y="5001"/>
                  <a:pt x="70945" y="7408"/>
                  <a:pt x="70945" y="10222"/>
                </a:cubicBezTo>
                <a:cubicBezTo>
                  <a:pt x="70945" y="13036"/>
                  <a:pt x="69949" y="15428"/>
                  <a:pt x="67958" y="17398"/>
                </a:cubicBezTo>
                <a:cubicBezTo>
                  <a:pt x="65966" y="19366"/>
                  <a:pt x="63570" y="20350"/>
                  <a:pt x="60770" y="20350"/>
                </a:cubicBezTo>
                <a:cubicBezTo>
                  <a:pt x="57970" y="20350"/>
                  <a:pt x="55574" y="19366"/>
                  <a:pt x="53582" y="17398"/>
                </a:cubicBezTo>
                <a:moveTo>
                  <a:pt x="104084" y="17398"/>
                </a:moveTo>
                <a:cubicBezTo>
                  <a:pt x="102092" y="15428"/>
                  <a:pt x="101097" y="13036"/>
                  <a:pt x="101097" y="10222"/>
                </a:cubicBezTo>
                <a:cubicBezTo>
                  <a:pt x="101097" y="7408"/>
                  <a:pt x="102092" y="5001"/>
                  <a:pt x="104084" y="3002"/>
                </a:cubicBezTo>
                <a:cubicBezTo>
                  <a:pt x="106075" y="1001"/>
                  <a:pt x="108471" y="0"/>
                  <a:pt x="111272" y="0"/>
                </a:cubicBezTo>
                <a:cubicBezTo>
                  <a:pt x="114072" y="0"/>
                  <a:pt x="116453" y="1001"/>
                  <a:pt x="118413" y="3002"/>
                </a:cubicBezTo>
                <a:cubicBezTo>
                  <a:pt x="120373" y="5001"/>
                  <a:pt x="121353" y="7408"/>
                  <a:pt x="121353" y="10222"/>
                </a:cubicBezTo>
                <a:cubicBezTo>
                  <a:pt x="121353" y="13036"/>
                  <a:pt x="120373" y="15428"/>
                  <a:pt x="118413" y="17398"/>
                </a:cubicBezTo>
                <a:cubicBezTo>
                  <a:pt x="116453" y="19366"/>
                  <a:pt x="114072" y="20350"/>
                  <a:pt x="111272" y="20350"/>
                </a:cubicBezTo>
                <a:cubicBezTo>
                  <a:pt x="108471" y="20350"/>
                  <a:pt x="106075" y="19366"/>
                  <a:pt x="104084" y="17398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�">
            <a:extLst xmlns:a="http://schemas.openxmlformats.org/drawingml/2006/main">
              <a:ext uri="{FF2B5EF4-FFF2-40B4-BE49-F238E27FC236}">
                <a16:creationId xmlns:a16="http://schemas.microsoft.com/office/drawing/2014/main" id="{382CEDE6-70A6-4FAE-BF8C-72E17F92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787" y="3321157"/>
            <a:ext cx="121353" cy="20350"/>
          </a:xfrm>
          <a:custGeom xmlns:a="http://schemas.openxmlformats.org/drawingml/2006/main">
            <a:pathLst>
              <a:path w="121353" h="20350">
                <a:moveTo>
                  <a:pt x="2940" y="17398"/>
                </a:moveTo>
                <a:cubicBezTo>
                  <a:pt x="980" y="15428"/>
                  <a:pt x="0" y="13036"/>
                  <a:pt x="0" y="10222"/>
                </a:cubicBezTo>
                <a:cubicBezTo>
                  <a:pt x="0" y="7408"/>
                  <a:pt x="980" y="5001"/>
                  <a:pt x="2940" y="3002"/>
                </a:cubicBezTo>
                <a:cubicBezTo>
                  <a:pt x="4901" y="1001"/>
                  <a:pt x="7281" y="0"/>
                  <a:pt x="10082" y="0"/>
                </a:cubicBezTo>
                <a:cubicBezTo>
                  <a:pt x="12882" y="0"/>
                  <a:pt x="15278" y="1001"/>
                  <a:pt x="17270" y="3002"/>
                </a:cubicBezTo>
                <a:cubicBezTo>
                  <a:pt x="19261" y="5001"/>
                  <a:pt x="20257" y="7408"/>
                  <a:pt x="20257" y="10222"/>
                </a:cubicBezTo>
                <a:cubicBezTo>
                  <a:pt x="20257" y="13036"/>
                  <a:pt x="19261" y="15428"/>
                  <a:pt x="17270" y="17398"/>
                </a:cubicBezTo>
                <a:cubicBezTo>
                  <a:pt x="15278" y="19366"/>
                  <a:pt x="12882" y="20350"/>
                  <a:pt x="10082" y="20350"/>
                </a:cubicBezTo>
                <a:cubicBezTo>
                  <a:pt x="7281" y="20350"/>
                  <a:pt x="4901" y="19366"/>
                  <a:pt x="2940" y="17398"/>
                </a:cubicBezTo>
                <a:moveTo>
                  <a:pt x="53582" y="17398"/>
                </a:moveTo>
                <a:cubicBezTo>
                  <a:pt x="51591" y="15428"/>
                  <a:pt x="50595" y="13036"/>
                  <a:pt x="50595" y="10222"/>
                </a:cubicBezTo>
                <a:cubicBezTo>
                  <a:pt x="50595" y="7408"/>
                  <a:pt x="51591" y="5001"/>
                  <a:pt x="53582" y="3002"/>
                </a:cubicBezTo>
                <a:cubicBezTo>
                  <a:pt x="55574" y="1001"/>
                  <a:pt x="57970" y="0"/>
                  <a:pt x="60770" y="0"/>
                </a:cubicBezTo>
                <a:cubicBezTo>
                  <a:pt x="63570" y="0"/>
                  <a:pt x="65966" y="1001"/>
                  <a:pt x="67958" y="3002"/>
                </a:cubicBezTo>
                <a:cubicBezTo>
                  <a:pt x="69949" y="5001"/>
                  <a:pt x="70945" y="7408"/>
                  <a:pt x="70945" y="10222"/>
                </a:cubicBezTo>
                <a:cubicBezTo>
                  <a:pt x="70945" y="13036"/>
                  <a:pt x="69949" y="15428"/>
                  <a:pt x="67958" y="17398"/>
                </a:cubicBezTo>
                <a:cubicBezTo>
                  <a:pt x="65966" y="19366"/>
                  <a:pt x="63570" y="20350"/>
                  <a:pt x="60770" y="20350"/>
                </a:cubicBezTo>
                <a:cubicBezTo>
                  <a:pt x="57970" y="20350"/>
                  <a:pt x="55574" y="19366"/>
                  <a:pt x="53582" y="17398"/>
                </a:cubicBezTo>
                <a:moveTo>
                  <a:pt x="104084" y="17398"/>
                </a:moveTo>
                <a:cubicBezTo>
                  <a:pt x="102092" y="15428"/>
                  <a:pt x="101097" y="13036"/>
                  <a:pt x="101097" y="10222"/>
                </a:cubicBezTo>
                <a:cubicBezTo>
                  <a:pt x="101097" y="7408"/>
                  <a:pt x="102092" y="5001"/>
                  <a:pt x="104084" y="3002"/>
                </a:cubicBezTo>
                <a:cubicBezTo>
                  <a:pt x="106075" y="1001"/>
                  <a:pt x="108471" y="0"/>
                  <a:pt x="111272" y="0"/>
                </a:cubicBezTo>
                <a:cubicBezTo>
                  <a:pt x="114072" y="0"/>
                  <a:pt x="116453" y="1001"/>
                  <a:pt x="118413" y="3002"/>
                </a:cubicBezTo>
                <a:cubicBezTo>
                  <a:pt x="120373" y="5001"/>
                  <a:pt x="121353" y="7408"/>
                  <a:pt x="121353" y="10222"/>
                </a:cubicBezTo>
                <a:cubicBezTo>
                  <a:pt x="121353" y="13036"/>
                  <a:pt x="120373" y="15428"/>
                  <a:pt x="118413" y="17398"/>
                </a:cubicBezTo>
                <a:cubicBezTo>
                  <a:pt x="116453" y="19366"/>
                  <a:pt x="114072" y="20350"/>
                  <a:pt x="111272" y="20350"/>
                </a:cubicBezTo>
                <a:cubicBezTo>
                  <a:pt x="108471" y="20350"/>
                  <a:pt x="106075" y="19366"/>
                  <a:pt x="104084" y="17398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79B1E-92DB-4365-B7BE-05DA07E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01" y="4121744"/>
            <a:ext cx="5418534" cy="221656"/>
          </a:xfrm>
          <a:custGeom xmlns:a="http://schemas.openxmlformats.org/drawingml/2006/main">
            <a:pathLst>
              <a:path w="5418534" h="221656">
                <a:moveTo>
                  <a:pt x="1629689" y="221656"/>
                </a:moveTo>
                <a:lnTo>
                  <a:pt x="1620974" y="221599"/>
                </a:lnTo>
                <a:lnTo>
                  <a:pt x="1621088" y="200339"/>
                </a:lnTo>
                <a:lnTo>
                  <a:pt x="1629718" y="200425"/>
                </a:lnTo>
                <a:lnTo>
                  <a:pt x="1705956" y="200054"/>
                </a:lnTo>
                <a:lnTo>
                  <a:pt x="1706042" y="221285"/>
                </a:lnTo>
                <a:lnTo>
                  <a:pt x="1629689" y="221656"/>
                </a:lnTo>
                <a:moveTo>
                  <a:pt x="1629804" y="200425"/>
                </a:moveTo>
                <a:lnTo>
                  <a:pt x="1629804" y="200425"/>
                </a:lnTo>
                <a:moveTo>
                  <a:pt x="1557252" y="221028"/>
                </a:moveTo>
                <a:lnTo>
                  <a:pt x="1522105" y="220713"/>
                </a:lnTo>
                <a:lnTo>
                  <a:pt x="1472070" y="219427"/>
                </a:lnTo>
                <a:lnTo>
                  <a:pt x="1472584" y="198168"/>
                </a:lnTo>
                <a:lnTo>
                  <a:pt x="1522505" y="199482"/>
                </a:lnTo>
                <a:lnTo>
                  <a:pt x="1522419" y="199482"/>
                </a:lnTo>
                <a:lnTo>
                  <a:pt x="1557366" y="199768"/>
                </a:lnTo>
                <a:lnTo>
                  <a:pt x="1557252" y="221028"/>
                </a:lnTo>
                <a:moveTo>
                  <a:pt x="1769764" y="220970"/>
                </a:moveTo>
                <a:lnTo>
                  <a:pt x="1769678" y="199711"/>
                </a:lnTo>
                <a:lnTo>
                  <a:pt x="1854632" y="199311"/>
                </a:lnTo>
                <a:lnTo>
                  <a:pt x="1854746" y="220542"/>
                </a:lnTo>
                <a:lnTo>
                  <a:pt x="1769764" y="220970"/>
                </a:lnTo>
                <a:moveTo>
                  <a:pt x="1918468" y="220228"/>
                </a:moveTo>
                <a:lnTo>
                  <a:pt x="1918354" y="198968"/>
                </a:lnTo>
                <a:lnTo>
                  <a:pt x="2003336" y="198568"/>
                </a:lnTo>
                <a:lnTo>
                  <a:pt x="2003450" y="219799"/>
                </a:lnTo>
                <a:lnTo>
                  <a:pt x="1918468" y="220228"/>
                </a:lnTo>
                <a:moveTo>
                  <a:pt x="2067287" y="219427"/>
                </a:moveTo>
                <a:lnTo>
                  <a:pt x="2066944" y="198168"/>
                </a:lnTo>
                <a:lnTo>
                  <a:pt x="2151926" y="197110"/>
                </a:lnTo>
                <a:lnTo>
                  <a:pt x="2152240" y="218370"/>
                </a:lnTo>
                <a:lnTo>
                  <a:pt x="2067287" y="219427"/>
                </a:lnTo>
                <a:moveTo>
                  <a:pt x="1408233" y="217627"/>
                </a:moveTo>
                <a:lnTo>
                  <a:pt x="1323280" y="213998"/>
                </a:lnTo>
                <a:lnTo>
                  <a:pt x="1324223" y="192767"/>
                </a:lnTo>
                <a:lnTo>
                  <a:pt x="1409090" y="196425"/>
                </a:lnTo>
                <a:lnTo>
                  <a:pt x="1408233" y="217627"/>
                </a:lnTo>
                <a:moveTo>
                  <a:pt x="2215963" y="217570"/>
                </a:moveTo>
                <a:lnTo>
                  <a:pt x="2215648" y="196339"/>
                </a:lnTo>
                <a:lnTo>
                  <a:pt x="2272141" y="195653"/>
                </a:lnTo>
                <a:lnTo>
                  <a:pt x="2272055" y="195653"/>
                </a:lnTo>
                <a:lnTo>
                  <a:pt x="2300630" y="195167"/>
                </a:lnTo>
                <a:lnTo>
                  <a:pt x="2300945" y="216398"/>
                </a:lnTo>
                <a:lnTo>
                  <a:pt x="2272370" y="216884"/>
                </a:lnTo>
                <a:lnTo>
                  <a:pt x="2215963" y="217570"/>
                </a:lnTo>
                <a:moveTo>
                  <a:pt x="2364667" y="215284"/>
                </a:moveTo>
                <a:lnTo>
                  <a:pt x="2364353" y="194053"/>
                </a:lnTo>
                <a:lnTo>
                  <a:pt x="2449192" y="192596"/>
                </a:lnTo>
                <a:lnTo>
                  <a:pt x="2449620" y="213827"/>
                </a:lnTo>
                <a:lnTo>
                  <a:pt x="2364667" y="215284"/>
                </a:lnTo>
                <a:moveTo>
                  <a:pt x="2513343" y="212598"/>
                </a:moveTo>
                <a:lnTo>
                  <a:pt x="2512943" y="191367"/>
                </a:lnTo>
                <a:lnTo>
                  <a:pt x="2597896" y="189538"/>
                </a:lnTo>
                <a:lnTo>
                  <a:pt x="2598325" y="210769"/>
                </a:lnTo>
                <a:lnTo>
                  <a:pt x="2513343" y="212598"/>
                </a:lnTo>
                <a:moveTo>
                  <a:pt x="1259529" y="210455"/>
                </a:moveTo>
                <a:lnTo>
                  <a:pt x="1199836" y="206912"/>
                </a:lnTo>
                <a:lnTo>
                  <a:pt x="1174575" y="204968"/>
                </a:lnTo>
                <a:lnTo>
                  <a:pt x="1176176" y="183794"/>
                </a:lnTo>
                <a:lnTo>
                  <a:pt x="1201179" y="185709"/>
                </a:lnTo>
                <a:lnTo>
                  <a:pt x="1260815" y="189252"/>
                </a:lnTo>
                <a:lnTo>
                  <a:pt x="1259529" y="210455"/>
                </a:lnTo>
                <a:moveTo>
                  <a:pt x="1201350" y="185709"/>
                </a:moveTo>
                <a:lnTo>
                  <a:pt x="1201350" y="185709"/>
                </a:lnTo>
                <a:moveTo>
                  <a:pt x="2662047" y="209398"/>
                </a:moveTo>
                <a:lnTo>
                  <a:pt x="2661618" y="188166"/>
                </a:lnTo>
                <a:lnTo>
                  <a:pt x="2694765" y="187452"/>
                </a:lnTo>
                <a:lnTo>
                  <a:pt x="2746486" y="186080"/>
                </a:lnTo>
                <a:lnTo>
                  <a:pt x="2747029" y="207312"/>
                </a:lnTo>
                <a:lnTo>
                  <a:pt x="2695280" y="208683"/>
                </a:lnTo>
                <a:lnTo>
                  <a:pt x="2662047" y="209398"/>
                </a:lnTo>
                <a:moveTo>
                  <a:pt x="2810751" y="205626"/>
                </a:moveTo>
                <a:lnTo>
                  <a:pt x="2810208" y="184394"/>
                </a:lnTo>
                <a:lnTo>
                  <a:pt x="2895076" y="182166"/>
                </a:lnTo>
                <a:lnTo>
                  <a:pt x="2895705" y="203397"/>
                </a:lnTo>
                <a:lnTo>
                  <a:pt x="2810751" y="205626"/>
                </a:lnTo>
                <a:moveTo>
                  <a:pt x="2959427" y="201425"/>
                </a:moveTo>
                <a:lnTo>
                  <a:pt x="2958798" y="180194"/>
                </a:lnTo>
                <a:lnTo>
                  <a:pt x="3043666" y="177536"/>
                </a:lnTo>
                <a:lnTo>
                  <a:pt x="3044295" y="198768"/>
                </a:lnTo>
                <a:lnTo>
                  <a:pt x="2959427" y="201425"/>
                </a:lnTo>
                <a:moveTo>
                  <a:pt x="1111053" y="200168"/>
                </a:moveTo>
                <a:lnTo>
                  <a:pt x="1092794" y="198768"/>
                </a:lnTo>
                <a:lnTo>
                  <a:pt x="1026185" y="192567"/>
                </a:lnTo>
                <a:lnTo>
                  <a:pt x="1028214" y="171393"/>
                </a:lnTo>
                <a:lnTo>
                  <a:pt x="1094594" y="177622"/>
                </a:lnTo>
                <a:lnTo>
                  <a:pt x="1094480" y="177594"/>
                </a:lnTo>
                <a:lnTo>
                  <a:pt x="1112653" y="178965"/>
                </a:lnTo>
                <a:lnTo>
                  <a:pt x="1111053" y="200168"/>
                </a:lnTo>
                <a:moveTo>
                  <a:pt x="3108017" y="196767"/>
                </a:moveTo>
                <a:lnTo>
                  <a:pt x="3107388" y="175565"/>
                </a:lnTo>
                <a:lnTo>
                  <a:pt x="3109074" y="175508"/>
                </a:lnTo>
                <a:lnTo>
                  <a:pt x="3121819" y="175050"/>
                </a:lnTo>
                <a:lnTo>
                  <a:pt x="3119590" y="188652"/>
                </a:lnTo>
                <a:lnTo>
                  <a:pt x="3158823" y="194967"/>
                </a:lnTo>
                <a:lnTo>
                  <a:pt x="3109846" y="196739"/>
                </a:lnTo>
                <a:lnTo>
                  <a:pt x="3108017" y="196767"/>
                </a:lnTo>
                <a:moveTo>
                  <a:pt x="3256721" y="191481"/>
                </a:moveTo>
                <a:lnTo>
                  <a:pt x="3255978" y="170250"/>
                </a:lnTo>
                <a:lnTo>
                  <a:pt x="3312043" y="168250"/>
                </a:lnTo>
                <a:lnTo>
                  <a:pt x="3311957" y="168250"/>
                </a:lnTo>
                <a:lnTo>
                  <a:pt x="3340846" y="167107"/>
                </a:lnTo>
                <a:lnTo>
                  <a:pt x="3341703" y="188309"/>
                </a:lnTo>
                <a:lnTo>
                  <a:pt x="3312814" y="189481"/>
                </a:lnTo>
                <a:lnTo>
                  <a:pt x="3273866" y="190881"/>
                </a:lnTo>
                <a:lnTo>
                  <a:pt x="3269780" y="190281"/>
                </a:lnTo>
                <a:lnTo>
                  <a:pt x="3269666" y="191024"/>
                </a:lnTo>
                <a:lnTo>
                  <a:pt x="3256721" y="191481"/>
                </a:lnTo>
                <a:moveTo>
                  <a:pt x="962577" y="186252"/>
                </a:moveTo>
                <a:lnTo>
                  <a:pt x="879510" y="177222"/>
                </a:lnTo>
                <a:lnTo>
                  <a:pt x="877938" y="177051"/>
                </a:lnTo>
                <a:lnTo>
                  <a:pt x="880567" y="155962"/>
                </a:lnTo>
                <a:lnTo>
                  <a:pt x="882082" y="156134"/>
                </a:lnTo>
                <a:lnTo>
                  <a:pt x="881853" y="156105"/>
                </a:lnTo>
                <a:lnTo>
                  <a:pt x="964921" y="165135"/>
                </a:lnTo>
                <a:lnTo>
                  <a:pt x="962577" y="186252"/>
                </a:lnTo>
                <a:moveTo>
                  <a:pt x="3405311" y="185738"/>
                </a:moveTo>
                <a:lnTo>
                  <a:pt x="3404454" y="164535"/>
                </a:lnTo>
                <a:lnTo>
                  <a:pt x="3489322" y="161106"/>
                </a:lnTo>
                <a:lnTo>
                  <a:pt x="3490179" y="182337"/>
                </a:lnTo>
                <a:lnTo>
                  <a:pt x="3405311" y="185738"/>
                </a:lnTo>
                <a:moveTo>
                  <a:pt x="3553901" y="179537"/>
                </a:moveTo>
                <a:lnTo>
                  <a:pt x="3552930" y="158334"/>
                </a:lnTo>
                <a:lnTo>
                  <a:pt x="3637798" y="154448"/>
                </a:lnTo>
                <a:lnTo>
                  <a:pt x="3638855" y="175679"/>
                </a:lnTo>
                <a:lnTo>
                  <a:pt x="3553901" y="179537"/>
                </a:lnTo>
                <a:moveTo>
                  <a:pt x="3192485" y="178879"/>
                </a:moveTo>
                <a:lnTo>
                  <a:pt x="3160109" y="173679"/>
                </a:lnTo>
                <a:lnTo>
                  <a:pt x="3192256" y="172536"/>
                </a:lnTo>
                <a:lnTo>
                  <a:pt x="3192485" y="178879"/>
                </a:lnTo>
                <a:moveTo>
                  <a:pt x="3702491" y="172793"/>
                </a:moveTo>
                <a:lnTo>
                  <a:pt x="3701520" y="151562"/>
                </a:lnTo>
                <a:lnTo>
                  <a:pt x="3707492" y="151276"/>
                </a:lnTo>
                <a:lnTo>
                  <a:pt x="3707378" y="151305"/>
                </a:lnTo>
                <a:lnTo>
                  <a:pt x="3786273" y="147304"/>
                </a:lnTo>
                <a:lnTo>
                  <a:pt x="3787359" y="168535"/>
                </a:lnTo>
                <a:lnTo>
                  <a:pt x="3708435" y="172507"/>
                </a:lnTo>
                <a:lnTo>
                  <a:pt x="3702491" y="172793"/>
                </a:lnTo>
                <a:moveTo>
                  <a:pt x="814730" y="169078"/>
                </a:moveTo>
                <a:lnTo>
                  <a:pt x="773411" y="163906"/>
                </a:lnTo>
                <a:lnTo>
                  <a:pt x="730406" y="157820"/>
                </a:lnTo>
                <a:lnTo>
                  <a:pt x="733377" y="136789"/>
                </a:lnTo>
                <a:lnTo>
                  <a:pt x="776297" y="142846"/>
                </a:lnTo>
                <a:lnTo>
                  <a:pt x="776183" y="142846"/>
                </a:lnTo>
                <a:lnTo>
                  <a:pt x="817388" y="148019"/>
                </a:lnTo>
                <a:lnTo>
                  <a:pt x="814730" y="169078"/>
                </a:lnTo>
                <a:moveTo>
                  <a:pt x="3851081" y="165335"/>
                </a:moveTo>
                <a:lnTo>
                  <a:pt x="3850024" y="144132"/>
                </a:lnTo>
                <a:lnTo>
                  <a:pt x="3899087" y="141646"/>
                </a:lnTo>
                <a:lnTo>
                  <a:pt x="3934777" y="139703"/>
                </a:lnTo>
                <a:lnTo>
                  <a:pt x="3935949" y="160906"/>
                </a:lnTo>
                <a:lnTo>
                  <a:pt x="3900259" y="162878"/>
                </a:lnTo>
                <a:lnTo>
                  <a:pt x="3851081" y="165335"/>
                </a:lnTo>
                <a:moveTo>
                  <a:pt x="3999557" y="157420"/>
                </a:moveTo>
                <a:lnTo>
                  <a:pt x="3998385" y="136188"/>
                </a:lnTo>
                <a:lnTo>
                  <a:pt x="4083253" y="131531"/>
                </a:lnTo>
                <a:lnTo>
                  <a:pt x="4084425" y="152762"/>
                </a:lnTo>
                <a:lnTo>
                  <a:pt x="3999557" y="157420"/>
                </a:lnTo>
                <a:moveTo>
                  <a:pt x="4148033" y="148933"/>
                </a:moveTo>
                <a:lnTo>
                  <a:pt x="4146775" y="127730"/>
                </a:lnTo>
                <a:lnTo>
                  <a:pt x="4177779" y="125873"/>
                </a:lnTo>
                <a:lnTo>
                  <a:pt x="4231643" y="122558"/>
                </a:lnTo>
                <a:lnTo>
                  <a:pt x="4232900" y="143761"/>
                </a:lnTo>
                <a:lnTo>
                  <a:pt x="4179065" y="147076"/>
                </a:lnTo>
                <a:lnTo>
                  <a:pt x="4148033" y="148933"/>
                </a:lnTo>
                <a:moveTo>
                  <a:pt x="667112" y="148876"/>
                </a:moveTo>
                <a:lnTo>
                  <a:pt x="583187" y="135646"/>
                </a:lnTo>
                <a:lnTo>
                  <a:pt x="586473" y="114671"/>
                </a:lnTo>
                <a:lnTo>
                  <a:pt x="670398" y="127902"/>
                </a:lnTo>
                <a:lnTo>
                  <a:pt x="667112" y="148876"/>
                </a:lnTo>
                <a:moveTo>
                  <a:pt x="4296508" y="139760"/>
                </a:moveTo>
                <a:lnTo>
                  <a:pt x="4295137" y="118558"/>
                </a:lnTo>
                <a:lnTo>
                  <a:pt x="4357059" y="114586"/>
                </a:lnTo>
                <a:lnTo>
                  <a:pt x="4356945" y="114586"/>
                </a:lnTo>
                <a:lnTo>
                  <a:pt x="4379890" y="113014"/>
                </a:lnTo>
                <a:lnTo>
                  <a:pt x="4381376" y="134217"/>
                </a:lnTo>
                <a:lnTo>
                  <a:pt x="4358430" y="135788"/>
                </a:lnTo>
                <a:lnTo>
                  <a:pt x="4296508" y="139760"/>
                </a:lnTo>
                <a:moveTo>
                  <a:pt x="4444898" y="129873"/>
                </a:moveTo>
                <a:lnTo>
                  <a:pt x="4443527" y="108671"/>
                </a:lnTo>
                <a:lnTo>
                  <a:pt x="4444584" y="108614"/>
                </a:lnTo>
                <a:lnTo>
                  <a:pt x="4528280" y="102727"/>
                </a:lnTo>
                <a:lnTo>
                  <a:pt x="4529766" y="123901"/>
                </a:lnTo>
                <a:lnTo>
                  <a:pt x="4446070" y="129788"/>
                </a:lnTo>
                <a:lnTo>
                  <a:pt x="4444898" y="129873"/>
                </a:lnTo>
                <a:moveTo>
                  <a:pt x="520208" y="125044"/>
                </a:moveTo>
                <a:lnTo>
                  <a:pt x="457857" y="114271"/>
                </a:lnTo>
                <a:lnTo>
                  <a:pt x="436312" y="110214"/>
                </a:lnTo>
                <a:lnTo>
                  <a:pt x="440341" y="89325"/>
                </a:lnTo>
                <a:lnTo>
                  <a:pt x="461686" y="93383"/>
                </a:lnTo>
                <a:lnTo>
                  <a:pt x="461572" y="93355"/>
                </a:lnTo>
                <a:lnTo>
                  <a:pt x="523808" y="104127"/>
                </a:lnTo>
                <a:lnTo>
                  <a:pt x="520208" y="125044"/>
                </a:lnTo>
                <a:moveTo>
                  <a:pt x="4593288" y="119243"/>
                </a:moveTo>
                <a:lnTo>
                  <a:pt x="4591774" y="98069"/>
                </a:lnTo>
                <a:lnTo>
                  <a:pt x="4615263" y="96326"/>
                </a:lnTo>
                <a:lnTo>
                  <a:pt x="4676442" y="91640"/>
                </a:lnTo>
                <a:lnTo>
                  <a:pt x="4678042" y="112814"/>
                </a:lnTo>
                <a:lnTo>
                  <a:pt x="4616863" y="117529"/>
                </a:lnTo>
                <a:lnTo>
                  <a:pt x="4593288" y="119243"/>
                </a:lnTo>
                <a:moveTo>
                  <a:pt x="4741650" y="107785"/>
                </a:moveTo>
                <a:lnTo>
                  <a:pt x="4739935" y="86611"/>
                </a:lnTo>
                <a:lnTo>
                  <a:pt x="4779569" y="83439"/>
                </a:lnTo>
                <a:lnTo>
                  <a:pt x="4824603" y="79696"/>
                </a:lnTo>
                <a:lnTo>
                  <a:pt x="4826289" y="100870"/>
                </a:lnTo>
                <a:lnTo>
                  <a:pt x="4781255" y="104613"/>
                </a:lnTo>
                <a:lnTo>
                  <a:pt x="4741650" y="107785"/>
                </a:lnTo>
                <a:moveTo>
                  <a:pt x="373761" y="98355"/>
                </a:moveTo>
                <a:lnTo>
                  <a:pt x="353673" y="94583"/>
                </a:lnTo>
                <a:lnTo>
                  <a:pt x="290265" y="81553"/>
                </a:lnTo>
                <a:lnTo>
                  <a:pt x="294523" y="60750"/>
                </a:lnTo>
                <a:lnTo>
                  <a:pt x="357930" y="73752"/>
                </a:lnTo>
                <a:lnTo>
                  <a:pt x="357702" y="73724"/>
                </a:lnTo>
                <a:lnTo>
                  <a:pt x="377676" y="77495"/>
                </a:lnTo>
                <a:lnTo>
                  <a:pt x="373761" y="98355"/>
                </a:lnTo>
                <a:moveTo>
                  <a:pt x="4889925" y="95498"/>
                </a:moveTo>
                <a:lnTo>
                  <a:pt x="4888011" y="74324"/>
                </a:lnTo>
                <a:lnTo>
                  <a:pt x="4937188" y="70066"/>
                </a:lnTo>
                <a:lnTo>
                  <a:pt x="4937074" y="70066"/>
                </a:lnTo>
                <a:lnTo>
                  <a:pt x="4972650" y="66837"/>
                </a:lnTo>
                <a:lnTo>
                  <a:pt x="4974565" y="87982"/>
                </a:lnTo>
                <a:lnTo>
                  <a:pt x="4938989" y="91240"/>
                </a:lnTo>
                <a:lnTo>
                  <a:pt x="4889925" y="95498"/>
                </a:lnTo>
                <a:moveTo>
                  <a:pt x="5038087" y="82125"/>
                </a:moveTo>
                <a:lnTo>
                  <a:pt x="5036058" y="60979"/>
                </a:lnTo>
                <a:lnTo>
                  <a:pt x="5087693" y="56093"/>
                </a:lnTo>
                <a:lnTo>
                  <a:pt x="5087579" y="56093"/>
                </a:lnTo>
                <a:lnTo>
                  <a:pt x="5120611" y="52892"/>
                </a:lnTo>
                <a:lnTo>
                  <a:pt x="5122726" y="74009"/>
                </a:lnTo>
                <a:lnTo>
                  <a:pt x="5089693" y="77267"/>
                </a:lnTo>
                <a:lnTo>
                  <a:pt x="5038087" y="82125"/>
                </a:lnTo>
                <a:moveTo>
                  <a:pt x="227714" y="68380"/>
                </a:moveTo>
                <a:lnTo>
                  <a:pt x="147533" y="50549"/>
                </a:lnTo>
                <a:lnTo>
                  <a:pt x="144647" y="49921"/>
                </a:lnTo>
                <a:lnTo>
                  <a:pt x="149533" y="29318"/>
                </a:lnTo>
                <a:lnTo>
                  <a:pt x="152305" y="29947"/>
                </a:lnTo>
                <a:lnTo>
                  <a:pt x="152190" y="29861"/>
                </a:lnTo>
                <a:lnTo>
                  <a:pt x="232372" y="47577"/>
                </a:lnTo>
                <a:lnTo>
                  <a:pt x="227714" y="68380"/>
                </a:lnTo>
                <a:moveTo>
                  <a:pt x="5186134" y="67637"/>
                </a:moveTo>
                <a:lnTo>
                  <a:pt x="5184019" y="46520"/>
                </a:lnTo>
                <a:lnTo>
                  <a:pt x="5230654" y="41748"/>
                </a:lnTo>
                <a:lnTo>
                  <a:pt x="5230539" y="41748"/>
                </a:lnTo>
                <a:lnTo>
                  <a:pt x="5268458" y="37605"/>
                </a:lnTo>
                <a:lnTo>
                  <a:pt x="5270687" y="58750"/>
                </a:lnTo>
                <a:lnTo>
                  <a:pt x="5232768" y="62836"/>
                </a:lnTo>
                <a:lnTo>
                  <a:pt x="5186134" y="67637"/>
                </a:lnTo>
                <a:moveTo>
                  <a:pt x="5334095" y="51721"/>
                </a:moveTo>
                <a:lnTo>
                  <a:pt x="5331752" y="30604"/>
                </a:lnTo>
                <a:lnTo>
                  <a:pt x="5365528" y="26889"/>
                </a:lnTo>
                <a:lnTo>
                  <a:pt x="5416077" y="20917"/>
                </a:lnTo>
                <a:lnTo>
                  <a:pt x="5418534" y="41948"/>
                </a:lnTo>
                <a:lnTo>
                  <a:pt x="5367957" y="47920"/>
                </a:lnTo>
                <a:lnTo>
                  <a:pt x="5334095" y="51721"/>
                </a:lnTo>
                <a:moveTo>
                  <a:pt x="82610" y="35147"/>
                </a:moveTo>
                <a:lnTo>
                  <a:pt x="45463" y="26346"/>
                </a:lnTo>
                <a:lnTo>
                  <a:pt x="0" y="14888"/>
                </a:lnTo>
                <a:lnTo>
                  <a:pt x="3743" y="0"/>
                </a:lnTo>
                <a:lnTo>
                  <a:pt x="27861" y="0"/>
                </a:lnTo>
                <a:lnTo>
                  <a:pt x="50549" y="5744"/>
                </a:lnTo>
                <a:lnTo>
                  <a:pt x="50435" y="5744"/>
                </a:lnTo>
                <a:lnTo>
                  <a:pt x="87497" y="14545"/>
                </a:lnTo>
                <a:lnTo>
                  <a:pt x="82610" y="35147"/>
                </a:lnTo>
              </a:path>
            </a:pathLst>
          </a:custGeom>
          <a:solidFill xmlns:a="http://schemas.openxmlformats.org/drawingml/2006/main">
            <a:srgbClr val="F1735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463a132d149c9"/>
          <a:stretch xmlns:a="http://schemas.openxmlformats.org/drawingml/2006/main"/>
        </p:blipFill>
        <p:spPr>
          <a:xfrm xmlns:a="http://schemas.openxmlformats.org/drawingml/2006/main">
            <a:off x="5269687" y="4116000"/>
            <a:ext cx="22974" cy="5744"/>
          </a:xfrm>
          <a:prstGeom xmlns:a="http://schemas.openxmlformats.org/drawingml/2006/main" prst="rect">
            <a:avLst/>
          </a:prstGeom>
        </p:spPr>
      </p:pic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56242B-959F-4AA1-AF13-9E49051E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686" y="4102856"/>
            <a:ext cx="234286" cy="53092"/>
          </a:xfrm>
          <a:custGeom xmlns:a="http://schemas.openxmlformats.org/drawingml/2006/main">
            <a:pathLst>
              <a:path w="234286" h="53092">
                <a:moveTo>
                  <a:pt x="2543" y="53092"/>
                </a:moveTo>
                <a:lnTo>
                  <a:pt x="0" y="32061"/>
                </a:lnTo>
                <a:lnTo>
                  <a:pt x="12744" y="30461"/>
                </a:lnTo>
                <a:lnTo>
                  <a:pt x="84125" y="21117"/>
                </a:lnTo>
                <a:lnTo>
                  <a:pt x="86982" y="42148"/>
                </a:lnTo>
                <a:lnTo>
                  <a:pt x="75524" y="43748"/>
                </a:lnTo>
                <a:lnTo>
                  <a:pt x="15402" y="51492"/>
                </a:lnTo>
                <a:lnTo>
                  <a:pt x="2543" y="53092"/>
                </a:lnTo>
                <a:moveTo>
                  <a:pt x="150190" y="33433"/>
                </a:moveTo>
                <a:lnTo>
                  <a:pt x="147104" y="12430"/>
                </a:lnTo>
                <a:lnTo>
                  <a:pt x="185852" y="6801"/>
                </a:lnTo>
                <a:lnTo>
                  <a:pt x="231115" y="0"/>
                </a:lnTo>
                <a:lnTo>
                  <a:pt x="234286" y="21031"/>
                </a:lnTo>
                <a:lnTo>
                  <a:pt x="188938" y="27803"/>
                </a:lnTo>
                <a:lnTo>
                  <a:pt x="150190" y="33433"/>
                </a:lnTo>
              </a:path>
            </a:pathLst>
          </a:custGeom>
          <a:solidFill xmlns:a="http://schemas.openxmlformats.org/drawingml/2006/main">
            <a:srgbClr val="F1735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ac24c9a124057"/>
          <a:stretch xmlns:a="http://schemas.openxmlformats.org/drawingml/2006/main"/>
        </p:blipFill>
        <p:spPr>
          <a:xfrm xmlns:a="http://schemas.openxmlformats.org/drawingml/2006/main">
            <a:off x="5122626" y="4078310"/>
            <a:ext cx="85154" cy="42577"/>
          </a:xfrm>
          <a:prstGeom xmlns:a="http://schemas.openxmlformats.org/drawingml/2006/main" prst="rect">
            <a:avLst/>
          </a:prstGeom>
        </p:spPr>
      </p:pic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FB6CE-1D07-4E09-978D-9DF10B3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580" y="4047706"/>
            <a:ext cx="233429" cy="66065"/>
          </a:xfrm>
          <a:custGeom xmlns:a="http://schemas.openxmlformats.org/drawingml/2006/main">
            <a:pathLst>
              <a:path w="233429" h="66065">
                <a:moveTo>
                  <a:pt x="3486" y="66065"/>
                </a:moveTo>
                <a:lnTo>
                  <a:pt x="0" y="45149"/>
                </a:lnTo>
                <a:lnTo>
                  <a:pt x="43863" y="37719"/>
                </a:lnTo>
                <a:lnTo>
                  <a:pt x="43748" y="37719"/>
                </a:lnTo>
                <a:lnTo>
                  <a:pt x="83582" y="30490"/>
                </a:lnTo>
                <a:lnTo>
                  <a:pt x="87297" y="51435"/>
                </a:lnTo>
                <a:lnTo>
                  <a:pt x="47463" y="58636"/>
                </a:lnTo>
                <a:lnTo>
                  <a:pt x="3486" y="66065"/>
                </a:lnTo>
                <a:moveTo>
                  <a:pt x="150162" y="39205"/>
                </a:moveTo>
                <a:lnTo>
                  <a:pt x="145818" y="18402"/>
                </a:lnTo>
                <a:lnTo>
                  <a:pt x="172793" y="12744"/>
                </a:lnTo>
                <a:lnTo>
                  <a:pt x="172679" y="12744"/>
                </a:lnTo>
                <a:lnTo>
                  <a:pt x="210598" y="4372"/>
                </a:lnTo>
                <a:lnTo>
                  <a:pt x="210398" y="4372"/>
                </a:lnTo>
                <a:lnTo>
                  <a:pt x="228457" y="0"/>
                </a:lnTo>
                <a:lnTo>
                  <a:pt x="233429" y="20717"/>
                </a:lnTo>
                <a:lnTo>
                  <a:pt x="215284" y="25089"/>
                </a:lnTo>
                <a:lnTo>
                  <a:pt x="177251" y="33576"/>
                </a:lnTo>
                <a:lnTo>
                  <a:pt x="150162" y="39205"/>
                </a:lnTo>
              </a:path>
            </a:pathLst>
          </a:custGeom>
          <a:solidFill xmlns:a="http://schemas.openxmlformats.org/drawingml/2006/main">
            <a:srgbClr val="F1735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7fb5a55ba49da"/>
          <a:stretch xmlns:a="http://schemas.openxmlformats.org/drawingml/2006/main"/>
        </p:blipFill>
        <p:spPr>
          <a:xfrm xmlns:a="http://schemas.openxmlformats.org/drawingml/2006/main">
            <a:off x="4980194" y="4055678"/>
            <a:ext cx="83582" cy="25717"/>
          </a:xfrm>
          <a:prstGeom xmlns:a="http://schemas.openxmlformats.org/drawingml/2006/main" prst="rect">
            <a:avLst/>
          </a:prstGeom>
        </p:spPr>
      </p:pic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7B620-D109-4D61-8F13-90C70003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937" y="4037105"/>
            <a:ext cx="28518" cy="7972"/>
          </a:xfrm>
          <a:custGeom xmlns:a="http://schemas.openxmlformats.org/drawingml/2006/main">
            <a:pathLst>
              <a:path w="28518" h="7972">
                <a:moveTo>
                  <a:pt x="28518" y="7972"/>
                </a:moveTo>
                <a:lnTo>
                  <a:pt x="0" y="7972"/>
                </a:lnTo>
                <a:lnTo>
                  <a:pt x="2400" y="0"/>
                </a:lnTo>
                <a:lnTo>
                  <a:pt x="28518" y="7972"/>
                </a:lnTo>
              </a:path>
            </a:pathLst>
          </a:custGeom>
          <a:solidFill xmlns:a="http://schemas.openxmlformats.org/drawingml/2006/main">
            <a:srgbClr val="F173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2B791-0CCB-4143-8F8C-03C12409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708" y="4045078"/>
            <a:ext cx="68580" cy="10601"/>
          </a:xfrm>
          <a:custGeom xmlns:a="http://schemas.openxmlformats.org/drawingml/2006/main">
            <a:pathLst>
              <a:path w="68580" h="10601">
                <a:moveTo>
                  <a:pt x="68580" y="10601"/>
                </a:moveTo>
                <a:lnTo>
                  <a:pt x="0" y="10601"/>
                </a:lnTo>
                <a:lnTo>
                  <a:pt x="3229" y="0"/>
                </a:lnTo>
                <a:lnTo>
                  <a:pt x="31747" y="0"/>
                </a:lnTo>
                <a:lnTo>
                  <a:pt x="36947" y="1572"/>
                </a:lnTo>
                <a:lnTo>
                  <a:pt x="36747" y="1486"/>
                </a:lnTo>
                <a:lnTo>
                  <a:pt x="68580" y="10601"/>
                </a:lnTo>
              </a:path>
            </a:pathLst>
          </a:custGeom>
          <a:solidFill xmlns:a="http://schemas.openxmlformats.org/drawingml/2006/main">
            <a:srgbClr val="E76E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37D4E-394C-4E58-A867-EF48232C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187" y="3958410"/>
            <a:ext cx="149762" cy="105985"/>
          </a:xfrm>
          <a:custGeom xmlns:a="http://schemas.openxmlformats.org/drawingml/2006/main">
            <a:pathLst>
              <a:path w="149762" h="105985">
                <a:moveTo>
                  <a:pt x="96241" y="105985"/>
                </a:moveTo>
                <a:lnTo>
                  <a:pt x="69866" y="70466"/>
                </a:lnTo>
                <a:lnTo>
                  <a:pt x="50892" y="79753"/>
                </a:lnTo>
                <a:lnTo>
                  <a:pt x="23374" y="88582"/>
                </a:lnTo>
                <a:lnTo>
                  <a:pt x="5972" y="93669"/>
                </a:lnTo>
                <a:lnTo>
                  <a:pt x="0" y="73266"/>
                </a:lnTo>
                <a:lnTo>
                  <a:pt x="17231" y="68294"/>
                </a:lnTo>
                <a:lnTo>
                  <a:pt x="17002" y="68380"/>
                </a:lnTo>
                <a:lnTo>
                  <a:pt x="42805" y="60065"/>
                </a:lnTo>
                <a:lnTo>
                  <a:pt x="56979" y="53092"/>
                </a:lnTo>
                <a:lnTo>
                  <a:pt x="32947" y="20688"/>
                </a:lnTo>
                <a:lnTo>
                  <a:pt x="149762" y="0"/>
                </a:lnTo>
                <a:lnTo>
                  <a:pt x="96241" y="105985"/>
                </a:lnTo>
              </a:path>
            </a:pathLst>
          </a:custGeom>
          <a:solidFill xmlns:a="http://schemas.openxmlformats.org/drawingml/2006/main">
            <a:srgbClr val="F173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FE23A-2D39-42DF-8A9B-03854C69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501" y="3661230"/>
            <a:ext cx="915857" cy="377790"/>
          </a:xfrm>
          <a:custGeom xmlns:a="http://schemas.openxmlformats.org/drawingml/2006/main">
            <a:pathLst>
              <a:path w="915857" h="377790">
                <a:moveTo>
                  <a:pt x="909714" y="377790"/>
                </a:moveTo>
                <a:lnTo>
                  <a:pt x="903427" y="375876"/>
                </a:lnTo>
                <a:lnTo>
                  <a:pt x="828561" y="351987"/>
                </a:lnTo>
                <a:lnTo>
                  <a:pt x="835047" y="331784"/>
                </a:lnTo>
                <a:lnTo>
                  <a:pt x="909828" y="355587"/>
                </a:lnTo>
                <a:lnTo>
                  <a:pt x="909714" y="355587"/>
                </a:lnTo>
                <a:lnTo>
                  <a:pt x="915857" y="357502"/>
                </a:lnTo>
                <a:lnTo>
                  <a:pt x="909714" y="377790"/>
                </a:lnTo>
                <a:moveTo>
                  <a:pt x="767925" y="332013"/>
                </a:moveTo>
                <a:lnTo>
                  <a:pt x="709289" y="312353"/>
                </a:lnTo>
                <a:lnTo>
                  <a:pt x="687314" y="304609"/>
                </a:lnTo>
                <a:lnTo>
                  <a:pt x="694430" y="284636"/>
                </a:lnTo>
                <a:lnTo>
                  <a:pt x="716290" y="292294"/>
                </a:lnTo>
                <a:lnTo>
                  <a:pt x="716175" y="292294"/>
                </a:lnTo>
                <a:lnTo>
                  <a:pt x="774697" y="311925"/>
                </a:lnTo>
                <a:lnTo>
                  <a:pt x="767925" y="332013"/>
                </a:lnTo>
                <a:moveTo>
                  <a:pt x="627193" y="283464"/>
                </a:moveTo>
                <a:lnTo>
                  <a:pt x="613905" y="278692"/>
                </a:lnTo>
                <a:lnTo>
                  <a:pt x="547411" y="253517"/>
                </a:lnTo>
                <a:lnTo>
                  <a:pt x="554955" y="233658"/>
                </a:lnTo>
                <a:lnTo>
                  <a:pt x="621249" y="258832"/>
                </a:lnTo>
                <a:lnTo>
                  <a:pt x="621020" y="258718"/>
                </a:lnTo>
                <a:lnTo>
                  <a:pt x="634308" y="263404"/>
                </a:lnTo>
                <a:lnTo>
                  <a:pt x="627193" y="283464"/>
                </a:lnTo>
                <a:moveTo>
                  <a:pt x="487832" y="230886"/>
                </a:moveTo>
                <a:lnTo>
                  <a:pt x="426568" y="207626"/>
                </a:lnTo>
                <a:lnTo>
                  <a:pt x="408394" y="200311"/>
                </a:lnTo>
                <a:lnTo>
                  <a:pt x="416366" y="180537"/>
                </a:lnTo>
                <a:lnTo>
                  <a:pt x="434426" y="187881"/>
                </a:lnTo>
                <a:lnTo>
                  <a:pt x="434197" y="187766"/>
                </a:lnTo>
                <a:lnTo>
                  <a:pt x="495376" y="211026"/>
                </a:lnTo>
                <a:lnTo>
                  <a:pt x="487832" y="230886"/>
                </a:lnTo>
                <a:moveTo>
                  <a:pt x="349329" y="176308"/>
                </a:moveTo>
                <a:lnTo>
                  <a:pt x="334670" y="170364"/>
                </a:lnTo>
                <a:lnTo>
                  <a:pt x="270862" y="143275"/>
                </a:lnTo>
                <a:lnTo>
                  <a:pt x="279121" y="123730"/>
                </a:lnTo>
                <a:lnTo>
                  <a:pt x="342871" y="150819"/>
                </a:lnTo>
                <a:lnTo>
                  <a:pt x="342757" y="150705"/>
                </a:lnTo>
                <a:lnTo>
                  <a:pt x="357302" y="156648"/>
                </a:lnTo>
                <a:lnTo>
                  <a:pt x="349329" y="176308"/>
                </a:lnTo>
                <a:moveTo>
                  <a:pt x="212227" y="117786"/>
                </a:moveTo>
                <a:lnTo>
                  <a:pt x="154962" y="92297"/>
                </a:lnTo>
                <a:lnTo>
                  <a:pt x="134588" y="82839"/>
                </a:lnTo>
                <a:lnTo>
                  <a:pt x="143504" y="63608"/>
                </a:lnTo>
                <a:lnTo>
                  <a:pt x="163906" y="73066"/>
                </a:lnTo>
                <a:lnTo>
                  <a:pt x="163678" y="72952"/>
                </a:lnTo>
                <a:lnTo>
                  <a:pt x="220828" y="98355"/>
                </a:lnTo>
                <a:lnTo>
                  <a:pt x="212227" y="117786"/>
                </a:lnTo>
                <a:moveTo>
                  <a:pt x="76810" y="56064"/>
                </a:moveTo>
                <a:lnTo>
                  <a:pt x="67237" y="51606"/>
                </a:lnTo>
                <a:lnTo>
                  <a:pt x="0" y="19117"/>
                </a:lnTo>
                <a:lnTo>
                  <a:pt x="9373" y="0"/>
                </a:lnTo>
                <a:lnTo>
                  <a:pt x="76381" y="32490"/>
                </a:lnTo>
                <a:lnTo>
                  <a:pt x="76267" y="32375"/>
                </a:lnTo>
                <a:lnTo>
                  <a:pt x="85725" y="36747"/>
                </a:lnTo>
                <a:lnTo>
                  <a:pt x="76810" y="56064"/>
                </a:lnTo>
              </a:path>
            </a:pathLst>
          </a:custGeom>
          <a:solidFill xmlns:a="http://schemas.openxmlformats.org/drawingml/2006/main">
            <a:srgbClr val="F173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4512A-AEFD-434F-AFB6-11C430F9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541" y="3594306"/>
            <a:ext cx="60322" cy="49778"/>
          </a:xfrm>
          <a:custGeom xmlns:a="http://schemas.openxmlformats.org/drawingml/2006/main">
            <a:pathLst>
              <a:path w="60322" h="49778">
                <a:moveTo>
                  <a:pt x="60322" y="49778"/>
                </a:moveTo>
                <a:lnTo>
                  <a:pt x="29204" y="34090"/>
                </a:lnTo>
                <a:lnTo>
                  <a:pt x="0" y="18802"/>
                </a:lnTo>
                <a:lnTo>
                  <a:pt x="9887" y="0"/>
                </a:lnTo>
                <a:lnTo>
                  <a:pt x="38976" y="15288"/>
                </a:lnTo>
                <a:lnTo>
                  <a:pt x="38776" y="15202"/>
                </a:lnTo>
                <a:lnTo>
                  <a:pt x="60322" y="26032"/>
                </a:lnTo>
                <a:lnTo>
                  <a:pt x="60322" y="49778"/>
                </a:lnTo>
              </a:path>
            </a:pathLst>
          </a:custGeom>
          <a:solidFill xmlns:a="http://schemas.openxmlformats.org/drawingml/2006/main">
            <a:srgbClr val="F17354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53c9c7cda4b5d"/>
          <a:stretch xmlns:a="http://schemas.openxmlformats.org/drawingml/2006/main"/>
        </p:blipFill>
        <p:spPr>
          <a:xfrm xmlns:a="http://schemas.openxmlformats.org/drawingml/2006/main">
            <a:off x="3936029" y="3620338"/>
            <a:ext cx="18928" cy="31547"/>
          </a:xfrm>
          <a:prstGeom xmlns:a="http://schemas.openxmlformats.org/drawingml/2006/main" prst="rect">
            <a:avLst/>
          </a:prstGeom>
        </p:spPr>
      </p:pic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123E4-0202-4E5D-A69C-8355B99D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23" y="3631054"/>
            <a:ext cx="3800" cy="9487"/>
          </a:xfrm>
          <a:custGeom xmlns:a="http://schemas.openxmlformats.org/drawingml/2006/main">
            <a:pathLst>
              <a:path w="3800" h="9487">
                <a:moveTo>
                  <a:pt x="0" y="9487"/>
                </a:moveTo>
                <a:lnTo>
                  <a:pt x="0" y="0"/>
                </a:lnTo>
                <a:lnTo>
                  <a:pt x="3800" y="1915"/>
                </a:lnTo>
                <a:lnTo>
                  <a:pt x="0" y="9487"/>
                </a:lnTo>
              </a:path>
            </a:pathLst>
          </a:custGeom>
          <a:solidFill xmlns:a="http://schemas.openxmlformats.org/drawingml/2006/main">
            <a:srgbClr val="E76E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DF335-48C0-4CF6-A842-B9C3DC29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345" y="1765478"/>
            <a:ext cx="1612173" cy="1844116"/>
          </a:xfrm>
          <a:custGeom xmlns:a="http://schemas.openxmlformats.org/drawingml/2006/main">
            <a:pathLst>
              <a:path w="1612173" h="1844116">
                <a:moveTo>
                  <a:pt x="1612173" y="1844116"/>
                </a:moveTo>
                <a:lnTo>
                  <a:pt x="1612173" y="1844116"/>
                </a:lnTo>
                <a:moveTo>
                  <a:pt x="1516675" y="1817799"/>
                </a:moveTo>
                <a:lnTo>
                  <a:pt x="1442237" y="1776908"/>
                </a:lnTo>
                <a:lnTo>
                  <a:pt x="1452439" y="1758305"/>
                </a:lnTo>
                <a:lnTo>
                  <a:pt x="1526877" y="1799082"/>
                </a:lnTo>
                <a:lnTo>
                  <a:pt x="1516675" y="1817799"/>
                </a:lnTo>
                <a:moveTo>
                  <a:pt x="1386688" y="1745247"/>
                </a:moveTo>
                <a:lnTo>
                  <a:pt x="1357798" y="1728788"/>
                </a:lnTo>
                <a:lnTo>
                  <a:pt x="1313193" y="1702127"/>
                </a:lnTo>
                <a:lnTo>
                  <a:pt x="1324137" y="1683953"/>
                </a:lnTo>
                <a:lnTo>
                  <a:pt x="1368628" y="1710500"/>
                </a:lnTo>
                <a:lnTo>
                  <a:pt x="1368428" y="1710414"/>
                </a:lnTo>
                <a:lnTo>
                  <a:pt x="1397203" y="1726873"/>
                </a:lnTo>
                <a:lnTo>
                  <a:pt x="1386688" y="1745247"/>
                </a:lnTo>
                <a:moveTo>
                  <a:pt x="1258586" y="1668980"/>
                </a:moveTo>
                <a:lnTo>
                  <a:pt x="1203265" y="1634690"/>
                </a:lnTo>
                <a:lnTo>
                  <a:pt x="1186377" y="1623746"/>
                </a:lnTo>
                <a:lnTo>
                  <a:pt x="1197950" y="1605886"/>
                </a:lnTo>
                <a:lnTo>
                  <a:pt x="1214723" y="1616716"/>
                </a:lnTo>
                <a:lnTo>
                  <a:pt x="1214523" y="1616631"/>
                </a:lnTo>
                <a:lnTo>
                  <a:pt x="1269759" y="1651035"/>
                </a:lnTo>
                <a:lnTo>
                  <a:pt x="1258586" y="1668980"/>
                </a:lnTo>
                <a:moveTo>
                  <a:pt x="1132942" y="1589113"/>
                </a:moveTo>
                <a:lnTo>
                  <a:pt x="1128798" y="1586341"/>
                </a:lnTo>
                <a:lnTo>
                  <a:pt x="1062333" y="1541421"/>
                </a:lnTo>
                <a:lnTo>
                  <a:pt x="1074334" y="1523790"/>
                </a:lnTo>
                <a:lnTo>
                  <a:pt x="1140600" y="1568710"/>
                </a:lnTo>
                <a:lnTo>
                  <a:pt x="1140371" y="1568625"/>
                </a:lnTo>
                <a:lnTo>
                  <a:pt x="1144543" y="1571282"/>
                </a:lnTo>
                <a:lnTo>
                  <a:pt x="1132942" y="1589113"/>
                </a:lnTo>
                <a:moveTo>
                  <a:pt x="1010069" y="1504674"/>
                </a:moveTo>
                <a:lnTo>
                  <a:pt x="985323" y="1487157"/>
                </a:lnTo>
                <a:lnTo>
                  <a:pt x="941146" y="1454553"/>
                </a:lnTo>
                <a:lnTo>
                  <a:pt x="953776" y="1437437"/>
                </a:lnTo>
                <a:lnTo>
                  <a:pt x="997839" y="1470041"/>
                </a:lnTo>
                <a:lnTo>
                  <a:pt x="997639" y="1469841"/>
                </a:lnTo>
                <a:lnTo>
                  <a:pt x="1022271" y="1487243"/>
                </a:lnTo>
                <a:lnTo>
                  <a:pt x="1010069" y="1504674"/>
                </a:lnTo>
                <a:moveTo>
                  <a:pt x="890168" y="1415977"/>
                </a:moveTo>
                <a:lnTo>
                  <a:pt x="849906" y="1384859"/>
                </a:lnTo>
                <a:lnTo>
                  <a:pt x="840134" y="1377001"/>
                </a:lnTo>
                <a:lnTo>
                  <a:pt x="874481" y="1377001"/>
                </a:lnTo>
                <a:lnTo>
                  <a:pt x="903113" y="1399118"/>
                </a:lnTo>
                <a:lnTo>
                  <a:pt x="890168" y="1415977"/>
                </a:lnTo>
                <a:moveTo>
                  <a:pt x="201940" y="633336"/>
                </a:moveTo>
                <a:lnTo>
                  <a:pt x="177622" y="633336"/>
                </a:lnTo>
                <a:lnTo>
                  <a:pt x="160277" y="601990"/>
                </a:lnTo>
                <a:lnTo>
                  <a:pt x="147304" y="575986"/>
                </a:lnTo>
                <a:lnTo>
                  <a:pt x="166335" y="566528"/>
                </a:lnTo>
                <a:lnTo>
                  <a:pt x="179194" y="592331"/>
                </a:lnTo>
                <a:lnTo>
                  <a:pt x="179080" y="591903"/>
                </a:lnTo>
                <a:lnTo>
                  <a:pt x="201940" y="633336"/>
                </a:lnTo>
                <a:moveTo>
                  <a:pt x="119501" y="518208"/>
                </a:moveTo>
                <a:lnTo>
                  <a:pt x="103784" y="483346"/>
                </a:lnTo>
                <a:lnTo>
                  <a:pt x="86354" y="439483"/>
                </a:lnTo>
                <a:lnTo>
                  <a:pt x="106013" y="431625"/>
                </a:lnTo>
                <a:lnTo>
                  <a:pt x="123415" y="475174"/>
                </a:lnTo>
                <a:lnTo>
                  <a:pt x="123215" y="474745"/>
                </a:lnTo>
                <a:lnTo>
                  <a:pt x="138932" y="509492"/>
                </a:lnTo>
                <a:lnTo>
                  <a:pt x="119501" y="518208"/>
                </a:lnTo>
                <a:moveTo>
                  <a:pt x="64465" y="379047"/>
                </a:moveTo>
                <a:lnTo>
                  <a:pt x="59065" y="363445"/>
                </a:lnTo>
                <a:lnTo>
                  <a:pt x="41205" y="303324"/>
                </a:lnTo>
                <a:lnTo>
                  <a:pt x="39634" y="296837"/>
                </a:lnTo>
                <a:lnTo>
                  <a:pt x="60322" y="291751"/>
                </a:lnTo>
                <a:lnTo>
                  <a:pt x="61751" y="297694"/>
                </a:lnTo>
                <a:lnTo>
                  <a:pt x="79353" y="357188"/>
                </a:lnTo>
                <a:lnTo>
                  <a:pt x="79238" y="356759"/>
                </a:lnTo>
                <a:lnTo>
                  <a:pt x="84553" y="372161"/>
                </a:lnTo>
                <a:lnTo>
                  <a:pt x="64465" y="379047"/>
                </a:lnTo>
                <a:moveTo>
                  <a:pt x="61808" y="298009"/>
                </a:moveTo>
                <a:lnTo>
                  <a:pt x="61808" y="298009"/>
                </a:lnTo>
                <a:moveTo>
                  <a:pt x="24975" y="234286"/>
                </a:moveTo>
                <a:lnTo>
                  <a:pt x="15088" y="182366"/>
                </a:lnTo>
                <a:lnTo>
                  <a:pt x="10630" y="149962"/>
                </a:lnTo>
                <a:lnTo>
                  <a:pt x="31661" y="147104"/>
                </a:lnTo>
                <a:lnTo>
                  <a:pt x="36119" y="179280"/>
                </a:lnTo>
                <a:lnTo>
                  <a:pt x="36005" y="178737"/>
                </a:lnTo>
                <a:lnTo>
                  <a:pt x="45777" y="230257"/>
                </a:lnTo>
                <a:lnTo>
                  <a:pt x="24975" y="234286"/>
                </a:lnTo>
                <a:moveTo>
                  <a:pt x="3715" y="86011"/>
                </a:moveTo>
                <a:lnTo>
                  <a:pt x="1714" y="61065"/>
                </a:lnTo>
                <a:lnTo>
                  <a:pt x="0" y="629"/>
                </a:lnTo>
                <a:lnTo>
                  <a:pt x="21260" y="0"/>
                </a:lnTo>
                <a:lnTo>
                  <a:pt x="22946" y="60208"/>
                </a:lnTo>
                <a:lnTo>
                  <a:pt x="22946" y="59579"/>
                </a:lnTo>
                <a:lnTo>
                  <a:pt x="24975" y="84325"/>
                </a:lnTo>
                <a:lnTo>
                  <a:pt x="3715" y="86011"/>
                </a:lnTo>
              </a:path>
            </a:pathLst>
          </a:custGeom>
          <a:solidFill xmlns:a="http://schemas.openxmlformats.org/drawingml/2006/main">
            <a:srgbClr val="F173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BA167-C17C-40ED-B5F9-B03E1BCA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986" y="4121743"/>
            <a:ext cx="4947818" cy="317811"/>
          </a:xfrm>
          <a:custGeom xmlns:a="http://schemas.openxmlformats.org/drawingml/2006/main">
            <a:pathLst>
              <a:path w="4947818" h="317811">
                <a:moveTo>
                  <a:pt x="2374868" y="317811"/>
                </a:moveTo>
                <a:lnTo>
                  <a:pt x="2357466" y="317697"/>
                </a:lnTo>
                <a:lnTo>
                  <a:pt x="2357666" y="296437"/>
                </a:lnTo>
                <a:lnTo>
                  <a:pt x="2374868" y="296551"/>
                </a:lnTo>
                <a:lnTo>
                  <a:pt x="2442420" y="296180"/>
                </a:lnTo>
                <a:lnTo>
                  <a:pt x="2442648" y="317411"/>
                </a:lnTo>
                <a:lnTo>
                  <a:pt x="2374868" y="317811"/>
                </a:lnTo>
                <a:moveTo>
                  <a:pt x="2374983" y="296551"/>
                </a:moveTo>
                <a:lnTo>
                  <a:pt x="2374983" y="296551"/>
                </a:lnTo>
                <a:moveTo>
                  <a:pt x="2293744" y="317240"/>
                </a:moveTo>
                <a:lnTo>
                  <a:pt x="2237108" y="316840"/>
                </a:lnTo>
                <a:lnTo>
                  <a:pt x="2208647" y="316297"/>
                </a:lnTo>
                <a:lnTo>
                  <a:pt x="2209076" y="295065"/>
                </a:lnTo>
                <a:lnTo>
                  <a:pt x="2237451" y="295608"/>
                </a:lnTo>
                <a:lnTo>
                  <a:pt x="2237337" y="295608"/>
                </a:lnTo>
                <a:lnTo>
                  <a:pt x="2293944" y="296008"/>
                </a:lnTo>
                <a:lnTo>
                  <a:pt x="2293744" y="317240"/>
                </a:lnTo>
                <a:moveTo>
                  <a:pt x="2506370" y="317068"/>
                </a:moveTo>
                <a:lnTo>
                  <a:pt x="2506142" y="295808"/>
                </a:lnTo>
                <a:lnTo>
                  <a:pt x="2512428" y="295780"/>
                </a:lnTo>
                <a:lnTo>
                  <a:pt x="2512314" y="295780"/>
                </a:lnTo>
                <a:lnTo>
                  <a:pt x="2591010" y="294465"/>
                </a:lnTo>
                <a:lnTo>
                  <a:pt x="2591438" y="315697"/>
                </a:lnTo>
                <a:lnTo>
                  <a:pt x="2512628" y="317011"/>
                </a:lnTo>
                <a:lnTo>
                  <a:pt x="2506370" y="317068"/>
                </a:lnTo>
                <a:moveTo>
                  <a:pt x="2144925" y="315039"/>
                </a:moveTo>
                <a:lnTo>
                  <a:pt x="2099577" y="314154"/>
                </a:lnTo>
                <a:lnTo>
                  <a:pt x="2059857" y="312839"/>
                </a:lnTo>
                <a:lnTo>
                  <a:pt x="2060600" y="291608"/>
                </a:lnTo>
                <a:lnTo>
                  <a:pt x="2100205" y="292922"/>
                </a:lnTo>
                <a:lnTo>
                  <a:pt x="2100120" y="292922"/>
                </a:lnTo>
                <a:lnTo>
                  <a:pt x="2145354" y="293808"/>
                </a:lnTo>
                <a:lnTo>
                  <a:pt x="2144925" y="315039"/>
                </a:lnTo>
                <a:moveTo>
                  <a:pt x="2655275" y="314554"/>
                </a:moveTo>
                <a:lnTo>
                  <a:pt x="2654646" y="293322"/>
                </a:lnTo>
                <a:lnTo>
                  <a:pt x="2739600" y="290951"/>
                </a:lnTo>
                <a:lnTo>
                  <a:pt x="2740142" y="312182"/>
                </a:lnTo>
                <a:lnTo>
                  <a:pt x="2655275" y="314554"/>
                </a:lnTo>
                <a:moveTo>
                  <a:pt x="1996221" y="310782"/>
                </a:moveTo>
                <a:lnTo>
                  <a:pt x="1962674" y="309696"/>
                </a:lnTo>
                <a:lnTo>
                  <a:pt x="1911153" y="307324"/>
                </a:lnTo>
                <a:lnTo>
                  <a:pt x="1912125" y="286093"/>
                </a:lnTo>
                <a:lnTo>
                  <a:pt x="1963531" y="288436"/>
                </a:lnTo>
                <a:lnTo>
                  <a:pt x="1963417" y="288436"/>
                </a:lnTo>
                <a:lnTo>
                  <a:pt x="1996878" y="289550"/>
                </a:lnTo>
                <a:lnTo>
                  <a:pt x="1996221" y="310782"/>
                </a:lnTo>
                <a:moveTo>
                  <a:pt x="2803950" y="310239"/>
                </a:moveTo>
                <a:lnTo>
                  <a:pt x="2803122" y="288979"/>
                </a:lnTo>
                <a:lnTo>
                  <a:pt x="2888075" y="285721"/>
                </a:lnTo>
                <a:lnTo>
                  <a:pt x="2888933" y="306953"/>
                </a:lnTo>
                <a:lnTo>
                  <a:pt x="2803950" y="310239"/>
                </a:lnTo>
                <a:moveTo>
                  <a:pt x="1847545" y="304409"/>
                </a:moveTo>
                <a:lnTo>
                  <a:pt x="1826514" y="303466"/>
                </a:lnTo>
                <a:lnTo>
                  <a:pt x="1762563" y="299780"/>
                </a:lnTo>
                <a:lnTo>
                  <a:pt x="1763735" y="278606"/>
                </a:lnTo>
                <a:lnTo>
                  <a:pt x="1827686" y="282235"/>
                </a:lnTo>
                <a:lnTo>
                  <a:pt x="1827571" y="282235"/>
                </a:lnTo>
                <a:lnTo>
                  <a:pt x="1848488" y="283207"/>
                </a:lnTo>
                <a:lnTo>
                  <a:pt x="1847545" y="304409"/>
                </a:lnTo>
                <a:moveTo>
                  <a:pt x="2952655" y="304181"/>
                </a:moveTo>
                <a:lnTo>
                  <a:pt x="2951597" y="282950"/>
                </a:lnTo>
                <a:lnTo>
                  <a:pt x="3036465" y="278806"/>
                </a:lnTo>
                <a:lnTo>
                  <a:pt x="3037523" y="300009"/>
                </a:lnTo>
                <a:lnTo>
                  <a:pt x="2952655" y="304181"/>
                </a:lnTo>
                <a:moveTo>
                  <a:pt x="3101245" y="296437"/>
                </a:moveTo>
                <a:lnTo>
                  <a:pt x="3099959" y="275234"/>
                </a:lnTo>
                <a:lnTo>
                  <a:pt x="3184827" y="270177"/>
                </a:lnTo>
                <a:lnTo>
                  <a:pt x="3186112" y="291379"/>
                </a:lnTo>
                <a:lnTo>
                  <a:pt x="3101245" y="296437"/>
                </a:lnTo>
                <a:moveTo>
                  <a:pt x="1698955" y="296151"/>
                </a:moveTo>
                <a:lnTo>
                  <a:pt x="1691411" y="295723"/>
                </a:lnTo>
                <a:lnTo>
                  <a:pt x="1613973" y="290265"/>
                </a:lnTo>
                <a:lnTo>
                  <a:pt x="1615459" y="269091"/>
                </a:lnTo>
                <a:lnTo>
                  <a:pt x="1692783" y="274520"/>
                </a:lnTo>
                <a:lnTo>
                  <a:pt x="1692697" y="274520"/>
                </a:lnTo>
                <a:lnTo>
                  <a:pt x="1700127" y="274949"/>
                </a:lnTo>
                <a:lnTo>
                  <a:pt x="1698955" y="296151"/>
                </a:lnTo>
                <a:moveTo>
                  <a:pt x="3249720" y="286979"/>
                </a:moveTo>
                <a:lnTo>
                  <a:pt x="3248235" y="265776"/>
                </a:lnTo>
                <a:lnTo>
                  <a:pt x="3322472" y="260604"/>
                </a:lnTo>
                <a:lnTo>
                  <a:pt x="3322387" y="260604"/>
                </a:lnTo>
                <a:lnTo>
                  <a:pt x="3332902" y="259747"/>
                </a:lnTo>
                <a:lnTo>
                  <a:pt x="3334588" y="280921"/>
                </a:lnTo>
                <a:lnTo>
                  <a:pt x="3323958" y="281778"/>
                </a:lnTo>
                <a:lnTo>
                  <a:pt x="3249720" y="286979"/>
                </a:lnTo>
                <a:moveTo>
                  <a:pt x="1550365" y="285721"/>
                </a:moveTo>
                <a:lnTo>
                  <a:pt x="1465612" y="278721"/>
                </a:lnTo>
                <a:lnTo>
                  <a:pt x="1467412" y="257546"/>
                </a:lnTo>
                <a:lnTo>
                  <a:pt x="1552051" y="264547"/>
                </a:lnTo>
                <a:lnTo>
                  <a:pt x="1550365" y="285721"/>
                </a:lnTo>
                <a:moveTo>
                  <a:pt x="3398110" y="275777"/>
                </a:moveTo>
                <a:lnTo>
                  <a:pt x="3396396" y="254603"/>
                </a:lnTo>
                <a:lnTo>
                  <a:pt x="3452374" y="250088"/>
                </a:lnTo>
                <a:lnTo>
                  <a:pt x="3452289" y="250088"/>
                </a:lnTo>
                <a:lnTo>
                  <a:pt x="3480949" y="247488"/>
                </a:lnTo>
                <a:lnTo>
                  <a:pt x="3482978" y="268634"/>
                </a:lnTo>
                <a:lnTo>
                  <a:pt x="3454175" y="271262"/>
                </a:lnTo>
                <a:lnTo>
                  <a:pt x="3398110" y="275777"/>
                </a:lnTo>
                <a:moveTo>
                  <a:pt x="1401975" y="273148"/>
                </a:moveTo>
                <a:lnTo>
                  <a:pt x="1317450" y="265147"/>
                </a:lnTo>
                <a:lnTo>
                  <a:pt x="1319451" y="244002"/>
                </a:lnTo>
                <a:lnTo>
                  <a:pt x="1404004" y="252003"/>
                </a:lnTo>
                <a:lnTo>
                  <a:pt x="1401975" y="273148"/>
                </a:lnTo>
                <a:moveTo>
                  <a:pt x="3546386" y="262833"/>
                </a:moveTo>
                <a:lnTo>
                  <a:pt x="3544472" y="241659"/>
                </a:lnTo>
                <a:lnTo>
                  <a:pt x="3580305" y="238401"/>
                </a:lnTo>
                <a:lnTo>
                  <a:pt x="3628911" y="233429"/>
                </a:lnTo>
                <a:lnTo>
                  <a:pt x="3631025" y="254546"/>
                </a:lnTo>
                <a:lnTo>
                  <a:pt x="3582276" y="259518"/>
                </a:lnTo>
                <a:lnTo>
                  <a:pt x="3546386" y="262833"/>
                </a:lnTo>
                <a:moveTo>
                  <a:pt x="1253928" y="258604"/>
                </a:moveTo>
                <a:lnTo>
                  <a:pt x="1169375" y="249545"/>
                </a:lnTo>
                <a:lnTo>
                  <a:pt x="1171718" y="228429"/>
                </a:lnTo>
                <a:lnTo>
                  <a:pt x="1256157" y="237487"/>
                </a:lnTo>
                <a:lnTo>
                  <a:pt x="1253928" y="258604"/>
                </a:lnTo>
                <a:moveTo>
                  <a:pt x="3694433" y="248060"/>
                </a:moveTo>
                <a:lnTo>
                  <a:pt x="3692319" y="226943"/>
                </a:lnTo>
                <a:lnTo>
                  <a:pt x="3705692" y="225571"/>
                </a:lnTo>
                <a:lnTo>
                  <a:pt x="3705577" y="225600"/>
                </a:lnTo>
                <a:lnTo>
                  <a:pt x="3776643" y="217513"/>
                </a:lnTo>
                <a:lnTo>
                  <a:pt x="3778987" y="238630"/>
                </a:lnTo>
                <a:lnTo>
                  <a:pt x="3707921" y="246688"/>
                </a:lnTo>
                <a:lnTo>
                  <a:pt x="3694433" y="248060"/>
                </a:lnTo>
                <a:moveTo>
                  <a:pt x="1105967" y="241945"/>
                </a:moveTo>
                <a:lnTo>
                  <a:pt x="1041616" y="234172"/>
                </a:lnTo>
                <a:lnTo>
                  <a:pt x="1021528" y="231515"/>
                </a:lnTo>
                <a:lnTo>
                  <a:pt x="1024414" y="210455"/>
                </a:lnTo>
                <a:lnTo>
                  <a:pt x="1044273" y="213112"/>
                </a:lnTo>
                <a:lnTo>
                  <a:pt x="1044159" y="213084"/>
                </a:lnTo>
                <a:lnTo>
                  <a:pt x="1108539" y="220856"/>
                </a:lnTo>
                <a:lnTo>
                  <a:pt x="1105967" y="241945"/>
                </a:lnTo>
                <a:moveTo>
                  <a:pt x="3842480" y="231286"/>
                </a:moveTo>
                <a:lnTo>
                  <a:pt x="3839823" y="210226"/>
                </a:lnTo>
                <a:lnTo>
                  <a:pt x="3924176" y="199682"/>
                </a:lnTo>
                <a:lnTo>
                  <a:pt x="3926719" y="220770"/>
                </a:lnTo>
                <a:lnTo>
                  <a:pt x="3842480" y="231286"/>
                </a:lnTo>
                <a:moveTo>
                  <a:pt x="958348" y="223114"/>
                </a:moveTo>
                <a:lnTo>
                  <a:pt x="918629" y="217827"/>
                </a:lnTo>
                <a:lnTo>
                  <a:pt x="874109" y="211284"/>
                </a:lnTo>
                <a:lnTo>
                  <a:pt x="877081" y="191024"/>
                </a:lnTo>
                <a:lnTo>
                  <a:pt x="881282" y="190881"/>
                </a:lnTo>
                <a:lnTo>
                  <a:pt x="921601" y="196796"/>
                </a:lnTo>
                <a:lnTo>
                  <a:pt x="921487" y="196767"/>
                </a:lnTo>
                <a:lnTo>
                  <a:pt x="961206" y="202054"/>
                </a:lnTo>
                <a:lnTo>
                  <a:pt x="958348" y="223114"/>
                </a:lnTo>
                <a:moveTo>
                  <a:pt x="3990013" y="212398"/>
                </a:moveTo>
                <a:lnTo>
                  <a:pt x="3987155" y="191367"/>
                </a:lnTo>
                <a:lnTo>
                  <a:pt x="4064679" y="180765"/>
                </a:lnTo>
                <a:lnTo>
                  <a:pt x="4064565" y="180794"/>
                </a:lnTo>
                <a:lnTo>
                  <a:pt x="4071252" y="179794"/>
                </a:lnTo>
                <a:lnTo>
                  <a:pt x="4074338" y="200797"/>
                </a:lnTo>
                <a:lnTo>
                  <a:pt x="4067651" y="201797"/>
                </a:lnTo>
                <a:lnTo>
                  <a:pt x="3990013" y="212398"/>
                </a:lnTo>
                <a:moveTo>
                  <a:pt x="811016" y="202025"/>
                </a:moveTo>
                <a:lnTo>
                  <a:pt x="798614" y="200196"/>
                </a:lnTo>
                <a:lnTo>
                  <a:pt x="766239" y="194967"/>
                </a:lnTo>
                <a:lnTo>
                  <a:pt x="800414" y="193767"/>
                </a:lnTo>
                <a:lnTo>
                  <a:pt x="799900" y="178879"/>
                </a:lnTo>
                <a:lnTo>
                  <a:pt x="801900" y="179222"/>
                </a:lnTo>
                <a:lnTo>
                  <a:pt x="801786" y="179194"/>
                </a:lnTo>
                <a:lnTo>
                  <a:pt x="814102" y="180994"/>
                </a:lnTo>
                <a:lnTo>
                  <a:pt x="811016" y="202025"/>
                </a:lnTo>
                <a:moveTo>
                  <a:pt x="4137431" y="191367"/>
                </a:moveTo>
                <a:lnTo>
                  <a:pt x="4134260" y="170336"/>
                </a:lnTo>
                <a:lnTo>
                  <a:pt x="4177808" y="163820"/>
                </a:lnTo>
                <a:lnTo>
                  <a:pt x="4177694" y="163849"/>
                </a:lnTo>
                <a:lnTo>
                  <a:pt x="4218041" y="157277"/>
                </a:lnTo>
                <a:lnTo>
                  <a:pt x="4221442" y="178251"/>
                </a:lnTo>
                <a:lnTo>
                  <a:pt x="4180980" y="184823"/>
                </a:lnTo>
                <a:lnTo>
                  <a:pt x="4137431" y="191367"/>
                </a:lnTo>
                <a:moveTo>
                  <a:pt x="663940" y="178251"/>
                </a:moveTo>
                <a:lnTo>
                  <a:pt x="580244" y="163592"/>
                </a:lnTo>
                <a:lnTo>
                  <a:pt x="583959" y="142646"/>
                </a:lnTo>
                <a:lnTo>
                  <a:pt x="667655" y="157334"/>
                </a:lnTo>
                <a:lnTo>
                  <a:pt x="663940" y="178251"/>
                </a:lnTo>
                <a:moveTo>
                  <a:pt x="729234" y="175050"/>
                </a:moveTo>
                <a:lnTo>
                  <a:pt x="730406" y="167678"/>
                </a:lnTo>
                <a:lnTo>
                  <a:pt x="767525" y="173679"/>
                </a:lnTo>
                <a:lnTo>
                  <a:pt x="729234" y="175050"/>
                </a:lnTo>
                <a:moveTo>
                  <a:pt x="4284335" y="168021"/>
                </a:moveTo>
                <a:lnTo>
                  <a:pt x="4280935" y="147076"/>
                </a:lnTo>
                <a:lnTo>
                  <a:pt x="4286993" y="146075"/>
                </a:lnTo>
                <a:lnTo>
                  <a:pt x="4286879" y="146104"/>
                </a:lnTo>
                <a:lnTo>
                  <a:pt x="4364517" y="132388"/>
                </a:lnTo>
                <a:lnTo>
                  <a:pt x="4368232" y="153276"/>
                </a:lnTo>
                <a:lnTo>
                  <a:pt x="4290479" y="167049"/>
                </a:lnTo>
                <a:lnTo>
                  <a:pt x="4284335" y="168021"/>
                </a:lnTo>
                <a:moveTo>
                  <a:pt x="517465" y="151762"/>
                </a:moveTo>
                <a:lnTo>
                  <a:pt x="458829" y="140532"/>
                </a:lnTo>
                <a:lnTo>
                  <a:pt x="433997" y="135360"/>
                </a:lnTo>
                <a:lnTo>
                  <a:pt x="438226" y="114586"/>
                </a:lnTo>
                <a:lnTo>
                  <a:pt x="463086" y="119701"/>
                </a:lnTo>
                <a:lnTo>
                  <a:pt x="462972" y="119672"/>
                </a:lnTo>
                <a:lnTo>
                  <a:pt x="521494" y="130902"/>
                </a:lnTo>
                <a:lnTo>
                  <a:pt x="517465" y="151762"/>
                </a:lnTo>
                <a:moveTo>
                  <a:pt x="4431011" y="141646"/>
                </a:moveTo>
                <a:lnTo>
                  <a:pt x="4426953" y="120787"/>
                </a:lnTo>
                <a:lnTo>
                  <a:pt x="4493133" y="108042"/>
                </a:lnTo>
                <a:lnTo>
                  <a:pt x="4492933" y="108099"/>
                </a:lnTo>
                <a:lnTo>
                  <a:pt x="4510221" y="104470"/>
                </a:lnTo>
                <a:lnTo>
                  <a:pt x="4514593" y="125273"/>
                </a:lnTo>
                <a:lnTo>
                  <a:pt x="4497162" y="128902"/>
                </a:lnTo>
                <a:lnTo>
                  <a:pt x="4431011" y="141646"/>
                </a:lnTo>
                <a:moveTo>
                  <a:pt x="371532" y="122444"/>
                </a:moveTo>
                <a:lnTo>
                  <a:pt x="353358" y="118672"/>
                </a:lnTo>
                <a:lnTo>
                  <a:pt x="288465" y="103984"/>
                </a:lnTo>
                <a:lnTo>
                  <a:pt x="293151" y="83268"/>
                </a:lnTo>
                <a:lnTo>
                  <a:pt x="357930" y="97927"/>
                </a:lnTo>
                <a:lnTo>
                  <a:pt x="357845" y="97898"/>
                </a:lnTo>
                <a:lnTo>
                  <a:pt x="375876" y="101641"/>
                </a:lnTo>
                <a:lnTo>
                  <a:pt x="371532" y="122444"/>
                </a:lnTo>
                <a:moveTo>
                  <a:pt x="4576943" y="112243"/>
                </a:moveTo>
                <a:lnTo>
                  <a:pt x="4572571" y="91469"/>
                </a:lnTo>
                <a:lnTo>
                  <a:pt x="4589459" y="87925"/>
                </a:lnTo>
                <a:lnTo>
                  <a:pt x="4589374" y="87954"/>
                </a:lnTo>
                <a:lnTo>
                  <a:pt x="4635779" y="77610"/>
                </a:lnTo>
                <a:lnTo>
                  <a:pt x="4635665" y="77638"/>
                </a:lnTo>
                <a:lnTo>
                  <a:pt x="4655325" y="73066"/>
                </a:lnTo>
                <a:lnTo>
                  <a:pt x="4660097" y="93755"/>
                </a:lnTo>
                <a:lnTo>
                  <a:pt x="4640437" y="98327"/>
                </a:lnTo>
                <a:lnTo>
                  <a:pt x="4593917" y="108699"/>
                </a:lnTo>
                <a:lnTo>
                  <a:pt x="4576943" y="112243"/>
                </a:lnTo>
                <a:moveTo>
                  <a:pt x="226228" y="89383"/>
                </a:moveTo>
                <a:lnTo>
                  <a:pt x="155391" y="71980"/>
                </a:lnTo>
                <a:lnTo>
                  <a:pt x="143618" y="68894"/>
                </a:lnTo>
                <a:lnTo>
                  <a:pt x="148933" y="48320"/>
                </a:lnTo>
                <a:lnTo>
                  <a:pt x="160706" y="51406"/>
                </a:lnTo>
                <a:lnTo>
                  <a:pt x="160477" y="51406"/>
                </a:lnTo>
                <a:lnTo>
                  <a:pt x="231229" y="68780"/>
                </a:lnTo>
                <a:lnTo>
                  <a:pt x="226228" y="89383"/>
                </a:lnTo>
                <a:moveTo>
                  <a:pt x="4722219" y="78953"/>
                </a:moveTo>
                <a:lnTo>
                  <a:pt x="4717247" y="58322"/>
                </a:lnTo>
                <a:lnTo>
                  <a:pt x="4724791" y="56521"/>
                </a:lnTo>
                <a:lnTo>
                  <a:pt x="4724676" y="56521"/>
                </a:lnTo>
                <a:lnTo>
                  <a:pt x="4767253" y="45663"/>
                </a:lnTo>
                <a:lnTo>
                  <a:pt x="4767167" y="45663"/>
                </a:lnTo>
                <a:lnTo>
                  <a:pt x="4799228" y="37176"/>
                </a:lnTo>
                <a:lnTo>
                  <a:pt x="4804658" y="57693"/>
                </a:lnTo>
                <a:lnTo>
                  <a:pt x="4772568" y="66237"/>
                </a:lnTo>
                <a:lnTo>
                  <a:pt x="4729763" y="77095"/>
                </a:lnTo>
                <a:lnTo>
                  <a:pt x="4722219" y="78953"/>
                </a:lnTo>
                <a:moveTo>
                  <a:pt x="81896" y="52378"/>
                </a:moveTo>
                <a:lnTo>
                  <a:pt x="63522" y="47377"/>
                </a:lnTo>
                <a:lnTo>
                  <a:pt x="19431" y="34833"/>
                </a:lnTo>
                <a:lnTo>
                  <a:pt x="0" y="29004"/>
                </a:lnTo>
                <a:lnTo>
                  <a:pt x="6058" y="8715"/>
                </a:lnTo>
                <a:lnTo>
                  <a:pt x="25489" y="14459"/>
                </a:lnTo>
                <a:lnTo>
                  <a:pt x="25289" y="14459"/>
                </a:lnTo>
                <a:lnTo>
                  <a:pt x="69266" y="26975"/>
                </a:lnTo>
                <a:lnTo>
                  <a:pt x="69152" y="26889"/>
                </a:lnTo>
                <a:lnTo>
                  <a:pt x="87525" y="31861"/>
                </a:lnTo>
                <a:lnTo>
                  <a:pt x="81896" y="52378"/>
                </a:lnTo>
                <a:moveTo>
                  <a:pt x="4866265" y="40376"/>
                </a:moveTo>
                <a:lnTo>
                  <a:pt x="4860407" y="19974"/>
                </a:lnTo>
                <a:lnTo>
                  <a:pt x="4886525" y="12316"/>
                </a:lnTo>
                <a:lnTo>
                  <a:pt x="4886439" y="12430"/>
                </a:lnTo>
                <a:lnTo>
                  <a:pt x="4923387" y="1057"/>
                </a:lnTo>
                <a:lnTo>
                  <a:pt x="4923187" y="1057"/>
                </a:lnTo>
                <a:lnTo>
                  <a:pt x="4926473" y="0"/>
                </a:lnTo>
                <a:lnTo>
                  <a:pt x="4942789" y="0"/>
                </a:lnTo>
                <a:lnTo>
                  <a:pt x="4947818" y="15402"/>
                </a:lnTo>
                <a:lnTo>
                  <a:pt x="4929673" y="21346"/>
                </a:lnTo>
                <a:lnTo>
                  <a:pt x="4892583" y="32718"/>
                </a:lnTo>
                <a:lnTo>
                  <a:pt x="4866265" y="40376"/>
                </a:lnTo>
              </a:path>
            </a:pathLst>
          </a:custGeom>
          <a:solidFill xmlns:a="http://schemas.openxmlformats.org/drawingml/2006/main">
            <a:srgbClr val="6985C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3c3b40e744bbf"/>
          <a:stretch xmlns:a="http://schemas.openxmlformats.org/drawingml/2006/main"/>
        </p:blipFill>
        <p:spPr>
          <a:xfrm xmlns:a="http://schemas.openxmlformats.org/drawingml/2006/main">
            <a:off x="12584459" y="4117318"/>
            <a:ext cx="16316" cy="4079"/>
          </a:xfrm>
          <a:prstGeom xmlns:a="http://schemas.openxmlformats.org/drawingml/2006/main" prst="rect">
            <a:avLst/>
          </a:prstGeom>
        </p:spPr>
      </p:pic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1AC9E5-6E0C-425C-B7EF-310C689C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546" y="4121745"/>
            <a:ext cx="117929" cy="14459"/>
          </a:xfrm>
          <a:custGeom xmlns:a="http://schemas.openxmlformats.org/drawingml/2006/main">
            <a:pathLst>
              <a:path w="117929" h="14459">
                <a:moveTo>
                  <a:pt x="117929" y="14459"/>
                </a:moveTo>
                <a:lnTo>
                  <a:pt x="117929" y="14459"/>
                </a:lnTo>
                <a:moveTo>
                  <a:pt x="31375" y="10201"/>
                </a:moveTo>
                <a:lnTo>
                  <a:pt x="27775" y="9144"/>
                </a:lnTo>
                <a:lnTo>
                  <a:pt x="0" y="0"/>
                </a:lnTo>
                <a:lnTo>
                  <a:pt x="34604" y="0"/>
                </a:lnTo>
                <a:lnTo>
                  <a:pt x="31375" y="10201"/>
                </a:lnTo>
              </a:path>
            </a:pathLst>
          </a:custGeom>
          <a:solidFill xmlns:a="http://schemas.openxmlformats.org/drawingml/2006/main">
            <a:srgbClr val="6985C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878a565da41df"/>
          <a:stretch xmlns:a="http://schemas.openxmlformats.org/drawingml/2006/main"/>
        </p:blipFill>
        <p:spPr>
          <a:xfrm xmlns:a="http://schemas.openxmlformats.org/drawingml/2006/main">
            <a:off x="7516597" y="4084796"/>
            <a:ext cx="86211" cy="36947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edcffaefa4c14"/>
          <a:stretch xmlns:a="http://schemas.openxmlformats.org/drawingml/2006/main"/>
        </p:blipFill>
        <p:spPr>
          <a:xfrm xmlns:a="http://schemas.openxmlformats.org/drawingml/2006/main">
            <a:off x="12659325" y="4066598"/>
            <a:ext cx="86897" cy="49655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7cfa8e3d14fac"/>
          <a:stretch xmlns:a="http://schemas.openxmlformats.org/drawingml/2006/main"/>
        </p:blipFill>
        <p:spPr>
          <a:xfrm xmlns:a="http://schemas.openxmlformats.org/drawingml/2006/main">
            <a:off x="7388838" y="4056774"/>
            <a:ext cx="74695" cy="24898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20B44-FACB-4586-95E1-9B922697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031047"/>
            <a:ext cx="38948" cy="14030"/>
          </a:xfrm>
          <a:custGeom xmlns:a="http://schemas.openxmlformats.org/drawingml/2006/main">
            <a:pathLst>
              <a:path w="38948" h="14030">
                <a:moveTo>
                  <a:pt x="38948" y="14030"/>
                </a:moveTo>
                <a:lnTo>
                  <a:pt x="0" y="14030"/>
                </a:lnTo>
                <a:lnTo>
                  <a:pt x="5944" y="0"/>
                </a:lnTo>
                <a:lnTo>
                  <a:pt x="36519" y="13059"/>
                </a:lnTo>
                <a:lnTo>
                  <a:pt x="36319" y="12944"/>
                </a:lnTo>
                <a:lnTo>
                  <a:pt x="38948" y="14030"/>
                </a:lnTo>
              </a:path>
            </a:pathLst>
          </a:custGeom>
          <a:solidFill xmlns:a="http://schemas.openxmlformats.org/drawingml/2006/main">
            <a:srgbClr val="6985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B6DF3-E92A-47C5-A2E9-2A8702C7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865" y="4045078"/>
            <a:ext cx="67866" cy="10601"/>
          </a:xfrm>
          <a:custGeom xmlns:a="http://schemas.openxmlformats.org/drawingml/2006/main">
            <a:pathLst>
              <a:path w="67866" h="10601">
                <a:moveTo>
                  <a:pt x="67866" y="10601"/>
                </a:moveTo>
                <a:lnTo>
                  <a:pt x="11973" y="10601"/>
                </a:lnTo>
                <a:lnTo>
                  <a:pt x="0" y="5515"/>
                </a:lnTo>
                <a:lnTo>
                  <a:pt x="2343" y="0"/>
                </a:lnTo>
                <a:lnTo>
                  <a:pt x="41291" y="0"/>
                </a:lnTo>
                <a:lnTo>
                  <a:pt x="67866" y="10601"/>
                </a:lnTo>
              </a:path>
            </a:pathLst>
          </a:custGeom>
          <a:solidFill xmlns:a="http://schemas.openxmlformats.org/drawingml/2006/main">
            <a:srgbClr val="6783B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5eda6447548dc"/>
          <a:stretch xmlns:a="http://schemas.openxmlformats.org/drawingml/2006/main"/>
        </p:blipFill>
        <p:spPr>
          <a:xfrm xmlns:a="http://schemas.openxmlformats.org/drawingml/2006/main">
            <a:off x="12803800" y="4055678"/>
            <a:ext cx="8115" cy="4058"/>
          </a:xfrm>
          <a:prstGeom xmlns:a="http://schemas.openxmlformats.org/drawingml/2006/main" prst="rect">
            <a:avLst/>
          </a:prstGeom>
        </p:spPr>
      </p:pic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FBF76-784F-4057-815A-A930E1E7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714" y="3999928"/>
            <a:ext cx="84639" cy="45149"/>
          </a:xfrm>
          <a:custGeom xmlns:a="http://schemas.openxmlformats.org/drawingml/2006/main">
            <a:pathLst>
              <a:path w="84639" h="45149">
                <a:moveTo>
                  <a:pt x="37805" y="45149"/>
                </a:moveTo>
                <a:lnTo>
                  <a:pt x="2286" y="45149"/>
                </a:lnTo>
                <a:lnTo>
                  <a:pt x="143" y="40519"/>
                </a:lnTo>
                <a:lnTo>
                  <a:pt x="0" y="40577"/>
                </a:lnTo>
                <a:lnTo>
                  <a:pt x="114" y="40519"/>
                </a:lnTo>
                <a:lnTo>
                  <a:pt x="114" y="40462"/>
                </a:lnTo>
                <a:lnTo>
                  <a:pt x="200" y="40462"/>
                </a:lnTo>
                <a:lnTo>
                  <a:pt x="24203" y="28346"/>
                </a:lnTo>
                <a:lnTo>
                  <a:pt x="23889" y="28575"/>
                </a:lnTo>
                <a:lnTo>
                  <a:pt x="46406" y="16259"/>
                </a:lnTo>
                <a:lnTo>
                  <a:pt x="46091" y="16459"/>
                </a:lnTo>
                <a:lnTo>
                  <a:pt x="66808" y="4143"/>
                </a:lnTo>
                <a:lnTo>
                  <a:pt x="66380" y="4343"/>
                </a:lnTo>
                <a:lnTo>
                  <a:pt x="73066" y="0"/>
                </a:lnTo>
                <a:lnTo>
                  <a:pt x="84639" y="17831"/>
                </a:lnTo>
                <a:lnTo>
                  <a:pt x="77838" y="22317"/>
                </a:lnTo>
                <a:lnTo>
                  <a:pt x="56807" y="34833"/>
                </a:lnTo>
                <a:lnTo>
                  <a:pt x="37805" y="45149"/>
                </a:lnTo>
              </a:path>
            </a:pathLst>
          </a:custGeom>
          <a:solidFill xmlns:a="http://schemas.openxmlformats.org/drawingml/2006/main">
            <a:srgbClr val="6985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1C7E9-F9FC-468E-A809-39DB9BE4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000" y="4045078"/>
            <a:ext cx="35519" cy="10601"/>
          </a:xfrm>
          <a:custGeom xmlns:a="http://schemas.openxmlformats.org/drawingml/2006/main">
            <a:pathLst>
              <a:path w="35519" h="10601">
                <a:moveTo>
                  <a:pt x="14745" y="10601"/>
                </a:moveTo>
                <a:lnTo>
                  <a:pt x="4972" y="10601"/>
                </a:lnTo>
                <a:lnTo>
                  <a:pt x="0" y="0"/>
                </a:lnTo>
                <a:lnTo>
                  <a:pt x="35519" y="0"/>
                </a:lnTo>
                <a:lnTo>
                  <a:pt x="31604" y="2115"/>
                </a:lnTo>
                <a:lnTo>
                  <a:pt x="14745" y="10601"/>
                </a:lnTo>
              </a:path>
            </a:pathLst>
          </a:custGeom>
          <a:solidFill xmlns:a="http://schemas.openxmlformats.org/drawingml/2006/main">
            <a:srgbClr val="6783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E6C30-0EDE-42E6-A44C-AD56A118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020" y="3964552"/>
            <a:ext cx="84753" cy="59179"/>
          </a:xfrm>
          <a:custGeom xmlns:a="http://schemas.openxmlformats.org/drawingml/2006/main">
            <a:pathLst>
              <a:path w="84753" h="59179">
                <a:moveTo>
                  <a:pt x="75524" y="59179"/>
                </a:moveTo>
                <a:lnTo>
                  <a:pt x="71066" y="56921"/>
                </a:lnTo>
                <a:lnTo>
                  <a:pt x="43234" y="42691"/>
                </a:lnTo>
                <a:lnTo>
                  <a:pt x="16888" y="28375"/>
                </a:lnTo>
                <a:lnTo>
                  <a:pt x="0" y="18288"/>
                </a:lnTo>
                <a:lnTo>
                  <a:pt x="10858" y="0"/>
                </a:lnTo>
                <a:lnTo>
                  <a:pt x="27518" y="10001"/>
                </a:lnTo>
                <a:lnTo>
                  <a:pt x="27203" y="9773"/>
                </a:lnTo>
                <a:lnTo>
                  <a:pt x="53321" y="24003"/>
                </a:lnTo>
                <a:lnTo>
                  <a:pt x="53007" y="23917"/>
                </a:lnTo>
                <a:lnTo>
                  <a:pt x="80467" y="37948"/>
                </a:lnTo>
                <a:lnTo>
                  <a:pt x="84753" y="39948"/>
                </a:lnTo>
                <a:lnTo>
                  <a:pt x="75524" y="59179"/>
                </a:lnTo>
                <a:moveTo>
                  <a:pt x="80639" y="38033"/>
                </a:moveTo>
                <a:lnTo>
                  <a:pt x="80639" y="38033"/>
                </a:lnTo>
              </a:path>
            </a:pathLst>
          </a:custGeom>
          <a:solidFill xmlns:a="http://schemas.openxmlformats.org/drawingml/2006/main">
            <a:srgbClr val="6985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1F150-8970-4E61-B4DB-2FB0B827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0066" y="3887230"/>
            <a:ext cx="99841" cy="118443"/>
          </a:xfrm>
          <a:custGeom xmlns:a="http://schemas.openxmlformats.org/drawingml/2006/main">
            <a:pathLst>
              <a:path w="99841" h="118443">
                <a:moveTo>
                  <a:pt x="91240" y="118443"/>
                </a:moveTo>
                <a:lnTo>
                  <a:pt x="0" y="64265"/>
                </a:lnTo>
                <a:lnTo>
                  <a:pt x="99841" y="0"/>
                </a:lnTo>
                <a:lnTo>
                  <a:pt x="91240" y="118443"/>
                </a:lnTo>
              </a:path>
            </a:pathLst>
          </a:custGeom>
          <a:solidFill xmlns:a="http://schemas.openxmlformats.org/drawingml/2006/main">
            <a:srgbClr val="6985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2FFF8-8F30-478A-88A2-B4F3454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572" y="3792273"/>
            <a:ext cx="204768" cy="196282"/>
          </a:xfrm>
          <a:custGeom xmlns:a="http://schemas.openxmlformats.org/drawingml/2006/main">
            <a:pathLst>
              <a:path w="204768" h="196282">
                <a:moveTo>
                  <a:pt x="204768" y="196282"/>
                </a:moveTo>
                <a:lnTo>
                  <a:pt x="204768" y="196282"/>
                </a:lnTo>
                <a:moveTo>
                  <a:pt x="97298" y="154648"/>
                </a:moveTo>
                <a:lnTo>
                  <a:pt x="80410" y="141703"/>
                </a:lnTo>
                <a:lnTo>
                  <a:pt x="62894" y="126616"/>
                </a:lnTo>
                <a:lnTo>
                  <a:pt x="46749" y="110900"/>
                </a:lnTo>
                <a:lnTo>
                  <a:pt x="39976" y="100470"/>
                </a:lnTo>
                <a:lnTo>
                  <a:pt x="0" y="118758"/>
                </a:lnTo>
                <a:lnTo>
                  <a:pt x="4143" y="0"/>
                </a:lnTo>
                <a:lnTo>
                  <a:pt x="96555" y="74581"/>
                </a:lnTo>
                <a:lnTo>
                  <a:pt x="59493" y="91526"/>
                </a:lnTo>
                <a:lnTo>
                  <a:pt x="63208" y="97298"/>
                </a:lnTo>
                <a:lnTo>
                  <a:pt x="77524" y="111214"/>
                </a:lnTo>
                <a:lnTo>
                  <a:pt x="77010" y="110785"/>
                </a:lnTo>
                <a:lnTo>
                  <a:pt x="93926" y="125301"/>
                </a:lnTo>
                <a:lnTo>
                  <a:pt x="110242" y="137874"/>
                </a:lnTo>
                <a:lnTo>
                  <a:pt x="97298" y="154648"/>
                </a:lnTo>
                <a:moveTo>
                  <a:pt x="94097" y="125444"/>
                </a:moveTo>
                <a:lnTo>
                  <a:pt x="94097" y="125444"/>
                </a:lnTo>
                <a:moveTo>
                  <a:pt x="63837" y="98269"/>
                </a:moveTo>
                <a:lnTo>
                  <a:pt x="63837" y="98269"/>
                </a:lnTo>
              </a:path>
            </a:pathLst>
          </a:custGeom>
          <a:solidFill xmlns:a="http://schemas.openxmlformats.org/drawingml/2006/main">
            <a:srgbClr val="6985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EB4F8-DBA0-47D6-BA68-7274EFC8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991" y="4295422"/>
            <a:ext cx="154276" cy="21288"/>
          </a:xfrm>
          <a:custGeom xmlns:a="http://schemas.openxmlformats.org/drawingml/2006/main">
            <a:pathLst>
              <a:path w="154276" h="21288">
                <a:moveTo>
                  <a:pt x="39233" y="21288"/>
                </a:moveTo>
                <a:lnTo>
                  <a:pt x="0" y="14973"/>
                </a:lnTo>
                <a:lnTo>
                  <a:pt x="2229" y="1372"/>
                </a:lnTo>
                <a:lnTo>
                  <a:pt x="40519" y="0"/>
                </a:lnTo>
                <a:lnTo>
                  <a:pt x="72895" y="5201"/>
                </a:lnTo>
                <a:lnTo>
                  <a:pt x="73409" y="20088"/>
                </a:lnTo>
                <a:lnTo>
                  <a:pt x="39233" y="21288"/>
                </a:lnTo>
                <a:moveTo>
                  <a:pt x="150076" y="17345"/>
                </a:moveTo>
                <a:lnTo>
                  <a:pt x="150190" y="16602"/>
                </a:lnTo>
                <a:lnTo>
                  <a:pt x="154276" y="17202"/>
                </a:lnTo>
                <a:lnTo>
                  <a:pt x="150076" y="17345"/>
                </a:lnTo>
              </a:path>
            </a:pathLst>
          </a:custGeom>
          <a:solidFill xmlns:a="http://schemas.openxmlformats.org/drawingml/2006/main">
            <a:srgbClr val="7276A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041DB-E00B-4244-8A5D-F3E3A3F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090" y="523123"/>
            <a:ext cx="7494994" cy="499834"/>
          </a:xfrm>
          <a:custGeom xmlns:a="http://schemas.openxmlformats.org/drawingml/2006/main">
            <a:pathLst>
              <a:path w="7494994" h="499834">
                <a:moveTo>
                  <a:pt x="2055085" y="43234"/>
                </a:moveTo>
                <a:lnTo>
                  <a:pt x="2050399" y="43434"/>
                </a:lnTo>
                <a:lnTo>
                  <a:pt x="2051571" y="64694"/>
                </a:lnTo>
                <a:lnTo>
                  <a:pt x="2056228" y="64379"/>
                </a:lnTo>
                <a:lnTo>
                  <a:pt x="2056143" y="64379"/>
                </a:lnTo>
                <a:lnTo>
                  <a:pt x="2136438" y="60550"/>
                </a:lnTo>
                <a:lnTo>
                  <a:pt x="2135381" y="39319"/>
                </a:lnTo>
                <a:lnTo>
                  <a:pt x="2055085" y="43234"/>
                </a:lnTo>
                <a:close/>
                <a:moveTo>
                  <a:pt x="1986791" y="46949"/>
                </a:moveTo>
                <a:lnTo>
                  <a:pt x="1901923" y="51521"/>
                </a:lnTo>
                <a:lnTo>
                  <a:pt x="1903095" y="72752"/>
                </a:lnTo>
                <a:lnTo>
                  <a:pt x="1987934" y="68094"/>
                </a:lnTo>
                <a:lnTo>
                  <a:pt x="1986791" y="46949"/>
                </a:lnTo>
                <a:close/>
                <a:moveTo>
                  <a:pt x="1838287" y="55350"/>
                </a:moveTo>
                <a:lnTo>
                  <a:pt x="1753419" y="60322"/>
                </a:lnTo>
                <a:lnTo>
                  <a:pt x="1754705" y="81582"/>
                </a:lnTo>
                <a:lnTo>
                  <a:pt x="1839573" y="76467"/>
                </a:lnTo>
                <a:lnTo>
                  <a:pt x="1838287" y="55350"/>
                </a:lnTo>
                <a:close/>
                <a:moveTo>
                  <a:pt x="1689811" y="64465"/>
                </a:moveTo>
                <a:lnTo>
                  <a:pt x="1605058" y="70009"/>
                </a:lnTo>
                <a:lnTo>
                  <a:pt x="1606429" y="91240"/>
                </a:lnTo>
                <a:lnTo>
                  <a:pt x="1691183" y="85611"/>
                </a:lnTo>
                <a:lnTo>
                  <a:pt x="1689811" y="64465"/>
                </a:lnTo>
                <a:close/>
                <a:moveTo>
                  <a:pt x="1541450" y="74466"/>
                </a:moveTo>
                <a:lnTo>
                  <a:pt x="1456668" y="80524"/>
                </a:lnTo>
                <a:lnTo>
                  <a:pt x="1458154" y="101756"/>
                </a:lnTo>
                <a:lnTo>
                  <a:pt x="1542936" y="95698"/>
                </a:lnTo>
                <a:lnTo>
                  <a:pt x="1541450" y="74466"/>
                </a:lnTo>
                <a:close/>
                <a:moveTo>
                  <a:pt x="1382430" y="86154"/>
                </a:moveTo>
                <a:lnTo>
                  <a:pt x="1313307" y="91669"/>
                </a:lnTo>
                <a:lnTo>
                  <a:pt x="1308306" y="92097"/>
                </a:lnTo>
                <a:lnTo>
                  <a:pt x="1310021" y="113214"/>
                </a:lnTo>
                <a:lnTo>
                  <a:pt x="1315107" y="112786"/>
                </a:lnTo>
                <a:lnTo>
                  <a:pt x="1384144" y="107271"/>
                </a:lnTo>
                <a:lnTo>
                  <a:pt x="1384030" y="107271"/>
                </a:lnTo>
                <a:lnTo>
                  <a:pt x="1394660" y="106528"/>
                </a:lnTo>
                <a:lnTo>
                  <a:pt x="1393060" y="85296"/>
                </a:lnTo>
                <a:lnTo>
                  <a:pt x="1382430" y="86154"/>
                </a:lnTo>
                <a:close/>
                <a:moveTo>
                  <a:pt x="1161945" y="125873"/>
                </a:moveTo>
                <a:lnTo>
                  <a:pt x="1180862" y="124158"/>
                </a:lnTo>
                <a:lnTo>
                  <a:pt x="1246584" y="118415"/>
                </a:lnTo>
                <a:lnTo>
                  <a:pt x="1244670" y="97298"/>
                </a:lnTo>
                <a:lnTo>
                  <a:pt x="1178947" y="102927"/>
                </a:lnTo>
                <a:lnTo>
                  <a:pt x="1160031" y="104613"/>
                </a:lnTo>
                <a:lnTo>
                  <a:pt x="1161945" y="125873"/>
                </a:lnTo>
                <a:close/>
                <a:moveTo>
                  <a:pt x="1011869" y="118415"/>
                </a:moveTo>
                <a:lnTo>
                  <a:pt x="1013984" y="139675"/>
                </a:lnTo>
                <a:lnTo>
                  <a:pt x="1052217" y="135960"/>
                </a:lnTo>
                <a:lnTo>
                  <a:pt x="1052132" y="135960"/>
                </a:lnTo>
                <a:lnTo>
                  <a:pt x="1098537" y="131588"/>
                </a:lnTo>
                <a:lnTo>
                  <a:pt x="1096508" y="110357"/>
                </a:lnTo>
                <a:lnTo>
                  <a:pt x="1050103" y="114700"/>
                </a:lnTo>
                <a:lnTo>
                  <a:pt x="1011869" y="118415"/>
                </a:lnTo>
                <a:close/>
                <a:moveTo>
                  <a:pt x="948461" y="124816"/>
                </a:moveTo>
                <a:lnTo>
                  <a:pt x="927116" y="127044"/>
                </a:lnTo>
                <a:lnTo>
                  <a:pt x="867851" y="133302"/>
                </a:lnTo>
                <a:lnTo>
                  <a:pt x="863822" y="133731"/>
                </a:lnTo>
                <a:lnTo>
                  <a:pt x="866165" y="154876"/>
                </a:lnTo>
                <a:lnTo>
                  <a:pt x="870194" y="154448"/>
                </a:lnTo>
                <a:lnTo>
                  <a:pt x="870080" y="154448"/>
                </a:lnTo>
                <a:lnTo>
                  <a:pt x="929345" y="148161"/>
                </a:lnTo>
                <a:lnTo>
                  <a:pt x="929230" y="148161"/>
                </a:lnTo>
                <a:lnTo>
                  <a:pt x="950576" y="145933"/>
                </a:lnTo>
                <a:lnTo>
                  <a:pt x="948461" y="124816"/>
                </a:lnTo>
                <a:close/>
                <a:moveTo>
                  <a:pt x="718633" y="171964"/>
                </a:moveTo>
                <a:lnTo>
                  <a:pt x="756752" y="167392"/>
                </a:lnTo>
                <a:lnTo>
                  <a:pt x="802957" y="161992"/>
                </a:lnTo>
                <a:lnTo>
                  <a:pt x="800500" y="140846"/>
                </a:lnTo>
                <a:lnTo>
                  <a:pt x="754209" y="146247"/>
                </a:lnTo>
                <a:lnTo>
                  <a:pt x="716090" y="150933"/>
                </a:lnTo>
                <a:lnTo>
                  <a:pt x="718633" y="171964"/>
                </a:lnTo>
                <a:close/>
                <a:moveTo>
                  <a:pt x="652767" y="158791"/>
                </a:moveTo>
                <a:lnTo>
                  <a:pt x="647252" y="159534"/>
                </a:lnTo>
                <a:lnTo>
                  <a:pt x="596275" y="166221"/>
                </a:lnTo>
                <a:lnTo>
                  <a:pt x="568442" y="170164"/>
                </a:lnTo>
                <a:lnTo>
                  <a:pt x="571300" y="191195"/>
                </a:lnTo>
                <a:lnTo>
                  <a:pt x="599246" y="187366"/>
                </a:lnTo>
                <a:lnTo>
                  <a:pt x="599132" y="187366"/>
                </a:lnTo>
                <a:lnTo>
                  <a:pt x="650024" y="180565"/>
                </a:lnTo>
                <a:lnTo>
                  <a:pt x="649910" y="180565"/>
                </a:lnTo>
                <a:lnTo>
                  <a:pt x="655425" y="179822"/>
                </a:lnTo>
                <a:lnTo>
                  <a:pt x="652767" y="158791"/>
                </a:lnTo>
                <a:close/>
                <a:moveTo>
                  <a:pt x="454571" y="187052"/>
                </a:moveTo>
                <a:lnTo>
                  <a:pt x="421138" y="192567"/>
                </a:lnTo>
                <a:lnTo>
                  <a:pt x="424624" y="213484"/>
                </a:lnTo>
                <a:lnTo>
                  <a:pt x="457886" y="208083"/>
                </a:lnTo>
                <a:lnTo>
                  <a:pt x="503120" y="201054"/>
                </a:lnTo>
                <a:lnTo>
                  <a:pt x="508321" y="200311"/>
                </a:lnTo>
                <a:lnTo>
                  <a:pt x="505235" y="179280"/>
                </a:lnTo>
                <a:lnTo>
                  <a:pt x="499948" y="180022"/>
                </a:lnTo>
                <a:lnTo>
                  <a:pt x="454571" y="187052"/>
                </a:lnTo>
                <a:close/>
                <a:moveTo>
                  <a:pt x="358159" y="203511"/>
                </a:moveTo>
                <a:lnTo>
                  <a:pt x="330013" y="208597"/>
                </a:lnTo>
                <a:lnTo>
                  <a:pt x="292608" y="215827"/>
                </a:lnTo>
                <a:lnTo>
                  <a:pt x="274463" y="219656"/>
                </a:lnTo>
                <a:lnTo>
                  <a:pt x="278806" y="240459"/>
                </a:lnTo>
                <a:lnTo>
                  <a:pt x="296866" y="236630"/>
                </a:lnTo>
                <a:lnTo>
                  <a:pt x="296751" y="236630"/>
                </a:lnTo>
                <a:lnTo>
                  <a:pt x="334042" y="229429"/>
                </a:lnTo>
                <a:lnTo>
                  <a:pt x="333927" y="229429"/>
                </a:lnTo>
                <a:lnTo>
                  <a:pt x="361960" y="224314"/>
                </a:lnTo>
                <a:lnTo>
                  <a:pt x="358159" y="203511"/>
                </a:lnTo>
                <a:close/>
                <a:moveTo>
                  <a:pt x="197968" y="258747"/>
                </a:moveTo>
                <a:lnTo>
                  <a:pt x="216884" y="254175"/>
                </a:lnTo>
                <a:lnTo>
                  <a:pt x="211998" y="233572"/>
                </a:lnTo>
                <a:lnTo>
                  <a:pt x="192881" y="238115"/>
                </a:lnTo>
                <a:lnTo>
                  <a:pt x="163878" y="245659"/>
                </a:lnTo>
                <a:lnTo>
                  <a:pt x="137331" y="253203"/>
                </a:lnTo>
                <a:lnTo>
                  <a:pt x="129273" y="255746"/>
                </a:lnTo>
                <a:lnTo>
                  <a:pt x="135646" y="276034"/>
                </a:lnTo>
                <a:lnTo>
                  <a:pt x="143504" y="273491"/>
                </a:lnTo>
                <a:lnTo>
                  <a:pt x="143275" y="273606"/>
                </a:lnTo>
                <a:lnTo>
                  <a:pt x="169621" y="266062"/>
                </a:lnTo>
                <a:lnTo>
                  <a:pt x="169421" y="266176"/>
                </a:lnTo>
                <a:lnTo>
                  <a:pt x="198196" y="258747"/>
                </a:lnTo>
                <a:lnTo>
                  <a:pt x="197968" y="258747"/>
                </a:lnTo>
                <a:close/>
                <a:moveTo>
                  <a:pt x="49316" y="310540"/>
                </a:moveTo>
                <a:lnTo>
                  <a:pt x="63007" y="303231"/>
                </a:lnTo>
                <a:lnTo>
                  <a:pt x="76781" y="296980"/>
                </a:lnTo>
                <a:lnTo>
                  <a:pt x="68094" y="277635"/>
                </a:lnTo>
                <a:lnTo>
                  <a:pt x="53521" y="284236"/>
                </a:lnTo>
                <a:lnTo>
                  <a:pt x="38462" y="292294"/>
                </a:lnTo>
                <a:lnTo>
                  <a:pt x="25718" y="300466"/>
                </a:lnTo>
                <a:lnTo>
                  <a:pt x="15088" y="309182"/>
                </a:lnTo>
                <a:lnTo>
                  <a:pt x="7029" y="318411"/>
                </a:lnTo>
                <a:lnTo>
                  <a:pt x="1600" y="328727"/>
                </a:lnTo>
                <a:lnTo>
                  <a:pt x="0" y="338071"/>
                </a:lnTo>
                <a:lnTo>
                  <a:pt x="20917" y="341786"/>
                </a:lnTo>
                <a:lnTo>
                  <a:pt x="21932" y="335675"/>
                </a:lnTo>
                <a:lnTo>
                  <a:pt x="24824" y="330330"/>
                </a:lnTo>
                <a:lnTo>
                  <a:pt x="29856" y="324566"/>
                </a:lnTo>
                <a:lnTo>
                  <a:pt x="37928" y="317877"/>
                </a:lnTo>
                <a:lnTo>
                  <a:pt x="49316" y="310540"/>
                </a:lnTo>
                <a:close/>
                <a:moveTo>
                  <a:pt x="3685918" y="21574"/>
                </a:moveTo>
                <a:lnTo>
                  <a:pt x="3752783" y="21260"/>
                </a:lnTo>
                <a:lnTo>
                  <a:pt x="3770786" y="21346"/>
                </a:lnTo>
                <a:lnTo>
                  <a:pt x="3770900" y="114"/>
                </a:lnTo>
                <a:lnTo>
                  <a:pt x="3752726" y="0"/>
                </a:lnTo>
                <a:lnTo>
                  <a:pt x="3685832" y="314"/>
                </a:lnTo>
                <a:lnTo>
                  <a:pt x="3685918" y="21574"/>
                </a:lnTo>
                <a:close/>
                <a:moveTo>
                  <a:pt x="3919604" y="629"/>
                </a:moveTo>
                <a:lnTo>
                  <a:pt x="3834622" y="314"/>
                </a:lnTo>
                <a:lnTo>
                  <a:pt x="3834508" y="21574"/>
                </a:lnTo>
                <a:lnTo>
                  <a:pt x="3919490" y="21888"/>
                </a:lnTo>
                <a:lnTo>
                  <a:pt x="3919604" y="629"/>
                </a:lnTo>
                <a:close/>
                <a:moveTo>
                  <a:pt x="3622110" y="743"/>
                </a:moveTo>
                <a:lnTo>
                  <a:pt x="3537128" y="1172"/>
                </a:lnTo>
                <a:lnTo>
                  <a:pt x="3537242" y="22403"/>
                </a:lnTo>
                <a:lnTo>
                  <a:pt x="3622196" y="22003"/>
                </a:lnTo>
                <a:lnTo>
                  <a:pt x="3622110" y="743"/>
                </a:lnTo>
                <a:close/>
                <a:moveTo>
                  <a:pt x="3388652" y="23374"/>
                </a:moveTo>
                <a:lnTo>
                  <a:pt x="3402454" y="23174"/>
                </a:lnTo>
                <a:lnTo>
                  <a:pt x="3473520" y="22746"/>
                </a:lnTo>
                <a:lnTo>
                  <a:pt x="3473406" y="1486"/>
                </a:lnTo>
                <a:lnTo>
                  <a:pt x="3402254" y="1915"/>
                </a:lnTo>
                <a:lnTo>
                  <a:pt x="3388424" y="2143"/>
                </a:lnTo>
                <a:lnTo>
                  <a:pt x="3388652" y="23374"/>
                </a:lnTo>
                <a:close/>
                <a:moveTo>
                  <a:pt x="4068394" y="2343"/>
                </a:moveTo>
                <a:lnTo>
                  <a:pt x="3983441" y="1400"/>
                </a:lnTo>
                <a:lnTo>
                  <a:pt x="3983212" y="22631"/>
                </a:lnTo>
                <a:lnTo>
                  <a:pt x="4068080" y="23574"/>
                </a:lnTo>
                <a:lnTo>
                  <a:pt x="4068394" y="2343"/>
                </a:lnTo>
                <a:close/>
                <a:moveTo>
                  <a:pt x="3324701" y="2972"/>
                </a:moveTo>
                <a:lnTo>
                  <a:pt x="3239748" y="4029"/>
                </a:lnTo>
                <a:lnTo>
                  <a:pt x="3239948" y="25289"/>
                </a:lnTo>
                <a:lnTo>
                  <a:pt x="3324930" y="24232"/>
                </a:lnTo>
                <a:lnTo>
                  <a:pt x="3324701" y="2972"/>
                </a:lnTo>
                <a:close/>
                <a:moveTo>
                  <a:pt x="4217098" y="5001"/>
                </a:moveTo>
                <a:lnTo>
                  <a:pt x="4132231" y="3400"/>
                </a:lnTo>
                <a:lnTo>
                  <a:pt x="4131802" y="24660"/>
                </a:lnTo>
                <a:lnTo>
                  <a:pt x="4216670" y="26232"/>
                </a:lnTo>
                <a:lnTo>
                  <a:pt x="4217098" y="5001"/>
                </a:lnTo>
                <a:close/>
                <a:moveTo>
                  <a:pt x="3175911" y="5201"/>
                </a:moveTo>
                <a:lnTo>
                  <a:pt x="3090929" y="6687"/>
                </a:lnTo>
                <a:lnTo>
                  <a:pt x="3091358" y="27946"/>
                </a:lnTo>
                <a:lnTo>
                  <a:pt x="3176340" y="26460"/>
                </a:lnTo>
                <a:lnTo>
                  <a:pt x="3175911" y="5201"/>
                </a:lnTo>
                <a:close/>
                <a:moveTo>
                  <a:pt x="4365889" y="8601"/>
                </a:moveTo>
                <a:lnTo>
                  <a:pt x="4280935" y="6258"/>
                </a:lnTo>
                <a:lnTo>
                  <a:pt x="4280392" y="27518"/>
                </a:lnTo>
                <a:lnTo>
                  <a:pt x="4365260" y="29861"/>
                </a:lnTo>
                <a:lnTo>
                  <a:pt x="4365889" y="8601"/>
                </a:lnTo>
                <a:close/>
                <a:moveTo>
                  <a:pt x="3027750" y="29318"/>
                </a:moveTo>
                <a:lnTo>
                  <a:pt x="3027207" y="8087"/>
                </a:lnTo>
                <a:lnTo>
                  <a:pt x="2942253" y="10087"/>
                </a:lnTo>
                <a:lnTo>
                  <a:pt x="2942768" y="31347"/>
                </a:lnTo>
                <a:lnTo>
                  <a:pt x="3027750" y="29318"/>
                </a:lnTo>
                <a:close/>
                <a:moveTo>
                  <a:pt x="4429611" y="10401"/>
                </a:moveTo>
                <a:lnTo>
                  <a:pt x="4428982" y="31661"/>
                </a:lnTo>
                <a:lnTo>
                  <a:pt x="4450528" y="32175"/>
                </a:lnTo>
                <a:lnTo>
                  <a:pt x="4450442" y="32175"/>
                </a:lnTo>
                <a:lnTo>
                  <a:pt x="4513850" y="34404"/>
                </a:lnTo>
                <a:lnTo>
                  <a:pt x="4514593" y="13173"/>
                </a:lnTo>
                <a:lnTo>
                  <a:pt x="4451185" y="11059"/>
                </a:lnTo>
                <a:lnTo>
                  <a:pt x="4429611" y="10401"/>
                </a:lnTo>
                <a:close/>
                <a:moveTo>
                  <a:pt x="2878531" y="11573"/>
                </a:moveTo>
                <a:lnTo>
                  <a:pt x="2793549" y="14030"/>
                </a:lnTo>
                <a:lnTo>
                  <a:pt x="2794178" y="35176"/>
                </a:lnTo>
                <a:lnTo>
                  <a:pt x="2879160" y="32833"/>
                </a:lnTo>
                <a:lnTo>
                  <a:pt x="2878531" y="11573"/>
                </a:lnTo>
                <a:close/>
                <a:moveTo>
                  <a:pt x="4577572" y="36662"/>
                </a:moveTo>
                <a:lnTo>
                  <a:pt x="4622292" y="38233"/>
                </a:lnTo>
                <a:lnTo>
                  <a:pt x="4662326" y="39948"/>
                </a:lnTo>
                <a:lnTo>
                  <a:pt x="4663269" y="18688"/>
                </a:lnTo>
                <a:lnTo>
                  <a:pt x="4623121" y="17002"/>
                </a:lnTo>
                <a:lnTo>
                  <a:pt x="4578201" y="15402"/>
                </a:lnTo>
                <a:lnTo>
                  <a:pt x="4577572" y="36662"/>
                </a:lnTo>
                <a:close/>
                <a:moveTo>
                  <a:pt x="2645588" y="39719"/>
                </a:moveTo>
                <a:lnTo>
                  <a:pt x="2712939" y="37490"/>
                </a:lnTo>
                <a:lnTo>
                  <a:pt x="2730456" y="36976"/>
                </a:lnTo>
                <a:lnTo>
                  <a:pt x="2729827" y="15716"/>
                </a:lnTo>
                <a:lnTo>
                  <a:pt x="2712310" y="16259"/>
                </a:lnTo>
                <a:lnTo>
                  <a:pt x="2644845" y="18488"/>
                </a:lnTo>
                <a:lnTo>
                  <a:pt x="2645588" y="39719"/>
                </a:lnTo>
                <a:close/>
                <a:moveTo>
                  <a:pt x="2497026" y="44920"/>
                </a:moveTo>
                <a:lnTo>
                  <a:pt x="2544804" y="43120"/>
                </a:lnTo>
                <a:lnTo>
                  <a:pt x="2581866" y="41862"/>
                </a:lnTo>
                <a:lnTo>
                  <a:pt x="2581237" y="20717"/>
                </a:lnTo>
                <a:lnTo>
                  <a:pt x="2544061" y="21888"/>
                </a:lnTo>
                <a:lnTo>
                  <a:pt x="2496255" y="23803"/>
                </a:lnTo>
                <a:lnTo>
                  <a:pt x="2497026" y="44920"/>
                </a:lnTo>
                <a:close/>
                <a:moveTo>
                  <a:pt x="4726048" y="42605"/>
                </a:moveTo>
                <a:lnTo>
                  <a:pt x="4792428" y="45463"/>
                </a:lnTo>
                <a:lnTo>
                  <a:pt x="4810801" y="46320"/>
                </a:lnTo>
                <a:lnTo>
                  <a:pt x="4811859" y="25175"/>
                </a:lnTo>
                <a:lnTo>
                  <a:pt x="4793399" y="24232"/>
                </a:lnTo>
                <a:lnTo>
                  <a:pt x="4726905" y="21346"/>
                </a:lnTo>
                <a:lnTo>
                  <a:pt x="4726048" y="42605"/>
                </a:lnTo>
                <a:close/>
                <a:moveTo>
                  <a:pt x="2348522" y="50892"/>
                </a:moveTo>
                <a:lnTo>
                  <a:pt x="2379126" y="49492"/>
                </a:lnTo>
                <a:lnTo>
                  <a:pt x="2433390" y="47492"/>
                </a:lnTo>
                <a:lnTo>
                  <a:pt x="2432533" y="26232"/>
                </a:lnTo>
                <a:lnTo>
                  <a:pt x="2378269" y="28261"/>
                </a:lnTo>
                <a:lnTo>
                  <a:pt x="2347579" y="29632"/>
                </a:lnTo>
                <a:lnTo>
                  <a:pt x="2348522" y="50892"/>
                </a:lnTo>
                <a:close/>
                <a:moveTo>
                  <a:pt x="4960363" y="32518"/>
                </a:moveTo>
                <a:lnTo>
                  <a:pt x="4875495" y="28375"/>
                </a:lnTo>
                <a:lnTo>
                  <a:pt x="4874438" y="49492"/>
                </a:lnTo>
                <a:lnTo>
                  <a:pt x="4959277" y="53750"/>
                </a:lnTo>
                <a:lnTo>
                  <a:pt x="4960363" y="32518"/>
                </a:lnTo>
                <a:close/>
                <a:moveTo>
                  <a:pt x="2200046" y="57464"/>
                </a:moveTo>
                <a:lnTo>
                  <a:pt x="2216077" y="56721"/>
                </a:lnTo>
                <a:lnTo>
                  <a:pt x="2284914" y="53635"/>
                </a:lnTo>
                <a:lnTo>
                  <a:pt x="2283943" y="32404"/>
                </a:lnTo>
                <a:lnTo>
                  <a:pt x="2215134" y="35490"/>
                </a:lnTo>
                <a:lnTo>
                  <a:pt x="2198989" y="36233"/>
                </a:lnTo>
                <a:lnTo>
                  <a:pt x="2200046" y="57464"/>
                </a:lnTo>
                <a:close/>
                <a:moveTo>
                  <a:pt x="5108953" y="41005"/>
                </a:moveTo>
                <a:lnTo>
                  <a:pt x="5024085" y="36119"/>
                </a:lnTo>
                <a:lnTo>
                  <a:pt x="5022913" y="57350"/>
                </a:lnTo>
                <a:lnTo>
                  <a:pt x="5107667" y="62236"/>
                </a:lnTo>
                <a:lnTo>
                  <a:pt x="5108953" y="41005"/>
                </a:lnTo>
                <a:close/>
                <a:moveTo>
                  <a:pt x="5257429" y="50463"/>
                </a:moveTo>
                <a:lnTo>
                  <a:pt x="5172561" y="45034"/>
                </a:lnTo>
                <a:lnTo>
                  <a:pt x="5171189" y="66180"/>
                </a:lnTo>
                <a:lnTo>
                  <a:pt x="5256028" y="71695"/>
                </a:lnTo>
                <a:lnTo>
                  <a:pt x="5257429" y="50463"/>
                </a:lnTo>
                <a:close/>
                <a:moveTo>
                  <a:pt x="5405790" y="60979"/>
                </a:moveTo>
                <a:lnTo>
                  <a:pt x="5321036" y="54807"/>
                </a:lnTo>
                <a:lnTo>
                  <a:pt x="5319551" y="76067"/>
                </a:lnTo>
                <a:lnTo>
                  <a:pt x="5404190" y="82210"/>
                </a:lnTo>
                <a:lnTo>
                  <a:pt x="5405790" y="60979"/>
                </a:lnTo>
                <a:close/>
                <a:moveTo>
                  <a:pt x="5554066" y="72552"/>
                </a:moveTo>
                <a:lnTo>
                  <a:pt x="5469426" y="65751"/>
                </a:lnTo>
                <a:lnTo>
                  <a:pt x="5467712" y="86897"/>
                </a:lnTo>
                <a:lnTo>
                  <a:pt x="5552380" y="93783"/>
                </a:lnTo>
                <a:lnTo>
                  <a:pt x="5554066" y="72552"/>
                </a:lnTo>
                <a:close/>
                <a:moveTo>
                  <a:pt x="5702341" y="85296"/>
                </a:moveTo>
                <a:lnTo>
                  <a:pt x="5617674" y="77753"/>
                </a:lnTo>
                <a:lnTo>
                  <a:pt x="5615873" y="98898"/>
                </a:lnTo>
                <a:lnTo>
                  <a:pt x="5700427" y="106442"/>
                </a:lnTo>
                <a:lnTo>
                  <a:pt x="5702341" y="85296"/>
                </a:lnTo>
                <a:close/>
                <a:moveTo>
                  <a:pt x="5850503" y="99098"/>
                </a:moveTo>
                <a:lnTo>
                  <a:pt x="5765949" y="90926"/>
                </a:lnTo>
                <a:lnTo>
                  <a:pt x="5763835" y="112071"/>
                </a:lnTo>
                <a:lnTo>
                  <a:pt x="5848474" y="120329"/>
                </a:lnTo>
                <a:lnTo>
                  <a:pt x="5850503" y="99098"/>
                </a:lnTo>
                <a:close/>
                <a:moveTo>
                  <a:pt x="5998464" y="114300"/>
                </a:moveTo>
                <a:lnTo>
                  <a:pt x="5914025" y="105356"/>
                </a:lnTo>
                <a:lnTo>
                  <a:pt x="5911767" y="126502"/>
                </a:lnTo>
                <a:lnTo>
                  <a:pt x="5996207" y="135417"/>
                </a:lnTo>
                <a:lnTo>
                  <a:pt x="5998464" y="114300"/>
                </a:lnTo>
                <a:close/>
                <a:moveTo>
                  <a:pt x="6061958" y="121101"/>
                </a:moveTo>
                <a:lnTo>
                  <a:pt x="6059529" y="142103"/>
                </a:lnTo>
                <a:lnTo>
                  <a:pt x="6121022" y="149133"/>
                </a:lnTo>
                <a:lnTo>
                  <a:pt x="6120908" y="149133"/>
                </a:lnTo>
                <a:lnTo>
                  <a:pt x="6143968" y="151790"/>
                </a:lnTo>
                <a:lnTo>
                  <a:pt x="6146397" y="130759"/>
                </a:lnTo>
                <a:lnTo>
                  <a:pt x="6123365" y="127987"/>
                </a:lnTo>
                <a:lnTo>
                  <a:pt x="6061958" y="121101"/>
                </a:lnTo>
                <a:close/>
                <a:moveTo>
                  <a:pt x="6207147" y="159306"/>
                </a:moveTo>
                <a:lnTo>
                  <a:pt x="6257811" y="165592"/>
                </a:lnTo>
                <a:lnTo>
                  <a:pt x="6291386" y="169821"/>
                </a:lnTo>
                <a:lnTo>
                  <a:pt x="6294130" y="148819"/>
                </a:lnTo>
                <a:lnTo>
                  <a:pt x="6260468" y="144561"/>
                </a:lnTo>
                <a:lnTo>
                  <a:pt x="6209690" y="138303"/>
                </a:lnTo>
                <a:lnTo>
                  <a:pt x="6207147" y="159306"/>
                </a:lnTo>
                <a:close/>
                <a:moveTo>
                  <a:pt x="6354566" y="178137"/>
                </a:moveTo>
                <a:lnTo>
                  <a:pt x="6389199" y="182680"/>
                </a:lnTo>
                <a:lnTo>
                  <a:pt x="6438690" y="189595"/>
                </a:lnTo>
                <a:lnTo>
                  <a:pt x="6441548" y="168564"/>
                </a:lnTo>
                <a:lnTo>
                  <a:pt x="6392056" y="161649"/>
                </a:lnTo>
                <a:lnTo>
                  <a:pt x="6357337" y="156991"/>
                </a:lnTo>
                <a:lnTo>
                  <a:pt x="6354566" y="178137"/>
                </a:lnTo>
                <a:close/>
                <a:moveTo>
                  <a:pt x="6578879" y="188738"/>
                </a:moveTo>
                <a:lnTo>
                  <a:pt x="6518043" y="179622"/>
                </a:lnTo>
                <a:lnTo>
                  <a:pt x="6504756" y="177708"/>
                </a:lnTo>
                <a:lnTo>
                  <a:pt x="6501670" y="198711"/>
                </a:lnTo>
                <a:lnTo>
                  <a:pt x="6514957" y="200625"/>
                </a:lnTo>
                <a:lnTo>
                  <a:pt x="6575708" y="209769"/>
                </a:lnTo>
                <a:lnTo>
                  <a:pt x="6575593" y="209769"/>
                </a:lnTo>
                <a:lnTo>
                  <a:pt x="6585566" y="211369"/>
                </a:lnTo>
                <a:lnTo>
                  <a:pt x="6588881" y="190338"/>
                </a:lnTo>
                <a:lnTo>
                  <a:pt x="6578879" y="188738"/>
                </a:lnTo>
                <a:close/>
                <a:moveTo>
                  <a:pt x="6651860" y="200425"/>
                </a:moveTo>
                <a:lnTo>
                  <a:pt x="6648460" y="221342"/>
                </a:lnTo>
                <a:lnTo>
                  <a:pt x="6692322" y="228571"/>
                </a:lnTo>
                <a:lnTo>
                  <a:pt x="6692208" y="228571"/>
                </a:lnTo>
                <a:lnTo>
                  <a:pt x="6732156" y="235487"/>
                </a:lnTo>
                <a:lnTo>
                  <a:pt x="6735756" y="214541"/>
                </a:lnTo>
                <a:lnTo>
                  <a:pt x="6695837" y="207655"/>
                </a:lnTo>
                <a:lnTo>
                  <a:pt x="6651860" y="200425"/>
                </a:lnTo>
                <a:close/>
                <a:moveTo>
                  <a:pt x="6858857" y="237058"/>
                </a:moveTo>
                <a:lnTo>
                  <a:pt x="6806194" y="227086"/>
                </a:lnTo>
                <a:lnTo>
                  <a:pt x="6798535" y="225714"/>
                </a:lnTo>
                <a:lnTo>
                  <a:pt x="6794821" y="246631"/>
                </a:lnTo>
                <a:lnTo>
                  <a:pt x="6802364" y="248002"/>
                </a:lnTo>
                <a:lnTo>
                  <a:pt x="6854942" y="258004"/>
                </a:lnTo>
                <a:lnTo>
                  <a:pt x="6854828" y="258004"/>
                </a:lnTo>
                <a:lnTo>
                  <a:pt x="6878088" y="262547"/>
                </a:lnTo>
                <a:lnTo>
                  <a:pt x="6882232" y="241744"/>
                </a:lnTo>
                <a:lnTo>
                  <a:pt x="6858857" y="237058"/>
                </a:lnTo>
                <a:close/>
                <a:moveTo>
                  <a:pt x="7027936" y="272663"/>
                </a:moveTo>
                <a:lnTo>
                  <a:pt x="7006276" y="267662"/>
                </a:lnTo>
                <a:lnTo>
                  <a:pt x="6959013" y="257232"/>
                </a:lnTo>
                <a:lnTo>
                  <a:pt x="6944782" y="254375"/>
                </a:lnTo>
                <a:lnTo>
                  <a:pt x="6940439" y="275206"/>
                </a:lnTo>
                <a:lnTo>
                  <a:pt x="6954669" y="278063"/>
                </a:lnTo>
                <a:lnTo>
                  <a:pt x="6954441" y="278063"/>
                </a:lnTo>
                <a:lnTo>
                  <a:pt x="7001618" y="288379"/>
                </a:lnTo>
                <a:lnTo>
                  <a:pt x="7001504" y="288379"/>
                </a:lnTo>
                <a:lnTo>
                  <a:pt x="7023163" y="293351"/>
                </a:lnTo>
                <a:lnTo>
                  <a:pt x="7027936" y="272663"/>
                </a:lnTo>
                <a:close/>
                <a:moveTo>
                  <a:pt x="7172611" y="308981"/>
                </a:moveTo>
                <a:lnTo>
                  <a:pt x="7136721" y="299209"/>
                </a:lnTo>
                <a:lnTo>
                  <a:pt x="7095172" y="288579"/>
                </a:lnTo>
                <a:lnTo>
                  <a:pt x="7090086" y="287407"/>
                </a:lnTo>
                <a:lnTo>
                  <a:pt x="7085086" y="308010"/>
                </a:lnTo>
                <a:lnTo>
                  <a:pt x="7090086" y="309182"/>
                </a:lnTo>
                <a:lnTo>
                  <a:pt x="7089972" y="309182"/>
                </a:lnTo>
                <a:lnTo>
                  <a:pt x="7131406" y="319811"/>
                </a:lnTo>
                <a:lnTo>
                  <a:pt x="7131177" y="319697"/>
                </a:lnTo>
                <a:lnTo>
                  <a:pt x="7166981" y="329470"/>
                </a:lnTo>
                <a:lnTo>
                  <a:pt x="7172611" y="308981"/>
                </a:lnTo>
                <a:close/>
                <a:moveTo>
                  <a:pt x="7306113" y="373875"/>
                </a:moveTo>
                <a:lnTo>
                  <a:pt x="7307599" y="374390"/>
                </a:lnTo>
                <a:lnTo>
                  <a:pt x="7315257" y="354530"/>
                </a:lnTo>
                <a:lnTo>
                  <a:pt x="7313657" y="354016"/>
                </a:lnTo>
                <a:lnTo>
                  <a:pt x="7282567" y="342757"/>
                </a:lnTo>
                <a:lnTo>
                  <a:pt x="7249220" y="331813"/>
                </a:lnTo>
                <a:lnTo>
                  <a:pt x="7233990" y="327127"/>
                </a:lnTo>
                <a:lnTo>
                  <a:pt x="7227760" y="347415"/>
                </a:lnTo>
                <a:lnTo>
                  <a:pt x="7242848" y="352101"/>
                </a:lnTo>
                <a:lnTo>
                  <a:pt x="7242705" y="351987"/>
                </a:lnTo>
                <a:lnTo>
                  <a:pt x="7275738" y="362931"/>
                </a:lnTo>
                <a:lnTo>
                  <a:pt x="7275452" y="362817"/>
                </a:lnTo>
                <a:lnTo>
                  <a:pt x="7306342" y="373875"/>
                </a:lnTo>
                <a:lnTo>
                  <a:pt x="7306113" y="373875"/>
                </a:lnTo>
                <a:close/>
                <a:moveTo>
                  <a:pt x="7494994" y="499834"/>
                </a:moveTo>
                <a:lnTo>
                  <a:pt x="7468105" y="384162"/>
                </a:lnTo>
                <a:lnTo>
                  <a:pt x="7433767" y="412657"/>
                </a:lnTo>
                <a:lnTo>
                  <a:pt x="7416698" y="399564"/>
                </a:lnTo>
                <a:lnTo>
                  <a:pt x="7393981" y="387791"/>
                </a:lnTo>
                <a:lnTo>
                  <a:pt x="7374865" y="378962"/>
                </a:lnTo>
                <a:lnTo>
                  <a:pt x="7365949" y="398193"/>
                </a:lnTo>
                <a:lnTo>
                  <a:pt x="7384723" y="406994"/>
                </a:lnTo>
                <a:lnTo>
                  <a:pt x="7384409" y="406794"/>
                </a:lnTo>
                <a:lnTo>
                  <a:pt x="7405398" y="417690"/>
                </a:lnTo>
                <a:lnTo>
                  <a:pt x="7416964" y="426601"/>
                </a:lnTo>
                <a:lnTo>
                  <a:pt x="7386323" y="452028"/>
                </a:lnTo>
                <a:lnTo>
                  <a:pt x="7494994" y="499834"/>
                </a:lnTo>
                <a:close/>
              </a:path>
            </a:pathLst>
          </a:custGeom>
          <a:solidFill xmlns:a="http://schemas.openxmlformats.org/drawingml/2006/main">
            <a:srgbClr val="FDBE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Login">
            <a:extLst xmlns:a="http://schemas.openxmlformats.org/drawingml/2006/main">
              <a:ext uri="{FF2B5EF4-FFF2-40B4-BE49-F238E27FC236}">
                <a16:creationId xmlns:a16="http://schemas.microsoft.com/office/drawing/2014/main" id="{B8401BD6-0132-4878-BFAD-1A9F9AE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904" y="1019503"/>
            <a:ext cx="538871" cy="171575"/>
          </a:xfrm>
          <a:custGeom xmlns:a="http://schemas.openxmlformats.org/drawingml/2006/main">
            <a:pathLst>
              <a:path w="538871" h="171575">
                <a:moveTo>
                  <a:pt x="62170" y="118366"/>
                </a:moveTo>
                <a:cubicBezTo>
                  <a:pt x="71505" y="118366"/>
                  <a:pt x="78460" y="116226"/>
                  <a:pt x="83034" y="111946"/>
                </a:cubicBezTo>
                <a:cubicBezTo>
                  <a:pt x="87608" y="107663"/>
                  <a:pt x="90984" y="101616"/>
                  <a:pt x="93162" y="93804"/>
                </a:cubicBezTo>
                <a:cubicBezTo>
                  <a:pt x="96336" y="93304"/>
                  <a:pt x="99074" y="93617"/>
                  <a:pt x="101377" y="94743"/>
                </a:cubicBezTo>
                <a:cubicBezTo>
                  <a:pt x="100132" y="105725"/>
                  <a:pt x="98452" y="116276"/>
                  <a:pt x="96336" y="126394"/>
                </a:cubicBezTo>
                <a:cubicBezTo>
                  <a:pt x="84761" y="126145"/>
                  <a:pt x="77137" y="126021"/>
                  <a:pt x="73465" y="126021"/>
                </a:cubicBezTo>
                <a:lnTo>
                  <a:pt x="30712" y="126021"/>
                </a:lnTo>
                <a:cubicBezTo>
                  <a:pt x="25795" y="126021"/>
                  <a:pt x="15994" y="126145"/>
                  <a:pt x="1307" y="126394"/>
                </a:cubicBezTo>
                <a:cubicBezTo>
                  <a:pt x="436" y="125772"/>
                  <a:pt x="0" y="124667"/>
                  <a:pt x="0" y="123080"/>
                </a:cubicBezTo>
                <a:cubicBezTo>
                  <a:pt x="0" y="121493"/>
                  <a:pt x="436" y="120420"/>
                  <a:pt x="1307" y="119860"/>
                </a:cubicBezTo>
                <a:cubicBezTo>
                  <a:pt x="4481" y="119735"/>
                  <a:pt x="6846" y="119517"/>
                  <a:pt x="8401" y="119206"/>
                </a:cubicBezTo>
                <a:cubicBezTo>
                  <a:pt x="9957" y="118895"/>
                  <a:pt x="11529" y="118195"/>
                  <a:pt x="13115" y="117106"/>
                </a:cubicBezTo>
                <a:cubicBezTo>
                  <a:pt x="14702" y="116015"/>
                  <a:pt x="15776" y="114302"/>
                  <a:pt x="16336" y="111966"/>
                </a:cubicBezTo>
                <a:cubicBezTo>
                  <a:pt x="16896" y="109630"/>
                  <a:pt x="17176" y="106531"/>
                  <a:pt x="17176" y="102669"/>
                </a:cubicBezTo>
                <a:lnTo>
                  <a:pt x="17176" y="25966"/>
                </a:lnTo>
                <a:cubicBezTo>
                  <a:pt x="17176" y="22165"/>
                  <a:pt x="16896" y="19082"/>
                  <a:pt x="16336" y="16715"/>
                </a:cubicBezTo>
                <a:cubicBezTo>
                  <a:pt x="15776" y="14348"/>
                  <a:pt x="14702" y="12621"/>
                  <a:pt x="13115" y="11531"/>
                </a:cubicBezTo>
                <a:cubicBezTo>
                  <a:pt x="11529" y="10440"/>
                  <a:pt x="9973" y="9739"/>
                  <a:pt x="8448" y="9428"/>
                </a:cubicBezTo>
                <a:cubicBezTo>
                  <a:pt x="6923" y="9117"/>
                  <a:pt x="4543" y="8899"/>
                  <a:pt x="1307" y="8775"/>
                </a:cubicBezTo>
                <a:cubicBezTo>
                  <a:pt x="436" y="8152"/>
                  <a:pt x="0" y="7032"/>
                  <a:pt x="0" y="5414"/>
                </a:cubicBezTo>
                <a:cubicBezTo>
                  <a:pt x="0" y="3796"/>
                  <a:pt x="436" y="2738"/>
                  <a:pt x="1307" y="2240"/>
                </a:cubicBezTo>
                <a:cubicBezTo>
                  <a:pt x="15807" y="2489"/>
                  <a:pt x="25640" y="2614"/>
                  <a:pt x="30805" y="2614"/>
                </a:cubicBezTo>
                <a:cubicBezTo>
                  <a:pt x="33108" y="2614"/>
                  <a:pt x="35441" y="2583"/>
                  <a:pt x="37806" y="2520"/>
                </a:cubicBezTo>
                <a:cubicBezTo>
                  <a:pt x="40171" y="2458"/>
                  <a:pt x="43423" y="2396"/>
                  <a:pt x="47561" y="2334"/>
                </a:cubicBezTo>
                <a:cubicBezTo>
                  <a:pt x="51700" y="2271"/>
                  <a:pt x="55791" y="2240"/>
                  <a:pt x="59837" y="2240"/>
                </a:cubicBezTo>
                <a:cubicBezTo>
                  <a:pt x="60708" y="2738"/>
                  <a:pt x="61159" y="3781"/>
                  <a:pt x="61190" y="5368"/>
                </a:cubicBezTo>
                <a:cubicBezTo>
                  <a:pt x="61221" y="6954"/>
                  <a:pt x="60770" y="8090"/>
                  <a:pt x="59837" y="8775"/>
                </a:cubicBezTo>
                <a:cubicBezTo>
                  <a:pt x="56663" y="8899"/>
                  <a:pt x="54313" y="9118"/>
                  <a:pt x="52789" y="9431"/>
                </a:cubicBezTo>
                <a:cubicBezTo>
                  <a:pt x="51264" y="9744"/>
                  <a:pt x="49708" y="10447"/>
                  <a:pt x="48121" y="11540"/>
                </a:cubicBezTo>
                <a:cubicBezTo>
                  <a:pt x="46534" y="12633"/>
                  <a:pt x="45445" y="14352"/>
                  <a:pt x="44854" y="16698"/>
                </a:cubicBezTo>
                <a:cubicBezTo>
                  <a:pt x="44263" y="19041"/>
                  <a:pt x="43967" y="22150"/>
                  <a:pt x="43967" y="26024"/>
                </a:cubicBezTo>
                <a:lnTo>
                  <a:pt x="43967" y="103180"/>
                </a:lnTo>
                <a:cubicBezTo>
                  <a:pt x="43967" y="113304"/>
                  <a:pt x="46208" y="118366"/>
                  <a:pt x="50688" y="118366"/>
                </a:cubicBezTo>
                <a:lnTo>
                  <a:pt x="62170" y="118366"/>
                </a:lnTo>
                <a:close/>
                <a:moveTo>
                  <a:pt x="155493" y="48728"/>
                </a:moveTo>
                <a:cubicBezTo>
                  <a:pt x="144913" y="48728"/>
                  <a:pt x="139624" y="59874"/>
                  <a:pt x="139624" y="82167"/>
                </a:cubicBezTo>
                <a:cubicBezTo>
                  <a:pt x="139624" y="91045"/>
                  <a:pt x="141506" y="99609"/>
                  <a:pt x="145271" y="107859"/>
                </a:cubicBezTo>
                <a:cubicBezTo>
                  <a:pt x="149036" y="116108"/>
                  <a:pt x="154435" y="120233"/>
                  <a:pt x="161467" y="120233"/>
                </a:cubicBezTo>
                <a:cubicBezTo>
                  <a:pt x="165699" y="120233"/>
                  <a:pt x="169402" y="117951"/>
                  <a:pt x="172576" y="113387"/>
                </a:cubicBezTo>
                <a:cubicBezTo>
                  <a:pt x="175750" y="108820"/>
                  <a:pt x="177337" y="101311"/>
                  <a:pt x="177337" y="90857"/>
                </a:cubicBezTo>
                <a:cubicBezTo>
                  <a:pt x="177337" y="77695"/>
                  <a:pt x="175345" y="67383"/>
                  <a:pt x="171362" y="59921"/>
                </a:cubicBezTo>
                <a:cubicBezTo>
                  <a:pt x="167379" y="52459"/>
                  <a:pt x="162090" y="48728"/>
                  <a:pt x="155493" y="48728"/>
                </a:cubicBezTo>
                <a:moveTo>
                  <a:pt x="112926" y="86418"/>
                </a:moveTo>
                <a:cubicBezTo>
                  <a:pt x="112926" y="73640"/>
                  <a:pt x="116411" y="63231"/>
                  <a:pt x="123381" y="55190"/>
                </a:cubicBezTo>
                <a:cubicBezTo>
                  <a:pt x="131596" y="45717"/>
                  <a:pt x="143326" y="41011"/>
                  <a:pt x="158573" y="41073"/>
                </a:cubicBezTo>
                <a:cubicBezTo>
                  <a:pt x="172451" y="41073"/>
                  <a:pt x="183513" y="45155"/>
                  <a:pt x="191759" y="53317"/>
                </a:cubicBezTo>
                <a:cubicBezTo>
                  <a:pt x="200005" y="61479"/>
                  <a:pt x="204128" y="71946"/>
                  <a:pt x="204128" y="84717"/>
                </a:cubicBezTo>
                <a:cubicBezTo>
                  <a:pt x="204128" y="98484"/>
                  <a:pt x="199771" y="109261"/>
                  <a:pt x="191059" y="117048"/>
                </a:cubicBezTo>
                <a:cubicBezTo>
                  <a:pt x="182906" y="124337"/>
                  <a:pt x="172016" y="127950"/>
                  <a:pt x="158387" y="127888"/>
                </a:cubicBezTo>
                <a:cubicBezTo>
                  <a:pt x="145380" y="127888"/>
                  <a:pt x="134552" y="124074"/>
                  <a:pt x="125901" y="116447"/>
                </a:cubicBezTo>
                <a:cubicBezTo>
                  <a:pt x="117251" y="108819"/>
                  <a:pt x="112926" y="98810"/>
                  <a:pt x="112926" y="86418"/>
                </a:cubicBezTo>
                <a:close/>
                <a:moveTo>
                  <a:pt x="267996" y="70834"/>
                </a:moveTo>
                <a:cubicBezTo>
                  <a:pt x="267996" y="56035"/>
                  <a:pt x="263734" y="48666"/>
                  <a:pt x="255208" y="48728"/>
                </a:cubicBezTo>
                <a:cubicBezTo>
                  <a:pt x="251412" y="48728"/>
                  <a:pt x="248642" y="50165"/>
                  <a:pt x="246900" y="53040"/>
                </a:cubicBezTo>
                <a:cubicBezTo>
                  <a:pt x="245157" y="55914"/>
                  <a:pt x="244286" y="60776"/>
                  <a:pt x="244286" y="67625"/>
                </a:cubicBezTo>
                <a:cubicBezTo>
                  <a:pt x="244286" y="83281"/>
                  <a:pt x="248736" y="91108"/>
                  <a:pt x="257635" y="91108"/>
                </a:cubicBezTo>
                <a:cubicBezTo>
                  <a:pt x="260684" y="91108"/>
                  <a:pt x="263173" y="89764"/>
                  <a:pt x="265103" y="87074"/>
                </a:cubicBezTo>
                <a:cubicBezTo>
                  <a:pt x="267032" y="84382"/>
                  <a:pt x="267996" y="78969"/>
                  <a:pt x="267996" y="70834"/>
                </a:cubicBezTo>
                <a:moveTo>
                  <a:pt x="245966" y="130875"/>
                </a:moveTo>
                <a:cubicBezTo>
                  <a:pt x="242294" y="130875"/>
                  <a:pt x="239494" y="130502"/>
                  <a:pt x="237565" y="129755"/>
                </a:cubicBezTo>
                <a:cubicBezTo>
                  <a:pt x="236133" y="132333"/>
                  <a:pt x="235449" y="137304"/>
                  <a:pt x="235511" y="144667"/>
                </a:cubicBezTo>
                <a:cubicBezTo>
                  <a:pt x="235511" y="149827"/>
                  <a:pt x="237518" y="154325"/>
                  <a:pt x="241532" y="158162"/>
                </a:cubicBezTo>
                <a:cubicBezTo>
                  <a:pt x="245546" y="162001"/>
                  <a:pt x="250602" y="163920"/>
                  <a:pt x="256701" y="163920"/>
                </a:cubicBezTo>
                <a:cubicBezTo>
                  <a:pt x="261431" y="163920"/>
                  <a:pt x="265772" y="163669"/>
                  <a:pt x="269723" y="163165"/>
                </a:cubicBezTo>
                <a:cubicBezTo>
                  <a:pt x="273675" y="162661"/>
                  <a:pt x="276989" y="161654"/>
                  <a:pt x="279665" y="160143"/>
                </a:cubicBezTo>
                <a:cubicBezTo>
                  <a:pt x="282652" y="158443"/>
                  <a:pt x="284955" y="155878"/>
                  <a:pt x="286573" y="152447"/>
                </a:cubicBezTo>
                <a:cubicBezTo>
                  <a:pt x="288191" y="149019"/>
                  <a:pt x="289000" y="145447"/>
                  <a:pt x="289000" y="141733"/>
                </a:cubicBezTo>
                <a:cubicBezTo>
                  <a:pt x="289000" y="134494"/>
                  <a:pt x="274655" y="130875"/>
                  <a:pt x="245966" y="130875"/>
                </a:cubicBezTo>
                <a:moveTo>
                  <a:pt x="301789" y="50408"/>
                </a:moveTo>
                <a:cubicBezTo>
                  <a:pt x="299611" y="50408"/>
                  <a:pt x="297697" y="49724"/>
                  <a:pt x="296048" y="48355"/>
                </a:cubicBezTo>
                <a:cubicBezTo>
                  <a:pt x="294399" y="46984"/>
                  <a:pt x="293325" y="45537"/>
                  <a:pt x="292827" y="44014"/>
                </a:cubicBezTo>
                <a:cubicBezTo>
                  <a:pt x="292080" y="42489"/>
                  <a:pt x="290867" y="41758"/>
                  <a:pt x="289187" y="41820"/>
                </a:cubicBezTo>
                <a:cubicBezTo>
                  <a:pt x="288191" y="41820"/>
                  <a:pt x="286511" y="42527"/>
                  <a:pt x="284146" y="43941"/>
                </a:cubicBezTo>
                <a:cubicBezTo>
                  <a:pt x="281781" y="45355"/>
                  <a:pt x="280225" y="46523"/>
                  <a:pt x="279478" y="47444"/>
                </a:cubicBezTo>
                <a:cubicBezTo>
                  <a:pt x="287382" y="53831"/>
                  <a:pt x="291334" y="61445"/>
                  <a:pt x="291334" y="70286"/>
                </a:cubicBezTo>
                <a:cubicBezTo>
                  <a:pt x="291334" y="78316"/>
                  <a:pt x="288206" y="85070"/>
                  <a:pt x="281952" y="90548"/>
                </a:cubicBezTo>
                <a:cubicBezTo>
                  <a:pt x="275698" y="96025"/>
                  <a:pt x="267281" y="98763"/>
                  <a:pt x="256701" y="98763"/>
                </a:cubicBezTo>
                <a:cubicBezTo>
                  <a:pt x="250291" y="98763"/>
                  <a:pt x="245624" y="98043"/>
                  <a:pt x="242699" y="96604"/>
                </a:cubicBezTo>
                <a:cubicBezTo>
                  <a:pt x="242575" y="96859"/>
                  <a:pt x="242217" y="97591"/>
                  <a:pt x="241625" y="98801"/>
                </a:cubicBezTo>
                <a:cubicBezTo>
                  <a:pt x="241034" y="100011"/>
                  <a:pt x="240599" y="101077"/>
                  <a:pt x="240319" y="102001"/>
                </a:cubicBezTo>
                <a:cubicBezTo>
                  <a:pt x="240039" y="102923"/>
                  <a:pt x="239899" y="103861"/>
                  <a:pt x="239899" y="104816"/>
                </a:cubicBezTo>
                <a:cubicBezTo>
                  <a:pt x="239899" y="110240"/>
                  <a:pt x="242761" y="112952"/>
                  <a:pt x="248487" y="112952"/>
                </a:cubicBezTo>
                <a:cubicBezTo>
                  <a:pt x="258070" y="112952"/>
                  <a:pt x="268012" y="113452"/>
                  <a:pt x="278312" y="114451"/>
                </a:cubicBezTo>
                <a:cubicBezTo>
                  <a:pt x="288611" y="115449"/>
                  <a:pt x="295441" y="117040"/>
                  <a:pt x="298802" y="119224"/>
                </a:cubicBezTo>
                <a:cubicBezTo>
                  <a:pt x="305149" y="123592"/>
                  <a:pt x="308323" y="129427"/>
                  <a:pt x="308323" y="136730"/>
                </a:cubicBezTo>
                <a:cubicBezTo>
                  <a:pt x="308323" y="146667"/>
                  <a:pt x="302364" y="154959"/>
                  <a:pt x="290447" y="161604"/>
                </a:cubicBezTo>
                <a:cubicBezTo>
                  <a:pt x="278529" y="168251"/>
                  <a:pt x="265507" y="171575"/>
                  <a:pt x="251380" y="171575"/>
                </a:cubicBezTo>
                <a:cubicBezTo>
                  <a:pt x="237876" y="171575"/>
                  <a:pt x="228105" y="169490"/>
                  <a:pt x="222069" y="165321"/>
                </a:cubicBezTo>
                <a:cubicBezTo>
                  <a:pt x="217090" y="161898"/>
                  <a:pt x="214632" y="155581"/>
                  <a:pt x="214694" y="146371"/>
                </a:cubicBezTo>
                <a:cubicBezTo>
                  <a:pt x="214694" y="144566"/>
                  <a:pt x="216499" y="141501"/>
                  <a:pt x="220109" y="137176"/>
                </a:cubicBezTo>
                <a:cubicBezTo>
                  <a:pt x="223718" y="132851"/>
                  <a:pt x="227452" y="129537"/>
                  <a:pt x="231310" y="127234"/>
                </a:cubicBezTo>
                <a:cubicBezTo>
                  <a:pt x="227639" y="126114"/>
                  <a:pt x="225025" y="124340"/>
                  <a:pt x="223469" y="121913"/>
                </a:cubicBezTo>
                <a:cubicBezTo>
                  <a:pt x="221789" y="119362"/>
                  <a:pt x="220949" y="116437"/>
                  <a:pt x="220949" y="113139"/>
                </a:cubicBezTo>
                <a:cubicBezTo>
                  <a:pt x="220949" y="111293"/>
                  <a:pt x="222613" y="108333"/>
                  <a:pt x="225943" y="104259"/>
                </a:cubicBezTo>
                <a:cubicBezTo>
                  <a:pt x="229272" y="100185"/>
                  <a:pt x="232648" y="96652"/>
                  <a:pt x="236071" y="93661"/>
                </a:cubicBezTo>
                <a:cubicBezTo>
                  <a:pt x="231590" y="91197"/>
                  <a:pt x="228012" y="87718"/>
                  <a:pt x="225336" y="83223"/>
                </a:cubicBezTo>
                <a:cubicBezTo>
                  <a:pt x="222660" y="78727"/>
                  <a:pt x="221322" y="74108"/>
                  <a:pt x="221322" y="69367"/>
                </a:cubicBezTo>
                <a:cubicBezTo>
                  <a:pt x="221322" y="60217"/>
                  <a:pt x="225647" y="52809"/>
                  <a:pt x="234298" y="47144"/>
                </a:cubicBezTo>
                <a:cubicBezTo>
                  <a:pt x="240521" y="43035"/>
                  <a:pt x="248051" y="41011"/>
                  <a:pt x="256888" y="41073"/>
                </a:cubicBezTo>
                <a:cubicBezTo>
                  <a:pt x="264792" y="41073"/>
                  <a:pt x="270143" y="41848"/>
                  <a:pt x="272944" y="43398"/>
                </a:cubicBezTo>
                <a:cubicBezTo>
                  <a:pt x="276118" y="40553"/>
                  <a:pt x="280101" y="37930"/>
                  <a:pt x="284893" y="35528"/>
                </a:cubicBezTo>
                <a:cubicBezTo>
                  <a:pt x="289684" y="33126"/>
                  <a:pt x="294041" y="31925"/>
                  <a:pt x="297961" y="31925"/>
                </a:cubicBezTo>
                <a:cubicBezTo>
                  <a:pt x="301384" y="31925"/>
                  <a:pt x="304294" y="32947"/>
                  <a:pt x="306690" y="34991"/>
                </a:cubicBezTo>
                <a:cubicBezTo>
                  <a:pt x="309085" y="37033"/>
                  <a:pt x="310283" y="39076"/>
                  <a:pt x="310283" y="41120"/>
                </a:cubicBezTo>
                <a:cubicBezTo>
                  <a:pt x="310221" y="47312"/>
                  <a:pt x="307390" y="50408"/>
                  <a:pt x="301789" y="50408"/>
                </a:cubicBezTo>
                <a:close/>
                <a:moveTo>
                  <a:pt x="405338" y="102640"/>
                </a:moveTo>
                <a:cubicBezTo>
                  <a:pt x="405338" y="110314"/>
                  <a:pt x="406100" y="115010"/>
                  <a:pt x="407625" y="116727"/>
                </a:cubicBezTo>
                <a:cubicBezTo>
                  <a:pt x="409150" y="118442"/>
                  <a:pt x="412993" y="119486"/>
                  <a:pt x="419154" y="119860"/>
                </a:cubicBezTo>
                <a:cubicBezTo>
                  <a:pt x="419651" y="120358"/>
                  <a:pt x="419900" y="121447"/>
                  <a:pt x="419900" y="123127"/>
                </a:cubicBezTo>
                <a:cubicBezTo>
                  <a:pt x="419900" y="124807"/>
                  <a:pt x="419651" y="125896"/>
                  <a:pt x="419154" y="126394"/>
                </a:cubicBezTo>
                <a:cubicBezTo>
                  <a:pt x="408201" y="126145"/>
                  <a:pt x="399457" y="126021"/>
                  <a:pt x="392923" y="126021"/>
                </a:cubicBezTo>
                <a:cubicBezTo>
                  <a:pt x="386139" y="126021"/>
                  <a:pt x="377396" y="126145"/>
                  <a:pt x="366692" y="126394"/>
                </a:cubicBezTo>
                <a:cubicBezTo>
                  <a:pt x="366194" y="125896"/>
                  <a:pt x="365945" y="124823"/>
                  <a:pt x="365945" y="123174"/>
                </a:cubicBezTo>
                <a:cubicBezTo>
                  <a:pt x="365945" y="121524"/>
                  <a:pt x="366194" y="120420"/>
                  <a:pt x="366692" y="119860"/>
                </a:cubicBezTo>
                <a:cubicBezTo>
                  <a:pt x="372790" y="119360"/>
                  <a:pt x="376618" y="118284"/>
                  <a:pt x="378173" y="116630"/>
                </a:cubicBezTo>
                <a:cubicBezTo>
                  <a:pt x="379729" y="114977"/>
                  <a:pt x="380507" y="110313"/>
                  <a:pt x="380507" y="102637"/>
                </a:cubicBezTo>
                <a:lnTo>
                  <a:pt x="380507" y="65849"/>
                </a:lnTo>
                <a:cubicBezTo>
                  <a:pt x="380507" y="60481"/>
                  <a:pt x="379776" y="57033"/>
                  <a:pt x="378314" y="55505"/>
                </a:cubicBezTo>
                <a:cubicBezTo>
                  <a:pt x="376851" y="53976"/>
                  <a:pt x="373444" y="52962"/>
                  <a:pt x="368092" y="52462"/>
                </a:cubicBezTo>
                <a:cubicBezTo>
                  <a:pt x="367345" y="50035"/>
                  <a:pt x="367221" y="47981"/>
                  <a:pt x="367718" y="46301"/>
                </a:cubicBezTo>
                <a:cubicBezTo>
                  <a:pt x="388006" y="43672"/>
                  <a:pt x="399333" y="41929"/>
                  <a:pt x="401697" y="41073"/>
                </a:cubicBezTo>
                <a:cubicBezTo>
                  <a:pt x="404622" y="41073"/>
                  <a:pt x="406085" y="42143"/>
                  <a:pt x="406085" y="44282"/>
                </a:cubicBezTo>
                <a:cubicBezTo>
                  <a:pt x="406085" y="44405"/>
                  <a:pt x="406085" y="44604"/>
                  <a:pt x="406085" y="44880"/>
                </a:cubicBezTo>
                <a:cubicBezTo>
                  <a:pt x="406085" y="45155"/>
                  <a:pt x="406054" y="45709"/>
                  <a:pt x="405991" y="46543"/>
                </a:cubicBezTo>
                <a:cubicBezTo>
                  <a:pt x="405929" y="47377"/>
                  <a:pt x="405867" y="48247"/>
                  <a:pt x="405805" y="49151"/>
                </a:cubicBezTo>
                <a:cubicBezTo>
                  <a:pt x="405742" y="50055"/>
                  <a:pt x="405680" y="51163"/>
                  <a:pt x="405618" y="52474"/>
                </a:cubicBezTo>
                <a:cubicBezTo>
                  <a:pt x="405556" y="53784"/>
                  <a:pt x="405509" y="55049"/>
                  <a:pt x="405478" y="56266"/>
                </a:cubicBezTo>
                <a:cubicBezTo>
                  <a:pt x="405447" y="57481"/>
                  <a:pt x="405416" y="58822"/>
                  <a:pt x="405385" y="60289"/>
                </a:cubicBezTo>
                <a:cubicBezTo>
                  <a:pt x="405354" y="61755"/>
                  <a:pt x="405338" y="63144"/>
                  <a:pt x="405338" y="64454"/>
                </a:cubicBezTo>
                <a:lnTo>
                  <a:pt x="405338" y="102640"/>
                </a:lnTo>
                <a:moveTo>
                  <a:pt x="379574" y="11899"/>
                </a:moveTo>
                <a:cubicBezTo>
                  <a:pt x="379574" y="8714"/>
                  <a:pt x="380741" y="5934"/>
                  <a:pt x="383074" y="3562"/>
                </a:cubicBezTo>
                <a:cubicBezTo>
                  <a:pt x="385408" y="1187"/>
                  <a:pt x="388691" y="0"/>
                  <a:pt x="392923" y="0"/>
                </a:cubicBezTo>
                <a:cubicBezTo>
                  <a:pt x="396594" y="0"/>
                  <a:pt x="399581" y="1312"/>
                  <a:pt x="401884" y="3935"/>
                </a:cubicBezTo>
                <a:cubicBezTo>
                  <a:pt x="404187" y="6559"/>
                  <a:pt x="405338" y="9495"/>
                  <a:pt x="405338" y="12745"/>
                </a:cubicBezTo>
                <a:cubicBezTo>
                  <a:pt x="405338" y="15555"/>
                  <a:pt x="404062" y="18241"/>
                  <a:pt x="401511" y="20802"/>
                </a:cubicBezTo>
                <a:cubicBezTo>
                  <a:pt x="398959" y="23363"/>
                  <a:pt x="395723" y="24644"/>
                  <a:pt x="391802" y="24644"/>
                </a:cubicBezTo>
                <a:cubicBezTo>
                  <a:pt x="388131" y="24644"/>
                  <a:pt x="385175" y="23348"/>
                  <a:pt x="382934" y="20756"/>
                </a:cubicBezTo>
                <a:cubicBezTo>
                  <a:pt x="380694" y="18163"/>
                  <a:pt x="379574" y="15211"/>
                  <a:pt x="379574" y="11899"/>
                </a:cubicBezTo>
                <a:close/>
                <a:moveTo>
                  <a:pt x="466246" y="102684"/>
                </a:moveTo>
                <a:cubicBezTo>
                  <a:pt x="466246" y="110214"/>
                  <a:pt x="466822" y="114866"/>
                  <a:pt x="467973" y="116639"/>
                </a:cubicBezTo>
                <a:cubicBezTo>
                  <a:pt x="469124" y="118413"/>
                  <a:pt x="471847" y="119486"/>
                  <a:pt x="476141" y="119860"/>
                </a:cubicBezTo>
                <a:cubicBezTo>
                  <a:pt x="476639" y="120358"/>
                  <a:pt x="476903" y="121447"/>
                  <a:pt x="476934" y="123127"/>
                </a:cubicBezTo>
                <a:cubicBezTo>
                  <a:pt x="476966" y="124807"/>
                  <a:pt x="476701" y="125896"/>
                  <a:pt x="476141" y="126394"/>
                </a:cubicBezTo>
                <a:cubicBezTo>
                  <a:pt x="465188" y="126145"/>
                  <a:pt x="457751" y="126021"/>
                  <a:pt x="453831" y="126021"/>
                </a:cubicBezTo>
                <a:cubicBezTo>
                  <a:pt x="447047" y="126021"/>
                  <a:pt x="438304" y="126145"/>
                  <a:pt x="427600" y="126394"/>
                </a:cubicBezTo>
                <a:cubicBezTo>
                  <a:pt x="427102" y="125896"/>
                  <a:pt x="426853" y="124823"/>
                  <a:pt x="426853" y="123174"/>
                </a:cubicBezTo>
                <a:cubicBezTo>
                  <a:pt x="426853" y="121524"/>
                  <a:pt x="427102" y="120420"/>
                  <a:pt x="427600" y="119860"/>
                </a:cubicBezTo>
                <a:cubicBezTo>
                  <a:pt x="433698" y="119362"/>
                  <a:pt x="437526" y="118288"/>
                  <a:pt x="439082" y="116639"/>
                </a:cubicBezTo>
                <a:cubicBezTo>
                  <a:pt x="440637" y="114990"/>
                  <a:pt x="441415" y="110338"/>
                  <a:pt x="441415" y="102684"/>
                </a:cubicBezTo>
                <a:lnTo>
                  <a:pt x="441415" y="66931"/>
                </a:lnTo>
                <a:cubicBezTo>
                  <a:pt x="441415" y="61579"/>
                  <a:pt x="440684" y="58141"/>
                  <a:pt x="439222" y="56616"/>
                </a:cubicBezTo>
                <a:cubicBezTo>
                  <a:pt x="437759" y="55091"/>
                  <a:pt x="434352" y="54080"/>
                  <a:pt x="429000" y="53582"/>
                </a:cubicBezTo>
                <a:cubicBezTo>
                  <a:pt x="428253" y="51155"/>
                  <a:pt x="428098" y="49101"/>
                  <a:pt x="428533" y="47421"/>
                </a:cubicBezTo>
                <a:cubicBezTo>
                  <a:pt x="439362" y="45968"/>
                  <a:pt x="449941" y="43853"/>
                  <a:pt x="460272" y="41073"/>
                </a:cubicBezTo>
                <a:cubicBezTo>
                  <a:pt x="463072" y="41073"/>
                  <a:pt x="464566" y="42169"/>
                  <a:pt x="464752" y="44361"/>
                </a:cubicBezTo>
                <a:cubicBezTo>
                  <a:pt x="465313" y="48179"/>
                  <a:pt x="465717" y="52310"/>
                  <a:pt x="465966" y="56756"/>
                </a:cubicBezTo>
                <a:cubicBezTo>
                  <a:pt x="481151" y="46239"/>
                  <a:pt x="491761" y="41011"/>
                  <a:pt x="497798" y="41073"/>
                </a:cubicBezTo>
                <a:cubicBezTo>
                  <a:pt x="514725" y="41073"/>
                  <a:pt x="523189" y="51280"/>
                  <a:pt x="523189" y="71692"/>
                </a:cubicBezTo>
                <a:lnTo>
                  <a:pt x="523189" y="101563"/>
                </a:lnTo>
                <a:cubicBezTo>
                  <a:pt x="523189" y="109342"/>
                  <a:pt x="524122" y="114274"/>
                  <a:pt x="525989" y="116359"/>
                </a:cubicBezTo>
                <a:cubicBezTo>
                  <a:pt x="527856" y="118444"/>
                  <a:pt x="531839" y="119611"/>
                  <a:pt x="537938" y="119860"/>
                </a:cubicBezTo>
                <a:cubicBezTo>
                  <a:pt x="538560" y="120358"/>
                  <a:pt x="538871" y="121447"/>
                  <a:pt x="538871" y="123127"/>
                </a:cubicBezTo>
                <a:cubicBezTo>
                  <a:pt x="538871" y="124807"/>
                  <a:pt x="538560" y="125896"/>
                  <a:pt x="537938" y="126394"/>
                </a:cubicBezTo>
                <a:cubicBezTo>
                  <a:pt x="526985" y="126145"/>
                  <a:pt x="517930" y="126021"/>
                  <a:pt x="510773" y="126021"/>
                </a:cubicBezTo>
                <a:cubicBezTo>
                  <a:pt x="505919" y="126021"/>
                  <a:pt x="498140" y="126145"/>
                  <a:pt x="487436" y="126394"/>
                </a:cubicBezTo>
                <a:cubicBezTo>
                  <a:pt x="486814" y="125896"/>
                  <a:pt x="486503" y="124823"/>
                  <a:pt x="486503" y="123174"/>
                </a:cubicBezTo>
                <a:cubicBezTo>
                  <a:pt x="486503" y="121524"/>
                  <a:pt x="486814" y="120420"/>
                  <a:pt x="487436" y="119860"/>
                </a:cubicBezTo>
                <a:cubicBezTo>
                  <a:pt x="491668" y="119611"/>
                  <a:pt x="494546" y="118382"/>
                  <a:pt x="496071" y="116172"/>
                </a:cubicBezTo>
                <a:cubicBezTo>
                  <a:pt x="497596" y="113963"/>
                  <a:pt x="498358" y="109094"/>
                  <a:pt x="498358" y="101563"/>
                </a:cubicBezTo>
                <a:lnTo>
                  <a:pt x="498358" y="69638"/>
                </a:lnTo>
                <a:cubicBezTo>
                  <a:pt x="498358" y="60054"/>
                  <a:pt x="493908" y="55262"/>
                  <a:pt x="485009" y="55262"/>
                </a:cubicBezTo>
                <a:cubicBezTo>
                  <a:pt x="481213" y="55262"/>
                  <a:pt x="474959" y="58250"/>
                  <a:pt x="466246" y="64224"/>
                </a:cubicBezTo>
                <a:lnTo>
                  <a:pt x="466246" y="64597"/>
                </a:lnTo>
                <a:lnTo>
                  <a:pt x="466246" y="10268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e140d58214c8a"/>
          <a:stretch xmlns:a="http://schemas.openxmlformats.org/drawingml/2006/main"/>
        </p:blipFill>
        <p:spPr>
          <a:xfrm xmlns:a="http://schemas.openxmlformats.org/drawingml/2006/main">
            <a:off x="2500540" y="47320"/>
            <a:ext cx="2225253" cy="773411"/>
          </a:xfrm>
          <a:prstGeom xmlns:a="http://schemas.openxmlformats.org/drawingml/2006/main" prst="rect">
            <a:avLst/>
          </a:prstGeom>
        </p:spPr>
      </p:pic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44a6b98af46b3"/>
          <a:stretch xmlns:a="http://schemas.openxmlformats.org/drawingml/2006/main"/>
        </p:blipFill>
        <p:spPr>
          <a:xfrm xmlns:a="http://schemas.openxmlformats.org/drawingml/2006/main">
            <a:off x="3935892" y="227857"/>
            <a:ext cx="790499" cy="592874"/>
          </a:xfrm>
          <a:prstGeom xmlns:a="http://schemas.openxmlformats.org/drawingml/2006/main" prst="rect">
            <a:avLst/>
          </a:prstGeom>
        </p:spPr>
      </p:pic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237b645d148fa"/>
          <a:stretch xmlns:a="http://schemas.openxmlformats.org/drawingml/2006/main"/>
        </p:blipFill>
        <p:spPr>
          <a:xfrm xmlns:a="http://schemas.openxmlformats.org/drawingml/2006/main">
            <a:off x="3968557" y="259718"/>
            <a:ext cx="757030" cy="561013"/>
          </a:xfrm>
          <a:prstGeom xmlns:a="http://schemas.openxmlformats.org/drawingml/2006/main" prst="rect">
            <a:avLst/>
          </a:prstGeom>
        </p:spPr>
      </p:pic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8b125bdd44b2d"/>
          <a:stretch xmlns:a="http://schemas.openxmlformats.org/drawingml/2006/main"/>
        </p:blipFill>
        <p:spPr>
          <a:xfrm xmlns:a="http://schemas.openxmlformats.org/drawingml/2006/main">
            <a:off x="3957293" y="249117"/>
            <a:ext cx="768957" cy="571614"/>
          </a:xfrm>
          <a:prstGeom xmlns:a="http://schemas.openxmlformats.org/drawingml/2006/main" prst="rect">
            <a:avLst/>
          </a:prstGeom>
        </p:spPr>
      </p:pic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8a601e4c4493c"/>
          <a:stretch xmlns:a="http://schemas.openxmlformats.org/drawingml/2006/main"/>
        </p:blipFill>
        <p:spPr>
          <a:xfrm xmlns:a="http://schemas.openxmlformats.org/drawingml/2006/main">
            <a:off x="2688742" y="562442"/>
            <a:ext cx="1988409" cy="236715"/>
          </a:xfrm>
          <a:prstGeom xmlns:a="http://schemas.openxmlformats.org/drawingml/2006/main" prst="rect">
            <a:avLst/>
          </a:prstGeom>
        </p:spPr>
      </p:pic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7CF15-344E-40F0-8830-4ABD081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459" y="73839"/>
            <a:ext cx="2130581" cy="672341"/>
          </a:xfrm>
          <a:custGeom xmlns:a="http://schemas.openxmlformats.org/drawingml/2006/main">
            <a:pathLst>
              <a:path w="2130581" h="672341">
                <a:moveTo>
                  <a:pt x="0" y="98469"/>
                </a:moveTo>
                <a:cubicBezTo>
                  <a:pt x="0" y="44091"/>
                  <a:pt x="44063" y="0"/>
                  <a:pt x="98441" y="0"/>
                </a:cubicBezTo>
                <a:lnTo>
                  <a:pt x="2032111" y="0"/>
                </a:lnTo>
                <a:cubicBezTo>
                  <a:pt x="2086489" y="0"/>
                  <a:pt x="2130581" y="44091"/>
                  <a:pt x="2130581" y="98469"/>
                </a:cubicBezTo>
                <a:lnTo>
                  <a:pt x="2130581" y="492090"/>
                </a:lnTo>
                <a:cubicBezTo>
                  <a:pt x="2130581" y="546468"/>
                  <a:pt x="2086489" y="590560"/>
                  <a:pt x="2032111" y="590560"/>
                </a:cubicBezTo>
                <a:lnTo>
                  <a:pt x="1775508" y="590560"/>
                </a:lnTo>
                <a:lnTo>
                  <a:pt x="1084621" y="672341"/>
                </a:lnTo>
                <a:lnTo>
                  <a:pt x="1242870" y="590560"/>
                </a:lnTo>
                <a:lnTo>
                  <a:pt x="98441" y="590560"/>
                </a:lnTo>
                <a:cubicBezTo>
                  <a:pt x="44063" y="590560"/>
                  <a:pt x="0" y="546468"/>
                  <a:pt x="0" y="492090"/>
                </a:cubicBezTo>
                <a:lnTo>
                  <a:pt x="0" y="344443"/>
                </a:lnTo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3EFCE-37C8-416C-BF45-F99BEE22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459" y="73839"/>
            <a:ext cx="2130581" cy="672341"/>
          </a:xfrm>
          <a:custGeom xmlns:a="http://schemas.openxmlformats.org/drawingml/2006/main">
            <a:pathLst>
              <a:path w="2130581" h="672341" fill="none">
                <a:moveTo>
                  <a:pt x="0" y="98469"/>
                </a:moveTo>
                <a:cubicBezTo>
                  <a:pt x="0" y="44091"/>
                  <a:pt x="44063" y="0"/>
                  <a:pt x="98441" y="0"/>
                </a:cubicBezTo>
                <a:lnTo>
                  <a:pt x="2032111" y="0"/>
                </a:lnTo>
                <a:cubicBezTo>
                  <a:pt x="2086489" y="0"/>
                  <a:pt x="2130581" y="44091"/>
                  <a:pt x="2130581" y="98469"/>
                </a:cubicBezTo>
                <a:lnTo>
                  <a:pt x="2130581" y="492090"/>
                </a:lnTo>
                <a:cubicBezTo>
                  <a:pt x="2130581" y="546468"/>
                  <a:pt x="2086489" y="590560"/>
                  <a:pt x="2032111" y="590560"/>
                </a:cubicBezTo>
                <a:lnTo>
                  <a:pt x="1775508" y="590560"/>
                </a:lnTo>
                <a:lnTo>
                  <a:pt x="1084621" y="672341"/>
                </a:lnTo>
                <a:lnTo>
                  <a:pt x="1242870" y="590560"/>
                </a:lnTo>
                <a:lnTo>
                  <a:pt x="98441" y="590560"/>
                </a:lnTo>
                <a:cubicBezTo>
                  <a:pt x="44063" y="590560"/>
                  <a:pt x="0" y="546468"/>
                  <a:pt x="0" y="492090"/>
                </a:cubicBezTo>
                <a:lnTo>
                  <a:pt x="0" y="344443"/>
                </a:lnTo>
                <a:lnTo>
                  <a:pt x="0" y="984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30" cap="flat">
            <a:solidFill>
              <a:srgbClr val="DCDDDE"/>
            </a:solidFill>
            <a:miter/>
          </a:ln>
        </p:spPr>
      </p:sp>
      <p:sp>
        <p:nvSpPr>
          <p:cNvPr id="104" name="Text ����������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74AD8B20-5D83-47C2-B419-43CA73F3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412" y="173117"/>
            <a:ext cx="1885039" cy="121169"/>
          </a:xfrm>
          <a:custGeom xmlns:a="http://schemas.openxmlformats.org/drawingml/2006/main">
            <a:pathLst>
              <a:path w="1885039" h="121169">
                <a:moveTo>
                  <a:pt x="138372" y="23244"/>
                </a:moveTo>
                <a:cubicBezTo>
                  <a:pt x="138704" y="22250"/>
                  <a:pt x="138870" y="21353"/>
                  <a:pt x="138870" y="20553"/>
                </a:cubicBezTo>
                <a:cubicBezTo>
                  <a:pt x="138870" y="19752"/>
                  <a:pt x="138759" y="19061"/>
                  <a:pt x="138538" y="18481"/>
                </a:cubicBezTo>
                <a:cubicBezTo>
                  <a:pt x="138316" y="17901"/>
                  <a:pt x="137859" y="17418"/>
                  <a:pt x="137167" y="17032"/>
                </a:cubicBezTo>
                <a:cubicBezTo>
                  <a:pt x="136474" y="16644"/>
                  <a:pt x="135851" y="16340"/>
                  <a:pt x="135297" y="16120"/>
                </a:cubicBezTo>
                <a:cubicBezTo>
                  <a:pt x="134743" y="15898"/>
                  <a:pt x="133925" y="15705"/>
                  <a:pt x="132845" y="15541"/>
                </a:cubicBezTo>
                <a:cubicBezTo>
                  <a:pt x="131765" y="15375"/>
                  <a:pt x="130851" y="15264"/>
                  <a:pt x="130103" y="15208"/>
                </a:cubicBezTo>
                <a:cubicBezTo>
                  <a:pt x="129355" y="15153"/>
                  <a:pt x="128371" y="15070"/>
                  <a:pt x="127152" y="14959"/>
                </a:cubicBezTo>
                <a:cubicBezTo>
                  <a:pt x="126598" y="14476"/>
                  <a:pt x="126321" y="13481"/>
                  <a:pt x="126321" y="11975"/>
                </a:cubicBezTo>
                <a:cubicBezTo>
                  <a:pt x="126321" y="10467"/>
                  <a:pt x="126598" y="9412"/>
                  <a:pt x="127152" y="8809"/>
                </a:cubicBezTo>
                <a:cubicBezTo>
                  <a:pt x="136239" y="9050"/>
                  <a:pt x="142472" y="9170"/>
                  <a:pt x="145851" y="9170"/>
                </a:cubicBezTo>
                <a:cubicBezTo>
                  <a:pt x="147347" y="9170"/>
                  <a:pt x="152278" y="9050"/>
                  <a:pt x="160644" y="8809"/>
                </a:cubicBezTo>
                <a:cubicBezTo>
                  <a:pt x="161087" y="9412"/>
                  <a:pt x="161323" y="10452"/>
                  <a:pt x="161350" y="11931"/>
                </a:cubicBezTo>
                <a:cubicBezTo>
                  <a:pt x="161378" y="13408"/>
                  <a:pt x="161143" y="14417"/>
                  <a:pt x="160644" y="14959"/>
                </a:cubicBezTo>
                <a:cubicBezTo>
                  <a:pt x="156212" y="15181"/>
                  <a:pt x="152957" y="16134"/>
                  <a:pt x="150879" y="17818"/>
                </a:cubicBezTo>
                <a:cubicBezTo>
                  <a:pt x="148801" y="19503"/>
                  <a:pt x="147181" y="21975"/>
                  <a:pt x="146017" y="25233"/>
                </a:cubicBezTo>
                <a:lnTo>
                  <a:pt x="112526" y="117193"/>
                </a:lnTo>
                <a:cubicBezTo>
                  <a:pt x="111639" y="119788"/>
                  <a:pt x="110116" y="121113"/>
                  <a:pt x="107955" y="121169"/>
                </a:cubicBezTo>
                <a:cubicBezTo>
                  <a:pt x="105351" y="121169"/>
                  <a:pt x="103578" y="119788"/>
                  <a:pt x="102636" y="117026"/>
                </a:cubicBezTo>
                <a:lnTo>
                  <a:pt x="82691" y="56795"/>
                </a:lnTo>
                <a:cubicBezTo>
                  <a:pt x="81693" y="53648"/>
                  <a:pt x="80918" y="52074"/>
                  <a:pt x="80364" y="52074"/>
                </a:cubicBezTo>
                <a:cubicBezTo>
                  <a:pt x="79699" y="52074"/>
                  <a:pt x="78895" y="53482"/>
                  <a:pt x="77954" y="56299"/>
                </a:cubicBezTo>
                <a:lnTo>
                  <a:pt x="54268" y="117026"/>
                </a:lnTo>
                <a:cubicBezTo>
                  <a:pt x="53271" y="119733"/>
                  <a:pt x="51692" y="121113"/>
                  <a:pt x="49531" y="121169"/>
                </a:cubicBezTo>
                <a:cubicBezTo>
                  <a:pt x="46927" y="121169"/>
                  <a:pt x="45182" y="119758"/>
                  <a:pt x="44296" y="116935"/>
                </a:cubicBezTo>
                <a:lnTo>
                  <a:pt x="13297" y="24350"/>
                </a:lnTo>
                <a:cubicBezTo>
                  <a:pt x="11801" y="20212"/>
                  <a:pt x="10347" y="17666"/>
                  <a:pt x="8934" y="16712"/>
                </a:cubicBezTo>
                <a:cubicBezTo>
                  <a:pt x="7521" y="15756"/>
                  <a:pt x="4765" y="15172"/>
                  <a:pt x="665" y="14959"/>
                </a:cubicBezTo>
                <a:cubicBezTo>
                  <a:pt x="222" y="14476"/>
                  <a:pt x="0" y="13481"/>
                  <a:pt x="0" y="11975"/>
                </a:cubicBezTo>
                <a:cubicBezTo>
                  <a:pt x="0" y="10467"/>
                  <a:pt x="222" y="9412"/>
                  <a:pt x="665" y="8809"/>
                </a:cubicBezTo>
                <a:cubicBezTo>
                  <a:pt x="9751" y="9050"/>
                  <a:pt x="15042" y="9170"/>
                  <a:pt x="16538" y="9170"/>
                </a:cubicBezTo>
                <a:cubicBezTo>
                  <a:pt x="21857" y="9170"/>
                  <a:pt x="28256" y="9050"/>
                  <a:pt x="35736" y="8809"/>
                </a:cubicBezTo>
                <a:cubicBezTo>
                  <a:pt x="36179" y="9412"/>
                  <a:pt x="36400" y="10452"/>
                  <a:pt x="36400" y="11931"/>
                </a:cubicBezTo>
                <a:cubicBezTo>
                  <a:pt x="36400" y="13408"/>
                  <a:pt x="36179" y="14417"/>
                  <a:pt x="35736" y="14959"/>
                </a:cubicBezTo>
                <a:cubicBezTo>
                  <a:pt x="33353" y="15063"/>
                  <a:pt x="31539" y="15272"/>
                  <a:pt x="30292" y="15588"/>
                </a:cubicBezTo>
                <a:cubicBezTo>
                  <a:pt x="29046" y="15901"/>
                  <a:pt x="28090" y="16542"/>
                  <a:pt x="27425" y="17509"/>
                </a:cubicBezTo>
                <a:cubicBezTo>
                  <a:pt x="26760" y="18477"/>
                  <a:pt x="26705" y="19876"/>
                  <a:pt x="27259" y="21706"/>
                </a:cubicBezTo>
                <a:lnTo>
                  <a:pt x="52772" y="100145"/>
                </a:lnTo>
                <a:lnTo>
                  <a:pt x="53105" y="100145"/>
                </a:lnTo>
                <a:lnTo>
                  <a:pt x="74546" y="44072"/>
                </a:lnTo>
                <a:cubicBezTo>
                  <a:pt x="75322" y="41922"/>
                  <a:pt x="75710" y="39771"/>
                  <a:pt x="75710" y="37621"/>
                </a:cubicBezTo>
                <a:cubicBezTo>
                  <a:pt x="75710" y="36132"/>
                  <a:pt x="75433" y="34561"/>
                  <a:pt x="74879" y="32907"/>
                </a:cubicBezTo>
                <a:lnTo>
                  <a:pt x="72302" y="25049"/>
                </a:lnTo>
                <a:cubicBezTo>
                  <a:pt x="71527" y="22457"/>
                  <a:pt x="69892" y="20183"/>
                  <a:pt x="67399" y="18226"/>
                </a:cubicBezTo>
                <a:cubicBezTo>
                  <a:pt x="64906" y="16268"/>
                  <a:pt x="61609" y="15179"/>
                  <a:pt x="57509" y="14959"/>
                </a:cubicBezTo>
                <a:cubicBezTo>
                  <a:pt x="57066" y="14476"/>
                  <a:pt x="56845" y="13481"/>
                  <a:pt x="56845" y="11975"/>
                </a:cubicBezTo>
                <a:cubicBezTo>
                  <a:pt x="56845" y="10467"/>
                  <a:pt x="57066" y="9412"/>
                  <a:pt x="57509" y="8809"/>
                </a:cubicBezTo>
                <a:cubicBezTo>
                  <a:pt x="66596" y="9050"/>
                  <a:pt x="72275" y="9170"/>
                  <a:pt x="74546" y="9170"/>
                </a:cubicBezTo>
                <a:cubicBezTo>
                  <a:pt x="77704" y="9170"/>
                  <a:pt x="84630" y="9050"/>
                  <a:pt x="95323" y="8809"/>
                </a:cubicBezTo>
                <a:cubicBezTo>
                  <a:pt x="95766" y="9412"/>
                  <a:pt x="95988" y="10452"/>
                  <a:pt x="95988" y="11931"/>
                </a:cubicBezTo>
                <a:cubicBezTo>
                  <a:pt x="95988" y="13408"/>
                  <a:pt x="95766" y="14417"/>
                  <a:pt x="95323" y="14959"/>
                </a:cubicBezTo>
                <a:cubicBezTo>
                  <a:pt x="93716" y="15070"/>
                  <a:pt x="92552" y="15181"/>
                  <a:pt x="91832" y="15292"/>
                </a:cubicBezTo>
                <a:cubicBezTo>
                  <a:pt x="91112" y="15401"/>
                  <a:pt x="90129" y="15677"/>
                  <a:pt x="88882" y="16120"/>
                </a:cubicBezTo>
                <a:cubicBezTo>
                  <a:pt x="87635" y="16561"/>
                  <a:pt x="86887" y="17100"/>
                  <a:pt x="86638" y="17735"/>
                </a:cubicBezTo>
                <a:cubicBezTo>
                  <a:pt x="86389" y="18371"/>
                  <a:pt x="86070" y="19310"/>
                  <a:pt x="85682" y="20553"/>
                </a:cubicBezTo>
                <a:cubicBezTo>
                  <a:pt x="85295" y="21795"/>
                  <a:pt x="85544" y="23299"/>
                  <a:pt x="86430" y="25067"/>
                </a:cubicBezTo>
                <a:lnTo>
                  <a:pt x="110947" y="100623"/>
                </a:lnTo>
                <a:lnTo>
                  <a:pt x="111279" y="100623"/>
                </a:lnTo>
                <a:lnTo>
                  <a:pt x="138372" y="23244"/>
                </a:lnTo>
                <a:close/>
                <a:moveTo>
                  <a:pt x="190513" y="70084"/>
                </a:moveTo>
                <a:lnTo>
                  <a:pt x="190513" y="97777"/>
                </a:lnTo>
                <a:cubicBezTo>
                  <a:pt x="190513" y="102557"/>
                  <a:pt x="190804" y="105951"/>
                  <a:pt x="191386" y="107957"/>
                </a:cubicBezTo>
                <a:cubicBezTo>
                  <a:pt x="191967" y="109962"/>
                  <a:pt x="192868" y="111267"/>
                  <a:pt x="194087" y="111871"/>
                </a:cubicBezTo>
                <a:cubicBezTo>
                  <a:pt x="195305" y="112475"/>
                  <a:pt x="197494" y="112915"/>
                  <a:pt x="200652" y="113190"/>
                </a:cubicBezTo>
                <a:cubicBezTo>
                  <a:pt x="201151" y="113741"/>
                  <a:pt x="201414" y="114766"/>
                  <a:pt x="201441" y="116265"/>
                </a:cubicBezTo>
                <a:cubicBezTo>
                  <a:pt x="201469" y="117765"/>
                  <a:pt x="201206" y="118790"/>
                  <a:pt x="200652" y="119340"/>
                </a:cubicBezTo>
                <a:cubicBezTo>
                  <a:pt x="191122" y="119096"/>
                  <a:pt x="185527" y="118974"/>
                  <a:pt x="183865" y="118974"/>
                </a:cubicBezTo>
                <a:cubicBezTo>
                  <a:pt x="180762" y="118974"/>
                  <a:pt x="174529" y="119096"/>
                  <a:pt x="165166" y="119340"/>
                </a:cubicBezTo>
                <a:cubicBezTo>
                  <a:pt x="164667" y="118790"/>
                  <a:pt x="164418" y="117765"/>
                  <a:pt x="164418" y="116265"/>
                </a:cubicBezTo>
                <a:cubicBezTo>
                  <a:pt x="164418" y="114766"/>
                  <a:pt x="164667" y="113741"/>
                  <a:pt x="165166" y="113190"/>
                </a:cubicBezTo>
                <a:cubicBezTo>
                  <a:pt x="167991" y="112971"/>
                  <a:pt x="170027" y="112723"/>
                  <a:pt x="171274" y="112448"/>
                </a:cubicBezTo>
                <a:cubicBezTo>
                  <a:pt x="172521" y="112171"/>
                  <a:pt x="173670" y="111495"/>
                  <a:pt x="174723" y="110419"/>
                </a:cubicBezTo>
                <a:cubicBezTo>
                  <a:pt x="175776" y="109344"/>
                  <a:pt x="176427" y="107870"/>
                  <a:pt x="176676" y="105997"/>
                </a:cubicBezTo>
                <a:cubicBezTo>
                  <a:pt x="176925" y="104122"/>
                  <a:pt x="177050" y="101364"/>
                  <a:pt x="177050" y="97725"/>
                </a:cubicBezTo>
                <a:lnTo>
                  <a:pt x="177050" y="23703"/>
                </a:lnTo>
                <a:cubicBezTo>
                  <a:pt x="177050" y="20064"/>
                  <a:pt x="176967" y="17348"/>
                  <a:pt x="176801" y="15556"/>
                </a:cubicBezTo>
                <a:cubicBezTo>
                  <a:pt x="176634" y="13764"/>
                  <a:pt x="175928" y="12442"/>
                  <a:pt x="174681" y="11588"/>
                </a:cubicBezTo>
                <a:cubicBezTo>
                  <a:pt x="173435" y="10733"/>
                  <a:pt x="172465" y="10277"/>
                  <a:pt x="171773" y="10222"/>
                </a:cubicBezTo>
                <a:cubicBezTo>
                  <a:pt x="171080" y="10167"/>
                  <a:pt x="169210" y="10028"/>
                  <a:pt x="166163" y="9807"/>
                </a:cubicBezTo>
                <a:cubicBezTo>
                  <a:pt x="164889" y="8511"/>
                  <a:pt x="164556" y="6794"/>
                  <a:pt x="165166" y="4654"/>
                </a:cubicBezTo>
                <a:cubicBezTo>
                  <a:pt x="175249" y="3878"/>
                  <a:pt x="183200" y="2327"/>
                  <a:pt x="189017" y="0"/>
                </a:cubicBezTo>
                <a:cubicBezTo>
                  <a:pt x="190513" y="0"/>
                  <a:pt x="191233" y="582"/>
                  <a:pt x="191178" y="1745"/>
                </a:cubicBezTo>
                <a:cubicBezTo>
                  <a:pt x="190735" y="6290"/>
                  <a:pt x="190513" y="12249"/>
                  <a:pt x="190513" y="19621"/>
                </a:cubicBezTo>
                <a:lnTo>
                  <a:pt x="190347" y="57951"/>
                </a:lnTo>
                <a:cubicBezTo>
                  <a:pt x="190458" y="59170"/>
                  <a:pt x="191012" y="59175"/>
                  <a:pt x="192009" y="57966"/>
                </a:cubicBezTo>
                <a:cubicBezTo>
                  <a:pt x="200320" y="48797"/>
                  <a:pt x="209988" y="44212"/>
                  <a:pt x="221013" y="44212"/>
                </a:cubicBezTo>
                <a:cubicBezTo>
                  <a:pt x="227495" y="44212"/>
                  <a:pt x="232205" y="46140"/>
                  <a:pt x="235141" y="49996"/>
                </a:cubicBezTo>
                <a:cubicBezTo>
                  <a:pt x="238188" y="53963"/>
                  <a:pt x="239712" y="61510"/>
                  <a:pt x="239712" y="72637"/>
                </a:cubicBezTo>
                <a:lnTo>
                  <a:pt x="239712" y="97777"/>
                </a:lnTo>
                <a:cubicBezTo>
                  <a:pt x="239712" y="104425"/>
                  <a:pt x="240363" y="108533"/>
                  <a:pt x="241665" y="110100"/>
                </a:cubicBezTo>
                <a:cubicBezTo>
                  <a:pt x="242967" y="111665"/>
                  <a:pt x="246111" y="112695"/>
                  <a:pt x="251097" y="113190"/>
                </a:cubicBezTo>
                <a:cubicBezTo>
                  <a:pt x="251541" y="113680"/>
                  <a:pt x="251762" y="114675"/>
                  <a:pt x="251762" y="116175"/>
                </a:cubicBezTo>
                <a:cubicBezTo>
                  <a:pt x="251762" y="117674"/>
                  <a:pt x="251541" y="118729"/>
                  <a:pt x="251097" y="119340"/>
                </a:cubicBezTo>
                <a:cubicBezTo>
                  <a:pt x="241346" y="119096"/>
                  <a:pt x="235335" y="118974"/>
                  <a:pt x="233063" y="118974"/>
                </a:cubicBezTo>
                <a:cubicBezTo>
                  <a:pt x="231013" y="118974"/>
                  <a:pt x="225224" y="119096"/>
                  <a:pt x="215694" y="119340"/>
                </a:cubicBezTo>
                <a:cubicBezTo>
                  <a:pt x="215251" y="118850"/>
                  <a:pt x="215029" y="117856"/>
                  <a:pt x="215029" y="116356"/>
                </a:cubicBezTo>
                <a:cubicBezTo>
                  <a:pt x="215029" y="114857"/>
                  <a:pt x="215251" y="113802"/>
                  <a:pt x="215694" y="113190"/>
                </a:cubicBezTo>
                <a:cubicBezTo>
                  <a:pt x="220348" y="112751"/>
                  <a:pt x="223271" y="111734"/>
                  <a:pt x="224462" y="110142"/>
                </a:cubicBezTo>
                <a:cubicBezTo>
                  <a:pt x="225653" y="108547"/>
                  <a:pt x="226249" y="104425"/>
                  <a:pt x="226249" y="97777"/>
                </a:cubicBezTo>
                <a:lnTo>
                  <a:pt x="226249" y="72144"/>
                </a:lnTo>
                <a:cubicBezTo>
                  <a:pt x="226249" y="66155"/>
                  <a:pt x="225584" y="61814"/>
                  <a:pt x="224254" y="59122"/>
                </a:cubicBezTo>
                <a:cubicBezTo>
                  <a:pt x="222204" y="55055"/>
                  <a:pt x="219185" y="53022"/>
                  <a:pt x="215196" y="53022"/>
                </a:cubicBezTo>
                <a:cubicBezTo>
                  <a:pt x="207494" y="53022"/>
                  <a:pt x="200236" y="56346"/>
                  <a:pt x="193422" y="62994"/>
                </a:cubicBezTo>
                <a:cubicBezTo>
                  <a:pt x="191483" y="65082"/>
                  <a:pt x="190513" y="67446"/>
                  <a:pt x="190513" y="70084"/>
                </a:cubicBezTo>
                <a:close/>
                <a:moveTo>
                  <a:pt x="303574" y="79366"/>
                </a:moveTo>
                <a:lnTo>
                  <a:pt x="290111" y="82839"/>
                </a:lnTo>
                <a:cubicBezTo>
                  <a:pt x="279307" y="85602"/>
                  <a:pt x="273933" y="91850"/>
                  <a:pt x="273988" y="101582"/>
                </a:cubicBezTo>
                <a:cubicBezTo>
                  <a:pt x="273988" y="104622"/>
                  <a:pt x="275027" y="107400"/>
                  <a:pt x="277105" y="109916"/>
                </a:cubicBezTo>
                <a:cubicBezTo>
                  <a:pt x="279182" y="112431"/>
                  <a:pt x="282216" y="113689"/>
                  <a:pt x="286205" y="113689"/>
                </a:cubicBezTo>
                <a:cubicBezTo>
                  <a:pt x="290194" y="113689"/>
                  <a:pt x="295180" y="111230"/>
                  <a:pt x="301164" y="106311"/>
                </a:cubicBezTo>
                <a:cubicBezTo>
                  <a:pt x="302770" y="105205"/>
                  <a:pt x="303574" y="103740"/>
                  <a:pt x="303574" y="101917"/>
                </a:cubicBezTo>
                <a:lnTo>
                  <a:pt x="303574" y="79366"/>
                </a:lnTo>
                <a:moveTo>
                  <a:pt x="303574" y="110804"/>
                </a:moveTo>
                <a:lnTo>
                  <a:pt x="303241" y="110804"/>
                </a:lnTo>
                <a:lnTo>
                  <a:pt x="299834" y="113479"/>
                </a:lnTo>
                <a:cubicBezTo>
                  <a:pt x="296067" y="116434"/>
                  <a:pt x="292992" y="118372"/>
                  <a:pt x="290609" y="119291"/>
                </a:cubicBezTo>
                <a:cubicBezTo>
                  <a:pt x="288227" y="120210"/>
                  <a:pt x="285124" y="120670"/>
                  <a:pt x="281301" y="120670"/>
                </a:cubicBezTo>
                <a:cubicBezTo>
                  <a:pt x="274819" y="120670"/>
                  <a:pt x="269625" y="119203"/>
                  <a:pt x="265719" y="116268"/>
                </a:cubicBezTo>
                <a:cubicBezTo>
                  <a:pt x="261813" y="113332"/>
                  <a:pt x="259860" y="108679"/>
                  <a:pt x="259860" y="102309"/>
                </a:cubicBezTo>
                <a:cubicBezTo>
                  <a:pt x="259860" y="96671"/>
                  <a:pt x="262436" y="91698"/>
                  <a:pt x="267589" y="87389"/>
                </a:cubicBezTo>
                <a:cubicBezTo>
                  <a:pt x="272741" y="83078"/>
                  <a:pt x="279528" y="79866"/>
                  <a:pt x="287950" y="77754"/>
                </a:cubicBezTo>
                <a:lnTo>
                  <a:pt x="302577" y="74123"/>
                </a:lnTo>
                <a:cubicBezTo>
                  <a:pt x="303241" y="73905"/>
                  <a:pt x="303574" y="73249"/>
                  <a:pt x="303574" y="72157"/>
                </a:cubicBezTo>
                <a:cubicBezTo>
                  <a:pt x="303574" y="57627"/>
                  <a:pt x="298975" y="50362"/>
                  <a:pt x="289778" y="50362"/>
                </a:cubicBezTo>
                <a:cubicBezTo>
                  <a:pt x="286011" y="50362"/>
                  <a:pt x="282714" y="50940"/>
                  <a:pt x="279889" y="52095"/>
                </a:cubicBezTo>
                <a:cubicBezTo>
                  <a:pt x="277063" y="53249"/>
                  <a:pt x="275650" y="54982"/>
                  <a:pt x="275650" y="57294"/>
                </a:cubicBezTo>
                <a:cubicBezTo>
                  <a:pt x="275650" y="58850"/>
                  <a:pt x="275761" y="59925"/>
                  <a:pt x="275983" y="60517"/>
                </a:cubicBezTo>
                <a:cubicBezTo>
                  <a:pt x="276315" y="61161"/>
                  <a:pt x="276481" y="62155"/>
                  <a:pt x="276481" y="63498"/>
                </a:cubicBezTo>
                <a:cubicBezTo>
                  <a:pt x="276481" y="64734"/>
                  <a:pt x="275803" y="65957"/>
                  <a:pt x="274445" y="67165"/>
                </a:cubicBezTo>
                <a:cubicBezTo>
                  <a:pt x="273088" y="68374"/>
                  <a:pt x="271273" y="68978"/>
                  <a:pt x="269002" y="68978"/>
                </a:cubicBezTo>
                <a:cubicBezTo>
                  <a:pt x="265013" y="68978"/>
                  <a:pt x="263046" y="66990"/>
                  <a:pt x="263101" y="63015"/>
                </a:cubicBezTo>
                <a:cubicBezTo>
                  <a:pt x="263101" y="58377"/>
                  <a:pt x="266051" y="54084"/>
                  <a:pt x="271952" y="50136"/>
                </a:cubicBezTo>
                <a:cubicBezTo>
                  <a:pt x="277853" y="46187"/>
                  <a:pt x="284266" y="44212"/>
                  <a:pt x="291191" y="44212"/>
                </a:cubicBezTo>
                <a:cubicBezTo>
                  <a:pt x="308311" y="44212"/>
                  <a:pt x="316871" y="53903"/>
                  <a:pt x="316871" y="73284"/>
                </a:cubicBezTo>
                <a:lnTo>
                  <a:pt x="316871" y="98429"/>
                </a:lnTo>
                <a:cubicBezTo>
                  <a:pt x="316871" y="101672"/>
                  <a:pt x="316954" y="104145"/>
                  <a:pt x="317120" y="105849"/>
                </a:cubicBezTo>
                <a:cubicBezTo>
                  <a:pt x="317286" y="107552"/>
                  <a:pt x="317910" y="109133"/>
                  <a:pt x="318990" y="110591"/>
                </a:cubicBezTo>
                <a:cubicBezTo>
                  <a:pt x="320070" y="112047"/>
                  <a:pt x="321636" y="112775"/>
                  <a:pt x="323686" y="112775"/>
                </a:cubicBezTo>
                <a:cubicBezTo>
                  <a:pt x="325071" y="112775"/>
                  <a:pt x="326262" y="112346"/>
                  <a:pt x="327259" y="111487"/>
                </a:cubicBezTo>
                <a:cubicBezTo>
                  <a:pt x="328256" y="110628"/>
                  <a:pt x="328810" y="110199"/>
                  <a:pt x="328921" y="110199"/>
                </a:cubicBezTo>
                <a:cubicBezTo>
                  <a:pt x="329254" y="110199"/>
                  <a:pt x="329711" y="110531"/>
                  <a:pt x="330292" y="111196"/>
                </a:cubicBezTo>
                <a:cubicBezTo>
                  <a:pt x="330874" y="111861"/>
                  <a:pt x="331165" y="112470"/>
                  <a:pt x="331165" y="113024"/>
                </a:cubicBezTo>
                <a:cubicBezTo>
                  <a:pt x="331165" y="113357"/>
                  <a:pt x="330569" y="114119"/>
                  <a:pt x="329378" y="115310"/>
                </a:cubicBezTo>
                <a:cubicBezTo>
                  <a:pt x="328187" y="116501"/>
                  <a:pt x="326400" y="117692"/>
                  <a:pt x="324018" y="118883"/>
                </a:cubicBezTo>
                <a:cubicBezTo>
                  <a:pt x="321636" y="120074"/>
                  <a:pt x="319198" y="120670"/>
                  <a:pt x="316705" y="120670"/>
                </a:cubicBezTo>
                <a:cubicBezTo>
                  <a:pt x="309890" y="120725"/>
                  <a:pt x="305513" y="117437"/>
                  <a:pt x="303574" y="110804"/>
                </a:cubicBezTo>
                <a:close/>
                <a:moveTo>
                  <a:pt x="338857" y="45875"/>
                </a:moveTo>
                <a:lnTo>
                  <a:pt x="346669" y="45875"/>
                </a:lnTo>
                <a:cubicBezTo>
                  <a:pt x="346669" y="42394"/>
                  <a:pt x="346655" y="39398"/>
                  <a:pt x="346627" y="36886"/>
                </a:cubicBezTo>
                <a:cubicBezTo>
                  <a:pt x="346599" y="34374"/>
                  <a:pt x="346558" y="32538"/>
                  <a:pt x="346502" y="31378"/>
                </a:cubicBezTo>
                <a:cubicBezTo>
                  <a:pt x="346447" y="30218"/>
                  <a:pt x="346392" y="29306"/>
                  <a:pt x="346336" y="28643"/>
                </a:cubicBezTo>
                <a:cubicBezTo>
                  <a:pt x="346281" y="27980"/>
                  <a:pt x="346239" y="27483"/>
                  <a:pt x="346212" y="27152"/>
                </a:cubicBezTo>
                <a:cubicBezTo>
                  <a:pt x="346184" y="26822"/>
                  <a:pt x="346170" y="26518"/>
                  <a:pt x="346170" y="26241"/>
                </a:cubicBezTo>
                <a:cubicBezTo>
                  <a:pt x="346170" y="25855"/>
                  <a:pt x="346392" y="25496"/>
                  <a:pt x="346835" y="25166"/>
                </a:cubicBezTo>
                <a:cubicBezTo>
                  <a:pt x="347278" y="24833"/>
                  <a:pt x="347763" y="24585"/>
                  <a:pt x="348289" y="24420"/>
                </a:cubicBezTo>
                <a:cubicBezTo>
                  <a:pt x="348816" y="24254"/>
                  <a:pt x="349536" y="24033"/>
                  <a:pt x="350450" y="23758"/>
                </a:cubicBezTo>
                <a:cubicBezTo>
                  <a:pt x="351364" y="23481"/>
                  <a:pt x="352098" y="23232"/>
                  <a:pt x="352652" y="23010"/>
                </a:cubicBezTo>
                <a:cubicBezTo>
                  <a:pt x="353317" y="22735"/>
                  <a:pt x="354176" y="22321"/>
                  <a:pt x="355229" y="21769"/>
                </a:cubicBezTo>
                <a:cubicBezTo>
                  <a:pt x="356281" y="21216"/>
                  <a:pt x="357168" y="20775"/>
                  <a:pt x="357888" y="20444"/>
                </a:cubicBezTo>
                <a:cubicBezTo>
                  <a:pt x="358608" y="20112"/>
                  <a:pt x="359135" y="19945"/>
                  <a:pt x="359467" y="19945"/>
                </a:cubicBezTo>
                <a:cubicBezTo>
                  <a:pt x="360353" y="19945"/>
                  <a:pt x="360797" y="20442"/>
                  <a:pt x="360797" y="21436"/>
                </a:cubicBezTo>
                <a:cubicBezTo>
                  <a:pt x="360353" y="25965"/>
                  <a:pt x="360132" y="31930"/>
                  <a:pt x="360132" y="39330"/>
                </a:cubicBezTo>
                <a:lnTo>
                  <a:pt x="360132" y="45875"/>
                </a:lnTo>
                <a:lnTo>
                  <a:pt x="380576" y="45875"/>
                </a:lnTo>
                <a:cubicBezTo>
                  <a:pt x="381462" y="45875"/>
                  <a:pt x="381906" y="46208"/>
                  <a:pt x="381906" y="46874"/>
                </a:cubicBezTo>
                <a:lnTo>
                  <a:pt x="381906" y="50025"/>
                </a:lnTo>
                <a:cubicBezTo>
                  <a:pt x="381906" y="51413"/>
                  <a:pt x="380548" y="52080"/>
                  <a:pt x="377833" y="52024"/>
                </a:cubicBezTo>
                <a:lnTo>
                  <a:pt x="360132" y="52024"/>
                </a:lnTo>
                <a:lnTo>
                  <a:pt x="360132" y="95499"/>
                </a:lnTo>
                <a:cubicBezTo>
                  <a:pt x="360132" y="101095"/>
                  <a:pt x="360534" y="105138"/>
                  <a:pt x="361337" y="107628"/>
                </a:cubicBezTo>
                <a:cubicBezTo>
                  <a:pt x="362140" y="110117"/>
                  <a:pt x="363622" y="111362"/>
                  <a:pt x="365783" y="111362"/>
                </a:cubicBezTo>
                <a:cubicBezTo>
                  <a:pt x="370991" y="111362"/>
                  <a:pt x="375645" y="109740"/>
                  <a:pt x="379745" y="106495"/>
                </a:cubicBezTo>
                <a:cubicBezTo>
                  <a:pt x="381462" y="106608"/>
                  <a:pt x="382460" y="107587"/>
                  <a:pt x="382737" y="109433"/>
                </a:cubicBezTo>
                <a:cubicBezTo>
                  <a:pt x="376033" y="116924"/>
                  <a:pt x="368387" y="120670"/>
                  <a:pt x="359799" y="120670"/>
                </a:cubicBezTo>
                <a:cubicBezTo>
                  <a:pt x="351046" y="120670"/>
                  <a:pt x="346669" y="115027"/>
                  <a:pt x="346669" y="103740"/>
                </a:cubicBezTo>
                <a:lnTo>
                  <a:pt x="346669" y="52024"/>
                </a:lnTo>
                <a:lnTo>
                  <a:pt x="336613" y="52024"/>
                </a:lnTo>
                <a:cubicBezTo>
                  <a:pt x="336059" y="52024"/>
                  <a:pt x="335782" y="51717"/>
                  <a:pt x="335782" y="51102"/>
                </a:cubicBezTo>
                <a:lnTo>
                  <a:pt x="335782" y="49027"/>
                </a:lnTo>
                <a:cubicBezTo>
                  <a:pt x="335782" y="46926"/>
                  <a:pt x="336807" y="45875"/>
                  <a:pt x="338857" y="45875"/>
                </a:cubicBezTo>
                <a:close/>
                <a:moveTo>
                  <a:pt x="443271" y="16993"/>
                </a:moveTo>
                <a:cubicBezTo>
                  <a:pt x="443271" y="14934"/>
                  <a:pt x="444240" y="13055"/>
                  <a:pt x="446179" y="11357"/>
                </a:cubicBezTo>
                <a:cubicBezTo>
                  <a:pt x="448118" y="9658"/>
                  <a:pt x="450113" y="8809"/>
                  <a:pt x="452163" y="8809"/>
                </a:cubicBezTo>
                <a:cubicBezTo>
                  <a:pt x="454324" y="8809"/>
                  <a:pt x="456221" y="9756"/>
                  <a:pt x="457856" y="11650"/>
                </a:cubicBezTo>
                <a:cubicBezTo>
                  <a:pt x="459490" y="13543"/>
                  <a:pt x="460307" y="15547"/>
                  <a:pt x="460307" y="17663"/>
                </a:cubicBezTo>
                <a:cubicBezTo>
                  <a:pt x="460307" y="19610"/>
                  <a:pt x="459407" y="21475"/>
                  <a:pt x="457606" y="23257"/>
                </a:cubicBezTo>
                <a:cubicBezTo>
                  <a:pt x="455806" y="25038"/>
                  <a:pt x="453770" y="25929"/>
                  <a:pt x="451498" y="25929"/>
                </a:cubicBezTo>
                <a:cubicBezTo>
                  <a:pt x="449448" y="25929"/>
                  <a:pt x="447564" y="24983"/>
                  <a:pt x="445847" y="23091"/>
                </a:cubicBezTo>
                <a:cubicBezTo>
                  <a:pt x="444129" y="21196"/>
                  <a:pt x="443271" y="19164"/>
                  <a:pt x="443271" y="16993"/>
                </a:cubicBezTo>
                <a:moveTo>
                  <a:pt x="458811" y="97756"/>
                </a:moveTo>
                <a:cubicBezTo>
                  <a:pt x="458811" y="104524"/>
                  <a:pt x="459490" y="108692"/>
                  <a:pt x="460848" y="110261"/>
                </a:cubicBezTo>
                <a:cubicBezTo>
                  <a:pt x="462205" y="111830"/>
                  <a:pt x="465598" y="112806"/>
                  <a:pt x="471028" y="113190"/>
                </a:cubicBezTo>
                <a:cubicBezTo>
                  <a:pt x="471582" y="113802"/>
                  <a:pt x="471859" y="114857"/>
                  <a:pt x="471859" y="116356"/>
                </a:cubicBezTo>
                <a:cubicBezTo>
                  <a:pt x="471859" y="117856"/>
                  <a:pt x="471582" y="118850"/>
                  <a:pt x="471028" y="119340"/>
                </a:cubicBezTo>
                <a:cubicBezTo>
                  <a:pt x="461277" y="119096"/>
                  <a:pt x="454989" y="118974"/>
                  <a:pt x="452163" y="118974"/>
                </a:cubicBezTo>
                <a:cubicBezTo>
                  <a:pt x="449005" y="118974"/>
                  <a:pt x="442633" y="119096"/>
                  <a:pt x="433049" y="119340"/>
                </a:cubicBezTo>
                <a:cubicBezTo>
                  <a:pt x="432605" y="118850"/>
                  <a:pt x="432384" y="117856"/>
                  <a:pt x="432384" y="116356"/>
                </a:cubicBezTo>
                <a:cubicBezTo>
                  <a:pt x="432384" y="114857"/>
                  <a:pt x="432605" y="113802"/>
                  <a:pt x="433049" y="113190"/>
                </a:cubicBezTo>
                <a:cubicBezTo>
                  <a:pt x="438478" y="112751"/>
                  <a:pt x="441886" y="111760"/>
                  <a:pt x="443271" y="110219"/>
                </a:cubicBezTo>
                <a:cubicBezTo>
                  <a:pt x="444656" y="108679"/>
                  <a:pt x="445348" y="104524"/>
                  <a:pt x="445348" y="97756"/>
                </a:cubicBezTo>
                <a:lnTo>
                  <a:pt x="445348" y="64825"/>
                </a:lnTo>
                <a:cubicBezTo>
                  <a:pt x="445348" y="60093"/>
                  <a:pt x="444697" y="57109"/>
                  <a:pt x="443395" y="55871"/>
                </a:cubicBezTo>
                <a:cubicBezTo>
                  <a:pt x="442093" y="54633"/>
                  <a:pt x="439060" y="53794"/>
                  <a:pt x="434295" y="53354"/>
                </a:cubicBezTo>
                <a:cubicBezTo>
                  <a:pt x="433630" y="51415"/>
                  <a:pt x="433520" y="49808"/>
                  <a:pt x="433963" y="48534"/>
                </a:cubicBezTo>
                <a:cubicBezTo>
                  <a:pt x="444490" y="47173"/>
                  <a:pt x="452246" y="45566"/>
                  <a:pt x="457232" y="43714"/>
                </a:cubicBezTo>
                <a:cubicBezTo>
                  <a:pt x="458728" y="43714"/>
                  <a:pt x="459476" y="44095"/>
                  <a:pt x="459476" y="44857"/>
                </a:cubicBezTo>
                <a:cubicBezTo>
                  <a:pt x="459476" y="45128"/>
                  <a:pt x="459449" y="45523"/>
                  <a:pt x="459393" y="46041"/>
                </a:cubicBezTo>
                <a:cubicBezTo>
                  <a:pt x="459338" y="46558"/>
                  <a:pt x="459282" y="47602"/>
                  <a:pt x="459227" y="49173"/>
                </a:cubicBezTo>
                <a:cubicBezTo>
                  <a:pt x="459172" y="50741"/>
                  <a:pt x="459102" y="52257"/>
                  <a:pt x="459019" y="53720"/>
                </a:cubicBezTo>
                <a:cubicBezTo>
                  <a:pt x="458936" y="55182"/>
                  <a:pt x="458881" y="56876"/>
                  <a:pt x="458853" y="58803"/>
                </a:cubicBezTo>
                <a:cubicBezTo>
                  <a:pt x="458825" y="60728"/>
                  <a:pt x="458811" y="62488"/>
                  <a:pt x="458811" y="64083"/>
                </a:cubicBezTo>
                <a:lnTo>
                  <a:pt x="458811" y="97756"/>
                </a:lnTo>
                <a:close/>
                <a:moveTo>
                  <a:pt x="482299" y="95208"/>
                </a:moveTo>
                <a:cubicBezTo>
                  <a:pt x="482853" y="94661"/>
                  <a:pt x="483740" y="94388"/>
                  <a:pt x="484959" y="94388"/>
                </a:cubicBezTo>
                <a:cubicBezTo>
                  <a:pt x="486178" y="94388"/>
                  <a:pt x="487064" y="94607"/>
                  <a:pt x="487618" y="95045"/>
                </a:cubicBezTo>
                <a:cubicBezTo>
                  <a:pt x="489557" y="102955"/>
                  <a:pt x="491773" y="108111"/>
                  <a:pt x="494267" y="110510"/>
                </a:cubicBezTo>
                <a:cubicBezTo>
                  <a:pt x="496760" y="113184"/>
                  <a:pt x="500777" y="114520"/>
                  <a:pt x="506317" y="114520"/>
                </a:cubicBezTo>
                <a:cubicBezTo>
                  <a:pt x="509974" y="114520"/>
                  <a:pt x="513298" y="113511"/>
                  <a:pt x="516290" y="111492"/>
                </a:cubicBezTo>
                <a:cubicBezTo>
                  <a:pt x="519281" y="109473"/>
                  <a:pt x="520777" y="106582"/>
                  <a:pt x="520777" y="102818"/>
                </a:cubicBezTo>
                <a:cubicBezTo>
                  <a:pt x="520777" y="99107"/>
                  <a:pt x="519614" y="96134"/>
                  <a:pt x="517287" y="93897"/>
                </a:cubicBezTo>
                <a:cubicBezTo>
                  <a:pt x="514960" y="91660"/>
                  <a:pt x="510334" y="89150"/>
                  <a:pt x="503408" y="86368"/>
                </a:cubicBezTo>
                <a:cubicBezTo>
                  <a:pt x="496594" y="83586"/>
                  <a:pt x="491773" y="80572"/>
                  <a:pt x="488948" y="77328"/>
                </a:cubicBezTo>
                <a:cubicBezTo>
                  <a:pt x="486122" y="74081"/>
                  <a:pt x="484709" y="69484"/>
                  <a:pt x="484709" y="63537"/>
                </a:cubicBezTo>
                <a:cubicBezTo>
                  <a:pt x="484709" y="58137"/>
                  <a:pt x="487092" y="53566"/>
                  <a:pt x="491856" y="49825"/>
                </a:cubicBezTo>
                <a:cubicBezTo>
                  <a:pt x="496621" y="46083"/>
                  <a:pt x="502245" y="44212"/>
                  <a:pt x="508727" y="44212"/>
                </a:cubicBezTo>
                <a:cubicBezTo>
                  <a:pt x="511331" y="44212"/>
                  <a:pt x="513990" y="44406"/>
                  <a:pt x="516705" y="44794"/>
                </a:cubicBezTo>
                <a:cubicBezTo>
                  <a:pt x="519420" y="45182"/>
                  <a:pt x="522287" y="45694"/>
                  <a:pt x="525307" y="46332"/>
                </a:cubicBezTo>
                <a:cubicBezTo>
                  <a:pt x="528326" y="46969"/>
                  <a:pt x="530224" y="47343"/>
                  <a:pt x="530999" y="47454"/>
                </a:cubicBezTo>
                <a:cubicBezTo>
                  <a:pt x="530999" y="48949"/>
                  <a:pt x="530833" y="51761"/>
                  <a:pt x="530501" y="55889"/>
                </a:cubicBezTo>
                <a:cubicBezTo>
                  <a:pt x="530168" y="60016"/>
                  <a:pt x="530002" y="63216"/>
                  <a:pt x="530002" y="65488"/>
                </a:cubicBezTo>
                <a:cubicBezTo>
                  <a:pt x="529448" y="66042"/>
                  <a:pt x="528534" y="66319"/>
                  <a:pt x="527260" y="66319"/>
                </a:cubicBezTo>
                <a:cubicBezTo>
                  <a:pt x="525985" y="66319"/>
                  <a:pt x="525071" y="66104"/>
                  <a:pt x="524517" y="65675"/>
                </a:cubicBezTo>
                <a:cubicBezTo>
                  <a:pt x="523963" y="62397"/>
                  <a:pt x="523035" y="59657"/>
                  <a:pt x="521733" y="57455"/>
                </a:cubicBezTo>
                <a:cubicBezTo>
                  <a:pt x="520431" y="55251"/>
                  <a:pt x="518894" y="53679"/>
                  <a:pt x="517121" y="52739"/>
                </a:cubicBezTo>
                <a:cubicBezTo>
                  <a:pt x="515348" y="51798"/>
                  <a:pt x="513810" y="51167"/>
                  <a:pt x="512508" y="50845"/>
                </a:cubicBezTo>
                <a:cubicBezTo>
                  <a:pt x="511206" y="50523"/>
                  <a:pt x="509946" y="50362"/>
                  <a:pt x="508727" y="50362"/>
                </a:cubicBezTo>
                <a:cubicBezTo>
                  <a:pt x="505680" y="50362"/>
                  <a:pt x="502923" y="51331"/>
                  <a:pt x="500458" y="53268"/>
                </a:cubicBezTo>
                <a:cubicBezTo>
                  <a:pt x="497992" y="55204"/>
                  <a:pt x="496760" y="57809"/>
                  <a:pt x="496760" y="61083"/>
                </a:cubicBezTo>
                <a:cubicBezTo>
                  <a:pt x="496760" y="62884"/>
                  <a:pt x="497064" y="64493"/>
                  <a:pt x="497674" y="65911"/>
                </a:cubicBezTo>
                <a:cubicBezTo>
                  <a:pt x="498283" y="67329"/>
                  <a:pt x="498962" y="68488"/>
                  <a:pt x="499710" y="69388"/>
                </a:cubicBezTo>
                <a:cubicBezTo>
                  <a:pt x="500458" y="70289"/>
                  <a:pt x="501718" y="71217"/>
                  <a:pt x="503491" y="72172"/>
                </a:cubicBezTo>
                <a:cubicBezTo>
                  <a:pt x="505264" y="73126"/>
                  <a:pt x="506760" y="73849"/>
                  <a:pt x="507979" y="74341"/>
                </a:cubicBezTo>
                <a:cubicBezTo>
                  <a:pt x="509198" y="74831"/>
                  <a:pt x="511137" y="75595"/>
                  <a:pt x="513796" y="76632"/>
                </a:cubicBezTo>
                <a:cubicBezTo>
                  <a:pt x="527093" y="81597"/>
                  <a:pt x="533742" y="89017"/>
                  <a:pt x="533742" y="98891"/>
                </a:cubicBezTo>
                <a:cubicBezTo>
                  <a:pt x="533742" y="102942"/>
                  <a:pt x="532800" y="106474"/>
                  <a:pt x="530916" y="109484"/>
                </a:cubicBezTo>
                <a:cubicBezTo>
                  <a:pt x="529033" y="112495"/>
                  <a:pt x="526623" y="114775"/>
                  <a:pt x="523686" y="116323"/>
                </a:cubicBezTo>
                <a:cubicBezTo>
                  <a:pt x="520750" y="117870"/>
                  <a:pt x="517855" y="118982"/>
                  <a:pt x="515002" y="119657"/>
                </a:cubicBezTo>
                <a:cubicBezTo>
                  <a:pt x="512148" y="120332"/>
                  <a:pt x="509364" y="120670"/>
                  <a:pt x="506649" y="120670"/>
                </a:cubicBezTo>
                <a:cubicBezTo>
                  <a:pt x="501109" y="120670"/>
                  <a:pt x="495956" y="120052"/>
                  <a:pt x="491192" y="118816"/>
                </a:cubicBezTo>
                <a:cubicBezTo>
                  <a:pt x="490416" y="118561"/>
                  <a:pt x="489280" y="118434"/>
                  <a:pt x="487784" y="118434"/>
                </a:cubicBezTo>
                <a:cubicBezTo>
                  <a:pt x="486676" y="118434"/>
                  <a:pt x="485263" y="118625"/>
                  <a:pt x="483546" y="119008"/>
                </a:cubicBezTo>
                <a:cubicBezTo>
                  <a:pt x="483490" y="113009"/>
                  <a:pt x="483075" y="105076"/>
                  <a:pt x="482299" y="95208"/>
                </a:cubicBezTo>
                <a:close/>
                <a:moveTo>
                  <a:pt x="590499" y="45875"/>
                </a:moveTo>
                <a:lnTo>
                  <a:pt x="598311" y="45875"/>
                </a:lnTo>
                <a:cubicBezTo>
                  <a:pt x="598311" y="42394"/>
                  <a:pt x="598297" y="39398"/>
                  <a:pt x="598269" y="36886"/>
                </a:cubicBezTo>
                <a:cubicBezTo>
                  <a:pt x="598242" y="34374"/>
                  <a:pt x="598200" y="32538"/>
                  <a:pt x="598145" y="31378"/>
                </a:cubicBezTo>
                <a:cubicBezTo>
                  <a:pt x="598089" y="30218"/>
                  <a:pt x="598034" y="29306"/>
                  <a:pt x="597979" y="28643"/>
                </a:cubicBezTo>
                <a:cubicBezTo>
                  <a:pt x="597923" y="27980"/>
                  <a:pt x="597882" y="27483"/>
                  <a:pt x="597854" y="27152"/>
                </a:cubicBezTo>
                <a:cubicBezTo>
                  <a:pt x="597826" y="26822"/>
                  <a:pt x="597812" y="26518"/>
                  <a:pt x="597812" y="26241"/>
                </a:cubicBezTo>
                <a:cubicBezTo>
                  <a:pt x="597812" y="25855"/>
                  <a:pt x="598034" y="25496"/>
                  <a:pt x="598477" y="25166"/>
                </a:cubicBezTo>
                <a:cubicBezTo>
                  <a:pt x="598920" y="24833"/>
                  <a:pt x="599405" y="24585"/>
                  <a:pt x="599932" y="24420"/>
                </a:cubicBezTo>
                <a:cubicBezTo>
                  <a:pt x="600458" y="24254"/>
                  <a:pt x="601178" y="24033"/>
                  <a:pt x="602092" y="23758"/>
                </a:cubicBezTo>
                <a:cubicBezTo>
                  <a:pt x="603006" y="23481"/>
                  <a:pt x="603741" y="23232"/>
                  <a:pt x="604295" y="23010"/>
                </a:cubicBezTo>
                <a:cubicBezTo>
                  <a:pt x="604959" y="22735"/>
                  <a:pt x="605818" y="22321"/>
                  <a:pt x="606871" y="21769"/>
                </a:cubicBezTo>
                <a:cubicBezTo>
                  <a:pt x="607924" y="21216"/>
                  <a:pt x="608810" y="20775"/>
                  <a:pt x="609530" y="20444"/>
                </a:cubicBezTo>
                <a:cubicBezTo>
                  <a:pt x="610251" y="20112"/>
                  <a:pt x="610777" y="19945"/>
                  <a:pt x="611109" y="19945"/>
                </a:cubicBezTo>
                <a:cubicBezTo>
                  <a:pt x="611996" y="19945"/>
                  <a:pt x="612439" y="20442"/>
                  <a:pt x="612439" y="21436"/>
                </a:cubicBezTo>
                <a:cubicBezTo>
                  <a:pt x="611996" y="25965"/>
                  <a:pt x="611774" y="31930"/>
                  <a:pt x="611774" y="39330"/>
                </a:cubicBezTo>
                <a:lnTo>
                  <a:pt x="611774" y="45875"/>
                </a:lnTo>
                <a:lnTo>
                  <a:pt x="632218" y="45875"/>
                </a:lnTo>
                <a:cubicBezTo>
                  <a:pt x="633105" y="45875"/>
                  <a:pt x="633548" y="46208"/>
                  <a:pt x="633548" y="46874"/>
                </a:cubicBezTo>
                <a:lnTo>
                  <a:pt x="633548" y="50025"/>
                </a:lnTo>
                <a:cubicBezTo>
                  <a:pt x="633548" y="51413"/>
                  <a:pt x="632191" y="52080"/>
                  <a:pt x="629476" y="52024"/>
                </a:cubicBezTo>
                <a:lnTo>
                  <a:pt x="611774" y="52024"/>
                </a:lnTo>
                <a:lnTo>
                  <a:pt x="611774" y="95499"/>
                </a:lnTo>
                <a:cubicBezTo>
                  <a:pt x="611774" y="101095"/>
                  <a:pt x="612176" y="105138"/>
                  <a:pt x="612979" y="107628"/>
                </a:cubicBezTo>
                <a:cubicBezTo>
                  <a:pt x="613783" y="110117"/>
                  <a:pt x="615265" y="111362"/>
                  <a:pt x="617425" y="111362"/>
                </a:cubicBezTo>
                <a:cubicBezTo>
                  <a:pt x="622633" y="111362"/>
                  <a:pt x="627287" y="109740"/>
                  <a:pt x="631387" y="106495"/>
                </a:cubicBezTo>
                <a:cubicBezTo>
                  <a:pt x="633105" y="106608"/>
                  <a:pt x="634102" y="107587"/>
                  <a:pt x="634379" y="109433"/>
                </a:cubicBezTo>
                <a:cubicBezTo>
                  <a:pt x="627675" y="116924"/>
                  <a:pt x="620029" y="120670"/>
                  <a:pt x="611442" y="120670"/>
                </a:cubicBezTo>
                <a:cubicBezTo>
                  <a:pt x="602688" y="120670"/>
                  <a:pt x="598311" y="115027"/>
                  <a:pt x="598311" y="103740"/>
                </a:cubicBezTo>
                <a:lnTo>
                  <a:pt x="598311" y="52024"/>
                </a:lnTo>
                <a:lnTo>
                  <a:pt x="588255" y="52024"/>
                </a:lnTo>
                <a:cubicBezTo>
                  <a:pt x="587701" y="52024"/>
                  <a:pt x="587424" y="51717"/>
                  <a:pt x="587424" y="51102"/>
                </a:cubicBezTo>
                <a:lnTo>
                  <a:pt x="587424" y="49027"/>
                </a:lnTo>
                <a:cubicBezTo>
                  <a:pt x="587424" y="46926"/>
                  <a:pt x="588449" y="45875"/>
                  <a:pt x="590499" y="45875"/>
                </a:cubicBezTo>
                <a:close/>
                <a:moveTo>
                  <a:pt x="665442" y="70084"/>
                </a:moveTo>
                <a:lnTo>
                  <a:pt x="665442" y="97777"/>
                </a:lnTo>
                <a:cubicBezTo>
                  <a:pt x="665442" y="102557"/>
                  <a:pt x="665733" y="105951"/>
                  <a:pt x="666315" y="107957"/>
                </a:cubicBezTo>
                <a:cubicBezTo>
                  <a:pt x="666897" y="109962"/>
                  <a:pt x="667797" y="111267"/>
                  <a:pt x="669016" y="111871"/>
                </a:cubicBezTo>
                <a:cubicBezTo>
                  <a:pt x="670235" y="112475"/>
                  <a:pt x="672423" y="112915"/>
                  <a:pt x="675581" y="113190"/>
                </a:cubicBezTo>
                <a:cubicBezTo>
                  <a:pt x="676080" y="113741"/>
                  <a:pt x="676343" y="114766"/>
                  <a:pt x="676371" y="116265"/>
                </a:cubicBezTo>
                <a:cubicBezTo>
                  <a:pt x="676399" y="117765"/>
                  <a:pt x="676135" y="118790"/>
                  <a:pt x="675581" y="119340"/>
                </a:cubicBezTo>
                <a:cubicBezTo>
                  <a:pt x="666052" y="119096"/>
                  <a:pt x="660456" y="118974"/>
                  <a:pt x="658794" y="118974"/>
                </a:cubicBezTo>
                <a:cubicBezTo>
                  <a:pt x="655691" y="118974"/>
                  <a:pt x="649458" y="119096"/>
                  <a:pt x="640095" y="119340"/>
                </a:cubicBezTo>
                <a:cubicBezTo>
                  <a:pt x="639596" y="118790"/>
                  <a:pt x="639347" y="117765"/>
                  <a:pt x="639347" y="116265"/>
                </a:cubicBezTo>
                <a:cubicBezTo>
                  <a:pt x="639347" y="114766"/>
                  <a:pt x="639596" y="113741"/>
                  <a:pt x="640095" y="113190"/>
                </a:cubicBezTo>
                <a:cubicBezTo>
                  <a:pt x="642921" y="112971"/>
                  <a:pt x="644957" y="112723"/>
                  <a:pt x="646203" y="112448"/>
                </a:cubicBezTo>
                <a:cubicBezTo>
                  <a:pt x="647450" y="112171"/>
                  <a:pt x="648600" y="111495"/>
                  <a:pt x="649652" y="110419"/>
                </a:cubicBezTo>
                <a:cubicBezTo>
                  <a:pt x="650705" y="109344"/>
                  <a:pt x="651356" y="107870"/>
                  <a:pt x="651605" y="105997"/>
                </a:cubicBezTo>
                <a:cubicBezTo>
                  <a:pt x="651855" y="104122"/>
                  <a:pt x="651979" y="101364"/>
                  <a:pt x="651979" y="97725"/>
                </a:cubicBezTo>
                <a:lnTo>
                  <a:pt x="651979" y="23703"/>
                </a:lnTo>
                <a:cubicBezTo>
                  <a:pt x="651979" y="20064"/>
                  <a:pt x="651896" y="17348"/>
                  <a:pt x="651730" y="15556"/>
                </a:cubicBezTo>
                <a:cubicBezTo>
                  <a:pt x="651564" y="13764"/>
                  <a:pt x="650857" y="12442"/>
                  <a:pt x="649611" y="11588"/>
                </a:cubicBezTo>
                <a:cubicBezTo>
                  <a:pt x="648364" y="10733"/>
                  <a:pt x="647395" y="10277"/>
                  <a:pt x="646702" y="10222"/>
                </a:cubicBezTo>
                <a:cubicBezTo>
                  <a:pt x="646009" y="10167"/>
                  <a:pt x="644140" y="10028"/>
                  <a:pt x="641092" y="9807"/>
                </a:cubicBezTo>
                <a:cubicBezTo>
                  <a:pt x="639818" y="8511"/>
                  <a:pt x="639486" y="6794"/>
                  <a:pt x="640095" y="4654"/>
                </a:cubicBezTo>
                <a:cubicBezTo>
                  <a:pt x="650179" y="3878"/>
                  <a:pt x="658129" y="2327"/>
                  <a:pt x="663946" y="0"/>
                </a:cubicBezTo>
                <a:cubicBezTo>
                  <a:pt x="665442" y="0"/>
                  <a:pt x="666163" y="582"/>
                  <a:pt x="666107" y="1745"/>
                </a:cubicBezTo>
                <a:cubicBezTo>
                  <a:pt x="665664" y="6290"/>
                  <a:pt x="665442" y="12249"/>
                  <a:pt x="665442" y="19621"/>
                </a:cubicBezTo>
                <a:lnTo>
                  <a:pt x="665276" y="57951"/>
                </a:lnTo>
                <a:cubicBezTo>
                  <a:pt x="665387" y="59170"/>
                  <a:pt x="665941" y="59175"/>
                  <a:pt x="666938" y="57966"/>
                </a:cubicBezTo>
                <a:cubicBezTo>
                  <a:pt x="675249" y="48797"/>
                  <a:pt x="684917" y="44212"/>
                  <a:pt x="695942" y="44212"/>
                </a:cubicBezTo>
                <a:cubicBezTo>
                  <a:pt x="702425" y="44212"/>
                  <a:pt x="707134" y="46140"/>
                  <a:pt x="710070" y="49996"/>
                </a:cubicBezTo>
                <a:cubicBezTo>
                  <a:pt x="713118" y="53963"/>
                  <a:pt x="714641" y="61510"/>
                  <a:pt x="714641" y="72637"/>
                </a:cubicBezTo>
                <a:lnTo>
                  <a:pt x="714641" y="97777"/>
                </a:lnTo>
                <a:cubicBezTo>
                  <a:pt x="714641" y="104425"/>
                  <a:pt x="715292" y="108533"/>
                  <a:pt x="716594" y="110100"/>
                </a:cubicBezTo>
                <a:cubicBezTo>
                  <a:pt x="717896" y="111665"/>
                  <a:pt x="721040" y="112695"/>
                  <a:pt x="726027" y="113190"/>
                </a:cubicBezTo>
                <a:cubicBezTo>
                  <a:pt x="726470" y="113680"/>
                  <a:pt x="726692" y="114675"/>
                  <a:pt x="726692" y="116175"/>
                </a:cubicBezTo>
                <a:cubicBezTo>
                  <a:pt x="726692" y="117674"/>
                  <a:pt x="726470" y="118729"/>
                  <a:pt x="726027" y="119340"/>
                </a:cubicBezTo>
                <a:cubicBezTo>
                  <a:pt x="716276" y="119096"/>
                  <a:pt x="710264" y="118974"/>
                  <a:pt x="707993" y="118974"/>
                </a:cubicBezTo>
                <a:cubicBezTo>
                  <a:pt x="705943" y="118974"/>
                  <a:pt x="700153" y="119096"/>
                  <a:pt x="690624" y="119340"/>
                </a:cubicBezTo>
                <a:cubicBezTo>
                  <a:pt x="690180" y="118850"/>
                  <a:pt x="689959" y="117856"/>
                  <a:pt x="689959" y="116356"/>
                </a:cubicBezTo>
                <a:cubicBezTo>
                  <a:pt x="689959" y="114857"/>
                  <a:pt x="690180" y="113802"/>
                  <a:pt x="690624" y="113190"/>
                </a:cubicBezTo>
                <a:cubicBezTo>
                  <a:pt x="695277" y="112751"/>
                  <a:pt x="698200" y="111734"/>
                  <a:pt x="699391" y="110142"/>
                </a:cubicBezTo>
                <a:cubicBezTo>
                  <a:pt x="700582" y="108547"/>
                  <a:pt x="701178" y="104425"/>
                  <a:pt x="701178" y="97777"/>
                </a:cubicBezTo>
                <a:lnTo>
                  <a:pt x="701178" y="72144"/>
                </a:lnTo>
                <a:cubicBezTo>
                  <a:pt x="701178" y="66155"/>
                  <a:pt x="700513" y="61814"/>
                  <a:pt x="699183" y="59122"/>
                </a:cubicBezTo>
                <a:cubicBezTo>
                  <a:pt x="697133" y="55055"/>
                  <a:pt x="694114" y="53022"/>
                  <a:pt x="690125" y="53022"/>
                </a:cubicBezTo>
                <a:cubicBezTo>
                  <a:pt x="682424" y="53022"/>
                  <a:pt x="675166" y="56346"/>
                  <a:pt x="668351" y="62994"/>
                </a:cubicBezTo>
                <a:cubicBezTo>
                  <a:pt x="666412" y="65082"/>
                  <a:pt x="665442" y="67446"/>
                  <a:pt x="665442" y="70084"/>
                </a:cubicBezTo>
                <a:close/>
                <a:moveTo>
                  <a:pt x="749749" y="70640"/>
                </a:moveTo>
                <a:lnTo>
                  <a:pt x="780581" y="70160"/>
                </a:lnTo>
                <a:cubicBezTo>
                  <a:pt x="782299" y="70160"/>
                  <a:pt x="783130" y="69412"/>
                  <a:pt x="783074" y="67916"/>
                </a:cubicBezTo>
                <a:cubicBezTo>
                  <a:pt x="783074" y="61669"/>
                  <a:pt x="781689" y="57238"/>
                  <a:pt x="778919" y="54621"/>
                </a:cubicBezTo>
                <a:cubicBezTo>
                  <a:pt x="776149" y="52004"/>
                  <a:pt x="772825" y="50695"/>
                  <a:pt x="768946" y="50695"/>
                </a:cubicBezTo>
                <a:cubicBezTo>
                  <a:pt x="767450" y="50695"/>
                  <a:pt x="765982" y="50882"/>
                  <a:pt x="764542" y="51256"/>
                </a:cubicBezTo>
                <a:cubicBezTo>
                  <a:pt x="763101" y="51630"/>
                  <a:pt x="761328" y="52417"/>
                  <a:pt x="759223" y="53619"/>
                </a:cubicBezTo>
                <a:cubicBezTo>
                  <a:pt x="757118" y="54821"/>
                  <a:pt x="755206" y="56890"/>
                  <a:pt x="753489" y="59829"/>
                </a:cubicBezTo>
                <a:cubicBezTo>
                  <a:pt x="751771" y="62765"/>
                  <a:pt x="750524" y="66369"/>
                  <a:pt x="749749" y="70640"/>
                </a:cubicBezTo>
                <a:moveTo>
                  <a:pt x="794377" y="103218"/>
                </a:moveTo>
                <a:cubicBezTo>
                  <a:pt x="796316" y="103329"/>
                  <a:pt x="797507" y="104215"/>
                  <a:pt x="797950" y="105877"/>
                </a:cubicBezTo>
                <a:cubicBezTo>
                  <a:pt x="790360" y="115739"/>
                  <a:pt x="780692" y="120670"/>
                  <a:pt x="768946" y="120670"/>
                </a:cubicBezTo>
                <a:cubicBezTo>
                  <a:pt x="757699" y="120670"/>
                  <a:pt x="749029" y="117041"/>
                  <a:pt x="742934" y="109783"/>
                </a:cubicBezTo>
                <a:cubicBezTo>
                  <a:pt x="737615" y="103633"/>
                  <a:pt x="734956" y="95240"/>
                  <a:pt x="734956" y="84602"/>
                </a:cubicBezTo>
                <a:cubicBezTo>
                  <a:pt x="734956" y="72555"/>
                  <a:pt x="738557" y="62867"/>
                  <a:pt x="745760" y="55538"/>
                </a:cubicBezTo>
                <a:cubicBezTo>
                  <a:pt x="752962" y="48209"/>
                  <a:pt x="760691" y="44545"/>
                  <a:pt x="768946" y="44545"/>
                </a:cubicBezTo>
                <a:cubicBezTo>
                  <a:pt x="788116" y="44545"/>
                  <a:pt x="797701" y="54385"/>
                  <a:pt x="797701" y="74066"/>
                </a:cubicBezTo>
                <a:cubicBezTo>
                  <a:pt x="797701" y="76104"/>
                  <a:pt x="796648" y="77122"/>
                  <a:pt x="794543" y="77122"/>
                </a:cubicBezTo>
                <a:lnTo>
                  <a:pt x="749250" y="76790"/>
                </a:lnTo>
                <a:cubicBezTo>
                  <a:pt x="749250" y="86320"/>
                  <a:pt x="751051" y="94104"/>
                  <a:pt x="754652" y="100143"/>
                </a:cubicBezTo>
                <a:cubicBezTo>
                  <a:pt x="759638" y="108287"/>
                  <a:pt x="765844" y="112359"/>
                  <a:pt x="773268" y="112359"/>
                </a:cubicBezTo>
                <a:cubicBezTo>
                  <a:pt x="778033" y="112359"/>
                  <a:pt x="781925" y="111681"/>
                  <a:pt x="784944" y="110323"/>
                </a:cubicBezTo>
                <a:cubicBezTo>
                  <a:pt x="787964" y="108966"/>
                  <a:pt x="791108" y="106597"/>
                  <a:pt x="794377" y="103218"/>
                </a:cubicBezTo>
                <a:close/>
                <a:moveTo>
                  <a:pt x="881944" y="51692"/>
                </a:moveTo>
                <a:cubicBezTo>
                  <a:pt x="878010" y="51912"/>
                  <a:pt x="875725" y="52849"/>
                  <a:pt x="875088" y="54505"/>
                </a:cubicBezTo>
                <a:cubicBezTo>
                  <a:pt x="874451" y="56158"/>
                  <a:pt x="875018" y="58998"/>
                  <a:pt x="876791" y="63023"/>
                </a:cubicBezTo>
                <a:lnTo>
                  <a:pt x="890421" y="97928"/>
                </a:lnTo>
                <a:cubicBezTo>
                  <a:pt x="891196" y="99856"/>
                  <a:pt x="891792" y="101041"/>
                  <a:pt x="892208" y="101483"/>
                </a:cubicBezTo>
                <a:cubicBezTo>
                  <a:pt x="892623" y="101924"/>
                  <a:pt x="893025" y="101898"/>
                  <a:pt x="893413" y="101402"/>
                </a:cubicBezTo>
                <a:cubicBezTo>
                  <a:pt x="893800" y="100906"/>
                  <a:pt x="894382" y="99636"/>
                  <a:pt x="895158" y="97595"/>
                </a:cubicBezTo>
                <a:lnTo>
                  <a:pt x="907125" y="67573"/>
                </a:lnTo>
                <a:lnTo>
                  <a:pt x="906045" y="64927"/>
                </a:lnTo>
                <a:cubicBezTo>
                  <a:pt x="905878" y="64541"/>
                  <a:pt x="905657" y="64017"/>
                  <a:pt x="905380" y="63355"/>
                </a:cubicBezTo>
                <a:cubicBezTo>
                  <a:pt x="904549" y="61203"/>
                  <a:pt x="903898" y="59631"/>
                  <a:pt x="903427" y="58639"/>
                </a:cubicBezTo>
                <a:cubicBezTo>
                  <a:pt x="902956" y="57647"/>
                  <a:pt x="902250" y="56545"/>
                  <a:pt x="901308" y="55333"/>
                </a:cubicBezTo>
                <a:cubicBezTo>
                  <a:pt x="900366" y="54119"/>
                  <a:pt x="899230" y="53251"/>
                  <a:pt x="897900" y="52728"/>
                </a:cubicBezTo>
                <a:cubicBezTo>
                  <a:pt x="896571" y="52204"/>
                  <a:pt x="894936" y="51858"/>
                  <a:pt x="892997" y="51692"/>
                </a:cubicBezTo>
                <a:cubicBezTo>
                  <a:pt x="892554" y="51209"/>
                  <a:pt x="892332" y="50229"/>
                  <a:pt x="892332" y="48752"/>
                </a:cubicBezTo>
                <a:cubicBezTo>
                  <a:pt x="892332" y="47275"/>
                  <a:pt x="892554" y="46205"/>
                  <a:pt x="892997" y="45542"/>
                </a:cubicBezTo>
                <a:cubicBezTo>
                  <a:pt x="901418" y="45783"/>
                  <a:pt x="906405" y="45903"/>
                  <a:pt x="907956" y="45903"/>
                </a:cubicBezTo>
                <a:cubicBezTo>
                  <a:pt x="910893" y="45903"/>
                  <a:pt x="916571" y="45783"/>
                  <a:pt x="924993" y="45542"/>
                </a:cubicBezTo>
                <a:cubicBezTo>
                  <a:pt x="925436" y="46145"/>
                  <a:pt x="925658" y="47200"/>
                  <a:pt x="925658" y="48708"/>
                </a:cubicBezTo>
                <a:cubicBezTo>
                  <a:pt x="925658" y="50214"/>
                  <a:pt x="925436" y="51209"/>
                  <a:pt x="924993" y="51692"/>
                </a:cubicBezTo>
                <a:cubicBezTo>
                  <a:pt x="920561" y="52023"/>
                  <a:pt x="917998" y="52836"/>
                  <a:pt x="917306" y="54133"/>
                </a:cubicBezTo>
                <a:cubicBezTo>
                  <a:pt x="916613" y="55428"/>
                  <a:pt x="917098" y="58061"/>
                  <a:pt x="918760" y="62031"/>
                </a:cubicBezTo>
                <a:lnTo>
                  <a:pt x="933470" y="99086"/>
                </a:lnTo>
                <a:cubicBezTo>
                  <a:pt x="934245" y="101072"/>
                  <a:pt x="934799" y="102119"/>
                  <a:pt x="935132" y="102228"/>
                </a:cubicBezTo>
                <a:cubicBezTo>
                  <a:pt x="935409" y="102339"/>
                  <a:pt x="935741" y="101953"/>
                  <a:pt x="936129" y="101070"/>
                </a:cubicBezTo>
                <a:cubicBezTo>
                  <a:pt x="936185" y="101016"/>
                  <a:pt x="936545" y="100134"/>
                  <a:pt x="937209" y="98424"/>
                </a:cubicBezTo>
                <a:lnTo>
                  <a:pt x="951504" y="63189"/>
                </a:lnTo>
                <a:cubicBezTo>
                  <a:pt x="952113" y="61700"/>
                  <a:pt x="952529" y="60543"/>
                  <a:pt x="952750" y="59717"/>
                </a:cubicBezTo>
                <a:cubicBezTo>
                  <a:pt x="952972" y="58889"/>
                  <a:pt x="953083" y="57924"/>
                  <a:pt x="953083" y="56821"/>
                </a:cubicBezTo>
                <a:cubicBezTo>
                  <a:pt x="953083" y="55718"/>
                  <a:pt x="952764" y="54864"/>
                  <a:pt x="952127" y="54258"/>
                </a:cubicBezTo>
                <a:cubicBezTo>
                  <a:pt x="951490" y="53650"/>
                  <a:pt x="950410" y="53099"/>
                  <a:pt x="948886" y="52604"/>
                </a:cubicBezTo>
                <a:cubicBezTo>
                  <a:pt x="947362" y="52107"/>
                  <a:pt x="945354" y="51803"/>
                  <a:pt x="942861" y="51692"/>
                </a:cubicBezTo>
                <a:cubicBezTo>
                  <a:pt x="942307" y="51209"/>
                  <a:pt x="942030" y="50229"/>
                  <a:pt x="942030" y="48752"/>
                </a:cubicBezTo>
                <a:cubicBezTo>
                  <a:pt x="942030" y="47275"/>
                  <a:pt x="942307" y="46205"/>
                  <a:pt x="942861" y="45542"/>
                </a:cubicBezTo>
                <a:cubicBezTo>
                  <a:pt x="951282" y="45783"/>
                  <a:pt x="957183" y="45903"/>
                  <a:pt x="960562" y="45903"/>
                </a:cubicBezTo>
                <a:cubicBezTo>
                  <a:pt x="962834" y="45903"/>
                  <a:pt x="966795" y="45783"/>
                  <a:pt x="972446" y="45542"/>
                </a:cubicBezTo>
                <a:cubicBezTo>
                  <a:pt x="973001" y="46145"/>
                  <a:pt x="973291" y="47200"/>
                  <a:pt x="973319" y="48708"/>
                </a:cubicBezTo>
                <a:cubicBezTo>
                  <a:pt x="973347" y="50214"/>
                  <a:pt x="973056" y="51209"/>
                  <a:pt x="972446" y="51692"/>
                </a:cubicBezTo>
                <a:cubicBezTo>
                  <a:pt x="968457" y="51912"/>
                  <a:pt x="965466" y="53001"/>
                  <a:pt x="963471" y="54959"/>
                </a:cubicBezTo>
                <a:cubicBezTo>
                  <a:pt x="961476" y="56917"/>
                  <a:pt x="959676" y="59881"/>
                  <a:pt x="958069" y="63851"/>
                </a:cubicBezTo>
                <a:lnTo>
                  <a:pt x="935880" y="117613"/>
                </a:lnTo>
                <a:cubicBezTo>
                  <a:pt x="934993" y="119984"/>
                  <a:pt x="933691" y="121169"/>
                  <a:pt x="931974" y="121169"/>
                </a:cubicBezTo>
                <a:cubicBezTo>
                  <a:pt x="930256" y="121169"/>
                  <a:pt x="928899" y="120038"/>
                  <a:pt x="927902" y="117777"/>
                </a:cubicBezTo>
                <a:lnTo>
                  <a:pt x="910366" y="75762"/>
                </a:lnTo>
                <a:lnTo>
                  <a:pt x="893163" y="117447"/>
                </a:lnTo>
                <a:cubicBezTo>
                  <a:pt x="892055" y="119928"/>
                  <a:pt x="890698" y="121169"/>
                  <a:pt x="889091" y="121169"/>
                </a:cubicBezTo>
                <a:cubicBezTo>
                  <a:pt x="887374" y="121169"/>
                  <a:pt x="886016" y="120038"/>
                  <a:pt x="885019" y="117777"/>
                </a:cubicBezTo>
                <a:lnTo>
                  <a:pt x="862746" y="63023"/>
                </a:lnTo>
                <a:cubicBezTo>
                  <a:pt x="860918" y="58556"/>
                  <a:pt x="859201" y="55647"/>
                  <a:pt x="857594" y="54297"/>
                </a:cubicBezTo>
                <a:cubicBezTo>
                  <a:pt x="855987" y="52946"/>
                  <a:pt x="853217" y="52078"/>
                  <a:pt x="849283" y="51692"/>
                </a:cubicBezTo>
                <a:cubicBezTo>
                  <a:pt x="848729" y="51209"/>
                  <a:pt x="848438" y="50229"/>
                  <a:pt x="848411" y="48752"/>
                </a:cubicBezTo>
                <a:cubicBezTo>
                  <a:pt x="848383" y="47275"/>
                  <a:pt x="848674" y="46205"/>
                  <a:pt x="849283" y="45542"/>
                </a:cubicBezTo>
                <a:cubicBezTo>
                  <a:pt x="855156" y="45783"/>
                  <a:pt x="860142" y="45903"/>
                  <a:pt x="864242" y="45903"/>
                </a:cubicBezTo>
                <a:cubicBezTo>
                  <a:pt x="867622" y="45903"/>
                  <a:pt x="873523" y="45783"/>
                  <a:pt x="881944" y="45542"/>
                </a:cubicBezTo>
                <a:cubicBezTo>
                  <a:pt x="882498" y="46145"/>
                  <a:pt x="882775" y="47200"/>
                  <a:pt x="882775" y="48708"/>
                </a:cubicBezTo>
                <a:cubicBezTo>
                  <a:pt x="882775" y="50214"/>
                  <a:pt x="882498" y="51209"/>
                  <a:pt x="881944" y="51692"/>
                </a:cubicBezTo>
                <a:close/>
                <a:moveTo>
                  <a:pt x="995672" y="70640"/>
                </a:moveTo>
                <a:lnTo>
                  <a:pt x="1026504" y="70160"/>
                </a:lnTo>
                <a:cubicBezTo>
                  <a:pt x="1028222" y="70160"/>
                  <a:pt x="1029053" y="69412"/>
                  <a:pt x="1028998" y="67916"/>
                </a:cubicBezTo>
                <a:cubicBezTo>
                  <a:pt x="1028998" y="61669"/>
                  <a:pt x="1027613" y="57238"/>
                  <a:pt x="1024842" y="54621"/>
                </a:cubicBezTo>
                <a:cubicBezTo>
                  <a:pt x="1022072" y="52004"/>
                  <a:pt x="1018748" y="50695"/>
                  <a:pt x="1014870" y="50695"/>
                </a:cubicBezTo>
                <a:cubicBezTo>
                  <a:pt x="1013374" y="50695"/>
                  <a:pt x="1011905" y="50882"/>
                  <a:pt x="1010465" y="51256"/>
                </a:cubicBezTo>
                <a:cubicBezTo>
                  <a:pt x="1009024" y="51630"/>
                  <a:pt x="1007252" y="52417"/>
                  <a:pt x="1005146" y="53619"/>
                </a:cubicBezTo>
                <a:cubicBezTo>
                  <a:pt x="1003041" y="54821"/>
                  <a:pt x="1001129" y="56890"/>
                  <a:pt x="999412" y="59829"/>
                </a:cubicBezTo>
                <a:cubicBezTo>
                  <a:pt x="997694" y="62765"/>
                  <a:pt x="996448" y="66369"/>
                  <a:pt x="995672" y="70640"/>
                </a:cubicBezTo>
                <a:moveTo>
                  <a:pt x="1040300" y="103218"/>
                </a:moveTo>
                <a:cubicBezTo>
                  <a:pt x="1042239" y="103329"/>
                  <a:pt x="1043430" y="104215"/>
                  <a:pt x="1043874" y="105877"/>
                </a:cubicBezTo>
                <a:cubicBezTo>
                  <a:pt x="1036283" y="115739"/>
                  <a:pt x="1026615" y="120670"/>
                  <a:pt x="1014870" y="120670"/>
                </a:cubicBezTo>
                <a:cubicBezTo>
                  <a:pt x="1003623" y="120670"/>
                  <a:pt x="994952" y="117041"/>
                  <a:pt x="988857" y="109783"/>
                </a:cubicBezTo>
                <a:cubicBezTo>
                  <a:pt x="983539" y="103633"/>
                  <a:pt x="980879" y="95240"/>
                  <a:pt x="980879" y="84602"/>
                </a:cubicBezTo>
                <a:cubicBezTo>
                  <a:pt x="980879" y="72555"/>
                  <a:pt x="984480" y="62867"/>
                  <a:pt x="991683" y="55538"/>
                </a:cubicBezTo>
                <a:cubicBezTo>
                  <a:pt x="998886" y="48209"/>
                  <a:pt x="1006614" y="44545"/>
                  <a:pt x="1014870" y="44545"/>
                </a:cubicBezTo>
                <a:cubicBezTo>
                  <a:pt x="1034039" y="44545"/>
                  <a:pt x="1043624" y="54385"/>
                  <a:pt x="1043624" y="74066"/>
                </a:cubicBezTo>
                <a:cubicBezTo>
                  <a:pt x="1043624" y="76104"/>
                  <a:pt x="1042572" y="77122"/>
                  <a:pt x="1040466" y="77122"/>
                </a:cubicBezTo>
                <a:lnTo>
                  <a:pt x="995173" y="76790"/>
                </a:lnTo>
                <a:cubicBezTo>
                  <a:pt x="995173" y="86320"/>
                  <a:pt x="996974" y="94104"/>
                  <a:pt x="1000575" y="100143"/>
                </a:cubicBezTo>
                <a:cubicBezTo>
                  <a:pt x="1005562" y="108287"/>
                  <a:pt x="1011767" y="112359"/>
                  <a:pt x="1019191" y="112359"/>
                </a:cubicBezTo>
                <a:cubicBezTo>
                  <a:pt x="1023956" y="112359"/>
                  <a:pt x="1027848" y="111681"/>
                  <a:pt x="1030868" y="110323"/>
                </a:cubicBezTo>
                <a:cubicBezTo>
                  <a:pt x="1033887" y="108966"/>
                  <a:pt x="1037031" y="106597"/>
                  <a:pt x="1040300" y="103218"/>
                </a:cubicBezTo>
                <a:close/>
                <a:moveTo>
                  <a:pt x="1100558" y="79366"/>
                </a:moveTo>
                <a:lnTo>
                  <a:pt x="1087095" y="82839"/>
                </a:lnTo>
                <a:cubicBezTo>
                  <a:pt x="1076291" y="85602"/>
                  <a:pt x="1070917" y="91850"/>
                  <a:pt x="1070972" y="101582"/>
                </a:cubicBezTo>
                <a:cubicBezTo>
                  <a:pt x="1070972" y="104622"/>
                  <a:pt x="1072011" y="107400"/>
                  <a:pt x="1074088" y="109916"/>
                </a:cubicBezTo>
                <a:cubicBezTo>
                  <a:pt x="1076166" y="112431"/>
                  <a:pt x="1079199" y="113689"/>
                  <a:pt x="1083189" y="113689"/>
                </a:cubicBezTo>
                <a:cubicBezTo>
                  <a:pt x="1087178" y="113689"/>
                  <a:pt x="1092164" y="111230"/>
                  <a:pt x="1098148" y="106311"/>
                </a:cubicBezTo>
                <a:cubicBezTo>
                  <a:pt x="1099754" y="105205"/>
                  <a:pt x="1100558" y="103740"/>
                  <a:pt x="1100558" y="101917"/>
                </a:cubicBezTo>
                <a:lnTo>
                  <a:pt x="1100558" y="79366"/>
                </a:lnTo>
                <a:moveTo>
                  <a:pt x="1100558" y="110804"/>
                </a:moveTo>
                <a:lnTo>
                  <a:pt x="1100225" y="110804"/>
                </a:lnTo>
                <a:lnTo>
                  <a:pt x="1096818" y="113479"/>
                </a:lnTo>
                <a:cubicBezTo>
                  <a:pt x="1093050" y="116434"/>
                  <a:pt x="1089976" y="118372"/>
                  <a:pt x="1087593" y="119291"/>
                </a:cubicBezTo>
                <a:cubicBezTo>
                  <a:pt x="1085211" y="120210"/>
                  <a:pt x="1082108" y="120670"/>
                  <a:pt x="1078285" y="120670"/>
                </a:cubicBezTo>
                <a:cubicBezTo>
                  <a:pt x="1071803" y="120670"/>
                  <a:pt x="1066609" y="119203"/>
                  <a:pt x="1062703" y="116268"/>
                </a:cubicBezTo>
                <a:cubicBezTo>
                  <a:pt x="1058797" y="113332"/>
                  <a:pt x="1056844" y="108679"/>
                  <a:pt x="1056844" y="102309"/>
                </a:cubicBezTo>
                <a:cubicBezTo>
                  <a:pt x="1056844" y="96671"/>
                  <a:pt x="1059420" y="91698"/>
                  <a:pt x="1064573" y="87389"/>
                </a:cubicBezTo>
                <a:cubicBezTo>
                  <a:pt x="1069725" y="83078"/>
                  <a:pt x="1076512" y="79866"/>
                  <a:pt x="1084934" y="77754"/>
                </a:cubicBezTo>
                <a:lnTo>
                  <a:pt x="1099560" y="74123"/>
                </a:lnTo>
                <a:cubicBezTo>
                  <a:pt x="1100225" y="73905"/>
                  <a:pt x="1100558" y="73249"/>
                  <a:pt x="1100558" y="72157"/>
                </a:cubicBezTo>
                <a:cubicBezTo>
                  <a:pt x="1100558" y="57627"/>
                  <a:pt x="1095959" y="50362"/>
                  <a:pt x="1086762" y="50362"/>
                </a:cubicBezTo>
                <a:cubicBezTo>
                  <a:pt x="1082995" y="50362"/>
                  <a:pt x="1079698" y="50940"/>
                  <a:pt x="1076872" y="52095"/>
                </a:cubicBezTo>
                <a:cubicBezTo>
                  <a:pt x="1074047" y="53249"/>
                  <a:pt x="1072634" y="54982"/>
                  <a:pt x="1072634" y="57294"/>
                </a:cubicBezTo>
                <a:cubicBezTo>
                  <a:pt x="1072634" y="58850"/>
                  <a:pt x="1072745" y="59925"/>
                  <a:pt x="1072967" y="60517"/>
                </a:cubicBezTo>
                <a:cubicBezTo>
                  <a:pt x="1073299" y="61161"/>
                  <a:pt x="1073465" y="62155"/>
                  <a:pt x="1073465" y="63498"/>
                </a:cubicBezTo>
                <a:cubicBezTo>
                  <a:pt x="1073465" y="64734"/>
                  <a:pt x="1072786" y="65957"/>
                  <a:pt x="1071429" y="67165"/>
                </a:cubicBezTo>
                <a:cubicBezTo>
                  <a:pt x="1070072" y="68374"/>
                  <a:pt x="1068257" y="68978"/>
                  <a:pt x="1065986" y="68978"/>
                </a:cubicBezTo>
                <a:cubicBezTo>
                  <a:pt x="1061997" y="68978"/>
                  <a:pt x="1060030" y="66990"/>
                  <a:pt x="1060085" y="63015"/>
                </a:cubicBezTo>
                <a:cubicBezTo>
                  <a:pt x="1060085" y="58377"/>
                  <a:pt x="1063035" y="54084"/>
                  <a:pt x="1068936" y="50136"/>
                </a:cubicBezTo>
                <a:cubicBezTo>
                  <a:pt x="1074836" y="46187"/>
                  <a:pt x="1081249" y="44212"/>
                  <a:pt x="1088175" y="44212"/>
                </a:cubicBezTo>
                <a:cubicBezTo>
                  <a:pt x="1105295" y="44212"/>
                  <a:pt x="1113855" y="53903"/>
                  <a:pt x="1113855" y="73284"/>
                </a:cubicBezTo>
                <a:lnTo>
                  <a:pt x="1113855" y="98429"/>
                </a:lnTo>
                <a:cubicBezTo>
                  <a:pt x="1113855" y="101672"/>
                  <a:pt x="1113938" y="104145"/>
                  <a:pt x="1114104" y="105849"/>
                </a:cubicBezTo>
                <a:cubicBezTo>
                  <a:pt x="1114270" y="107552"/>
                  <a:pt x="1114894" y="109133"/>
                  <a:pt x="1115974" y="110591"/>
                </a:cubicBezTo>
                <a:cubicBezTo>
                  <a:pt x="1117054" y="112047"/>
                  <a:pt x="1118619" y="112775"/>
                  <a:pt x="1120669" y="112775"/>
                </a:cubicBezTo>
                <a:cubicBezTo>
                  <a:pt x="1122055" y="112775"/>
                  <a:pt x="1123246" y="112346"/>
                  <a:pt x="1124243" y="111487"/>
                </a:cubicBezTo>
                <a:cubicBezTo>
                  <a:pt x="1125240" y="110628"/>
                  <a:pt x="1125794" y="110199"/>
                  <a:pt x="1125905" y="110199"/>
                </a:cubicBezTo>
                <a:cubicBezTo>
                  <a:pt x="1126238" y="110199"/>
                  <a:pt x="1126695" y="110531"/>
                  <a:pt x="1127276" y="111196"/>
                </a:cubicBezTo>
                <a:cubicBezTo>
                  <a:pt x="1127858" y="111861"/>
                  <a:pt x="1128149" y="112470"/>
                  <a:pt x="1128149" y="113024"/>
                </a:cubicBezTo>
                <a:cubicBezTo>
                  <a:pt x="1128149" y="113357"/>
                  <a:pt x="1127553" y="114119"/>
                  <a:pt x="1126362" y="115310"/>
                </a:cubicBezTo>
                <a:cubicBezTo>
                  <a:pt x="1125171" y="116501"/>
                  <a:pt x="1123384" y="117692"/>
                  <a:pt x="1121002" y="118883"/>
                </a:cubicBezTo>
                <a:cubicBezTo>
                  <a:pt x="1118619" y="120074"/>
                  <a:pt x="1116182" y="120670"/>
                  <a:pt x="1113688" y="120670"/>
                </a:cubicBezTo>
                <a:cubicBezTo>
                  <a:pt x="1106874" y="120725"/>
                  <a:pt x="1102497" y="117437"/>
                  <a:pt x="1100558" y="110804"/>
                </a:cubicBezTo>
                <a:close/>
                <a:moveTo>
                  <a:pt x="1135841" y="45875"/>
                </a:moveTo>
                <a:lnTo>
                  <a:pt x="1143653" y="45875"/>
                </a:lnTo>
                <a:cubicBezTo>
                  <a:pt x="1143653" y="42394"/>
                  <a:pt x="1143639" y="39398"/>
                  <a:pt x="1143611" y="36886"/>
                </a:cubicBezTo>
                <a:cubicBezTo>
                  <a:pt x="1143583" y="34374"/>
                  <a:pt x="1143542" y="32538"/>
                  <a:pt x="1143486" y="31378"/>
                </a:cubicBezTo>
                <a:cubicBezTo>
                  <a:pt x="1143431" y="30218"/>
                  <a:pt x="1143376" y="29306"/>
                  <a:pt x="1143320" y="28643"/>
                </a:cubicBezTo>
                <a:cubicBezTo>
                  <a:pt x="1143265" y="27980"/>
                  <a:pt x="1143223" y="27483"/>
                  <a:pt x="1143195" y="27152"/>
                </a:cubicBezTo>
                <a:cubicBezTo>
                  <a:pt x="1143168" y="26822"/>
                  <a:pt x="1143154" y="26518"/>
                  <a:pt x="1143154" y="26241"/>
                </a:cubicBezTo>
                <a:cubicBezTo>
                  <a:pt x="1143154" y="25855"/>
                  <a:pt x="1143376" y="25496"/>
                  <a:pt x="1143819" y="25166"/>
                </a:cubicBezTo>
                <a:cubicBezTo>
                  <a:pt x="1144262" y="24833"/>
                  <a:pt x="1144747" y="24585"/>
                  <a:pt x="1145273" y="24420"/>
                </a:cubicBezTo>
                <a:cubicBezTo>
                  <a:pt x="1145799" y="24254"/>
                  <a:pt x="1146520" y="24033"/>
                  <a:pt x="1147434" y="23758"/>
                </a:cubicBezTo>
                <a:cubicBezTo>
                  <a:pt x="1148348" y="23481"/>
                  <a:pt x="1149082" y="23232"/>
                  <a:pt x="1149636" y="23010"/>
                </a:cubicBezTo>
                <a:cubicBezTo>
                  <a:pt x="1150301" y="22735"/>
                  <a:pt x="1151160" y="22321"/>
                  <a:pt x="1152212" y="21769"/>
                </a:cubicBezTo>
                <a:cubicBezTo>
                  <a:pt x="1153265" y="21216"/>
                  <a:pt x="1154152" y="20775"/>
                  <a:pt x="1154872" y="20444"/>
                </a:cubicBezTo>
                <a:cubicBezTo>
                  <a:pt x="1155592" y="20112"/>
                  <a:pt x="1156118" y="19945"/>
                  <a:pt x="1156451" y="19945"/>
                </a:cubicBezTo>
                <a:cubicBezTo>
                  <a:pt x="1157337" y="19945"/>
                  <a:pt x="1157781" y="20442"/>
                  <a:pt x="1157781" y="21436"/>
                </a:cubicBezTo>
                <a:cubicBezTo>
                  <a:pt x="1157337" y="25965"/>
                  <a:pt x="1157116" y="31930"/>
                  <a:pt x="1157116" y="39330"/>
                </a:cubicBezTo>
                <a:lnTo>
                  <a:pt x="1157116" y="45875"/>
                </a:lnTo>
                <a:lnTo>
                  <a:pt x="1177560" y="45875"/>
                </a:lnTo>
                <a:cubicBezTo>
                  <a:pt x="1178446" y="45875"/>
                  <a:pt x="1178890" y="46208"/>
                  <a:pt x="1178890" y="46874"/>
                </a:cubicBezTo>
                <a:lnTo>
                  <a:pt x="1178890" y="50025"/>
                </a:lnTo>
                <a:cubicBezTo>
                  <a:pt x="1178890" y="51413"/>
                  <a:pt x="1177532" y="52080"/>
                  <a:pt x="1174817" y="52024"/>
                </a:cubicBezTo>
                <a:lnTo>
                  <a:pt x="1157116" y="52024"/>
                </a:lnTo>
                <a:lnTo>
                  <a:pt x="1157116" y="95499"/>
                </a:lnTo>
                <a:cubicBezTo>
                  <a:pt x="1157116" y="101095"/>
                  <a:pt x="1157517" y="105138"/>
                  <a:pt x="1158321" y="107628"/>
                </a:cubicBezTo>
                <a:cubicBezTo>
                  <a:pt x="1159124" y="110117"/>
                  <a:pt x="1160606" y="111362"/>
                  <a:pt x="1162767" y="111362"/>
                </a:cubicBezTo>
                <a:cubicBezTo>
                  <a:pt x="1167975" y="111362"/>
                  <a:pt x="1172629" y="109740"/>
                  <a:pt x="1176729" y="106495"/>
                </a:cubicBezTo>
                <a:cubicBezTo>
                  <a:pt x="1178446" y="106608"/>
                  <a:pt x="1179444" y="107587"/>
                  <a:pt x="1179721" y="109433"/>
                </a:cubicBezTo>
                <a:cubicBezTo>
                  <a:pt x="1173017" y="116924"/>
                  <a:pt x="1165371" y="120670"/>
                  <a:pt x="1156783" y="120670"/>
                </a:cubicBezTo>
                <a:cubicBezTo>
                  <a:pt x="1148029" y="120670"/>
                  <a:pt x="1143653" y="115027"/>
                  <a:pt x="1143653" y="103740"/>
                </a:cubicBezTo>
                <a:lnTo>
                  <a:pt x="1143653" y="52024"/>
                </a:lnTo>
                <a:lnTo>
                  <a:pt x="1133597" y="52024"/>
                </a:lnTo>
                <a:cubicBezTo>
                  <a:pt x="1133043" y="52024"/>
                  <a:pt x="1132766" y="51717"/>
                  <a:pt x="1132766" y="51102"/>
                </a:cubicBezTo>
                <a:lnTo>
                  <a:pt x="1132766" y="49027"/>
                </a:lnTo>
                <a:cubicBezTo>
                  <a:pt x="1132766" y="46926"/>
                  <a:pt x="1133791" y="45875"/>
                  <a:pt x="1135841" y="45875"/>
                </a:cubicBezTo>
                <a:close/>
                <a:moveTo>
                  <a:pt x="1210784" y="70084"/>
                </a:moveTo>
                <a:lnTo>
                  <a:pt x="1210784" y="97777"/>
                </a:lnTo>
                <a:cubicBezTo>
                  <a:pt x="1210784" y="102557"/>
                  <a:pt x="1211075" y="105951"/>
                  <a:pt x="1211657" y="107957"/>
                </a:cubicBezTo>
                <a:cubicBezTo>
                  <a:pt x="1212238" y="109962"/>
                  <a:pt x="1213139" y="111267"/>
                  <a:pt x="1214358" y="111871"/>
                </a:cubicBezTo>
                <a:cubicBezTo>
                  <a:pt x="1215576" y="112475"/>
                  <a:pt x="1217765" y="112915"/>
                  <a:pt x="1220923" y="113190"/>
                </a:cubicBezTo>
                <a:cubicBezTo>
                  <a:pt x="1221422" y="113741"/>
                  <a:pt x="1221685" y="114766"/>
                  <a:pt x="1221712" y="116265"/>
                </a:cubicBezTo>
                <a:cubicBezTo>
                  <a:pt x="1221740" y="117765"/>
                  <a:pt x="1221477" y="118790"/>
                  <a:pt x="1220923" y="119340"/>
                </a:cubicBezTo>
                <a:cubicBezTo>
                  <a:pt x="1211393" y="119096"/>
                  <a:pt x="1205798" y="118974"/>
                  <a:pt x="1204135" y="118974"/>
                </a:cubicBezTo>
                <a:cubicBezTo>
                  <a:pt x="1201033" y="118974"/>
                  <a:pt x="1194800" y="119096"/>
                  <a:pt x="1185437" y="119340"/>
                </a:cubicBezTo>
                <a:cubicBezTo>
                  <a:pt x="1184938" y="118790"/>
                  <a:pt x="1184689" y="117765"/>
                  <a:pt x="1184689" y="116265"/>
                </a:cubicBezTo>
                <a:cubicBezTo>
                  <a:pt x="1184689" y="114766"/>
                  <a:pt x="1184938" y="113741"/>
                  <a:pt x="1185437" y="113190"/>
                </a:cubicBezTo>
                <a:cubicBezTo>
                  <a:pt x="1188262" y="112971"/>
                  <a:pt x="1190298" y="112723"/>
                  <a:pt x="1191545" y="112448"/>
                </a:cubicBezTo>
                <a:cubicBezTo>
                  <a:pt x="1192791" y="112171"/>
                  <a:pt x="1193941" y="111495"/>
                  <a:pt x="1194994" y="110419"/>
                </a:cubicBezTo>
                <a:cubicBezTo>
                  <a:pt x="1196046" y="109344"/>
                  <a:pt x="1196697" y="107870"/>
                  <a:pt x="1196947" y="105997"/>
                </a:cubicBezTo>
                <a:cubicBezTo>
                  <a:pt x="1197196" y="104122"/>
                  <a:pt x="1197321" y="101364"/>
                  <a:pt x="1197321" y="97725"/>
                </a:cubicBezTo>
                <a:lnTo>
                  <a:pt x="1197321" y="23703"/>
                </a:lnTo>
                <a:cubicBezTo>
                  <a:pt x="1197321" y="20064"/>
                  <a:pt x="1197238" y="17348"/>
                  <a:pt x="1197071" y="15556"/>
                </a:cubicBezTo>
                <a:cubicBezTo>
                  <a:pt x="1196905" y="13764"/>
                  <a:pt x="1196199" y="12442"/>
                  <a:pt x="1194952" y="11588"/>
                </a:cubicBezTo>
                <a:cubicBezTo>
                  <a:pt x="1193706" y="10733"/>
                  <a:pt x="1192736" y="10277"/>
                  <a:pt x="1192044" y="10222"/>
                </a:cubicBezTo>
                <a:cubicBezTo>
                  <a:pt x="1191351" y="10167"/>
                  <a:pt x="1189481" y="10028"/>
                  <a:pt x="1186434" y="9807"/>
                </a:cubicBezTo>
                <a:cubicBezTo>
                  <a:pt x="1185160" y="8511"/>
                  <a:pt x="1184827" y="6794"/>
                  <a:pt x="1185437" y="4654"/>
                </a:cubicBezTo>
                <a:cubicBezTo>
                  <a:pt x="1195520" y="3878"/>
                  <a:pt x="1203471" y="2327"/>
                  <a:pt x="1209288" y="0"/>
                </a:cubicBezTo>
                <a:cubicBezTo>
                  <a:pt x="1210784" y="0"/>
                  <a:pt x="1211504" y="582"/>
                  <a:pt x="1211449" y="1745"/>
                </a:cubicBezTo>
                <a:cubicBezTo>
                  <a:pt x="1211006" y="6290"/>
                  <a:pt x="1210784" y="12249"/>
                  <a:pt x="1210784" y="19621"/>
                </a:cubicBezTo>
                <a:lnTo>
                  <a:pt x="1210618" y="57951"/>
                </a:lnTo>
                <a:cubicBezTo>
                  <a:pt x="1210729" y="59170"/>
                  <a:pt x="1211283" y="59175"/>
                  <a:pt x="1212280" y="57966"/>
                </a:cubicBezTo>
                <a:cubicBezTo>
                  <a:pt x="1220590" y="48797"/>
                  <a:pt x="1230258" y="44212"/>
                  <a:pt x="1241284" y="44212"/>
                </a:cubicBezTo>
                <a:cubicBezTo>
                  <a:pt x="1247766" y="44212"/>
                  <a:pt x="1252476" y="46140"/>
                  <a:pt x="1255412" y="49996"/>
                </a:cubicBezTo>
                <a:cubicBezTo>
                  <a:pt x="1258459" y="53963"/>
                  <a:pt x="1259983" y="61510"/>
                  <a:pt x="1259983" y="72637"/>
                </a:cubicBezTo>
                <a:lnTo>
                  <a:pt x="1259983" y="97777"/>
                </a:lnTo>
                <a:cubicBezTo>
                  <a:pt x="1259983" y="104425"/>
                  <a:pt x="1260634" y="108533"/>
                  <a:pt x="1261936" y="110100"/>
                </a:cubicBezTo>
                <a:cubicBezTo>
                  <a:pt x="1263238" y="111665"/>
                  <a:pt x="1266382" y="112695"/>
                  <a:pt x="1271368" y="113190"/>
                </a:cubicBezTo>
                <a:cubicBezTo>
                  <a:pt x="1271812" y="113680"/>
                  <a:pt x="1272033" y="114675"/>
                  <a:pt x="1272033" y="116175"/>
                </a:cubicBezTo>
                <a:cubicBezTo>
                  <a:pt x="1272033" y="117674"/>
                  <a:pt x="1271812" y="118729"/>
                  <a:pt x="1271368" y="119340"/>
                </a:cubicBezTo>
                <a:cubicBezTo>
                  <a:pt x="1261617" y="119096"/>
                  <a:pt x="1255606" y="118974"/>
                  <a:pt x="1253334" y="118974"/>
                </a:cubicBezTo>
                <a:cubicBezTo>
                  <a:pt x="1251284" y="118974"/>
                  <a:pt x="1245495" y="119096"/>
                  <a:pt x="1235965" y="119340"/>
                </a:cubicBezTo>
                <a:cubicBezTo>
                  <a:pt x="1235522" y="118850"/>
                  <a:pt x="1235300" y="117856"/>
                  <a:pt x="1235300" y="116356"/>
                </a:cubicBezTo>
                <a:cubicBezTo>
                  <a:pt x="1235300" y="114857"/>
                  <a:pt x="1235522" y="113802"/>
                  <a:pt x="1235965" y="113190"/>
                </a:cubicBezTo>
                <a:cubicBezTo>
                  <a:pt x="1240619" y="112751"/>
                  <a:pt x="1243542" y="111734"/>
                  <a:pt x="1244733" y="110142"/>
                </a:cubicBezTo>
                <a:cubicBezTo>
                  <a:pt x="1245924" y="108547"/>
                  <a:pt x="1246520" y="104425"/>
                  <a:pt x="1246520" y="97777"/>
                </a:cubicBezTo>
                <a:lnTo>
                  <a:pt x="1246520" y="72144"/>
                </a:lnTo>
                <a:cubicBezTo>
                  <a:pt x="1246520" y="66155"/>
                  <a:pt x="1245855" y="61814"/>
                  <a:pt x="1244525" y="59122"/>
                </a:cubicBezTo>
                <a:cubicBezTo>
                  <a:pt x="1242475" y="55055"/>
                  <a:pt x="1239456" y="53022"/>
                  <a:pt x="1235466" y="53022"/>
                </a:cubicBezTo>
                <a:cubicBezTo>
                  <a:pt x="1227765" y="53022"/>
                  <a:pt x="1220507" y="56346"/>
                  <a:pt x="1213693" y="62994"/>
                </a:cubicBezTo>
                <a:cubicBezTo>
                  <a:pt x="1211754" y="65082"/>
                  <a:pt x="1210784" y="67446"/>
                  <a:pt x="1210784" y="70084"/>
                </a:cubicBezTo>
                <a:close/>
                <a:moveTo>
                  <a:pt x="1295090" y="70640"/>
                </a:moveTo>
                <a:lnTo>
                  <a:pt x="1325922" y="70160"/>
                </a:lnTo>
                <a:cubicBezTo>
                  <a:pt x="1327640" y="70160"/>
                  <a:pt x="1328471" y="69412"/>
                  <a:pt x="1328416" y="67916"/>
                </a:cubicBezTo>
                <a:cubicBezTo>
                  <a:pt x="1328416" y="61669"/>
                  <a:pt x="1327031" y="57238"/>
                  <a:pt x="1324260" y="54621"/>
                </a:cubicBezTo>
                <a:cubicBezTo>
                  <a:pt x="1321490" y="52004"/>
                  <a:pt x="1318166" y="50695"/>
                  <a:pt x="1314288" y="50695"/>
                </a:cubicBezTo>
                <a:cubicBezTo>
                  <a:pt x="1312792" y="50695"/>
                  <a:pt x="1311323" y="50882"/>
                  <a:pt x="1309883" y="51256"/>
                </a:cubicBezTo>
                <a:cubicBezTo>
                  <a:pt x="1308442" y="51630"/>
                  <a:pt x="1306670" y="52417"/>
                  <a:pt x="1304564" y="53619"/>
                </a:cubicBezTo>
                <a:cubicBezTo>
                  <a:pt x="1302459" y="54821"/>
                  <a:pt x="1300547" y="56890"/>
                  <a:pt x="1298830" y="59829"/>
                </a:cubicBezTo>
                <a:cubicBezTo>
                  <a:pt x="1297112" y="62765"/>
                  <a:pt x="1295866" y="66369"/>
                  <a:pt x="1295090" y="70640"/>
                </a:cubicBezTo>
                <a:moveTo>
                  <a:pt x="1339718" y="103218"/>
                </a:moveTo>
                <a:cubicBezTo>
                  <a:pt x="1341657" y="103329"/>
                  <a:pt x="1342848" y="104215"/>
                  <a:pt x="1343292" y="105877"/>
                </a:cubicBezTo>
                <a:cubicBezTo>
                  <a:pt x="1335701" y="115739"/>
                  <a:pt x="1326033" y="120670"/>
                  <a:pt x="1314288" y="120670"/>
                </a:cubicBezTo>
                <a:cubicBezTo>
                  <a:pt x="1303041" y="120670"/>
                  <a:pt x="1294370" y="117041"/>
                  <a:pt x="1288275" y="109783"/>
                </a:cubicBezTo>
                <a:cubicBezTo>
                  <a:pt x="1282957" y="103633"/>
                  <a:pt x="1280297" y="95240"/>
                  <a:pt x="1280297" y="84602"/>
                </a:cubicBezTo>
                <a:cubicBezTo>
                  <a:pt x="1280297" y="72555"/>
                  <a:pt x="1283898" y="62867"/>
                  <a:pt x="1291101" y="55538"/>
                </a:cubicBezTo>
                <a:cubicBezTo>
                  <a:pt x="1298304" y="48209"/>
                  <a:pt x="1306032" y="44545"/>
                  <a:pt x="1314288" y="44545"/>
                </a:cubicBezTo>
                <a:cubicBezTo>
                  <a:pt x="1333457" y="44545"/>
                  <a:pt x="1343042" y="54385"/>
                  <a:pt x="1343042" y="74066"/>
                </a:cubicBezTo>
                <a:cubicBezTo>
                  <a:pt x="1343042" y="76104"/>
                  <a:pt x="1341990" y="77122"/>
                  <a:pt x="1339884" y="77122"/>
                </a:cubicBezTo>
                <a:lnTo>
                  <a:pt x="1294591" y="76790"/>
                </a:lnTo>
                <a:cubicBezTo>
                  <a:pt x="1294591" y="86320"/>
                  <a:pt x="1296392" y="94104"/>
                  <a:pt x="1299993" y="100143"/>
                </a:cubicBezTo>
                <a:cubicBezTo>
                  <a:pt x="1304980" y="108287"/>
                  <a:pt x="1311185" y="112359"/>
                  <a:pt x="1318609" y="112359"/>
                </a:cubicBezTo>
                <a:cubicBezTo>
                  <a:pt x="1323374" y="112359"/>
                  <a:pt x="1327266" y="111681"/>
                  <a:pt x="1330286" y="110323"/>
                </a:cubicBezTo>
                <a:cubicBezTo>
                  <a:pt x="1333305" y="108966"/>
                  <a:pt x="1336449" y="106597"/>
                  <a:pt x="1339718" y="103218"/>
                </a:cubicBezTo>
                <a:close/>
                <a:moveTo>
                  <a:pt x="1380612" y="58060"/>
                </a:moveTo>
                <a:cubicBezTo>
                  <a:pt x="1380612" y="58609"/>
                  <a:pt x="1380695" y="58993"/>
                  <a:pt x="1380861" y="59213"/>
                </a:cubicBezTo>
                <a:cubicBezTo>
                  <a:pt x="1381028" y="59431"/>
                  <a:pt x="1381388" y="59156"/>
                  <a:pt x="1381942" y="58387"/>
                </a:cubicBezTo>
                <a:cubicBezTo>
                  <a:pt x="1384213" y="54533"/>
                  <a:pt x="1387025" y="51207"/>
                  <a:pt x="1390377" y="48409"/>
                </a:cubicBezTo>
                <a:cubicBezTo>
                  <a:pt x="1393729" y="45611"/>
                  <a:pt x="1397206" y="44212"/>
                  <a:pt x="1400807" y="44212"/>
                </a:cubicBezTo>
                <a:cubicBezTo>
                  <a:pt x="1404076" y="44212"/>
                  <a:pt x="1406597" y="45081"/>
                  <a:pt x="1408369" y="46817"/>
                </a:cubicBezTo>
                <a:cubicBezTo>
                  <a:pt x="1410142" y="48554"/>
                  <a:pt x="1411029" y="50387"/>
                  <a:pt x="1411029" y="52315"/>
                </a:cubicBezTo>
                <a:cubicBezTo>
                  <a:pt x="1411029" y="54466"/>
                  <a:pt x="1410212" y="56423"/>
                  <a:pt x="1408577" y="58187"/>
                </a:cubicBezTo>
                <a:cubicBezTo>
                  <a:pt x="1406943" y="59952"/>
                  <a:pt x="1405101" y="60834"/>
                  <a:pt x="1403051" y="60834"/>
                </a:cubicBezTo>
                <a:cubicBezTo>
                  <a:pt x="1402275" y="60834"/>
                  <a:pt x="1401485" y="60632"/>
                  <a:pt x="1400682" y="60229"/>
                </a:cubicBezTo>
                <a:cubicBezTo>
                  <a:pt x="1399879" y="59823"/>
                  <a:pt x="1399283" y="59432"/>
                  <a:pt x="1398895" y="59055"/>
                </a:cubicBezTo>
                <a:cubicBezTo>
                  <a:pt x="1398508" y="58677"/>
                  <a:pt x="1397995" y="58125"/>
                  <a:pt x="1397358" y="57398"/>
                </a:cubicBezTo>
                <a:cubicBezTo>
                  <a:pt x="1396721" y="56669"/>
                  <a:pt x="1396291" y="56197"/>
                  <a:pt x="1396070" y="55982"/>
                </a:cubicBezTo>
                <a:cubicBezTo>
                  <a:pt x="1395294" y="55227"/>
                  <a:pt x="1394103" y="54850"/>
                  <a:pt x="1392496" y="54850"/>
                </a:cubicBezTo>
                <a:cubicBezTo>
                  <a:pt x="1391111" y="54850"/>
                  <a:pt x="1388507" y="57593"/>
                  <a:pt x="1384684" y="63078"/>
                </a:cubicBezTo>
                <a:cubicBezTo>
                  <a:pt x="1381969" y="67138"/>
                  <a:pt x="1380612" y="70896"/>
                  <a:pt x="1380612" y="74351"/>
                </a:cubicBezTo>
                <a:lnTo>
                  <a:pt x="1380612" y="97803"/>
                </a:lnTo>
                <a:cubicBezTo>
                  <a:pt x="1380612" y="104550"/>
                  <a:pt x="1381374" y="108679"/>
                  <a:pt x="1382897" y="110188"/>
                </a:cubicBezTo>
                <a:cubicBezTo>
                  <a:pt x="1384421" y="111696"/>
                  <a:pt x="1388313" y="112697"/>
                  <a:pt x="1394574" y="113190"/>
                </a:cubicBezTo>
                <a:cubicBezTo>
                  <a:pt x="1395128" y="113802"/>
                  <a:pt x="1395405" y="114857"/>
                  <a:pt x="1395405" y="116356"/>
                </a:cubicBezTo>
                <a:cubicBezTo>
                  <a:pt x="1395405" y="117856"/>
                  <a:pt x="1395128" y="118850"/>
                  <a:pt x="1394574" y="119340"/>
                </a:cubicBezTo>
                <a:cubicBezTo>
                  <a:pt x="1384823" y="119096"/>
                  <a:pt x="1377953" y="118974"/>
                  <a:pt x="1373964" y="118974"/>
                </a:cubicBezTo>
                <a:cubicBezTo>
                  <a:pt x="1370584" y="118974"/>
                  <a:pt x="1364102" y="119096"/>
                  <a:pt x="1354517" y="119340"/>
                </a:cubicBezTo>
                <a:cubicBezTo>
                  <a:pt x="1354073" y="118850"/>
                  <a:pt x="1353852" y="117856"/>
                  <a:pt x="1353852" y="116356"/>
                </a:cubicBezTo>
                <a:cubicBezTo>
                  <a:pt x="1353852" y="114857"/>
                  <a:pt x="1354073" y="113802"/>
                  <a:pt x="1354517" y="113190"/>
                </a:cubicBezTo>
                <a:cubicBezTo>
                  <a:pt x="1360057" y="112862"/>
                  <a:pt x="1363548" y="111901"/>
                  <a:pt x="1364988" y="110310"/>
                </a:cubicBezTo>
                <a:cubicBezTo>
                  <a:pt x="1366429" y="108719"/>
                  <a:pt x="1367149" y="104549"/>
                  <a:pt x="1367149" y="97800"/>
                </a:cubicBezTo>
                <a:lnTo>
                  <a:pt x="1367149" y="64960"/>
                </a:lnTo>
                <a:cubicBezTo>
                  <a:pt x="1367149" y="60242"/>
                  <a:pt x="1366498" y="57266"/>
                  <a:pt x="1365196" y="56032"/>
                </a:cubicBezTo>
                <a:cubicBezTo>
                  <a:pt x="1363894" y="54797"/>
                  <a:pt x="1360860" y="53960"/>
                  <a:pt x="1356096" y="53520"/>
                </a:cubicBezTo>
                <a:cubicBezTo>
                  <a:pt x="1355431" y="51581"/>
                  <a:pt x="1355320" y="49974"/>
                  <a:pt x="1355763" y="48700"/>
                </a:cubicBezTo>
                <a:cubicBezTo>
                  <a:pt x="1364628" y="47573"/>
                  <a:pt x="1371775" y="45911"/>
                  <a:pt x="1377205" y="43714"/>
                </a:cubicBezTo>
                <a:cubicBezTo>
                  <a:pt x="1378091" y="43714"/>
                  <a:pt x="1378756" y="44159"/>
                  <a:pt x="1379199" y="45049"/>
                </a:cubicBezTo>
                <a:cubicBezTo>
                  <a:pt x="1380141" y="47106"/>
                  <a:pt x="1380612" y="51443"/>
                  <a:pt x="1380612" y="58060"/>
                </a:cubicBezTo>
                <a:close/>
                <a:moveTo>
                  <a:pt x="1467979" y="97725"/>
                </a:moveTo>
                <a:lnTo>
                  <a:pt x="1467979" y="23701"/>
                </a:lnTo>
                <a:cubicBezTo>
                  <a:pt x="1467979" y="20061"/>
                  <a:pt x="1467882" y="17346"/>
                  <a:pt x="1467688" y="15554"/>
                </a:cubicBezTo>
                <a:cubicBezTo>
                  <a:pt x="1467494" y="13762"/>
                  <a:pt x="1466774" y="12439"/>
                  <a:pt x="1465527" y="11586"/>
                </a:cubicBezTo>
                <a:cubicBezTo>
                  <a:pt x="1464281" y="10730"/>
                  <a:pt x="1463325" y="10275"/>
                  <a:pt x="1462660" y="10219"/>
                </a:cubicBezTo>
                <a:cubicBezTo>
                  <a:pt x="1461995" y="10164"/>
                  <a:pt x="1460111" y="10026"/>
                  <a:pt x="1457009" y="9807"/>
                </a:cubicBezTo>
                <a:cubicBezTo>
                  <a:pt x="1455734" y="8511"/>
                  <a:pt x="1455402" y="6794"/>
                  <a:pt x="1456011" y="4654"/>
                </a:cubicBezTo>
                <a:cubicBezTo>
                  <a:pt x="1466095" y="3878"/>
                  <a:pt x="1474045" y="2327"/>
                  <a:pt x="1479863" y="0"/>
                </a:cubicBezTo>
                <a:cubicBezTo>
                  <a:pt x="1481359" y="0"/>
                  <a:pt x="1482107" y="586"/>
                  <a:pt x="1482107" y="1758"/>
                </a:cubicBezTo>
                <a:cubicBezTo>
                  <a:pt x="1481664" y="6336"/>
                  <a:pt x="1481414" y="12293"/>
                  <a:pt x="1481359" y="19629"/>
                </a:cubicBezTo>
                <a:lnTo>
                  <a:pt x="1481359" y="97720"/>
                </a:lnTo>
                <a:cubicBezTo>
                  <a:pt x="1481359" y="104503"/>
                  <a:pt x="1482079" y="108709"/>
                  <a:pt x="1483520" y="110336"/>
                </a:cubicBezTo>
                <a:cubicBezTo>
                  <a:pt x="1484960" y="111964"/>
                  <a:pt x="1488340" y="112915"/>
                  <a:pt x="1493659" y="113190"/>
                </a:cubicBezTo>
                <a:cubicBezTo>
                  <a:pt x="1494102" y="113802"/>
                  <a:pt x="1494323" y="114857"/>
                  <a:pt x="1494323" y="116356"/>
                </a:cubicBezTo>
                <a:cubicBezTo>
                  <a:pt x="1494323" y="117856"/>
                  <a:pt x="1494102" y="118850"/>
                  <a:pt x="1493659" y="119340"/>
                </a:cubicBezTo>
                <a:cubicBezTo>
                  <a:pt x="1483907" y="119096"/>
                  <a:pt x="1477591" y="118974"/>
                  <a:pt x="1474710" y="118974"/>
                </a:cubicBezTo>
                <a:cubicBezTo>
                  <a:pt x="1471552" y="118974"/>
                  <a:pt x="1465209" y="119096"/>
                  <a:pt x="1455679" y="119340"/>
                </a:cubicBezTo>
                <a:cubicBezTo>
                  <a:pt x="1455125" y="118850"/>
                  <a:pt x="1454848" y="117856"/>
                  <a:pt x="1454848" y="116356"/>
                </a:cubicBezTo>
                <a:cubicBezTo>
                  <a:pt x="1454848" y="114857"/>
                  <a:pt x="1455125" y="113802"/>
                  <a:pt x="1455679" y="113190"/>
                </a:cubicBezTo>
                <a:cubicBezTo>
                  <a:pt x="1460998" y="112971"/>
                  <a:pt x="1464377" y="112034"/>
                  <a:pt x="1465818" y="110380"/>
                </a:cubicBezTo>
                <a:cubicBezTo>
                  <a:pt x="1467259" y="108725"/>
                  <a:pt x="1467979" y="104507"/>
                  <a:pt x="1467979" y="97725"/>
                </a:cubicBezTo>
                <a:close/>
                <a:moveTo>
                  <a:pt x="1512049" y="16993"/>
                </a:moveTo>
                <a:cubicBezTo>
                  <a:pt x="1512049" y="14934"/>
                  <a:pt x="1513018" y="13055"/>
                  <a:pt x="1514957" y="11357"/>
                </a:cubicBezTo>
                <a:cubicBezTo>
                  <a:pt x="1516897" y="9658"/>
                  <a:pt x="1518891" y="8809"/>
                  <a:pt x="1520941" y="8809"/>
                </a:cubicBezTo>
                <a:cubicBezTo>
                  <a:pt x="1523102" y="8809"/>
                  <a:pt x="1524999" y="9756"/>
                  <a:pt x="1526634" y="11650"/>
                </a:cubicBezTo>
                <a:cubicBezTo>
                  <a:pt x="1528268" y="13543"/>
                  <a:pt x="1529086" y="15547"/>
                  <a:pt x="1529086" y="17663"/>
                </a:cubicBezTo>
                <a:cubicBezTo>
                  <a:pt x="1529086" y="19610"/>
                  <a:pt x="1528185" y="21475"/>
                  <a:pt x="1526385" y="23257"/>
                </a:cubicBezTo>
                <a:cubicBezTo>
                  <a:pt x="1524584" y="25038"/>
                  <a:pt x="1522548" y="25929"/>
                  <a:pt x="1520276" y="25929"/>
                </a:cubicBezTo>
                <a:cubicBezTo>
                  <a:pt x="1518226" y="25929"/>
                  <a:pt x="1516343" y="24983"/>
                  <a:pt x="1514625" y="23091"/>
                </a:cubicBezTo>
                <a:cubicBezTo>
                  <a:pt x="1512908" y="21196"/>
                  <a:pt x="1512049" y="19164"/>
                  <a:pt x="1512049" y="16993"/>
                </a:cubicBezTo>
                <a:moveTo>
                  <a:pt x="1527590" y="97756"/>
                </a:moveTo>
                <a:cubicBezTo>
                  <a:pt x="1527590" y="104524"/>
                  <a:pt x="1528268" y="108692"/>
                  <a:pt x="1529626" y="110261"/>
                </a:cubicBezTo>
                <a:cubicBezTo>
                  <a:pt x="1530983" y="111830"/>
                  <a:pt x="1534377" y="112806"/>
                  <a:pt x="1539806" y="113190"/>
                </a:cubicBezTo>
                <a:cubicBezTo>
                  <a:pt x="1540360" y="113802"/>
                  <a:pt x="1540637" y="114857"/>
                  <a:pt x="1540637" y="116356"/>
                </a:cubicBezTo>
                <a:cubicBezTo>
                  <a:pt x="1540637" y="117856"/>
                  <a:pt x="1540360" y="118850"/>
                  <a:pt x="1539806" y="119340"/>
                </a:cubicBezTo>
                <a:cubicBezTo>
                  <a:pt x="1530055" y="119096"/>
                  <a:pt x="1523767" y="118974"/>
                  <a:pt x="1520941" y="118974"/>
                </a:cubicBezTo>
                <a:cubicBezTo>
                  <a:pt x="1517783" y="118974"/>
                  <a:pt x="1511412" y="119096"/>
                  <a:pt x="1501827" y="119340"/>
                </a:cubicBezTo>
                <a:cubicBezTo>
                  <a:pt x="1501383" y="118850"/>
                  <a:pt x="1501162" y="117856"/>
                  <a:pt x="1501162" y="116356"/>
                </a:cubicBezTo>
                <a:cubicBezTo>
                  <a:pt x="1501162" y="114857"/>
                  <a:pt x="1501383" y="113802"/>
                  <a:pt x="1501827" y="113190"/>
                </a:cubicBezTo>
                <a:cubicBezTo>
                  <a:pt x="1507256" y="112751"/>
                  <a:pt x="1510664" y="111760"/>
                  <a:pt x="1512049" y="110219"/>
                </a:cubicBezTo>
                <a:cubicBezTo>
                  <a:pt x="1513434" y="108679"/>
                  <a:pt x="1514126" y="104524"/>
                  <a:pt x="1514126" y="97756"/>
                </a:cubicBezTo>
                <a:lnTo>
                  <a:pt x="1514126" y="64825"/>
                </a:lnTo>
                <a:cubicBezTo>
                  <a:pt x="1514126" y="60093"/>
                  <a:pt x="1513475" y="57109"/>
                  <a:pt x="1512173" y="55871"/>
                </a:cubicBezTo>
                <a:cubicBezTo>
                  <a:pt x="1510871" y="54633"/>
                  <a:pt x="1507838" y="53794"/>
                  <a:pt x="1503073" y="53354"/>
                </a:cubicBezTo>
                <a:cubicBezTo>
                  <a:pt x="1502408" y="51415"/>
                  <a:pt x="1502298" y="49808"/>
                  <a:pt x="1502741" y="48534"/>
                </a:cubicBezTo>
                <a:cubicBezTo>
                  <a:pt x="1513268" y="47173"/>
                  <a:pt x="1521024" y="45566"/>
                  <a:pt x="1526011" y="43714"/>
                </a:cubicBezTo>
                <a:cubicBezTo>
                  <a:pt x="1527507" y="43714"/>
                  <a:pt x="1528254" y="44095"/>
                  <a:pt x="1528254" y="44857"/>
                </a:cubicBezTo>
                <a:cubicBezTo>
                  <a:pt x="1528254" y="45128"/>
                  <a:pt x="1528227" y="45523"/>
                  <a:pt x="1528171" y="46041"/>
                </a:cubicBezTo>
                <a:cubicBezTo>
                  <a:pt x="1528116" y="46558"/>
                  <a:pt x="1528061" y="47602"/>
                  <a:pt x="1528005" y="49173"/>
                </a:cubicBezTo>
                <a:cubicBezTo>
                  <a:pt x="1527950" y="50741"/>
                  <a:pt x="1527880" y="52257"/>
                  <a:pt x="1527797" y="53720"/>
                </a:cubicBezTo>
                <a:cubicBezTo>
                  <a:pt x="1527714" y="55182"/>
                  <a:pt x="1527659" y="56876"/>
                  <a:pt x="1527631" y="58803"/>
                </a:cubicBezTo>
                <a:cubicBezTo>
                  <a:pt x="1527603" y="60728"/>
                  <a:pt x="1527590" y="62488"/>
                  <a:pt x="1527590" y="64083"/>
                </a:cubicBezTo>
                <a:lnTo>
                  <a:pt x="1527590" y="97756"/>
                </a:lnTo>
                <a:close/>
                <a:moveTo>
                  <a:pt x="1557560" y="97725"/>
                </a:moveTo>
                <a:lnTo>
                  <a:pt x="1557560" y="23703"/>
                </a:lnTo>
                <a:cubicBezTo>
                  <a:pt x="1557560" y="20064"/>
                  <a:pt x="1557477" y="17348"/>
                  <a:pt x="1557310" y="15556"/>
                </a:cubicBezTo>
                <a:cubicBezTo>
                  <a:pt x="1557144" y="13764"/>
                  <a:pt x="1556438" y="12442"/>
                  <a:pt x="1555191" y="11588"/>
                </a:cubicBezTo>
                <a:cubicBezTo>
                  <a:pt x="1553945" y="10733"/>
                  <a:pt x="1552975" y="10277"/>
                  <a:pt x="1552282" y="10222"/>
                </a:cubicBezTo>
                <a:cubicBezTo>
                  <a:pt x="1551590" y="10167"/>
                  <a:pt x="1549720" y="10028"/>
                  <a:pt x="1546673" y="9807"/>
                </a:cubicBezTo>
                <a:cubicBezTo>
                  <a:pt x="1545399" y="8511"/>
                  <a:pt x="1545066" y="6794"/>
                  <a:pt x="1545676" y="4654"/>
                </a:cubicBezTo>
                <a:cubicBezTo>
                  <a:pt x="1555759" y="3878"/>
                  <a:pt x="1563682" y="2327"/>
                  <a:pt x="1569444" y="0"/>
                </a:cubicBezTo>
                <a:cubicBezTo>
                  <a:pt x="1570940" y="0"/>
                  <a:pt x="1571688" y="583"/>
                  <a:pt x="1571688" y="1748"/>
                </a:cubicBezTo>
                <a:cubicBezTo>
                  <a:pt x="1571245" y="6301"/>
                  <a:pt x="1571023" y="12270"/>
                  <a:pt x="1571023" y="19655"/>
                </a:cubicBezTo>
                <a:lnTo>
                  <a:pt x="1571023" y="79117"/>
                </a:lnTo>
                <a:cubicBezTo>
                  <a:pt x="1574680" y="78625"/>
                  <a:pt x="1578530" y="76906"/>
                  <a:pt x="1582575" y="73959"/>
                </a:cubicBezTo>
                <a:cubicBezTo>
                  <a:pt x="1586675" y="70957"/>
                  <a:pt x="1591218" y="66372"/>
                  <a:pt x="1596204" y="60205"/>
                </a:cubicBezTo>
                <a:cubicBezTo>
                  <a:pt x="1596758" y="59551"/>
                  <a:pt x="1597215" y="58856"/>
                  <a:pt x="1597575" y="58120"/>
                </a:cubicBezTo>
                <a:cubicBezTo>
                  <a:pt x="1597935" y="57382"/>
                  <a:pt x="1598226" y="56523"/>
                  <a:pt x="1598448" y="55541"/>
                </a:cubicBezTo>
                <a:cubicBezTo>
                  <a:pt x="1598670" y="54557"/>
                  <a:pt x="1598268" y="53698"/>
                  <a:pt x="1597243" y="52962"/>
                </a:cubicBezTo>
                <a:cubicBezTo>
                  <a:pt x="1596218" y="52224"/>
                  <a:pt x="1594570" y="51801"/>
                  <a:pt x="1592298" y="51692"/>
                </a:cubicBezTo>
                <a:cubicBezTo>
                  <a:pt x="1591855" y="51209"/>
                  <a:pt x="1591633" y="50229"/>
                  <a:pt x="1591633" y="48752"/>
                </a:cubicBezTo>
                <a:cubicBezTo>
                  <a:pt x="1591633" y="47275"/>
                  <a:pt x="1591855" y="46205"/>
                  <a:pt x="1592298" y="45542"/>
                </a:cubicBezTo>
                <a:cubicBezTo>
                  <a:pt x="1600719" y="45783"/>
                  <a:pt x="1606288" y="45903"/>
                  <a:pt x="1609002" y="45903"/>
                </a:cubicBezTo>
                <a:cubicBezTo>
                  <a:pt x="1610498" y="45903"/>
                  <a:pt x="1615429" y="45783"/>
                  <a:pt x="1623795" y="45542"/>
                </a:cubicBezTo>
                <a:cubicBezTo>
                  <a:pt x="1624349" y="46145"/>
                  <a:pt x="1624626" y="47200"/>
                  <a:pt x="1624626" y="48708"/>
                </a:cubicBezTo>
                <a:cubicBezTo>
                  <a:pt x="1624626" y="50214"/>
                  <a:pt x="1624349" y="51209"/>
                  <a:pt x="1623795" y="51692"/>
                </a:cubicBezTo>
                <a:cubicBezTo>
                  <a:pt x="1615872" y="52457"/>
                  <a:pt x="1609917" y="54915"/>
                  <a:pt x="1605927" y="59065"/>
                </a:cubicBezTo>
                <a:lnTo>
                  <a:pt x="1590968" y="74302"/>
                </a:lnTo>
                <a:cubicBezTo>
                  <a:pt x="1590525" y="74738"/>
                  <a:pt x="1590276" y="75311"/>
                  <a:pt x="1590220" y="76021"/>
                </a:cubicBezTo>
                <a:cubicBezTo>
                  <a:pt x="1590220" y="76568"/>
                  <a:pt x="1590636" y="77361"/>
                  <a:pt x="1591467" y="78398"/>
                </a:cubicBezTo>
                <a:lnTo>
                  <a:pt x="1613906" y="106571"/>
                </a:lnTo>
                <a:cubicBezTo>
                  <a:pt x="1615956" y="108955"/>
                  <a:pt x="1618033" y="110540"/>
                  <a:pt x="1620139" y="111326"/>
                </a:cubicBezTo>
                <a:cubicBezTo>
                  <a:pt x="1622244" y="112112"/>
                  <a:pt x="1625042" y="112733"/>
                  <a:pt x="1628532" y="113190"/>
                </a:cubicBezTo>
                <a:cubicBezTo>
                  <a:pt x="1629086" y="113802"/>
                  <a:pt x="1629363" y="114857"/>
                  <a:pt x="1629363" y="116356"/>
                </a:cubicBezTo>
                <a:cubicBezTo>
                  <a:pt x="1629363" y="117856"/>
                  <a:pt x="1629086" y="118850"/>
                  <a:pt x="1628532" y="119340"/>
                </a:cubicBezTo>
                <a:cubicBezTo>
                  <a:pt x="1621718" y="119119"/>
                  <a:pt x="1617064" y="119008"/>
                  <a:pt x="1614570" y="119008"/>
                </a:cubicBezTo>
                <a:cubicBezTo>
                  <a:pt x="1612077" y="119008"/>
                  <a:pt x="1608559" y="119119"/>
                  <a:pt x="1604016" y="119340"/>
                </a:cubicBezTo>
                <a:cubicBezTo>
                  <a:pt x="1603684" y="119340"/>
                  <a:pt x="1603462" y="119063"/>
                  <a:pt x="1603351" y="118509"/>
                </a:cubicBezTo>
                <a:cubicBezTo>
                  <a:pt x="1602686" y="116129"/>
                  <a:pt x="1600304" y="112142"/>
                  <a:pt x="1596204" y="106550"/>
                </a:cubicBezTo>
                <a:lnTo>
                  <a:pt x="1583821" y="89921"/>
                </a:lnTo>
                <a:cubicBezTo>
                  <a:pt x="1581993" y="87483"/>
                  <a:pt x="1580165" y="85627"/>
                  <a:pt x="1578336" y="84353"/>
                </a:cubicBezTo>
                <a:cubicBezTo>
                  <a:pt x="1576840" y="83854"/>
                  <a:pt x="1574403" y="83549"/>
                  <a:pt x="1571023" y="83439"/>
                </a:cubicBezTo>
                <a:lnTo>
                  <a:pt x="1571023" y="97948"/>
                </a:lnTo>
                <a:cubicBezTo>
                  <a:pt x="1571023" y="104524"/>
                  <a:pt x="1571563" y="108614"/>
                  <a:pt x="1572643" y="110217"/>
                </a:cubicBezTo>
                <a:cubicBezTo>
                  <a:pt x="1573724" y="111818"/>
                  <a:pt x="1576120" y="112810"/>
                  <a:pt x="1579832" y="113190"/>
                </a:cubicBezTo>
                <a:cubicBezTo>
                  <a:pt x="1580386" y="113802"/>
                  <a:pt x="1580677" y="114857"/>
                  <a:pt x="1580705" y="116356"/>
                </a:cubicBezTo>
                <a:cubicBezTo>
                  <a:pt x="1580732" y="117856"/>
                  <a:pt x="1580442" y="118850"/>
                  <a:pt x="1579832" y="119340"/>
                </a:cubicBezTo>
                <a:cubicBezTo>
                  <a:pt x="1570081" y="119096"/>
                  <a:pt x="1564928" y="118974"/>
                  <a:pt x="1564374" y="118974"/>
                </a:cubicBezTo>
                <a:cubicBezTo>
                  <a:pt x="1561770" y="118974"/>
                  <a:pt x="1555704" y="119096"/>
                  <a:pt x="1546174" y="119340"/>
                </a:cubicBezTo>
                <a:cubicBezTo>
                  <a:pt x="1545620" y="118850"/>
                  <a:pt x="1545343" y="117856"/>
                  <a:pt x="1545343" y="116356"/>
                </a:cubicBezTo>
                <a:cubicBezTo>
                  <a:pt x="1545343" y="114857"/>
                  <a:pt x="1545620" y="113802"/>
                  <a:pt x="1546174" y="113190"/>
                </a:cubicBezTo>
                <a:cubicBezTo>
                  <a:pt x="1551161" y="112860"/>
                  <a:pt x="1554305" y="111895"/>
                  <a:pt x="1555607" y="110297"/>
                </a:cubicBezTo>
                <a:cubicBezTo>
                  <a:pt x="1556909" y="108698"/>
                  <a:pt x="1557560" y="104507"/>
                  <a:pt x="1557560" y="97725"/>
                </a:cubicBezTo>
                <a:close/>
                <a:moveTo>
                  <a:pt x="1651236" y="70640"/>
                </a:moveTo>
                <a:lnTo>
                  <a:pt x="1682068" y="70160"/>
                </a:lnTo>
                <a:cubicBezTo>
                  <a:pt x="1683786" y="70160"/>
                  <a:pt x="1684617" y="69412"/>
                  <a:pt x="1684562" y="67916"/>
                </a:cubicBezTo>
                <a:cubicBezTo>
                  <a:pt x="1684562" y="61669"/>
                  <a:pt x="1683176" y="57238"/>
                  <a:pt x="1680406" y="54621"/>
                </a:cubicBezTo>
                <a:cubicBezTo>
                  <a:pt x="1677636" y="52004"/>
                  <a:pt x="1674312" y="50695"/>
                  <a:pt x="1670434" y="50695"/>
                </a:cubicBezTo>
                <a:cubicBezTo>
                  <a:pt x="1668938" y="50695"/>
                  <a:pt x="1667469" y="50882"/>
                  <a:pt x="1666029" y="51256"/>
                </a:cubicBezTo>
                <a:cubicBezTo>
                  <a:pt x="1664588" y="51630"/>
                  <a:pt x="1662815" y="52417"/>
                  <a:pt x="1660710" y="53619"/>
                </a:cubicBezTo>
                <a:cubicBezTo>
                  <a:pt x="1658605" y="54821"/>
                  <a:pt x="1656693" y="56890"/>
                  <a:pt x="1654976" y="59829"/>
                </a:cubicBezTo>
                <a:cubicBezTo>
                  <a:pt x="1653258" y="62765"/>
                  <a:pt x="1652012" y="66369"/>
                  <a:pt x="1651236" y="70640"/>
                </a:cubicBezTo>
                <a:moveTo>
                  <a:pt x="1695864" y="103218"/>
                </a:moveTo>
                <a:cubicBezTo>
                  <a:pt x="1697803" y="103329"/>
                  <a:pt x="1698994" y="104215"/>
                  <a:pt x="1699438" y="105877"/>
                </a:cubicBezTo>
                <a:cubicBezTo>
                  <a:pt x="1691847" y="115739"/>
                  <a:pt x="1682179" y="120670"/>
                  <a:pt x="1670434" y="120670"/>
                </a:cubicBezTo>
                <a:cubicBezTo>
                  <a:pt x="1659187" y="120670"/>
                  <a:pt x="1650516" y="117041"/>
                  <a:pt x="1644421" y="109783"/>
                </a:cubicBezTo>
                <a:cubicBezTo>
                  <a:pt x="1639103" y="103633"/>
                  <a:pt x="1636443" y="95240"/>
                  <a:pt x="1636443" y="84602"/>
                </a:cubicBezTo>
                <a:cubicBezTo>
                  <a:pt x="1636443" y="72555"/>
                  <a:pt x="1640044" y="62867"/>
                  <a:pt x="1647247" y="55538"/>
                </a:cubicBezTo>
                <a:cubicBezTo>
                  <a:pt x="1654449" y="48209"/>
                  <a:pt x="1662178" y="44545"/>
                  <a:pt x="1670434" y="44545"/>
                </a:cubicBezTo>
                <a:cubicBezTo>
                  <a:pt x="1689603" y="44545"/>
                  <a:pt x="1699188" y="54385"/>
                  <a:pt x="1699188" y="74066"/>
                </a:cubicBezTo>
                <a:cubicBezTo>
                  <a:pt x="1699188" y="76104"/>
                  <a:pt x="1698136" y="77122"/>
                  <a:pt x="1696030" y="77122"/>
                </a:cubicBezTo>
                <a:lnTo>
                  <a:pt x="1650737" y="76790"/>
                </a:lnTo>
                <a:cubicBezTo>
                  <a:pt x="1650737" y="86320"/>
                  <a:pt x="1652538" y="94104"/>
                  <a:pt x="1656139" y="100143"/>
                </a:cubicBezTo>
                <a:cubicBezTo>
                  <a:pt x="1661126" y="108287"/>
                  <a:pt x="1667331" y="112359"/>
                  <a:pt x="1674755" y="112359"/>
                </a:cubicBezTo>
                <a:cubicBezTo>
                  <a:pt x="1679520" y="112359"/>
                  <a:pt x="1683412" y="111681"/>
                  <a:pt x="1686431" y="110323"/>
                </a:cubicBezTo>
                <a:cubicBezTo>
                  <a:pt x="1689451" y="108966"/>
                  <a:pt x="1692595" y="106597"/>
                  <a:pt x="1695864" y="103218"/>
                </a:cubicBezTo>
                <a:close/>
                <a:moveTo>
                  <a:pt x="1764151" y="16993"/>
                </a:moveTo>
                <a:cubicBezTo>
                  <a:pt x="1764151" y="14934"/>
                  <a:pt x="1765120" y="13055"/>
                  <a:pt x="1767060" y="11357"/>
                </a:cubicBezTo>
                <a:cubicBezTo>
                  <a:pt x="1768999" y="9658"/>
                  <a:pt x="1770993" y="8809"/>
                  <a:pt x="1773043" y="8809"/>
                </a:cubicBezTo>
                <a:cubicBezTo>
                  <a:pt x="1775204" y="8809"/>
                  <a:pt x="1777102" y="9756"/>
                  <a:pt x="1778736" y="11650"/>
                </a:cubicBezTo>
                <a:cubicBezTo>
                  <a:pt x="1780370" y="13543"/>
                  <a:pt x="1781188" y="15547"/>
                  <a:pt x="1781188" y="17663"/>
                </a:cubicBezTo>
                <a:cubicBezTo>
                  <a:pt x="1781188" y="19610"/>
                  <a:pt x="1780287" y="21475"/>
                  <a:pt x="1778487" y="23257"/>
                </a:cubicBezTo>
                <a:cubicBezTo>
                  <a:pt x="1776686" y="25038"/>
                  <a:pt x="1774650" y="25929"/>
                  <a:pt x="1772378" y="25929"/>
                </a:cubicBezTo>
                <a:cubicBezTo>
                  <a:pt x="1770328" y="25929"/>
                  <a:pt x="1768445" y="24983"/>
                  <a:pt x="1766727" y="23091"/>
                </a:cubicBezTo>
                <a:cubicBezTo>
                  <a:pt x="1765010" y="21196"/>
                  <a:pt x="1764151" y="19164"/>
                  <a:pt x="1764151" y="16993"/>
                </a:cubicBezTo>
                <a:moveTo>
                  <a:pt x="1779692" y="97756"/>
                </a:moveTo>
                <a:cubicBezTo>
                  <a:pt x="1779692" y="104524"/>
                  <a:pt x="1780370" y="108692"/>
                  <a:pt x="1781728" y="110261"/>
                </a:cubicBezTo>
                <a:cubicBezTo>
                  <a:pt x="1783085" y="111830"/>
                  <a:pt x="1786479" y="112806"/>
                  <a:pt x="1791908" y="113190"/>
                </a:cubicBezTo>
                <a:cubicBezTo>
                  <a:pt x="1792462" y="113802"/>
                  <a:pt x="1792739" y="114857"/>
                  <a:pt x="1792739" y="116356"/>
                </a:cubicBezTo>
                <a:cubicBezTo>
                  <a:pt x="1792739" y="117856"/>
                  <a:pt x="1792462" y="118850"/>
                  <a:pt x="1791908" y="119340"/>
                </a:cubicBezTo>
                <a:cubicBezTo>
                  <a:pt x="1782157" y="119096"/>
                  <a:pt x="1775869" y="118974"/>
                  <a:pt x="1773043" y="118974"/>
                </a:cubicBezTo>
                <a:cubicBezTo>
                  <a:pt x="1769885" y="118974"/>
                  <a:pt x="1763514" y="119096"/>
                  <a:pt x="1753929" y="119340"/>
                </a:cubicBezTo>
                <a:cubicBezTo>
                  <a:pt x="1753486" y="118850"/>
                  <a:pt x="1753264" y="117856"/>
                  <a:pt x="1753264" y="116356"/>
                </a:cubicBezTo>
                <a:cubicBezTo>
                  <a:pt x="1753264" y="114857"/>
                  <a:pt x="1753486" y="113802"/>
                  <a:pt x="1753929" y="113190"/>
                </a:cubicBezTo>
                <a:cubicBezTo>
                  <a:pt x="1759358" y="112751"/>
                  <a:pt x="1762766" y="111760"/>
                  <a:pt x="1764151" y="110219"/>
                </a:cubicBezTo>
                <a:cubicBezTo>
                  <a:pt x="1765536" y="108679"/>
                  <a:pt x="1766229" y="104524"/>
                  <a:pt x="1766229" y="97756"/>
                </a:cubicBezTo>
                <a:lnTo>
                  <a:pt x="1766229" y="64825"/>
                </a:lnTo>
                <a:cubicBezTo>
                  <a:pt x="1766229" y="60093"/>
                  <a:pt x="1765578" y="57109"/>
                  <a:pt x="1764276" y="55871"/>
                </a:cubicBezTo>
                <a:cubicBezTo>
                  <a:pt x="1762974" y="54633"/>
                  <a:pt x="1759940" y="53794"/>
                  <a:pt x="1755175" y="53354"/>
                </a:cubicBezTo>
                <a:cubicBezTo>
                  <a:pt x="1754511" y="51415"/>
                  <a:pt x="1754400" y="49808"/>
                  <a:pt x="1754843" y="48534"/>
                </a:cubicBezTo>
                <a:cubicBezTo>
                  <a:pt x="1765370" y="47173"/>
                  <a:pt x="1773126" y="45566"/>
                  <a:pt x="1778113" y="43714"/>
                </a:cubicBezTo>
                <a:cubicBezTo>
                  <a:pt x="1779609" y="43714"/>
                  <a:pt x="1780357" y="44095"/>
                  <a:pt x="1780357" y="44857"/>
                </a:cubicBezTo>
                <a:cubicBezTo>
                  <a:pt x="1780357" y="45128"/>
                  <a:pt x="1780329" y="45523"/>
                  <a:pt x="1780273" y="46041"/>
                </a:cubicBezTo>
                <a:cubicBezTo>
                  <a:pt x="1780218" y="46558"/>
                  <a:pt x="1780163" y="47602"/>
                  <a:pt x="1780107" y="49173"/>
                </a:cubicBezTo>
                <a:cubicBezTo>
                  <a:pt x="1780052" y="50741"/>
                  <a:pt x="1779983" y="52257"/>
                  <a:pt x="1779899" y="53720"/>
                </a:cubicBezTo>
                <a:cubicBezTo>
                  <a:pt x="1779816" y="55182"/>
                  <a:pt x="1779761" y="56876"/>
                  <a:pt x="1779733" y="58803"/>
                </a:cubicBezTo>
                <a:cubicBezTo>
                  <a:pt x="1779706" y="60728"/>
                  <a:pt x="1779692" y="62488"/>
                  <a:pt x="1779692" y="64083"/>
                </a:cubicBezTo>
                <a:lnTo>
                  <a:pt x="1779692" y="97756"/>
                </a:lnTo>
                <a:close/>
                <a:moveTo>
                  <a:pt x="1826366" y="57966"/>
                </a:moveTo>
                <a:cubicBezTo>
                  <a:pt x="1834676" y="48797"/>
                  <a:pt x="1843984" y="44212"/>
                  <a:pt x="1854289" y="44212"/>
                </a:cubicBezTo>
                <a:cubicBezTo>
                  <a:pt x="1860772" y="44212"/>
                  <a:pt x="1865481" y="46140"/>
                  <a:pt x="1868418" y="49996"/>
                </a:cubicBezTo>
                <a:cubicBezTo>
                  <a:pt x="1871465" y="54074"/>
                  <a:pt x="1872988" y="61621"/>
                  <a:pt x="1872988" y="72637"/>
                </a:cubicBezTo>
                <a:lnTo>
                  <a:pt x="1872988" y="97777"/>
                </a:lnTo>
                <a:cubicBezTo>
                  <a:pt x="1872988" y="104425"/>
                  <a:pt x="1873639" y="108533"/>
                  <a:pt x="1874941" y="110100"/>
                </a:cubicBezTo>
                <a:cubicBezTo>
                  <a:pt x="1876243" y="111665"/>
                  <a:pt x="1879388" y="112695"/>
                  <a:pt x="1884374" y="113190"/>
                </a:cubicBezTo>
                <a:cubicBezTo>
                  <a:pt x="1884817" y="113680"/>
                  <a:pt x="1885039" y="114675"/>
                  <a:pt x="1885039" y="116175"/>
                </a:cubicBezTo>
                <a:cubicBezTo>
                  <a:pt x="1885039" y="117674"/>
                  <a:pt x="1884817" y="118729"/>
                  <a:pt x="1884374" y="119340"/>
                </a:cubicBezTo>
                <a:cubicBezTo>
                  <a:pt x="1874623" y="119096"/>
                  <a:pt x="1868611" y="118974"/>
                  <a:pt x="1866340" y="118974"/>
                </a:cubicBezTo>
                <a:cubicBezTo>
                  <a:pt x="1864290" y="118974"/>
                  <a:pt x="1858500" y="119096"/>
                  <a:pt x="1848971" y="119340"/>
                </a:cubicBezTo>
                <a:cubicBezTo>
                  <a:pt x="1848527" y="118850"/>
                  <a:pt x="1848306" y="117856"/>
                  <a:pt x="1848306" y="116356"/>
                </a:cubicBezTo>
                <a:cubicBezTo>
                  <a:pt x="1848306" y="114857"/>
                  <a:pt x="1848527" y="113802"/>
                  <a:pt x="1848971" y="113190"/>
                </a:cubicBezTo>
                <a:cubicBezTo>
                  <a:pt x="1853625" y="112751"/>
                  <a:pt x="1856547" y="111734"/>
                  <a:pt x="1857738" y="110142"/>
                </a:cubicBezTo>
                <a:cubicBezTo>
                  <a:pt x="1858930" y="108547"/>
                  <a:pt x="1859525" y="104425"/>
                  <a:pt x="1859525" y="97777"/>
                </a:cubicBezTo>
                <a:lnTo>
                  <a:pt x="1859525" y="72144"/>
                </a:lnTo>
                <a:cubicBezTo>
                  <a:pt x="1859525" y="66155"/>
                  <a:pt x="1858860" y="61814"/>
                  <a:pt x="1857531" y="59122"/>
                </a:cubicBezTo>
                <a:cubicBezTo>
                  <a:pt x="1855370" y="55055"/>
                  <a:pt x="1852350" y="53022"/>
                  <a:pt x="1848472" y="53022"/>
                </a:cubicBezTo>
                <a:cubicBezTo>
                  <a:pt x="1841547" y="53022"/>
                  <a:pt x="1834621" y="56346"/>
                  <a:pt x="1827696" y="62994"/>
                </a:cubicBezTo>
                <a:cubicBezTo>
                  <a:pt x="1825756" y="65138"/>
                  <a:pt x="1824787" y="67501"/>
                  <a:pt x="1824787" y="70084"/>
                </a:cubicBezTo>
                <a:lnTo>
                  <a:pt x="1824787" y="97777"/>
                </a:lnTo>
                <a:cubicBezTo>
                  <a:pt x="1824787" y="104425"/>
                  <a:pt x="1825355" y="108533"/>
                  <a:pt x="1826490" y="110100"/>
                </a:cubicBezTo>
                <a:cubicBezTo>
                  <a:pt x="1827626" y="111665"/>
                  <a:pt x="1830466" y="112695"/>
                  <a:pt x="1835009" y="113190"/>
                </a:cubicBezTo>
                <a:cubicBezTo>
                  <a:pt x="1835563" y="113802"/>
                  <a:pt x="1835854" y="114857"/>
                  <a:pt x="1835881" y="116356"/>
                </a:cubicBezTo>
                <a:cubicBezTo>
                  <a:pt x="1835909" y="117856"/>
                  <a:pt x="1835618" y="118850"/>
                  <a:pt x="1835009" y="119340"/>
                </a:cubicBezTo>
                <a:cubicBezTo>
                  <a:pt x="1825479" y="119096"/>
                  <a:pt x="1819884" y="118974"/>
                  <a:pt x="1818221" y="118974"/>
                </a:cubicBezTo>
                <a:cubicBezTo>
                  <a:pt x="1815063" y="118974"/>
                  <a:pt x="1808803" y="119096"/>
                  <a:pt x="1799439" y="119340"/>
                </a:cubicBezTo>
                <a:cubicBezTo>
                  <a:pt x="1798996" y="118850"/>
                  <a:pt x="1798775" y="117856"/>
                  <a:pt x="1798775" y="116356"/>
                </a:cubicBezTo>
                <a:cubicBezTo>
                  <a:pt x="1798775" y="114857"/>
                  <a:pt x="1798996" y="113802"/>
                  <a:pt x="1799439" y="113190"/>
                </a:cubicBezTo>
                <a:cubicBezTo>
                  <a:pt x="1804758" y="112751"/>
                  <a:pt x="1808082" y="111762"/>
                  <a:pt x="1809412" y="110225"/>
                </a:cubicBezTo>
                <a:cubicBezTo>
                  <a:pt x="1810742" y="108685"/>
                  <a:pt x="1811407" y="104536"/>
                  <a:pt x="1811407" y="97777"/>
                </a:cubicBezTo>
                <a:lnTo>
                  <a:pt x="1811407" y="64893"/>
                </a:lnTo>
                <a:cubicBezTo>
                  <a:pt x="1811407" y="60168"/>
                  <a:pt x="1810756" y="57187"/>
                  <a:pt x="1809454" y="55951"/>
                </a:cubicBezTo>
                <a:cubicBezTo>
                  <a:pt x="1808152" y="54715"/>
                  <a:pt x="1805091" y="53877"/>
                  <a:pt x="1800271" y="53437"/>
                </a:cubicBezTo>
                <a:cubicBezTo>
                  <a:pt x="1799606" y="51465"/>
                  <a:pt x="1799495" y="49831"/>
                  <a:pt x="1799938" y="48534"/>
                </a:cubicBezTo>
                <a:cubicBezTo>
                  <a:pt x="1808803" y="47445"/>
                  <a:pt x="1815950" y="45838"/>
                  <a:pt x="1821379" y="43714"/>
                </a:cubicBezTo>
                <a:cubicBezTo>
                  <a:pt x="1822266" y="43714"/>
                  <a:pt x="1822958" y="44156"/>
                  <a:pt x="1823457" y="45041"/>
                </a:cubicBezTo>
                <a:cubicBezTo>
                  <a:pt x="1824344" y="47084"/>
                  <a:pt x="1824787" y="51392"/>
                  <a:pt x="1824787" y="57966"/>
                </a:cubicBezTo>
                <a:cubicBezTo>
                  <a:pt x="1824842" y="59341"/>
                  <a:pt x="1825369" y="59341"/>
                  <a:pt x="1826366" y="57966"/>
                </a:cubicBez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�����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55E5695C-3D8F-4E18-BAF8-F71B67B4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753" y="377558"/>
            <a:ext cx="1604918" cy="148032"/>
          </a:xfrm>
          <a:custGeom xmlns:a="http://schemas.openxmlformats.org/drawingml/2006/main">
            <a:pathLst>
              <a:path w="1604918" h="148032">
                <a:moveTo>
                  <a:pt x="92838" y="32022"/>
                </a:moveTo>
                <a:cubicBezTo>
                  <a:pt x="92838" y="28078"/>
                  <a:pt x="92658" y="25080"/>
                  <a:pt x="92299" y="23026"/>
                </a:cubicBezTo>
                <a:cubicBezTo>
                  <a:pt x="91939" y="20973"/>
                  <a:pt x="91082" y="19357"/>
                  <a:pt x="89727" y="18180"/>
                </a:cubicBezTo>
                <a:cubicBezTo>
                  <a:pt x="88371" y="17003"/>
                  <a:pt x="86961" y="16250"/>
                  <a:pt x="85495" y="15921"/>
                </a:cubicBezTo>
                <a:cubicBezTo>
                  <a:pt x="84029" y="15593"/>
                  <a:pt x="81553" y="15264"/>
                  <a:pt x="78068" y="14936"/>
                </a:cubicBezTo>
                <a:cubicBezTo>
                  <a:pt x="77515" y="14454"/>
                  <a:pt x="77225" y="13461"/>
                  <a:pt x="77197" y="11957"/>
                </a:cubicBezTo>
                <a:cubicBezTo>
                  <a:pt x="77169" y="10451"/>
                  <a:pt x="77460" y="9397"/>
                  <a:pt x="78068" y="8796"/>
                </a:cubicBezTo>
                <a:cubicBezTo>
                  <a:pt x="89409" y="9036"/>
                  <a:pt x="95687" y="9156"/>
                  <a:pt x="96904" y="9156"/>
                </a:cubicBezTo>
                <a:cubicBezTo>
                  <a:pt x="98508" y="9156"/>
                  <a:pt x="104842" y="9036"/>
                  <a:pt x="115906" y="8796"/>
                </a:cubicBezTo>
                <a:cubicBezTo>
                  <a:pt x="116349" y="9397"/>
                  <a:pt x="116570" y="10436"/>
                  <a:pt x="116570" y="11912"/>
                </a:cubicBezTo>
                <a:cubicBezTo>
                  <a:pt x="116570" y="13387"/>
                  <a:pt x="116349" y="14395"/>
                  <a:pt x="115906" y="14936"/>
                </a:cubicBezTo>
                <a:cubicBezTo>
                  <a:pt x="109544" y="15593"/>
                  <a:pt x="105492" y="16812"/>
                  <a:pt x="103750" y="18592"/>
                </a:cubicBezTo>
                <a:cubicBezTo>
                  <a:pt x="102007" y="20371"/>
                  <a:pt x="101136" y="24848"/>
                  <a:pt x="101136" y="32022"/>
                </a:cubicBezTo>
                <a:lnTo>
                  <a:pt x="101136" y="114849"/>
                </a:lnTo>
                <a:cubicBezTo>
                  <a:pt x="101136" y="118605"/>
                  <a:pt x="99836" y="120484"/>
                  <a:pt x="97236" y="120484"/>
                </a:cubicBezTo>
                <a:cubicBezTo>
                  <a:pt x="94747" y="120484"/>
                  <a:pt x="92479" y="119033"/>
                  <a:pt x="90432" y="116133"/>
                </a:cubicBezTo>
                <a:lnTo>
                  <a:pt x="31103" y="41631"/>
                </a:lnTo>
                <a:cubicBezTo>
                  <a:pt x="28171" y="37908"/>
                  <a:pt x="26249" y="36060"/>
                  <a:pt x="25336" y="36088"/>
                </a:cubicBezTo>
                <a:cubicBezTo>
                  <a:pt x="24423" y="36115"/>
                  <a:pt x="23967" y="38867"/>
                  <a:pt x="23967" y="44344"/>
                </a:cubicBezTo>
                <a:lnTo>
                  <a:pt x="23967" y="95847"/>
                </a:lnTo>
                <a:cubicBezTo>
                  <a:pt x="23967" y="99790"/>
                  <a:pt x="24147" y="102789"/>
                  <a:pt x="24506" y="104842"/>
                </a:cubicBezTo>
                <a:cubicBezTo>
                  <a:pt x="24866" y="106896"/>
                  <a:pt x="25723" y="108512"/>
                  <a:pt x="27078" y="109689"/>
                </a:cubicBezTo>
                <a:cubicBezTo>
                  <a:pt x="28434" y="110866"/>
                  <a:pt x="29844" y="111619"/>
                  <a:pt x="31310" y="111947"/>
                </a:cubicBezTo>
                <a:cubicBezTo>
                  <a:pt x="32776" y="112276"/>
                  <a:pt x="35252" y="112632"/>
                  <a:pt x="38737" y="113016"/>
                </a:cubicBezTo>
                <a:cubicBezTo>
                  <a:pt x="39179" y="113626"/>
                  <a:pt x="39414" y="114680"/>
                  <a:pt x="39442" y="116177"/>
                </a:cubicBezTo>
                <a:cubicBezTo>
                  <a:pt x="39470" y="117674"/>
                  <a:pt x="39235" y="118667"/>
                  <a:pt x="38737" y="119156"/>
                </a:cubicBezTo>
                <a:cubicBezTo>
                  <a:pt x="27396" y="118912"/>
                  <a:pt x="21118" y="118790"/>
                  <a:pt x="19901" y="118790"/>
                </a:cubicBezTo>
                <a:cubicBezTo>
                  <a:pt x="18297" y="118790"/>
                  <a:pt x="11963" y="118912"/>
                  <a:pt x="899" y="119156"/>
                </a:cubicBezTo>
                <a:cubicBezTo>
                  <a:pt x="346" y="118667"/>
                  <a:pt x="55" y="117674"/>
                  <a:pt x="28" y="116177"/>
                </a:cubicBezTo>
                <a:cubicBezTo>
                  <a:pt x="0" y="114680"/>
                  <a:pt x="290" y="113626"/>
                  <a:pt x="899" y="113016"/>
                </a:cubicBezTo>
                <a:cubicBezTo>
                  <a:pt x="7261" y="112359"/>
                  <a:pt x="11313" y="111127"/>
                  <a:pt x="13055" y="109321"/>
                </a:cubicBezTo>
                <a:cubicBezTo>
                  <a:pt x="14798" y="107512"/>
                  <a:pt x="15669" y="103021"/>
                  <a:pt x="15669" y="95847"/>
                </a:cubicBezTo>
                <a:lnTo>
                  <a:pt x="15669" y="25697"/>
                </a:lnTo>
                <a:cubicBezTo>
                  <a:pt x="15116" y="23232"/>
                  <a:pt x="13595" y="20878"/>
                  <a:pt x="11105" y="18634"/>
                </a:cubicBezTo>
                <a:cubicBezTo>
                  <a:pt x="8616" y="16388"/>
                  <a:pt x="5656" y="15156"/>
                  <a:pt x="2227" y="14936"/>
                </a:cubicBezTo>
                <a:cubicBezTo>
                  <a:pt x="1673" y="14454"/>
                  <a:pt x="1397" y="13461"/>
                  <a:pt x="1397" y="11957"/>
                </a:cubicBezTo>
                <a:cubicBezTo>
                  <a:pt x="1397" y="10451"/>
                  <a:pt x="1673" y="9397"/>
                  <a:pt x="2227" y="8796"/>
                </a:cubicBezTo>
                <a:lnTo>
                  <a:pt x="25211" y="9128"/>
                </a:lnTo>
                <a:lnTo>
                  <a:pt x="83462" y="83984"/>
                </a:lnTo>
                <a:cubicBezTo>
                  <a:pt x="84236" y="84976"/>
                  <a:pt x="85080" y="86107"/>
                  <a:pt x="85993" y="87376"/>
                </a:cubicBezTo>
                <a:cubicBezTo>
                  <a:pt x="86905" y="88643"/>
                  <a:pt x="87597" y="89550"/>
                  <a:pt x="88067" y="90098"/>
                </a:cubicBezTo>
                <a:cubicBezTo>
                  <a:pt x="88537" y="90645"/>
                  <a:pt x="89021" y="91205"/>
                  <a:pt x="89519" y="91781"/>
                </a:cubicBezTo>
                <a:cubicBezTo>
                  <a:pt x="90017" y="92357"/>
                  <a:pt x="90432" y="92754"/>
                  <a:pt x="90764" y="92974"/>
                </a:cubicBezTo>
                <a:cubicBezTo>
                  <a:pt x="91096" y="93192"/>
                  <a:pt x="91372" y="93301"/>
                  <a:pt x="91594" y="93301"/>
                </a:cubicBezTo>
                <a:cubicBezTo>
                  <a:pt x="92368" y="93301"/>
                  <a:pt x="92783" y="91603"/>
                  <a:pt x="92838" y="88208"/>
                </a:cubicBezTo>
                <a:lnTo>
                  <a:pt x="92838" y="32022"/>
                </a:lnTo>
                <a:close/>
                <a:moveTo>
                  <a:pt x="138139" y="70531"/>
                </a:moveTo>
                <a:lnTo>
                  <a:pt x="168924" y="70051"/>
                </a:lnTo>
                <a:cubicBezTo>
                  <a:pt x="170639" y="70051"/>
                  <a:pt x="171469" y="69305"/>
                  <a:pt x="171413" y="67811"/>
                </a:cubicBezTo>
                <a:cubicBezTo>
                  <a:pt x="171413" y="61574"/>
                  <a:pt x="170030" y="57149"/>
                  <a:pt x="167264" y="54537"/>
                </a:cubicBezTo>
                <a:cubicBezTo>
                  <a:pt x="164498" y="51923"/>
                  <a:pt x="161179" y="50616"/>
                  <a:pt x="157307" y="50616"/>
                </a:cubicBezTo>
                <a:cubicBezTo>
                  <a:pt x="155813" y="50616"/>
                  <a:pt x="154348" y="50803"/>
                  <a:pt x="152909" y="51177"/>
                </a:cubicBezTo>
                <a:cubicBezTo>
                  <a:pt x="151471" y="51550"/>
                  <a:pt x="149701" y="52336"/>
                  <a:pt x="147599" y="53536"/>
                </a:cubicBezTo>
                <a:cubicBezTo>
                  <a:pt x="145497" y="54736"/>
                  <a:pt x="143588" y="56803"/>
                  <a:pt x="141873" y="59736"/>
                </a:cubicBezTo>
                <a:cubicBezTo>
                  <a:pt x="140158" y="62668"/>
                  <a:pt x="138914" y="66266"/>
                  <a:pt x="138139" y="70531"/>
                </a:cubicBezTo>
                <a:moveTo>
                  <a:pt x="182698" y="103058"/>
                </a:moveTo>
                <a:cubicBezTo>
                  <a:pt x="184634" y="103169"/>
                  <a:pt x="185824" y="104054"/>
                  <a:pt x="186266" y="105714"/>
                </a:cubicBezTo>
                <a:cubicBezTo>
                  <a:pt x="178688" y="115560"/>
                  <a:pt x="169035" y="120484"/>
                  <a:pt x="157307" y="120484"/>
                </a:cubicBezTo>
                <a:cubicBezTo>
                  <a:pt x="146077" y="120484"/>
                  <a:pt x="137420" y="116860"/>
                  <a:pt x="131335" y="109614"/>
                </a:cubicBezTo>
                <a:cubicBezTo>
                  <a:pt x="126024" y="103473"/>
                  <a:pt x="123369" y="95092"/>
                  <a:pt x="123369" y="84471"/>
                </a:cubicBezTo>
                <a:cubicBezTo>
                  <a:pt x="123369" y="72443"/>
                  <a:pt x="126965" y="62770"/>
                  <a:pt x="134156" y="55452"/>
                </a:cubicBezTo>
                <a:cubicBezTo>
                  <a:pt x="141348" y="48135"/>
                  <a:pt x="149065" y="44476"/>
                  <a:pt x="157307" y="44476"/>
                </a:cubicBezTo>
                <a:cubicBezTo>
                  <a:pt x="176447" y="44476"/>
                  <a:pt x="186017" y="54301"/>
                  <a:pt x="186017" y="73951"/>
                </a:cubicBezTo>
                <a:cubicBezTo>
                  <a:pt x="186017" y="75986"/>
                  <a:pt x="184966" y="77003"/>
                  <a:pt x="182864" y="77003"/>
                </a:cubicBezTo>
                <a:lnTo>
                  <a:pt x="137641" y="76671"/>
                </a:lnTo>
                <a:cubicBezTo>
                  <a:pt x="137641" y="86186"/>
                  <a:pt x="139439" y="93958"/>
                  <a:pt x="143035" y="99988"/>
                </a:cubicBezTo>
                <a:cubicBezTo>
                  <a:pt x="148014" y="108120"/>
                  <a:pt x="154209" y="112186"/>
                  <a:pt x="161622" y="112186"/>
                </a:cubicBezTo>
                <a:cubicBezTo>
                  <a:pt x="166379" y="112186"/>
                  <a:pt x="170265" y="111508"/>
                  <a:pt x="173280" y="110153"/>
                </a:cubicBezTo>
                <a:cubicBezTo>
                  <a:pt x="176295" y="108798"/>
                  <a:pt x="179434" y="106433"/>
                  <a:pt x="182698" y="103058"/>
                </a:cubicBezTo>
                <a:close/>
                <a:moveTo>
                  <a:pt x="227493" y="51612"/>
                </a:moveTo>
                <a:cubicBezTo>
                  <a:pt x="223565" y="51832"/>
                  <a:pt x="221284" y="52768"/>
                  <a:pt x="220647" y="54420"/>
                </a:cubicBezTo>
                <a:cubicBezTo>
                  <a:pt x="220011" y="56071"/>
                  <a:pt x="220578" y="58906"/>
                  <a:pt x="222348" y="62926"/>
                </a:cubicBezTo>
                <a:lnTo>
                  <a:pt x="235957" y="97776"/>
                </a:lnTo>
                <a:cubicBezTo>
                  <a:pt x="236731" y="99702"/>
                  <a:pt x="237326" y="100885"/>
                  <a:pt x="237741" y="101326"/>
                </a:cubicBezTo>
                <a:cubicBezTo>
                  <a:pt x="238156" y="101767"/>
                  <a:pt x="238557" y="101740"/>
                  <a:pt x="238944" y="101246"/>
                </a:cubicBezTo>
                <a:cubicBezTo>
                  <a:pt x="239331" y="100750"/>
                  <a:pt x="239912" y="99483"/>
                  <a:pt x="240687" y="97444"/>
                </a:cubicBezTo>
                <a:lnTo>
                  <a:pt x="252635" y="67469"/>
                </a:lnTo>
                <a:lnTo>
                  <a:pt x="251557" y="64826"/>
                </a:lnTo>
                <a:cubicBezTo>
                  <a:pt x="251391" y="64441"/>
                  <a:pt x="251169" y="63918"/>
                  <a:pt x="250893" y="63258"/>
                </a:cubicBezTo>
                <a:cubicBezTo>
                  <a:pt x="250063" y="61109"/>
                  <a:pt x="249413" y="59539"/>
                  <a:pt x="248943" y="58549"/>
                </a:cubicBezTo>
                <a:cubicBezTo>
                  <a:pt x="248473" y="57558"/>
                  <a:pt x="247767" y="56458"/>
                  <a:pt x="246827" y="55248"/>
                </a:cubicBezTo>
                <a:cubicBezTo>
                  <a:pt x="245886" y="54036"/>
                  <a:pt x="244752" y="53169"/>
                  <a:pt x="243425" y="52647"/>
                </a:cubicBezTo>
                <a:cubicBezTo>
                  <a:pt x="242097" y="52123"/>
                  <a:pt x="240465" y="51778"/>
                  <a:pt x="238529" y="51612"/>
                </a:cubicBezTo>
                <a:cubicBezTo>
                  <a:pt x="238087" y="51130"/>
                  <a:pt x="237865" y="50151"/>
                  <a:pt x="237865" y="48677"/>
                </a:cubicBezTo>
                <a:cubicBezTo>
                  <a:pt x="237865" y="47202"/>
                  <a:pt x="238087" y="46134"/>
                  <a:pt x="238529" y="45472"/>
                </a:cubicBezTo>
                <a:cubicBezTo>
                  <a:pt x="246938" y="45712"/>
                  <a:pt x="251916" y="45832"/>
                  <a:pt x="253465" y="45832"/>
                </a:cubicBezTo>
                <a:cubicBezTo>
                  <a:pt x="256397" y="45832"/>
                  <a:pt x="262067" y="45712"/>
                  <a:pt x="270476" y="45472"/>
                </a:cubicBezTo>
                <a:cubicBezTo>
                  <a:pt x="270918" y="46073"/>
                  <a:pt x="271139" y="47127"/>
                  <a:pt x="271139" y="48633"/>
                </a:cubicBezTo>
                <a:cubicBezTo>
                  <a:pt x="271139" y="50137"/>
                  <a:pt x="270918" y="51130"/>
                  <a:pt x="270476" y="51612"/>
                </a:cubicBezTo>
                <a:cubicBezTo>
                  <a:pt x="266050" y="51942"/>
                  <a:pt x="263492" y="52755"/>
                  <a:pt x="262800" y="54050"/>
                </a:cubicBezTo>
                <a:cubicBezTo>
                  <a:pt x="262109" y="55343"/>
                  <a:pt x="262593" y="57971"/>
                  <a:pt x="264252" y="61935"/>
                </a:cubicBezTo>
                <a:lnTo>
                  <a:pt x="278939" y="98933"/>
                </a:lnTo>
                <a:cubicBezTo>
                  <a:pt x="279714" y="100916"/>
                  <a:pt x="280267" y="101961"/>
                  <a:pt x="280599" y="102070"/>
                </a:cubicBezTo>
                <a:cubicBezTo>
                  <a:pt x="280875" y="102181"/>
                  <a:pt x="281207" y="101796"/>
                  <a:pt x="281595" y="100914"/>
                </a:cubicBezTo>
                <a:cubicBezTo>
                  <a:pt x="281650" y="100860"/>
                  <a:pt x="282009" y="99980"/>
                  <a:pt x="282673" y="98272"/>
                </a:cubicBezTo>
                <a:lnTo>
                  <a:pt x="296945" y="63092"/>
                </a:lnTo>
                <a:cubicBezTo>
                  <a:pt x="297554" y="61605"/>
                  <a:pt x="297969" y="60449"/>
                  <a:pt x="298190" y="59625"/>
                </a:cubicBezTo>
                <a:cubicBezTo>
                  <a:pt x="298411" y="58798"/>
                  <a:pt x="298522" y="57835"/>
                  <a:pt x="298522" y="56733"/>
                </a:cubicBezTo>
                <a:cubicBezTo>
                  <a:pt x="298522" y="55632"/>
                  <a:pt x="298204" y="54779"/>
                  <a:pt x="297568" y="54174"/>
                </a:cubicBezTo>
                <a:cubicBezTo>
                  <a:pt x="296932" y="53567"/>
                  <a:pt x="295853" y="53017"/>
                  <a:pt x="294332" y="52522"/>
                </a:cubicBezTo>
                <a:cubicBezTo>
                  <a:pt x="292810" y="52026"/>
                  <a:pt x="290805" y="51723"/>
                  <a:pt x="288316" y="51612"/>
                </a:cubicBezTo>
                <a:cubicBezTo>
                  <a:pt x="287763" y="51130"/>
                  <a:pt x="287486" y="50151"/>
                  <a:pt x="287486" y="48677"/>
                </a:cubicBezTo>
                <a:cubicBezTo>
                  <a:pt x="287486" y="47202"/>
                  <a:pt x="287763" y="46134"/>
                  <a:pt x="288316" y="45472"/>
                </a:cubicBezTo>
                <a:cubicBezTo>
                  <a:pt x="296724" y="45712"/>
                  <a:pt x="302616" y="45832"/>
                  <a:pt x="305990" y="45832"/>
                </a:cubicBezTo>
                <a:cubicBezTo>
                  <a:pt x="308258" y="45832"/>
                  <a:pt x="312213" y="45712"/>
                  <a:pt x="317856" y="45472"/>
                </a:cubicBezTo>
                <a:cubicBezTo>
                  <a:pt x="318409" y="46073"/>
                  <a:pt x="318699" y="47127"/>
                  <a:pt x="318727" y="48633"/>
                </a:cubicBezTo>
                <a:cubicBezTo>
                  <a:pt x="318755" y="50137"/>
                  <a:pt x="318464" y="51130"/>
                  <a:pt x="317856" y="51612"/>
                </a:cubicBezTo>
                <a:cubicBezTo>
                  <a:pt x="313873" y="51832"/>
                  <a:pt x="310886" y="52919"/>
                  <a:pt x="308894" y="54874"/>
                </a:cubicBezTo>
                <a:cubicBezTo>
                  <a:pt x="306903" y="56829"/>
                  <a:pt x="305105" y="59789"/>
                  <a:pt x="303501" y="63753"/>
                </a:cubicBezTo>
                <a:lnTo>
                  <a:pt x="281346" y="117432"/>
                </a:lnTo>
                <a:cubicBezTo>
                  <a:pt x="280461" y="119798"/>
                  <a:pt x="279161" y="120982"/>
                  <a:pt x="277446" y="120982"/>
                </a:cubicBezTo>
                <a:cubicBezTo>
                  <a:pt x="275731" y="120982"/>
                  <a:pt x="274375" y="119853"/>
                  <a:pt x="273380" y="117595"/>
                </a:cubicBezTo>
                <a:lnTo>
                  <a:pt x="255871" y="75645"/>
                </a:lnTo>
                <a:lnTo>
                  <a:pt x="238695" y="117266"/>
                </a:lnTo>
                <a:cubicBezTo>
                  <a:pt x="237589" y="119743"/>
                  <a:pt x="236233" y="120982"/>
                  <a:pt x="234629" y="120982"/>
                </a:cubicBezTo>
                <a:cubicBezTo>
                  <a:pt x="232914" y="120982"/>
                  <a:pt x="231559" y="119853"/>
                  <a:pt x="230563" y="117595"/>
                </a:cubicBezTo>
                <a:lnTo>
                  <a:pt x="208325" y="62926"/>
                </a:lnTo>
                <a:cubicBezTo>
                  <a:pt x="206500" y="58466"/>
                  <a:pt x="204785" y="55561"/>
                  <a:pt x="203181" y="54213"/>
                </a:cubicBezTo>
                <a:cubicBezTo>
                  <a:pt x="201576" y="52865"/>
                  <a:pt x="198810" y="51998"/>
                  <a:pt x="194883" y="51612"/>
                </a:cubicBezTo>
                <a:cubicBezTo>
                  <a:pt x="194330" y="51130"/>
                  <a:pt x="194039" y="50151"/>
                  <a:pt x="194012" y="48677"/>
                </a:cubicBezTo>
                <a:cubicBezTo>
                  <a:pt x="193984" y="47202"/>
                  <a:pt x="194274" y="46134"/>
                  <a:pt x="194883" y="45472"/>
                </a:cubicBezTo>
                <a:cubicBezTo>
                  <a:pt x="200747" y="45712"/>
                  <a:pt x="205725" y="45832"/>
                  <a:pt x="209819" y="45832"/>
                </a:cubicBezTo>
                <a:cubicBezTo>
                  <a:pt x="213193" y="45832"/>
                  <a:pt x="219085" y="45712"/>
                  <a:pt x="227493" y="45472"/>
                </a:cubicBezTo>
                <a:cubicBezTo>
                  <a:pt x="228046" y="46073"/>
                  <a:pt x="228323" y="47127"/>
                  <a:pt x="228323" y="48633"/>
                </a:cubicBezTo>
                <a:cubicBezTo>
                  <a:pt x="228323" y="50137"/>
                  <a:pt x="228046" y="51130"/>
                  <a:pt x="227493" y="51612"/>
                </a:cubicBezTo>
                <a:close/>
                <a:moveTo>
                  <a:pt x="417397" y="97654"/>
                </a:moveTo>
                <a:cubicBezTo>
                  <a:pt x="417397" y="104391"/>
                  <a:pt x="418365" y="108568"/>
                  <a:pt x="420301" y="110184"/>
                </a:cubicBezTo>
                <a:cubicBezTo>
                  <a:pt x="422238" y="111799"/>
                  <a:pt x="426774" y="112743"/>
                  <a:pt x="433910" y="113016"/>
                </a:cubicBezTo>
                <a:cubicBezTo>
                  <a:pt x="434352" y="113626"/>
                  <a:pt x="434574" y="114680"/>
                  <a:pt x="434574" y="116177"/>
                </a:cubicBezTo>
                <a:cubicBezTo>
                  <a:pt x="434574" y="117674"/>
                  <a:pt x="434352" y="118667"/>
                  <a:pt x="433910" y="119156"/>
                </a:cubicBezTo>
                <a:cubicBezTo>
                  <a:pt x="422570" y="118912"/>
                  <a:pt x="414687" y="118790"/>
                  <a:pt x="410261" y="118790"/>
                </a:cubicBezTo>
                <a:cubicBezTo>
                  <a:pt x="405504" y="118790"/>
                  <a:pt x="397566" y="118912"/>
                  <a:pt x="386447" y="119156"/>
                </a:cubicBezTo>
                <a:cubicBezTo>
                  <a:pt x="385893" y="118667"/>
                  <a:pt x="385617" y="117674"/>
                  <a:pt x="385617" y="116177"/>
                </a:cubicBezTo>
                <a:cubicBezTo>
                  <a:pt x="385617" y="114680"/>
                  <a:pt x="385893" y="113626"/>
                  <a:pt x="386447" y="113016"/>
                </a:cubicBezTo>
                <a:cubicBezTo>
                  <a:pt x="393583" y="112796"/>
                  <a:pt x="398119" y="111865"/>
                  <a:pt x="400055" y="110223"/>
                </a:cubicBezTo>
                <a:cubicBezTo>
                  <a:pt x="401991" y="108581"/>
                  <a:pt x="402959" y="104391"/>
                  <a:pt x="402959" y="97654"/>
                </a:cubicBezTo>
                <a:lnTo>
                  <a:pt x="402959" y="76298"/>
                </a:lnTo>
                <a:cubicBezTo>
                  <a:pt x="402959" y="73285"/>
                  <a:pt x="402738" y="71012"/>
                  <a:pt x="402295" y="69478"/>
                </a:cubicBezTo>
                <a:cubicBezTo>
                  <a:pt x="401853" y="67945"/>
                  <a:pt x="400885" y="65892"/>
                  <a:pt x="399391" y="63320"/>
                </a:cubicBezTo>
                <a:lnTo>
                  <a:pt x="377070" y="26190"/>
                </a:lnTo>
                <a:cubicBezTo>
                  <a:pt x="375134" y="22959"/>
                  <a:pt x="373378" y="20563"/>
                  <a:pt x="371801" y="19002"/>
                </a:cubicBezTo>
                <a:cubicBezTo>
                  <a:pt x="370224" y="17441"/>
                  <a:pt x="368717" y="16414"/>
                  <a:pt x="367279" y="15921"/>
                </a:cubicBezTo>
                <a:cubicBezTo>
                  <a:pt x="365840" y="15429"/>
                  <a:pt x="363794" y="15100"/>
                  <a:pt x="361138" y="14936"/>
                </a:cubicBezTo>
                <a:cubicBezTo>
                  <a:pt x="360585" y="14334"/>
                  <a:pt x="360309" y="13311"/>
                  <a:pt x="360309" y="11866"/>
                </a:cubicBezTo>
                <a:cubicBezTo>
                  <a:pt x="360309" y="10421"/>
                  <a:pt x="360530" y="9397"/>
                  <a:pt x="360972" y="8796"/>
                </a:cubicBezTo>
                <a:cubicBezTo>
                  <a:pt x="367777" y="9036"/>
                  <a:pt x="373557" y="9156"/>
                  <a:pt x="378315" y="9156"/>
                </a:cubicBezTo>
                <a:cubicBezTo>
                  <a:pt x="382187" y="9156"/>
                  <a:pt x="388659" y="9036"/>
                  <a:pt x="397732" y="8796"/>
                </a:cubicBezTo>
                <a:cubicBezTo>
                  <a:pt x="398285" y="9397"/>
                  <a:pt x="398561" y="10436"/>
                  <a:pt x="398561" y="11912"/>
                </a:cubicBezTo>
                <a:cubicBezTo>
                  <a:pt x="398561" y="13387"/>
                  <a:pt x="398285" y="14395"/>
                  <a:pt x="397732" y="14936"/>
                </a:cubicBezTo>
                <a:cubicBezTo>
                  <a:pt x="393029" y="15209"/>
                  <a:pt x="390305" y="15921"/>
                  <a:pt x="389558" y="17073"/>
                </a:cubicBezTo>
                <a:cubicBezTo>
                  <a:pt x="388811" y="18222"/>
                  <a:pt x="389489" y="20604"/>
                  <a:pt x="391591" y="24219"/>
                </a:cubicBezTo>
                <a:lnTo>
                  <a:pt x="411340" y="58637"/>
                </a:lnTo>
                <a:cubicBezTo>
                  <a:pt x="412114" y="60006"/>
                  <a:pt x="412751" y="60718"/>
                  <a:pt x="413248" y="60773"/>
                </a:cubicBezTo>
                <a:cubicBezTo>
                  <a:pt x="413746" y="60827"/>
                  <a:pt x="414355" y="60224"/>
                  <a:pt x="415074" y="58963"/>
                </a:cubicBezTo>
                <a:lnTo>
                  <a:pt x="433827" y="23807"/>
                </a:lnTo>
                <a:cubicBezTo>
                  <a:pt x="434712" y="22109"/>
                  <a:pt x="435237" y="20713"/>
                  <a:pt x="435403" y="19619"/>
                </a:cubicBezTo>
                <a:cubicBezTo>
                  <a:pt x="435569" y="18523"/>
                  <a:pt x="435334" y="17647"/>
                  <a:pt x="434698" y="16990"/>
                </a:cubicBezTo>
                <a:cubicBezTo>
                  <a:pt x="434062" y="16333"/>
                  <a:pt x="433163" y="15854"/>
                  <a:pt x="432001" y="15553"/>
                </a:cubicBezTo>
                <a:cubicBezTo>
                  <a:pt x="430840" y="15251"/>
                  <a:pt x="429263" y="15045"/>
                  <a:pt x="427272" y="14936"/>
                </a:cubicBezTo>
                <a:cubicBezTo>
                  <a:pt x="426718" y="14454"/>
                  <a:pt x="426442" y="13461"/>
                  <a:pt x="426442" y="11957"/>
                </a:cubicBezTo>
                <a:cubicBezTo>
                  <a:pt x="426442" y="10451"/>
                  <a:pt x="426718" y="9397"/>
                  <a:pt x="427272" y="8796"/>
                </a:cubicBezTo>
                <a:cubicBezTo>
                  <a:pt x="436344" y="9036"/>
                  <a:pt x="441488" y="9156"/>
                  <a:pt x="442705" y="9156"/>
                </a:cubicBezTo>
                <a:cubicBezTo>
                  <a:pt x="445305" y="9156"/>
                  <a:pt x="450008" y="9036"/>
                  <a:pt x="456812" y="8796"/>
                </a:cubicBezTo>
                <a:cubicBezTo>
                  <a:pt x="457365" y="9397"/>
                  <a:pt x="457655" y="10436"/>
                  <a:pt x="457683" y="11912"/>
                </a:cubicBezTo>
                <a:cubicBezTo>
                  <a:pt x="457711" y="13387"/>
                  <a:pt x="457420" y="14395"/>
                  <a:pt x="456812" y="14936"/>
                </a:cubicBezTo>
                <a:cubicBezTo>
                  <a:pt x="452718" y="15264"/>
                  <a:pt x="449579" y="16127"/>
                  <a:pt x="447394" y="17524"/>
                </a:cubicBezTo>
                <a:cubicBezTo>
                  <a:pt x="445209" y="18921"/>
                  <a:pt x="442982" y="21645"/>
                  <a:pt x="440714" y="25697"/>
                </a:cubicBezTo>
                <a:lnTo>
                  <a:pt x="420384" y="62005"/>
                </a:lnTo>
                <a:cubicBezTo>
                  <a:pt x="419499" y="63592"/>
                  <a:pt x="418836" y="65098"/>
                  <a:pt x="418393" y="66522"/>
                </a:cubicBezTo>
                <a:cubicBezTo>
                  <a:pt x="417950" y="67947"/>
                  <a:pt x="417674" y="69207"/>
                  <a:pt x="417563" y="70303"/>
                </a:cubicBezTo>
                <a:cubicBezTo>
                  <a:pt x="417453" y="71397"/>
                  <a:pt x="417397" y="72903"/>
                  <a:pt x="417397" y="74820"/>
                </a:cubicBezTo>
                <a:lnTo>
                  <a:pt x="417397" y="97654"/>
                </a:lnTo>
                <a:close/>
                <a:moveTo>
                  <a:pt x="464776" y="83883"/>
                </a:moveTo>
                <a:cubicBezTo>
                  <a:pt x="464776" y="72655"/>
                  <a:pt x="467902" y="63363"/>
                  <a:pt x="474153" y="56007"/>
                </a:cubicBezTo>
                <a:cubicBezTo>
                  <a:pt x="480902" y="48099"/>
                  <a:pt x="489780" y="44144"/>
                  <a:pt x="500789" y="44144"/>
                </a:cubicBezTo>
                <a:cubicBezTo>
                  <a:pt x="508921" y="44144"/>
                  <a:pt x="515794" y="46149"/>
                  <a:pt x="521409" y="50160"/>
                </a:cubicBezTo>
                <a:cubicBezTo>
                  <a:pt x="527024" y="54171"/>
                  <a:pt x="530937" y="58956"/>
                  <a:pt x="533150" y="64515"/>
                </a:cubicBezTo>
                <a:cubicBezTo>
                  <a:pt x="535363" y="70075"/>
                  <a:pt x="536469" y="76035"/>
                  <a:pt x="536469" y="82397"/>
                </a:cubicBezTo>
                <a:cubicBezTo>
                  <a:pt x="536469" y="94261"/>
                  <a:pt x="532791" y="103796"/>
                  <a:pt x="525433" y="111003"/>
                </a:cubicBezTo>
                <a:cubicBezTo>
                  <a:pt x="518961" y="117379"/>
                  <a:pt x="510635" y="120539"/>
                  <a:pt x="500457" y="120484"/>
                </a:cubicBezTo>
                <a:cubicBezTo>
                  <a:pt x="489117" y="120484"/>
                  <a:pt x="480335" y="116796"/>
                  <a:pt x="474111" y="109422"/>
                </a:cubicBezTo>
                <a:cubicBezTo>
                  <a:pt x="467888" y="102045"/>
                  <a:pt x="464776" y="93532"/>
                  <a:pt x="464776" y="83883"/>
                </a:cubicBezTo>
                <a:moveTo>
                  <a:pt x="498216" y="50285"/>
                </a:moveTo>
                <a:cubicBezTo>
                  <a:pt x="485659" y="50285"/>
                  <a:pt x="479381" y="60191"/>
                  <a:pt x="479381" y="80003"/>
                </a:cubicBezTo>
                <a:cubicBezTo>
                  <a:pt x="479381" y="83636"/>
                  <a:pt x="479809" y="87309"/>
                  <a:pt x="480667" y="91024"/>
                </a:cubicBezTo>
                <a:cubicBezTo>
                  <a:pt x="481524" y="94737"/>
                  <a:pt x="482796" y="98397"/>
                  <a:pt x="484484" y="102003"/>
                </a:cubicBezTo>
                <a:cubicBezTo>
                  <a:pt x="486171" y="105607"/>
                  <a:pt x="488605" y="108565"/>
                  <a:pt x="491786" y="110876"/>
                </a:cubicBezTo>
                <a:cubicBezTo>
                  <a:pt x="494966" y="113188"/>
                  <a:pt x="498659" y="114343"/>
                  <a:pt x="502863" y="114343"/>
                </a:cubicBezTo>
                <a:cubicBezTo>
                  <a:pt x="507842" y="114343"/>
                  <a:pt x="512254" y="112307"/>
                  <a:pt x="516098" y="108234"/>
                </a:cubicBezTo>
                <a:cubicBezTo>
                  <a:pt x="519943" y="104161"/>
                  <a:pt x="521865" y="97337"/>
                  <a:pt x="521865" y="87762"/>
                </a:cubicBezTo>
                <a:cubicBezTo>
                  <a:pt x="521865" y="75709"/>
                  <a:pt x="519763" y="66450"/>
                  <a:pt x="515559" y="59985"/>
                </a:cubicBezTo>
                <a:cubicBezTo>
                  <a:pt x="511355" y="53518"/>
                  <a:pt x="505574" y="50285"/>
                  <a:pt x="498216" y="50285"/>
                </a:cubicBezTo>
                <a:close/>
                <a:moveTo>
                  <a:pt x="573857" y="57970"/>
                </a:moveTo>
                <a:cubicBezTo>
                  <a:pt x="573857" y="58518"/>
                  <a:pt x="573940" y="58902"/>
                  <a:pt x="574106" y="59122"/>
                </a:cubicBezTo>
                <a:cubicBezTo>
                  <a:pt x="574272" y="59339"/>
                  <a:pt x="574632" y="59065"/>
                  <a:pt x="575185" y="58297"/>
                </a:cubicBezTo>
                <a:cubicBezTo>
                  <a:pt x="577453" y="54449"/>
                  <a:pt x="580260" y="51128"/>
                  <a:pt x="583607" y="48335"/>
                </a:cubicBezTo>
                <a:cubicBezTo>
                  <a:pt x="586954" y="45541"/>
                  <a:pt x="590425" y="44144"/>
                  <a:pt x="594021" y="44144"/>
                </a:cubicBezTo>
                <a:cubicBezTo>
                  <a:pt x="597285" y="44144"/>
                  <a:pt x="599802" y="45011"/>
                  <a:pt x="601572" y="46745"/>
                </a:cubicBezTo>
                <a:cubicBezTo>
                  <a:pt x="603342" y="48479"/>
                  <a:pt x="604227" y="50309"/>
                  <a:pt x="604227" y="52234"/>
                </a:cubicBezTo>
                <a:cubicBezTo>
                  <a:pt x="604227" y="54382"/>
                  <a:pt x="603411" y="56336"/>
                  <a:pt x="601779" y="58097"/>
                </a:cubicBezTo>
                <a:cubicBezTo>
                  <a:pt x="600147" y="59859"/>
                  <a:pt x="598308" y="60740"/>
                  <a:pt x="596261" y="60740"/>
                </a:cubicBezTo>
                <a:cubicBezTo>
                  <a:pt x="595487" y="60740"/>
                  <a:pt x="594698" y="60538"/>
                  <a:pt x="593896" y="60136"/>
                </a:cubicBezTo>
                <a:cubicBezTo>
                  <a:pt x="593094" y="59731"/>
                  <a:pt x="592500" y="59340"/>
                  <a:pt x="592112" y="58963"/>
                </a:cubicBezTo>
                <a:cubicBezTo>
                  <a:pt x="591725" y="58587"/>
                  <a:pt x="591213" y="58035"/>
                  <a:pt x="590577" y="57309"/>
                </a:cubicBezTo>
                <a:cubicBezTo>
                  <a:pt x="589941" y="56581"/>
                  <a:pt x="589512" y="56110"/>
                  <a:pt x="589291" y="55896"/>
                </a:cubicBezTo>
                <a:cubicBezTo>
                  <a:pt x="588517" y="55142"/>
                  <a:pt x="587327" y="54765"/>
                  <a:pt x="585723" y="54765"/>
                </a:cubicBezTo>
                <a:cubicBezTo>
                  <a:pt x="584340" y="54765"/>
                  <a:pt x="581740" y="57504"/>
                  <a:pt x="577923" y="62980"/>
                </a:cubicBezTo>
                <a:cubicBezTo>
                  <a:pt x="575213" y="67034"/>
                  <a:pt x="573857" y="70786"/>
                  <a:pt x="573857" y="74237"/>
                </a:cubicBezTo>
                <a:lnTo>
                  <a:pt x="573857" y="97652"/>
                </a:lnTo>
                <a:cubicBezTo>
                  <a:pt x="573857" y="104389"/>
                  <a:pt x="574618" y="108511"/>
                  <a:pt x="576139" y="110018"/>
                </a:cubicBezTo>
                <a:cubicBezTo>
                  <a:pt x="577660" y="111524"/>
                  <a:pt x="581546" y="112523"/>
                  <a:pt x="587797" y="113016"/>
                </a:cubicBezTo>
                <a:cubicBezTo>
                  <a:pt x="588351" y="113626"/>
                  <a:pt x="588627" y="114680"/>
                  <a:pt x="588627" y="116177"/>
                </a:cubicBezTo>
                <a:cubicBezTo>
                  <a:pt x="588627" y="117674"/>
                  <a:pt x="588351" y="118667"/>
                  <a:pt x="587797" y="119156"/>
                </a:cubicBezTo>
                <a:cubicBezTo>
                  <a:pt x="578061" y="118912"/>
                  <a:pt x="571202" y="118790"/>
                  <a:pt x="567219" y="118790"/>
                </a:cubicBezTo>
                <a:cubicBezTo>
                  <a:pt x="563845" y="118790"/>
                  <a:pt x="557372" y="118912"/>
                  <a:pt x="547802" y="119156"/>
                </a:cubicBezTo>
                <a:cubicBezTo>
                  <a:pt x="547360" y="118667"/>
                  <a:pt x="547138" y="117674"/>
                  <a:pt x="547138" y="116177"/>
                </a:cubicBezTo>
                <a:cubicBezTo>
                  <a:pt x="547138" y="114680"/>
                  <a:pt x="547360" y="113626"/>
                  <a:pt x="547802" y="113016"/>
                </a:cubicBezTo>
                <a:cubicBezTo>
                  <a:pt x="553334" y="112687"/>
                  <a:pt x="556819" y="111729"/>
                  <a:pt x="558257" y="110140"/>
                </a:cubicBezTo>
                <a:cubicBezTo>
                  <a:pt x="559696" y="108551"/>
                  <a:pt x="560415" y="104388"/>
                  <a:pt x="560415" y="97649"/>
                </a:cubicBezTo>
                <a:lnTo>
                  <a:pt x="560415" y="64860"/>
                </a:lnTo>
                <a:cubicBezTo>
                  <a:pt x="560415" y="60149"/>
                  <a:pt x="559765" y="57178"/>
                  <a:pt x="558465" y="55945"/>
                </a:cubicBezTo>
                <a:cubicBezTo>
                  <a:pt x="557165" y="54713"/>
                  <a:pt x="554136" y="53877"/>
                  <a:pt x="549379" y="53438"/>
                </a:cubicBezTo>
                <a:cubicBezTo>
                  <a:pt x="548715" y="51502"/>
                  <a:pt x="548604" y="49897"/>
                  <a:pt x="549047" y="48625"/>
                </a:cubicBezTo>
                <a:cubicBezTo>
                  <a:pt x="557898" y="47500"/>
                  <a:pt x="565034" y="45840"/>
                  <a:pt x="570455" y="43646"/>
                </a:cubicBezTo>
                <a:cubicBezTo>
                  <a:pt x="571340" y="43646"/>
                  <a:pt x="572004" y="44091"/>
                  <a:pt x="572447" y="44979"/>
                </a:cubicBezTo>
                <a:cubicBezTo>
                  <a:pt x="573387" y="47033"/>
                  <a:pt x="573857" y="51363"/>
                  <a:pt x="573857" y="57970"/>
                </a:cubicBezTo>
                <a:close/>
                <a:moveTo>
                  <a:pt x="621175" y="97574"/>
                </a:moveTo>
                <a:lnTo>
                  <a:pt x="621175" y="23667"/>
                </a:lnTo>
                <a:cubicBezTo>
                  <a:pt x="621175" y="20033"/>
                  <a:pt x="621092" y="17322"/>
                  <a:pt x="620926" y="15532"/>
                </a:cubicBezTo>
                <a:cubicBezTo>
                  <a:pt x="620760" y="13743"/>
                  <a:pt x="620054" y="12422"/>
                  <a:pt x="618810" y="11570"/>
                </a:cubicBezTo>
                <a:cubicBezTo>
                  <a:pt x="617565" y="10716"/>
                  <a:pt x="616597" y="10262"/>
                  <a:pt x="615906" y="10206"/>
                </a:cubicBezTo>
                <a:cubicBezTo>
                  <a:pt x="615214" y="10151"/>
                  <a:pt x="613347" y="10013"/>
                  <a:pt x="610305" y="9791"/>
                </a:cubicBezTo>
                <a:cubicBezTo>
                  <a:pt x="609032" y="8498"/>
                  <a:pt x="608700" y="6783"/>
                  <a:pt x="609309" y="4647"/>
                </a:cubicBezTo>
                <a:cubicBezTo>
                  <a:pt x="619377" y="3872"/>
                  <a:pt x="627287" y="2323"/>
                  <a:pt x="633041" y="0"/>
                </a:cubicBezTo>
                <a:cubicBezTo>
                  <a:pt x="634534" y="0"/>
                  <a:pt x="635281" y="582"/>
                  <a:pt x="635281" y="1745"/>
                </a:cubicBezTo>
                <a:cubicBezTo>
                  <a:pt x="634838" y="6292"/>
                  <a:pt x="634617" y="12251"/>
                  <a:pt x="634617" y="19624"/>
                </a:cubicBezTo>
                <a:lnTo>
                  <a:pt x="634617" y="78995"/>
                </a:lnTo>
                <a:cubicBezTo>
                  <a:pt x="638268" y="78504"/>
                  <a:pt x="642113" y="76787"/>
                  <a:pt x="646151" y="73845"/>
                </a:cubicBezTo>
                <a:cubicBezTo>
                  <a:pt x="650245" y="70847"/>
                  <a:pt x="654781" y="66270"/>
                  <a:pt x="659759" y="60112"/>
                </a:cubicBezTo>
                <a:cubicBezTo>
                  <a:pt x="660313" y="59459"/>
                  <a:pt x="660769" y="58765"/>
                  <a:pt x="661128" y="58030"/>
                </a:cubicBezTo>
                <a:cubicBezTo>
                  <a:pt x="661488" y="57294"/>
                  <a:pt x="661778" y="56435"/>
                  <a:pt x="662000" y="55455"/>
                </a:cubicBezTo>
                <a:cubicBezTo>
                  <a:pt x="662221" y="54473"/>
                  <a:pt x="661820" y="53615"/>
                  <a:pt x="660797" y="52880"/>
                </a:cubicBezTo>
                <a:cubicBezTo>
                  <a:pt x="659773" y="52144"/>
                  <a:pt x="658127" y="51721"/>
                  <a:pt x="655859" y="51612"/>
                </a:cubicBezTo>
                <a:cubicBezTo>
                  <a:pt x="655417" y="51130"/>
                  <a:pt x="655196" y="50151"/>
                  <a:pt x="655196" y="48677"/>
                </a:cubicBezTo>
                <a:cubicBezTo>
                  <a:pt x="655196" y="47202"/>
                  <a:pt x="655417" y="46134"/>
                  <a:pt x="655859" y="45472"/>
                </a:cubicBezTo>
                <a:cubicBezTo>
                  <a:pt x="664268" y="45712"/>
                  <a:pt x="669827" y="45832"/>
                  <a:pt x="672538" y="45832"/>
                </a:cubicBezTo>
                <a:cubicBezTo>
                  <a:pt x="674032" y="45832"/>
                  <a:pt x="678955" y="45712"/>
                  <a:pt x="687308" y="45472"/>
                </a:cubicBezTo>
                <a:cubicBezTo>
                  <a:pt x="687861" y="46073"/>
                  <a:pt x="688138" y="47127"/>
                  <a:pt x="688138" y="48633"/>
                </a:cubicBezTo>
                <a:cubicBezTo>
                  <a:pt x="688138" y="50137"/>
                  <a:pt x="687861" y="51130"/>
                  <a:pt x="687308" y="51612"/>
                </a:cubicBezTo>
                <a:cubicBezTo>
                  <a:pt x="679397" y="52376"/>
                  <a:pt x="673451" y="54830"/>
                  <a:pt x="669468" y="58974"/>
                </a:cubicBezTo>
                <a:lnTo>
                  <a:pt x="654532" y="74187"/>
                </a:lnTo>
                <a:cubicBezTo>
                  <a:pt x="654089" y="74623"/>
                  <a:pt x="653840" y="75195"/>
                  <a:pt x="653785" y="75904"/>
                </a:cubicBezTo>
                <a:cubicBezTo>
                  <a:pt x="653785" y="76450"/>
                  <a:pt x="654200" y="77241"/>
                  <a:pt x="655030" y="78277"/>
                </a:cubicBezTo>
                <a:lnTo>
                  <a:pt x="677434" y="106406"/>
                </a:lnTo>
                <a:cubicBezTo>
                  <a:pt x="679480" y="108786"/>
                  <a:pt x="681555" y="110369"/>
                  <a:pt x="683657" y="111154"/>
                </a:cubicBezTo>
                <a:cubicBezTo>
                  <a:pt x="685759" y="111939"/>
                  <a:pt x="688553" y="112559"/>
                  <a:pt x="692038" y="113016"/>
                </a:cubicBezTo>
                <a:cubicBezTo>
                  <a:pt x="692591" y="113626"/>
                  <a:pt x="692867" y="114680"/>
                  <a:pt x="692867" y="116177"/>
                </a:cubicBezTo>
                <a:cubicBezTo>
                  <a:pt x="692867" y="117674"/>
                  <a:pt x="692591" y="118667"/>
                  <a:pt x="692038" y="119156"/>
                </a:cubicBezTo>
                <a:cubicBezTo>
                  <a:pt x="685233" y="118935"/>
                  <a:pt x="680587" y="118824"/>
                  <a:pt x="678097" y="118824"/>
                </a:cubicBezTo>
                <a:cubicBezTo>
                  <a:pt x="675608" y="118824"/>
                  <a:pt x="672095" y="118935"/>
                  <a:pt x="667559" y="119156"/>
                </a:cubicBezTo>
                <a:cubicBezTo>
                  <a:pt x="667227" y="119156"/>
                  <a:pt x="667006" y="118879"/>
                  <a:pt x="666895" y="118326"/>
                </a:cubicBezTo>
                <a:cubicBezTo>
                  <a:pt x="666232" y="115949"/>
                  <a:pt x="663853" y="111969"/>
                  <a:pt x="659759" y="106385"/>
                </a:cubicBezTo>
                <a:lnTo>
                  <a:pt x="647396" y="89782"/>
                </a:lnTo>
                <a:cubicBezTo>
                  <a:pt x="645570" y="87348"/>
                  <a:pt x="643745" y="85495"/>
                  <a:pt x="641919" y="84222"/>
                </a:cubicBezTo>
                <a:cubicBezTo>
                  <a:pt x="640426" y="83725"/>
                  <a:pt x="637992" y="83420"/>
                  <a:pt x="634617" y="83310"/>
                </a:cubicBezTo>
                <a:lnTo>
                  <a:pt x="634617" y="97797"/>
                </a:lnTo>
                <a:cubicBezTo>
                  <a:pt x="634617" y="104363"/>
                  <a:pt x="635156" y="108446"/>
                  <a:pt x="636235" y="110047"/>
                </a:cubicBezTo>
                <a:cubicBezTo>
                  <a:pt x="637314" y="111646"/>
                  <a:pt x="639706" y="112635"/>
                  <a:pt x="643413" y="113016"/>
                </a:cubicBezTo>
                <a:cubicBezTo>
                  <a:pt x="643966" y="113626"/>
                  <a:pt x="644256" y="114680"/>
                  <a:pt x="644284" y="116177"/>
                </a:cubicBezTo>
                <a:cubicBezTo>
                  <a:pt x="644312" y="117674"/>
                  <a:pt x="644021" y="118667"/>
                  <a:pt x="643413" y="119156"/>
                </a:cubicBezTo>
                <a:cubicBezTo>
                  <a:pt x="633677" y="118912"/>
                  <a:pt x="628532" y="118790"/>
                  <a:pt x="627979" y="118790"/>
                </a:cubicBezTo>
                <a:cubicBezTo>
                  <a:pt x="625379" y="118790"/>
                  <a:pt x="619322" y="118912"/>
                  <a:pt x="609807" y="119156"/>
                </a:cubicBezTo>
                <a:cubicBezTo>
                  <a:pt x="609254" y="118667"/>
                  <a:pt x="608977" y="117674"/>
                  <a:pt x="608977" y="116177"/>
                </a:cubicBezTo>
                <a:cubicBezTo>
                  <a:pt x="608977" y="114680"/>
                  <a:pt x="609254" y="113626"/>
                  <a:pt x="609807" y="113016"/>
                </a:cubicBezTo>
                <a:cubicBezTo>
                  <a:pt x="614785" y="112685"/>
                  <a:pt x="617925" y="111723"/>
                  <a:pt x="619225" y="110127"/>
                </a:cubicBezTo>
                <a:cubicBezTo>
                  <a:pt x="620525" y="108530"/>
                  <a:pt x="621175" y="104345"/>
                  <a:pt x="621175" y="97574"/>
                </a:cubicBezTo>
                <a:close/>
                <a:moveTo>
                  <a:pt x="744852" y="83883"/>
                </a:moveTo>
                <a:cubicBezTo>
                  <a:pt x="744852" y="72655"/>
                  <a:pt x="747978" y="63363"/>
                  <a:pt x="754229" y="56007"/>
                </a:cubicBezTo>
                <a:cubicBezTo>
                  <a:pt x="760977" y="48099"/>
                  <a:pt x="769856" y="44144"/>
                  <a:pt x="780864" y="44144"/>
                </a:cubicBezTo>
                <a:cubicBezTo>
                  <a:pt x="788996" y="44144"/>
                  <a:pt x="795870" y="46149"/>
                  <a:pt x="801484" y="50160"/>
                </a:cubicBezTo>
                <a:cubicBezTo>
                  <a:pt x="807099" y="54171"/>
                  <a:pt x="811013" y="58956"/>
                  <a:pt x="813226" y="64515"/>
                </a:cubicBezTo>
                <a:cubicBezTo>
                  <a:pt x="815438" y="70075"/>
                  <a:pt x="816545" y="76035"/>
                  <a:pt x="816545" y="82397"/>
                </a:cubicBezTo>
                <a:cubicBezTo>
                  <a:pt x="816545" y="94261"/>
                  <a:pt x="812866" y="103796"/>
                  <a:pt x="805509" y="111003"/>
                </a:cubicBezTo>
                <a:cubicBezTo>
                  <a:pt x="799036" y="117379"/>
                  <a:pt x="790711" y="120539"/>
                  <a:pt x="780532" y="120484"/>
                </a:cubicBezTo>
                <a:cubicBezTo>
                  <a:pt x="769192" y="120484"/>
                  <a:pt x="760410" y="116796"/>
                  <a:pt x="754187" y="109422"/>
                </a:cubicBezTo>
                <a:cubicBezTo>
                  <a:pt x="747964" y="102045"/>
                  <a:pt x="744852" y="93532"/>
                  <a:pt x="744852" y="83883"/>
                </a:cubicBezTo>
                <a:moveTo>
                  <a:pt x="778292" y="50285"/>
                </a:moveTo>
                <a:cubicBezTo>
                  <a:pt x="765735" y="50285"/>
                  <a:pt x="759456" y="60191"/>
                  <a:pt x="759456" y="80003"/>
                </a:cubicBezTo>
                <a:cubicBezTo>
                  <a:pt x="759456" y="83636"/>
                  <a:pt x="759885" y="87309"/>
                  <a:pt x="760742" y="91024"/>
                </a:cubicBezTo>
                <a:cubicBezTo>
                  <a:pt x="761600" y="94737"/>
                  <a:pt x="762872" y="98397"/>
                  <a:pt x="764559" y="102003"/>
                </a:cubicBezTo>
                <a:cubicBezTo>
                  <a:pt x="766246" y="105607"/>
                  <a:pt x="768680" y="108565"/>
                  <a:pt x="771861" y="110876"/>
                </a:cubicBezTo>
                <a:cubicBezTo>
                  <a:pt x="775042" y="113188"/>
                  <a:pt x="778735" y="114343"/>
                  <a:pt x="782939" y="114343"/>
                </a:cubicBezTo>
                <a:cubicBezTo>
                  <a:pt x="787917" y="114343"/>
                  <a:pt x="792329" y="112307"/>
                  <a:pt x="796174" y="108234"/>
                </a:cubicBezTo>
                <a:cubicBezTo>
                  <a:pt x="800018" y="104161"/>
                  <a:pt x="801941" y="97337"/>
                  <a:pt x="801941" y="87762"/>
                </a:cubicBezTo>
                <a:cubicBezTo>
                  <a:pt x="801941" y="75709"/>
                  <a:pt x="799839" y="66450"/>
                  <a:pt x="795634" y="59985"/>
                </a:cubicBezTo>
                <a:cubicBezTo>
                  <a:pt x="791430" y="53518"/>
                  <a:pt x="785649" y="50285"/>
                  <a:pt x="778292" y="50285"/>
                </a:cubicBezTo>
                <a:close/>
                <a:moveTo>
                  <a:pt x="854151" y="57877"/>
                </a:moveTo>
                <a:cubicBezTo>
                  <a:pt x="862449" y="48722"/>
                  <a:pt x="871742" y="44144"/>
                  <a:pt x="882031" y="44144"/>
                </a:cubicBezTo>
                <a:cubicBezTo>
                  <a:pt x="888504" y="44144"/>
                  <a:pt x="893206" y="46069"/>
                  <a:pt x="896138" y="49919"/>
                </a:cubicBezTo>
                <a:cubicBezTo>
                  <a:pt x="899180" y="53990"/>
                  <a:pt x="900701" y="61525"/>
                  <a:pt x="900701" y="72525"/>
                </a:cubicBezTo>
                <a:lnTo>
                  <a:pt x="900701" y="97626"/>
                </a:lnTo>
                <a:cubicBezTo>
                  <a:pt x="900701" y="104264"/>
                  <a:pt x="901351" y="108365"/>
                  <a:pt x="902651" y="109930"/>
                </a:cubicBezTo>
                <a:cubicBezTo>
                  <a:pt x="903951" y="111493"/>
                  <a:pt x="907091" y="112521"/>
                  <a:pt x="912069" y="113016"/>
                </a:cubicBezTo>
                <a:cubicBezTo>
                  <a:pt x="912512" y="113505"/>
                  <a:pt x="912733" y="114498"/>
                  <a:pt x="912733" y="115995"/>
                </a:cubicBezTo>
                <a:cubicBezTo>
                  <a:pt x="912733" y="117492"/>
                  <a:pt x="912512" y="118546"/>
                  <a:pt x="912069" y="119156"/>
                </a:cubicBezTo>
                <a:cubicBezTo>
                  <a:pt x="902333" y="118912"/>
                  <a:pt x="896331" y="118790"/>
                  <a:pt x="894063" y="118790"/>
                </a:cubicBezTo>
                <a:cubicBezTo>
                  <a:pt x="892016" y="118790"/>
                  <a:pt x="886236" y="118912"/>
                  <a:pt x="876721" y="119156"/>
                </a:cubicBezTo>
                <a:cubicBezTo>
                  <a:pt x="876278" y="118667"/>
                  <a:pt x="876057" y="117674"/>
                  <a:pt x="876057" y="116177"/>
                </a:cubicBezTo>
                <a:cubicBezTo>
                  <a:pt x="876057" y="114680"/>
                  <a:pt x="876278" y="113626"/>
                  <a:pt x="876721" y="113016"/>
                </a:cubicBezTo>
                <a:cubicBezTo>
                  <a:pt x="881368" y="112577"/>
                  <a:pt x="884286" y="111562"/>
                  <a:pt x="885475" y="109971"/>
                </a:cubicBezTo>
                <a:cubicBezTo>
                  <a:pt x="886664" y="108379"/>
                  <a:pt x="887259" y="104264"/>
                  <a:pt x="887259" y="97626"/>
                </a:cubicBezTo>
                <a:lnTo>
                  <a:pt x="887259" y="72032"/>
                </a:lnTo>
                <a:cubicBezTo>
                  <a:pt x="887259" y="66053"/>
                  <a:pt x="886595" y="61719"/>
                  <a:pt x="885267" y="59031"/>
                </a:cubicBezTo>
                <a:cubicBezTo>
                  <a:pt x="883110" y="54970"/>
                  <a:pt x="880095" y="52940"/>
                  <a:pt x="876223" y="52940"/>
                </a:cubicBezTo>
                <a:cubicBezTo>
                  <a:pt x="869308" y="52940"/>
                  <a:pt x="862393" y="56259"/>
                  <a:pt x="855478" y="62897"/>
                </a:cubicBezTo>
                <a:cubicBezTo>
                  <a:pt x="853542" y="65037"/>
                  <a:pt x="852574" y="67397"/>
                  <a:pt x="852574" y="69976"/>
                </a:cubicBezTo>
                <a:lnTo>
                  <a:pt x="852574" y="97626"/>
                </a:lnTo>
                <a:cubicBezTo>
                  <a:pt x="852574" y="104264"/>
                  <a:pt x="853141" y="108365"/>
                  <a:pt x="854275" y="109930"/>
                </a:cubicBezTo>
                <a:cubicBezTo>
                  <a:pt x="855409" y="111493"/>
                  <a:pt x="858244" y="112521"/>
                  <a:pt x="862781" y="113016"/>
                </a:cubicBezTo>
                <a:cubicBezTo>
                  <a:pt x="863334" y="113626"/>
                  <a:pt x="863624" y="114680"/>
                  <a:pt x="863652" y="116177"/>
                </a:cubicBezTo>
                <a:cubicBezTo>
                  <a:pt x="863679" y="117674"/>
                  <a:pt x="863389" y="118667"/>
                  <a:pt x="862781" y="119156"/>
                </a:cubicBezTo>
                <a:cubicBezTo>
                  <a:pt x="853266" y="118912"/>
                  <a:pt x="847679" y="118790"/>
                  <a:pt x="846019" y="118790"/>
                </a:cubicBezTo>
                <a:cubicBezTo>
                  <a:pt x="842866" y="118790"/>
                  <a:pt x="836615" y="118912"/>
                  <a:pt x="827266" y="119156"/>
                </a:cubicBezTo>
                <a:cubicBezTo>
                  <a:pt x="826824" y="118667"/>
                  <a:pt x="826602" y="117674"/>
                  <a:pt x="826602" y="116177"/>
                </a:cubicBezTo>
                <a:cubicBezTo>
                  <a:pt x="826602" y="114680"/>
                  <a:pt x="826824" y="113626"/>
                  <a:pt x="827266" y="113016"/>
                </a:cubicBezTo>
                <a:cubicBezTo>
                  <a:pt x="832577" y="112577"/>
                  <a:pt x="835896" y="111589"/>
                  <a:pt x="837223" y="110054"/>
                </a:cubicBezTo>
                <a:cubicBezTo>
                  <a:pt x="838551" y="108518"/>
                  <a:pt x="839215" y="104375"/>
                  <a:pt x="839215" y="97626"/>
                </a:cubicBezTo>
                <a:lnTo>
                  <a:pt x="839215" y="64793"/>
                </a:lnTo>
                <a:cubicBezTo>
                  <a:pt x="839215" y="60075"/>
                  <a:pt x="838565" y="57099"/>
                  <a:pt x="837265" y="55865"/>
                </a:cubicBezTo>
                <a:cubicBezTo>
                  <a:pt x="835965" y="54630"/>
                  <a:pt x="832909" y="53794"/>
                  <a:pt x="828096" y="53355"/>
                </a:cubicBezTo>
                <a:cubicBezTo>
                  <a:pt x="827432" y="51386"/>
                  <a:pt x="827321" y="49754"/>
                  <a:pt x="827764" y="48459"/>
                </a:cubicBezTo>
                <a:cubicBezTo>
                  <a:pt x="836615" y="47372"/>
                  <a:pt x="843751" y="45767"/>
                  <a:pt x="849172" y="43646"/>
                </a:cubicBezTo>
                <a:cubicBezTo>
                  <a:pt x="850057" y="43646"/>
                  <a:pt x="850749" y="44088"/>
                  <a:pt x="851247" y="44971"/>
                </a:cubicBezTo>
                <a:cubicBezTo>
                  <a:pt x="852132" y="47011"/>
                  <a:pt x="852574" y="51313"/>
                  <a:pt x="852574" y="57877"/>
                </a:cubicBezTo>
                <a:cubicBezTo>
                  <a:pt x="852630" y="59250"/>
                  <a:pt x="853155" y="59250"/>
                  <a:pt x="854151" y="57877"/>
                </a:cubicBezTo>
                <a:close/>
                <a:moveTo>
                  <a:pt x="998716" y="30318"/>
                </a:moveTo>
                <a:lnTo>
                  <a:pt x="998716" y="101445"/>
                </a:lnTo>
                <a:cubicBezTo>
                  <a:pt x="998716" y="107183"/>
                  <a:pt x="998204" y="112258"/>
                  <a:pt x="997181" y="116672"/>
                </a:cubicBezTo>
                <a:cubicBezTo>
                  <a:pt x="996158" y="121085"/>
                  <a:pt x="994623" y="124877"/>
                  <a:pt x="992576" y="128048"/>
                </a:cubicBezTo>
                <a:cubicBezTo>
                  <a:pt x="990529" y="131220"/>
                  <a:pt x="988773" y="133592"/>
                  <a:pt x="987307" y="135163"/>
                </a:cubicBezTo>
                <a:cubicBezTo>
                  <a:pt x="985841" y="136736"/>
                  <a:pt x="983863" y="138599"/>
                  <a:pt x="981374" y="140751"/>
                </a:cubicBezTo>
                <a:cubicBezTo>
                  <a:pt x="975731" y="145605"/>
                  <a:pt x="969093" y="148032"/>
                  <a:pt x="961459" y="148032"/>
                </a:cubicBezTo>
                <a:cubicBezTo>
                  <a:pt x="958970" y="148032"/>
                  <a:pt x="956232" y="147189"/>
                  <a:pt x="953244" y="145501"/>
                </a:cubicBezTo>
                <a:cubicBezTo>
                  <a:pt x="950257" y="143814"/>
                  <a:pt x="948764" y="141615"/>
                  <a:pt x="948764" y="138905"/>
                </a:cubicBezTo>
                <a:cubicBezTo>
                  <a:pt x="948764" y="137190"/>
                  <a:pt x="949662" y="135544"/>
                  <a:pt x="951460" y="133968"/>
                </a:cubicBezTo>
                <a:cubicBezTo>
                  <a:pt x="953258" y="132391"/>
                  <a:pt x="954849" y="131603"/>
                  <a:pt x="956232" y="131603"/>
                </a:cubicBezTo>
                <a:cubicBezTo>
                  <a:pt x="957504" y="131603"/>
                  <a:pt x="958583" y="131824"/>
                  <a:pt x="959468" y="132266"/>
                </a:cubicBezTo>
                <a:cubicBezTo>
                  <a:pt x="960353" y="132709"/>
                  <a:pt x="960989" y="133124"/>
                  <a:pt x="961376" y="133511"/>
                </a:cubicBezTo>
                <a:cubicBezTo>
                  <a:pt x="961763" y="133898"/>
                  <a:pt x="962220" y="134576"/>
                  <a:pt x="962745" y="135544"/>
                </a:cubicBezTo>
                <a:cubicBezTo>
                  <a:pt x="963271" y="136512"/>
                  <a:pt x="963644" y="137107"/>
                  <a:pt x="963865" y="137328"/>
                </a:cubicBezTo>
                <a:cubicBezTo>
                  <a:pt x="965359" y="139375"/>
                  <a:pt x="967351" y="140398"/>
                  <a:pt x="969840" y="140398"/>
                </a:cubicBezTo>
                <a:cubicBezTo>
                  <a:pt x="972108" y="140398"/>
                  <a:pt x="974196" y="139668"/>
                  <a:pt x="976105" y="138207"/>
                </a:cubicBezTo>
                <a:cubicBezTo>
                  <a:pt x="978013" y="136746"/>
                  <a:pt x="979853" y="133217"/>
                  <a:pt x="981623" y="127620"/>
                </a:cubicBezTo>
                <a:cubicBezTo>
                  <a:pt x="983393" y="122024"/>
                  <a:pt x="984278" y="114540"/>
                  <a:pt x="984278" y="105166"/>
                </a:cubicBezTo>
                <a:lnTo>
                  <a:pt x="984278" y="30318"/>
                </a:lnTo>
                <a:cubicBezTo>
                  <a:pt x="984278" y="23536"/>
                  <a:pt x="983310" y="19333"/>
                  <a:pt x="981374" y="17708"/>
                </a:cubicBezTo>
                <a:cubicBezTo>
                  <a:pt x="979438" y="16081"/>
                  <a:pt x="974901" y="15157"/>
                  <a:pt x="967765" y="14936"/>
                </a:cubicBezTo>
                <a:cubicBezTo>
                  <a:pt x="967323" y="14454"/>
                  <a:pt x="967102" y="13461"/>
                  <a:pt x="967102" y="11957"/>
                </a:cubicBezTo>
                <a:cubicBezTo>
                  <a:pt x="967102" y="10451"/>
                  <a:pt x="967323" y="9397"/>
                  <a:pt x="967765" y="8796"/>
                </a:cubicBezTo>
                <a:cubicBezTo>
                  <a:pt x="979106" y="9036"/>
                  <a:pt x="986989" y="9156"/>
                  <a:pt x="991414" y="9156"/>
                </a:cubicBezTo>
                <a:cubicBezTo>
                  <a:pt x="993903" y="9156"/>
                  <a:pt x="1000708" y="9036"/>
                  <a:pt x="1011827" y="8796"/>
                </a:cubicBezTo>
                <a:cubicBezTo>
                  <a:pt x="1012380" y="9397"/>
                  <a:pt x="1012656" y="10436"/>
                  <a:pt x="1012656" y="11912"/>
                </a:cubicBezTo>
                <a:cubicBezTo>
                  <a:pt x="1012656" y="13387"/>
                  <a:pt x="1012380" y="14395"/>
                  <a:pt x="1011827" y="14936"/>
                </a:cubicBezTo>
                <a:cubicBezTo>
                  <a:pt x="1006405" y="15157"/>
                  <a:pt x="1002865" y="16109"/>
                  <a:pt x="1001205" y="17791"/>
                </a:cubicBezTo>
                <a:cubicBezTo>
                  <a:pt x="999546" y="19471"/>
                  <a:pt x="998716" y="23647"/>
                  <a:pt x="998716" y="30318"/>
                </a:cubicBezTo>
                <a:close/>
                <a:moveTo>
                  <a:pt x="1051809" y="120484"/>
                </a:moveTo>
                <a:cubicBezTo>
                  <a:pt x="1044009" y="120484"/>
                  <a:pt x="1038408" y="118314"/>
                  <a:pt x="1035006" y="113975"/>
                </a:cubicBezTo>
                <a:cubicBezTo>
                  <a:pt x="1031604" y="109636"/>
                  <a:pt x="1029902" y="104122"/>
                  <a:pt x="1029902" y="97434"/>
                </a:cubicBezTo>
                <a:lnTo>
                  <a:pt x="1029902" y="65104"/>
                </a:lnTo>
                <a:cubicBezTo>
                  <a:pt x="1029902" y="59838"/>
                  <a:pt x="1029197" y="56356"/>
                  <a:pt x="1027787" y="54656"/>
                </a:cubicBezTo>
                <a:cubicBezTo>
                  <a:pt x="1026376" y="52955"/>
                  <a:pt x="1023569" y="51941"/>
                  <a:pt x="1019364" y="51612"/>
                </a:cubicBezTo>
                <a:cubicBezTo>
                  <a:pt x="1018922" y="51130"/>
                  <a:pt x="1018700" y="50151"/>
                  <a:pt x="1018700" y="48677"/>
                </a:cubicBezTo>
                <a:cubicBezTo>
                  <a:pt x="1018700" y="47202"/>
                  <a:pt x="1018922" y="46134"/>
                  <a:pt x="1019364" y="45472"/>
                </a:cubicBezTo>
                <a:cubicBezTo>
                  <a:pt x="1027773" y="45712"/>
                  <a:pt x="1033553" y="45832"/>
                  <a:pt x="1036707" y="45832"/>
                </a:cubicBezTo>
                <a:cubicBezTo>
                  <a:pt x="1039528" y="45832"/>
                  <a:pt x="1041519" y="45712"/>
                  <a:pt x="1042681" y="45472"/>
                </a:cubicBezTo>
                <a:cubicBezTo>
                  <a:pt x="1043566" y="45472"/>
                  <a:pt x="1044009" y="45863"/>
                  <a:pt x="1044009" y="46646"/>
                </a:cubicBezTo>
                <a:cubicBezTo>
                  <a:pt x="1043566" y="54942"/>
                  <a:pt x="1043345" y="60778"/>
                  <a:pt x="1043345" y="64152"/>
                </a:cubicBezTo>
                <a:lnTo>
                  <a:pt x="1043345" y="95012"/>
                </a:lnTo>
                <a:cubicBezTo>
                  <a:pt x="1043345" y="101706"/>
                  <a:pt x="1044728" y="106297"/>
                  <a:pt x="1047494" y="108786"/>
                </a:cubicBezTo>
                <a:cubicBezTo>
                  <a:pt x="1050260" y="111274"/>
                  <a:pt x="1053413" y="112518"/>
                  <a:pt x="1056953" y="112518"/>
                </a:cubicBezTo>
                <a:cubicBezTo>
                  <a:pt x="1062043" y="112518"/>
                  <a:pt x="1067713" y="109825"/>
                  <a:pt x="1073964" y="104440"/>
                </a:cubicBezTo>
                <a:cubicBezTo>
                  <a:pt x="1075789" y="102847"/>
                  <a:pt x="1076674" y="100649"/>
                  <a:pt x="1076619" y="97849"/>
                </a:cubicBezTo>
                <a:lnTo>
                  <a:pt x="1076619" y="65293"/>
                </a:lnTo>
                <a:cubicBezTo>
                  <a:pt x="1076619" y="59908"/>
                  <a:pt x="1075941" y="56337"/>
                  <a:pt x="1074586" y="54579"/>
                </a:cubicBezTo>
                <a:cubicBezTo>
                  <a:pt x="1073231" y="52821"/>
                  <a:pt x="1070396" y="51832"/>
                  <a:pt x="1066081" y="51612"/>
                </a:cubicBezTo>
                <a:cubicBezTo>
                  <a:pt x="1065528" y="51130"/>
                  <a:pt x="1065251" y="50151"/>
                  <a:pt x="1065251" y="48677"/>
                </a:cubicBezTo>
                <a:cubicBezTo>
                  <a:pt x="1065251" y="47202"/>
                  <a:pt x="1065528" y="46134"/>
                  <a:pt x="1066081" y="45472"/>
                </a:cubicBezTo>
                <a:cubicBezTo>
                  <a:pt x="1074489" y="45712"/>
                  <a:pt x="1080270" y="45832"/>
                  <a:pt x="1083423" y="45832"/>
                </a:cubicBezTo>
                <a:cubicBezTo>
                  <a:pt x="1086244" y="45832"/>
                  <a:pt x="1088236" y="45712"/>
                  <a:pt x="1089398" y="45472"/>
                </a:cubicBezTo>
                <a:cubicBezTo>
                  <a:pt x="1090283" y="45472"/>
                  <a:pt x="1090725" y="45863"/>
                  <a:pt x="1090725" y="46646"/>
                </a:cubicBezTo>
                <a:cubicBezTo>
                  <a:pt x="1090283" y="54932"/>
                  <a:pt x="1090061" y="60760"/>
                  <a:pt x="1090061" y="64129"/>
                </a:cubicBezTo>
                <a:lnTo>
                  <a:pt x="1090061" y="96692"/>
                </a:lnTo>
                <a:cubicBezTo>
                  <a:pt x="1090061" y="101111"/>
                  <a:pt x="1090836" y="104163"/>
                  <a:pt x="1092385" y="105848"/>
                </a:cubicBezTo>
                <a:cubicBezTo>
                  <a:pt x="1093934" y="107532"/>
                  <a:pt x="1097308" y="108594"/>
                  <a:pt x="1102508" y="109033"/>
                </a:cubicBezTo>
                <a:cubicBezTo>
                  <a:pt x="1103061" y="109600"/>
                  <a:pt x="1103338" y="110400"/>
                  <a:pt x="1103338" y="111434"/>
                </a:cubicBezTo>
                <a:cubicBezTo>
                  <a:pt x="1103338" y="112466"/>
                  <a:pt x="1103061" y="113214"/>
                  <a:pt x="1102508" y="113679"/>
                </a:cubicBezTo>
                <a:cubicBezTo>
                  <a:pt x="1092993" y="114800"/>
                  <a:pt x="1086134" y="117068"/>
                  <a:pt x="1081930" y="120484"/>
                </a:cubicBezTo>
                <a:cubicBezTo>
                  <a:pt x="1080657" y="120816"/>
                  <a:pt x="1079578" y="120816"/>
                  <a:pt x="1078693" y="120484"/>
                </a:cubicBezTo>
                <a:cubicBezTo>
                  <a:pt x="1077421" y="116369"/>
                  <a:pt x="1076785" y="113034"/>
                  <a:pt x="1076785" y="110477"/>
                </a:cubicBezTo>
                <a:cubicBezTo>
                  <a:pt x="1076785" y="109186"/>
                  <a:pt x="1076121" y="109130"/>
                  <a:pt x="1074793" y="110309"/>
                </a:cubicBezTo>
                <a:cubicBezTo>
                  <a:pt x="1066496" y="117092"/>
                  <a:pt x="1058834" y="120484"/>
                  <a:pt x="1051809" y="120484"/>
                </a:cubicBezTo>
                <a:close/>
                <a:moveTo>
                  <a:pt x="1135501" y="57877"/>
                </a:moveTo>
                <a:cubicBezTo>
                  <a:pt x="1143798" y="48722"/>
                  <a:pt x="1153092" y="44144"/>
                  <a:pt x="1163381" y="44144"/>
                </a:cubicBezTo>
                <a:cubicBezTo>
                  <a:pt x="1169853" y="44144"/>
                  <a:pt x="1174555" y="46069"/>
                  <a:pt x="1177487" y="49919"/>
                </a:cubicBezTo>
                <a:cubicBezTo>
                  <a:pt x="1180530" y="53990"/>
                  <a:pt x="1182051" y="61525"/>
                  <a:pt x="1182051" y="72525"/>
                </a:cubicBezTo>
                <a:lnTo>
                  <a:pt x="1182051" y="97626"/>
                </a:lnTo>
                <a:cubicBezTo>
                  <a:pt x="1182051" y="104264"/>
                  <a:pt x="1182701" y="108365"/>
                  <a:pt x="1184001" y="109930"/>
                </a:cubicBezTo>
                <a:cubicBezTo>
                  <a:pt x="1185301" y="111493"/>
                  <a:pt x="1188440" y="112521"/>
                  <a:pt x="1193419" y="113016"/>
                </a:cubicBezTo>
                <a:cubicBezTo>
                  <a:pt x="1193862" y="113505"/>
                  <a:pt x="1194083" y="114498"/>
                  <a:pt x="1194083" y="115995"/>
                </a:cubicBezTo>
                <a:cubicBezTo>
                  <a:pt x="1194083" y="117492"/>
                  <a:pt x="1193862" y="118546"/>
                  <a:pt x="1193419" y="119156"/>
                </a:cubicBezTo>
                <a:cubicBezTo>
                  <a:pt x="1183683" y="118912"/>
                  <a:pt x="1177681" y="118790"/>
                  <a:pt x="1175413" y="118790"/>
                </a:cubicBezTo>
                <a:cubicBezTo>
                  <a:pt x="1173366" y="118790"/>
                  <a:pt x="1167585" y="118912"/>
                  <a:pt x="1158071" y="119156"/>
                </a:cubicBezTo>
                <a:cubicBezTo>
                  <a:pt x="1157628" y="118667"/>
                  <a:pt x="1157407" y="117674"/>
                  <a:pt x="1157407" y="116177"/>
                </a:cubicBezTo>
                <a:cubicBezTo>
                  <a:pt x="1157407" y="114680"/>
                  <a:pt x="1157628" y="113626"/>
                  <a:pt x="1158071" y="113016"/>
                </a:cubicBezTo>
                <a:cubicBezTo>
                  <a:pt x="1162717" y="112577"/>
                  <a:pt x="1165635" y="111562"/>
                  <a:pt x="1166825" y="109971"/>
                </a:cubicBezTo>
                <a:cubicBezTo>
                  <a:pt x="1168014" y="108379"/>
                  <a:pt x="1168609" y="104264"/>
                  <a:pt x="1168609" y="97626"/>
                </a:cubicBezTo>
                <a:lnTo>
                  <a:pt x="1168609" y="72032"/>
                </a:lnTo>
                <a:cubicBezTo>
                  <a:pt x="1168609" y="66053"/>
                  <a:pt x="1167945" y="61719"/>
                  <a:pt x="1166617" y="59031"/>
                </a:cubicBezTo>
                <a:cubicBezTo>
                  <a:pt x="1164460" y="54970"/>
                  <a:pt x="1161445" y="52940"/>
                  <a:pt x="1157573" y="52940"/>
                </a:cubicBezTo>
                <a:cubicBezTo>
                  <a:pt x="1150658" y="52940"/>
                  <a:pt x="1143743" y="56259"/>
                  <a:pt x="1136828" y="62897"/>
                </a:cubicBezTo>
                <a:cubicBezTo>
                  <a:pt x="1134892" y="65037"/>
                  <a:pt x="1133924" y="67397"/>
                  <a:pt x="1133924" y="69976"/>
                </a:cubicBezTo>
                <a:lnTo>
                  <a:pt x="1133924" y="97626"/>
                </a:lnTo>
                <a:cubicBezTo>
                  <a:pt x="1133924" y="104264"/>
                  <a:pt x="1134491" y="108365"/>
                  <a:pt x="1135625" y="109930"/>
                </a:cubicBezTo>
                <a:cubicBezTo>
                  <a:pt x="1136759" y="111493"/>
                  <a:pt x="1139594" y="112521"/>
                  <a:pt x="1144130" y="113016"/>
                </a:cubicBezTo>
                <a:cubicBezTo>
                  <a:pt x="1144683" y="113626"/>
                  <a:pt x="1144974" y="114680"/>
                  <a:pt x="1145002" y="116177"/>
                </a:cubicBezTo>
                <a:cubicBezTo>
                  <a:pt x="1145029" y="117674"/>
                  <a:pt x="1144739" y="118667"/>
                  <a:pt x="1144130" y="119156"/>
                </a:cubicBezTo>
                <a:cubicBezTo>
                  <a:pt x="1134615" y="118912"/>
                  <a:pt x="1129028" y="118790"/>
                  <a:pt x="1127369" y="118790"/>
                </a:cubicBezTo>
                <a:cubicBezTo>
                  <a:pt x="1124216" y="118790"/>
                  <a:pt x="1117965" y="118912"/>
                  <a:pt x="1108616" y="119156"/>
                </a:cubicBezTo>
                <a:cubicBezTo>
                  <a:pt x="1108173" y="118667"/>
                  <a:pt x="1107952" y="117674"/>
                  <a:pt x="1107952" y="116177"/>
                </a:cubicBezTo>
                <a:cubicBezTo>
                  <a:pt x="1107952" y="114680"/>
                  <a:pt x="1108173" y="113626"/>
                  <a:pt x="1108616" y="113016"/>
                </a:cubicBezTo>
                <a:cubicBezTo>
                  <a:pt x="1113926" y="112577"/>
                  <a:pt x="1117245" y="111589"/>
                  <a:pt x="1118573" y="110054"/>
                </a:cubicBezTo>
                <a:cubicBezTo>
                  <a:pt x="1119901" y="108518"/>
                  <a:pt x="1120565" y="104375"/>
                  <a:pt x="1120565" y="97626"/>
                </a:cubicBezTo>
                <a:lnTo>
                  <a:pt x="1120565" y="64793"/>
                </a:lnTo>
                <a:cubicBezTo>
                  <a:pt x="1120565" y="60075"/>
                  <a:pt x="1119915" y="57099"/>
                  <a:pt x="1118615" y="55865"/>
                </a:cubicBezTo>
                <a:cubicBezTo>
                  <a:pt x="1117315" y="54630"/>
                  <a:pt x="1114258" y="53794"/>
                  <a:pt x="1109446" y="53355"/>
                </a:cubicBezTo>
                <a:cubicBezTo>
                  <a:pt x="1108782" y="51386"/>
                  <a:pt x="1108671" y="49754"/>
                  <a:pt x="1109114" y="48459"/>
                </a:cubicBezTo>
                <a:cubicBezTo>
                  <a:pt x="1117965" y="47372"/>
                  <a:pt x="1125101" y="45767"/>
                  <a:pt x="1130522" y="43646"/>
                </a:cubicBezTo>
                <a:cubicBezTo>
                  <a:pt x="1131407" y="43646"/>
                  <a:pt x="1132098" y="44088"/>
                  <a:pt x="1132596" y="44971"/>
                </a:cubicBezTo>
                <a:cubicBezTo>
                  <a:pt x="1133481" y="47011"/>
                  <a:pt x="1133924" y="51313"/>
                  <a:pt x="1133924" y="57877"/>
                </a:cubicBezTo>
                <a:cubicBezTo>
                  <a:pt x="1133979" y="59250"/>
                  <a:pt x="1134505" y="59250"/>
                  <a:pt x="1135501" y="57877"/>
                </a:cubicBezTo>
                <a:close/>
                <a:moveTo>
                  <a:pt x="1217350" y="70531"/>
                </a:moveTo>
                <a:lnTo>
                  <a:pt x="1248135" y="70051"/>
                </a:lnTo>
                <a:cubicBezTo>
                  <a:pt x="1249849" y="70051"/>
                  <a:pt x="1250679" y="69305"/>
                  <a:pt x="1250624" y="67811"/>
                </a:cubicBezTo>
                <a:cubicBezTo>
                  <a:pt x="1250624" y="61574"/>
                  <a:pt x="1249241" y="57149"/>
                  <a:pt x="1246475" y="54537"/>
                </a:cubicBezTo>
                <a:cubicBezTo>
                  <a:pt x="1243709" y="51923"/>
                  <a:pt x="1240390" y="50616"/>
                  <a:pt x="1236518" y="50616"/>
                </a:cubicBezTo>
                <a:cubicBezTo>
                  <a:pt x="1235024" y="50616"/>
                  <a:pt x="1233558" y="50803"/>
                  <a:pt x="1232120" y="51177"/>
                </a:cubicBezTo>
                <a:cubicBezTo>
                  <a:pt x="1230682" y="51550"/>
                  <a:pt x="1228911" y="52336"/>
                  <a:pt x="1226809" y="53536"/>
                </a:cubicBezTo>
                <a:cubicBezTo>
                  <a:pt x="1224707" y="54736"/>
                  <a:pt x="1222799" y="56803"/>
                  <a:pt x="1221084" y="59736"/>
                </a:cubicBezTo>
                <a:cubicBezTo>
                  <a:pt x="1219369" y="62668"/>
                  <a:pt x="1218124" y="66266"/>
                  <a:pt x="1217350" y="70531"/>
                </a:cubicBezTo>
                <a:moveTo>
                  <a:pt x="1261909" y="103058"/>
                </a:moveTo>
                <a:cubicBezTo>
                  <a:pt x="1263845" y="103169"/>
                  <a:pt x="1265034" y="104054"/>
                  <a:pt x="1265477" y="105714"/>
                </a:cubicBezTo>
                <a:cubicBezTo>
                  <a:pt x="1257898" y="115560"/>
                  <a:pt x="1248245" y="120484"/>
                  <a:pt x="1236518" y="120484"/>
                </a:cubicBezTo>
                <a:cubicBezTo>
                  <a:pt x="1225288" y="120484"/>
                  <a:pt x="1216631" y="116860"/>
                  <a:pt x="1210546" y="109614"/>
                </a:cubicBezTo>
                <a:cubicBezTo>
                  <a:pt x="1205235" y="103473"/>
                  <a:pt x="1202580" y="95092"/>
                  <a:pt x="1202580" y="84471"/>
                </a:cubicBezTo>
                <a:cubicBezTo>
                  <a:pt x="1202580" y="72443"/>
                  <a:pt x="1206175" y="62770"/>
                  <a:pt x="1213367" y="55452"/>
                </a:cubicBezTo>
                <a:cubicBezTo>
                  <a:pt x="1220558" y="48135"/>
                  <a:pt x="1228275" y="44476"/>
                  <a:pt x="1236518" y="44476"/>
                </a:cubicBezTo>
                <a:cubicBezTo>
                  <a:pt x="1255658" y="44476"/>
                  <a:pt x="1265228" y="54301"/>
                  <a:pt x="1265228" y="73951"/>
                </a:cubicBezTo>
                <a:cubicBezTo>
                  <a:pt x="1265228" y="75986"/>
                  <a:pt x="1264177" y="77003"/>
                  <a:pt x="1262075" y="77003"/>
                </a:cubicBezTo>
                <a:lnTo>
                  <a:pt x="1216852" y="76671"/>
                </a:lnTo>
                <a:cubicBezTo>
                  <a:pt x="1216852" y="86186"/>
                  <a:pt x="1218650" y="93958"/>
                  <a:pt x="1222246" y="99988"/>
                </a:cubicBezTo>
                <a:cubicBezTo>
                  <a:pt x="1227224" y="108120"/>
                  <a:pt x="1233420" y="112186"/>
                  <a:pt x="1240833" y="112186"/>
                </a:cubicBezTo>
                <a:cubicBezTo>
                  <a:pt x="1245590" y="112186"/>
                  <a:pt x="1249476" y="111508"/>
                  <a:pt x="1252491" y="110153"/>
                </a:cubicBezTo>
                <a:cubicBezTo>
                  <a:pt x="1255506" y="108798"/>
                  <a:pt x="1258645" y="106433"/>
                  <a:pt x="1261909" y="103058"/>
                </a:cubicBezTo>
                <a:close/>
                <a:moveTo>
                  <a:pt x="1344498" y="27881"/>
                </a:moveTo>
                <a:cubicBezTo>
                  <a:pt x="1342340" y="27881"/>
                  <a:pt x="1340501" y="28143"/>
                  <a:pt x="1338979" y="28669"/>
                </a:cubicBezTo>
                <a:cubicBezTo>
                  <a:pt x="1337458" y="29194"/>
                  <a:pt x="1335813" y="30591"/>
                  <a:pt x="1334042" y="32859"/>
                </a:cubicBezTo>
                <a:cubicBezTo>
                  <a:pt x="1332272" y="35127"/>
                  <a:pt x="1330834" y="38391"/>
                  <a:pt x="1329727" y="42651"/>
                </a:cubicBezTo>
                <a:cubicBezTo>
                  <a:pt x="1328013" y="42872"/>
                  <a:pt x="1326187" y="42706"/>
                  <a:pt x="1324251" y="42153"/>
                </a:cubicBezTo>
                <a:cubicBezTo>
                  <a:pt x="1326408" y="28021"/>
                  <a:pt x="1327542" y="19003"/>
                  <a:pt x="1327653" y="15099"/>
                </a:cubicBezTo>
                <a:cubicBezTo>
                  <a:pt x="1327653" y="14769"/>
                  <a:pt x="1327902" y="14604"/>
                  <a:pt x="1328400" y="14604"/>
                </a:cubicBezTo>
                <a:cubicBezTo>
                  <a:pt x="1328842" y="14706"/>
                  <a:pt x="1329797" y="15092"/>
                  <a:pt x="1331263" y="15761"/>
                </a:cubicBezTo>
                <a:cubicBezTo>
                  <a:pt x="1332728" y="16428"/>
                  <a:pt x="1334595" y="16762"/>
                  <a:pt x="1336864" y="16762"/>
                </a:cubicBezTo>
                <a:lnTo>
                  <a:pt x="1371880" y="16762"/>
                </a:lnTo>
                <a:cubicBezTo>
                  <a:pt x="1376416" y="16762"/>
                  <a:pt x="1380786" y="16153"/>
                  <a:pt x="1384991" y="14936"/>
                </a:cubicBezTo>
                <a:lnTo>
                  <a:pt x="1387646" y="16927"/>
                </a:lnTo>
                <a:cubicBezTo>
                  <a:pt x="1375421" y="46910"/>
                  <a:pt x="1362753" y="81429"/>
                  <a:pt x="1349642" y="120484"/>
                </a:cubicBezTo>
                <a:lnTo>
                  <a:pt x="1338025" y="121065"/>
                </a:lnTo>
                <a:lnTo>
                  <a:pt x="1336698" y="119820"/>
                </a:lnTo>
                <a:cubicBezTo>
                  <a:pt x="1345106" y="101122"/>
                  <a:pt x="1357857" y="70476"/>
                  <a:pt x="1374950" y="27881"/>
                </a:cubicBezTo>
                <a:lnTo>
                  <a:pt x="1344498" y="27881"/>
                </a:lnTo>
                <a:close/>
                <a:moveTo>
                  <a:pt x="1401893" y="45804"/>
                </a:moveTo>
                <a:lnTo>
                  <a:pt x="1409693" y="45804"/>
                </a:lnTo>
                <a:cubicBezTo>
                  <a:pt x="1409693" y="42329"/>
                  <a:pt x="1409680" y="39337"/>
                  <a:pt x="1409652" y="36829"/>
                </a:cubicBezTo>
                <a:cubicBezTo>
                  <a:pt x="1409624" y="34321"/>
                  <a:pt x="1409583" y="32488"/>
                  <a:pt x="1409527" y="31329"/>
                </a:cubicBezTo>
                <a:cubicBezTo>
                  <a:pt x="1409472" y="30171"/>
                  <a:pt x="1409417" y="29261"/>
                  <a:pt x="1409361" y="28599"/>
                </a:cubicBezTo>
                <a:cubicBezTo>
                  <a:pt x="1409306" y="27937"/>
                  <a:pt x="1409265" y="27441"/>
                  <a:pt x="1409237" y="27110"/>
                </a:cubicBezTo>
                <a:cubicBezTo>
                  <a:pt x="1409209" y="26780"/>
                  <a:pt x="1409195" y="26477"/>
                  <a:pt x="1409195" y="26200"/>
                </a:cubicBezTo>
                <a:cubicBezTo>
                  <a:pt x="1409195" y="25815"/>
                  <a:pt x="1409417" y="25457"/>
                  <a:pt x="1409859" y="25127"/>
                </a:cubicBezTo>
                <a:cubicBezTo>
                  <a:pt x="1410302" y="24795"/>
                  <a:pt x="1410786" y="24547"/>
                  <a:pt x="1411311" y="24382"/>
                </a:cubicBezTo>
                <a:cubicBezTo>
                  <a:pt x="1411837" y="24217"/>
                  <a:pt x="1412556" y="23996"/>
                  <a:pt x="1413469" y="23721"/>
                </a:cubicBezTo>
                <a:cubicBezTo>
                  <a:pt x="1414382" y="23445"/>
                  <a:pt x="1415115" y="23196"/>
                  <a:pt x="1415668" y="22974"/>
                </a:cubicBezTo>
                <a:cubicBezTo>
                  <a:pt x="1416332" y="22700"/>
                  <a:pt x="1417189" y="22286"/>
                  <a:pt x="1418240" y="21735"/>
                </a:cubicBezTo>
                <a:cubicBezTo>
                  <a:pt x="1419291" y="21184"/>
                  <a:pt x="1420176" y="20743"/>
                  <a:pt x="1420895" y="20413"/>
                </a:cubicBezTo>
                <a:cubicBezTo>
                  <a:pt x="1421614" y="20081"/>
                  <a:pt x="1422140" y="19915"/>
                  <a:pt x="1422472" y="19915"/>
                </a:cubicBezTo>
                <a:cubicBezTo>
                  <a:pt x="1423357" y="19915"/>
                  <a:pt x="1423800" y="20411"/>
                  <a:pt x="1423800" y="21403"/>
                </a:cubicBezTo>
                <a:cubicBezTo>
                  <a:pt x="1423357" y="25925"/>
                  <a:pt x="1423136" y="31881"/>
                  <a:pt x="1423136" y="39269"/>
                </a:cubicBezTo>
                <a:lnTo>
                  <a:pt x="1423136" y="45804"/>
                </a:lnTo>
                <a:lnTo>
                  <a:pt x="1443548" y="45804"/>
                </a:lnTo>
                <a:cubicBezTo>
                  <a:pt x="1444433" y="45804"/>
                  <a:pt x="1444876" y="46136"/>
                  <a:pt x="1444876" y="46802"/>
                </a:cubicBezTo>
                <a:lnTo>
                  <a:pt x="1444876" y="49947"/>
                </a:lnTo>
                <a:cubicBezTo>
                  <a:pt x="1444876" y="51334"/>
                  <a:pt x="1443521" y="51999"/>
                  <a:pt x="1440810" y="51944"/>
                </a:cubicBezTo>
                <a:lnTo>
                  <a:pt x="1423136" y="51944"/>
                </a:lnTo>
                <a:lnTo>
                  <a:pt x="1423136" y="95352"/>
                </a:lnTo>
                <a:cubicBezTo>
                  <a:pt x="1423136" y="100939"/>
                  <a:pt x="1423537" y="104975"/>
                  <a:pt x="1424339" y="107461"/>
                </a:cubicBezTo>
                <a:cubicBezTo>
                  <a:pt x="1425141" y="109947"/>
                  <a:pt x="1426621" y="111190"/>
                  <a:pt x="1428778" y="111190"/>
                </a:cubicBezTo>
                <a:cubicBezTo>
                  <a:pt x="1433978" y="111190"/>
                  <a:pt x="1438625" y="109570"/>
                  <a:pt x="1442718" y="106331"/>
                </a:cubicBezTo>
                <a:cubicBezTo>
                  <a:pt x="1444433" y="106443"/>
                  <a:pt x="1445429" y="107421"/>
                  <a:pt x="1445706" y="109264"/>
                </a:cubicBezTo>
                <a:cubicBezTo>
                  <a:pt x="1439012" y="116744"/>
                  <a:pt x="1431378" y="120484"/>
                  <a:pt x="1422804" y="120484"/>
                </a:cubicBezTo>
                <a:cubicBezTo>
                  <a:pt x="1414064" y="120484"/>
                  <a:pt x="1409693" y="114849"/>
                  <a:pt x="1409693" y="103580"/>
                </a:cubicBezTo>
                <a:lnTo>
                  <a:pt x="1409693" y="51944"/>
                </a:lnTo>
                <a:lnTo>
                  <a:pt x="1399653" y="51944"/>
                </a:lnTo>
                <a:cubicBezTo>
                  <a:pt x="1399100" y="51944"/>
                  <a:pt x="1398823" y="51637"/>
                  <a:pt x="1398823" y="51024"/>
                </a:cubicBezTo>
                <a:lnTo>
                  <a:pt x="1398823" y="48952"/>
                </a:lnTo>
                <a:cubicBezTo>
                  <a:pt x="1398823" y="46853"/>
                  <a:pt x="1399847" y="45804"/>
                  <a:pt x="1401893" y="45804"/>
                </a:cubicBezTo>
                <a:close/>
                <a:moveTo>
                  <a:pt x="1475668" y="69976"/>
                </a:moveTo>
                <a:lnTo>
                  <a:pt x="1475668" y="97626"/>
                </a:lnTo>
                <a:cubicBezTo>
                  <a:pt x="1475668" y="102399"/>
                  <a:pt x="1475958" y="105787"/>
                  <a:pt x="1476539" y="107791"/>
                </a:cubicBezTo>
                <a:cubicBezTo>
                  <a:pt x="1477120" y="109792"/>
                  <a:pt x="1478019" y="111095"/>
                  <a:pt x="1479236" y="111698"/>
                </a:cubicBezTo>
                <a:cubicBezTo>
                  <a:pt x="1480453" y="112302"/>
                  <a:pt x="1482638" y="112741"/>
                  <a:pt x="1485791" y="113016"/>
                </a:cubicBezTo>
                <a:cubicBezTo>
                  <a:pt x="1486289" y="113565"/>
                  <a:pt x="1486552" y="114589"/>
                  <a:pt x="1486579" y="116086"/>
                </a:cubicBezTo>
                <a:cubicBezTo>
                  <a:pt x="1486607" y="117583"/>
                  <a:pt x="1486344" y="118606"/>
                  <a:pt x="1485791" y="119156"/>
                </a:cubicBezTo>
                <a:cubicBezTo>
                  <a:pt x="1476276" y="118912"/>
                  <a:pt x="1470689" y="118790"/>
                  <a:pt x="1469030" y="118790"/>
                </a:cubicBezTo>
                <a:cubicBezTo>
                  <a:pt x="1465932" y="118790"/>
                  <a:pt x="1459708" y="118912"/>
                  <a:pt x="1450360" y="119156"/>
                </a:cubicBezTo>
                <a:cubicBezTo>
                  <a:pt x="1449862" y="118606"/>
                  <a:pt x="1449613" y="117583"/>
                  <a:pt x="1449613" y="116086"/>
                </a:cubicBezTo>
                <a:cubicBezTo>
                  <a:pt x="1449613" y="114589"/>
                  <a:pt x="1449862" y="113565"/>
                  <a:pt x="1450360" y="113016"/>
                </a:cubicBezTo>
                <a:cubicBezTo>
                  <a:pt x="1453181" y="112796"/>
                  <a:pt x="1455214" y="112549"/>
                  <a:pt x="1456458" y="112274"/>
                </a:cubicBezTo>
                <a:cubicBezTo>
                  <a:pt x="1457703" y="111997"/>
                  <a:pt x="1458851" y="111322"/>
                  <a:pt x="1459902" y="110249"/>
                </a:cubicBezTo>
                <a:cubicBezTo>
                  <a:pt x="1460953" y="109175"/>
                  <a:pt x="1461603" y="107703"/>
                  <a:pt x="1461852" y="105833"/>
                </a:cubicBezTo>
                <a:cubicBezTo>
                  <a:pt x="1462101" y="103961"/>
                  <a:pt x="1462225" y="101208"/>
                  <a:pt x="1462225" y="97574"/>
                </a:cubicBezTo>
                <a:lnTo>
                  <a:pt x="1462225" y="23667"/>
                </a:lnTo>
                <a:cubicBezTo>
                  <a:pt x="1462225" y="20033"/>
                  <a:pt x="1462142" y="17322"/>
                  <a:pt x="1461976" y="15532"/>
                </a:cubicBezTo>
                <a:cubicBezTo>
                  <a:pt x="1461811" y="13743"/>
                  <a:pt x="1461105" y="12422"/>
                  <a:pt x="1459861" y="11570"/>
                </a:cubicBezTo>
                <a:cubicBezTo>
                  <a:pt x="1458616" y="10716"/>
                  <a:pt x="1457648" y="10262"/>
                  <a:pt x="1456956" y="10206"/>
                </a:cubicBezTo>
                <a:cubicBezTo>
                  <a:pt x="1456265" y="10151"/>
                  <a:pt x="1454398" y="10013"/>
                  <a:pt x="1451355" y="9791"/>
                </a:cubicBezTo>
                <a:cubicBezTo>
                  <a:pt x="1450083" y="8498"/>
                  <a:pt x="1449751" y="6783"/>
                  <a:pt x="1450360" y="4647"/>
                </a:cubicBezTo>
                <a:cubicBezTo>
                  <a:pt x="1460428" y="3872"/>
                  <a:pt x="1468366" y="2323"/>
                  <a:pt x="1474174" y="0"/>
                </a:cubicBezTo>
                <a:cubicBezTo>
                  <a:pt x="1475668" y="0"/>
                  <a:pt x="1476387" y="581"/>
                  <a:pt x="1476332" y="1743"/>
                </a:cubicBezTo>
                <a:cubicBezTo>
                  <a:pt x="1475889" y="6280"/>
                  <a:pt x="1475668" y="12230"/>
                  <a:pt x="1475668" y="19591"/>
                </a:cubicBezTo>
                <a:lnTo>
                  <a:pt x="1475502" y="57861"/>
                </a:lnTo>
                <a:cubicBezTo>
                  <a:pt x="1475612" y="59078"/>
                  <a:pt x="1476166" y="59084"/>
                  <a:pt x="1477161" y="57877"/>
                </a:cubicBezTo>
                <a:cubicBezTo>
                  <a:pt x="1485459" y="48722"/>
                  <a:pt x="1495112" y="44144"/>
                  <a:pt x="1506121" y="44144"/>
                </a:cubicBezTo>
                <a:cubicBezTo>
                  <a:pt x="1512593" y="44144"/>
                  <a:pt x="1517295" y="46069"/>
                  <a:pt x="1520227" y="49919"/>
                </a:cubicBezTo>
                <a:cubicBezTo>
                  <a:pt x="1523269" y="53879"/>
                  <a:pt x="1524791" y="61415"/>
                  <a:pt x="1524791" y="72525"/>
                </a:cubicBezTo>
                <a:lnTo>
                  <a:pt x="1524791" y="97626"/>
                </a:lnTo>
                <a:cubicBezTo>
                  <a:pt x="1524791" y="104264"/>
                  <a:pt x="1525441" y="108365"/>
                  <a:pt x="1526741" y="109930"/>
                </a:cubicBezTo>
                <a:cubicBezTo>
                  <a:pt x="1528041" y="111493"/>
                  <a:pt x="1531180" y="112521"/>
                  <a:pt x="1536159" y="113016"/>
                </a:cubicBezTo>
                <a:cubicBezTo>
                  <a:pt x="1536601" y="113505"/>
                  <a:pt x="1536822" y="114498"/>
                  <a:pt x="1536822" y="115995"/>
                </a:cubicBezTo>
                <a:cubicBezTo>
                  <a:pt x="1536822" y="117492"/>
                  <a:pt x="1536601" y="118546"/>
                  <a:pt x="1536159" y="119156"/>
                </a:cubicBezTo>
                <a:cubicBezTo>
                  <a:pt x="1526423" y="118912"/>
                  <a:pt x="1520420" y="118790"/>
                  <a:pt x="1518152" y="118790"/>
                </a:cubicBezTo>
                <a:cubicBezTo>
                  <a:pt x="1516106" y="118790"/>
                  <a:pt x="1510325" y="118912"/>
                  <a:pt x="1500810" y="119156"/>
                </a:cubicBezTo>
                <a:cubicBezTo>
                  <a:pt x="1500368" y="118667"/>
                  <a:pt x="1500146" y="117674"/>
                  <a:pt x="1500146" y="116177"/>
                </a:cubicBezTo>
                <a:cubicBezTo>
                  <a:pt x="1500146" y="114680"/>
                  <a:pt x="1500368" y="113626"/>
                  <a:pt x="1500810" y="113016"/>
                </a:cubicBezTo>
                <a:cubicBezTo>
                  <a:pt x="1505457" y="112577"/>
                  <a:pt x="1508375" y="111562"/>
                  <a:pt x="1509564" y="109971"/>
                </a:cubicBezTo>
                <a:cubicBezTo>
                  <a:pt x="1510754" y="108379"/>
                  <a:pt x="1511348" y="104264"/>
                  <a:pt x="1511348" y="97626"/>
                </a:cubicBezTo>
                <a:lnTo>
                  <a:pt x="1511348" y="72032"/>
                </a:lnTo>
                <a:cubicBezTo>
                  <a:pt x="1511348" y="66053"/>
                  <a:pt x="1510684" y="61719"/>
                  <a:pt x="1509357" y="59031"/>
                </a:cubicBezTo>
                <a:cubicBezTo>
                  <a:pt x="1507310" y="54970"/>
                  <a:pt x="1504295" y="52940"/>
                  <a:pt x="1500312" y="52940"/>
                </a:cubicBezTo>
                <a:cubicBezTo>
                  <a:pt x="1492623" y="52940"/>
                  <a:pt x="1485376" y="56259"/>
                  <a:pt x="1478572" y="62897"/>
                </a:cubicBezTo>
                <a:cubicBezTo>
                  <a:pt x="1476636" y="64982"/>
                  <a:pt x="1475668" y="67342"/>
                  <a:pt x="1475668" y="69976"/>
                </a:cubicBezTo>
                <a:close/>
                <a:moveTo>
                  <a:pt x="1558118" y="21432"/>
                </a:moveTo>
                <a:cubicBezTo>
                  <a:pt x="1558118" y="23428"/>
                  <a:pt x="1558464" y="24859"/>
                  <a:pt x="1559155" y="25723"/>
                </a:cubicBezTo>
                <a:cubicBezTo>
                  <a:pt x="1559847" y="26586"/>
                  <a:pt x="1560193" y="27907"/>
                  <a:pt x="1560193" y="29688"/>
                </a:cubicBezTo>
                <a:cubicBezTo>
                  <a:pt x="1560193" y="31468"/>
                  <a:pt x="1559515" y="32885"/>
                  <a:pt x="1558160" y="33938"/>
                </a:cubicBezTo>
                <a:cubicBezTo>
                  <a:pt x="1556804" y="34989"/>
                  <a:pt x="1555269" y="35514"/>
                  <a:pt x="1553554" y="35514"/>
                </a:cubicBezTo>
                <a:cubicBezTo>
                  <a:pt x="1551729" y="35514"/>
                  <a:pt x="1550111" y="34949"/>
                  <a:pt x="1548700" y="33819"/>
                </a:cubicBezTo>
                <a:cubicBezTo>
                  <a:pt x="1547290" y="32688"/>
                  <a:pt x="1546584" y="30826"/>
                  <a:pt x="1546584" y="28233"/>
                </a:cubicBezTo>
                <a:cubicBezTo>
                  <a:pt x="1546584" y="22717"/>
                  <a:pt x="1549488" y="17615"/>
                  <a:pt x="1555297" y="12926"/>
                </a:cubicBezTo>
                <a:cubicBezTo>
                  <a:pt x="1560386" y="8513"/>
                  <a:pt x="1567412" y="6306"/>
                  <a:pt x="1576373" y="6306"/>
                </a:cubicBezTo>
                <a:cubicBezTo>
                  <a:pt x="1585003" y="6306"/>
                  <a:pt x="1591918" y="8657"/>
                  <a:pt x="1597118" y="13359"/>
                </a:cubicBezTo>
                <a:cubicBezTo>
                  <a:pt x="1602318" y="18061"/>
                  <a:pt x="1604918" y="24285"/>
                  <a:pt x="1604918" y="32029"/>
                </a:cubicBezTo>
                <a:cubicBezTo>
                  <a:pt x="1604918" y="35183"/>
                  <a:pt x="1604406" y="38114"/>
                  <a:pt x="1603382" y="40825"/>
                </a:cubicBezTo>
                <a:cubicBezTo>
                  <a:pt x="1602359" y="43536"/>
                  <a:pt x="1600713" y="46053"/>
                  <a:pt x="1598445" y="48376"/>
                </a:cubicBezTo>
                <a:cubicBezTo>
                  <a:pt x="1596177" y="50699"/>
                  <a:pt x="1594310" y="52483"/>
                  <a:pt x="1592844" y="53728"/>
                </a:cubicBezTo>
                <a:cubicBezTo>
                  <a:pt x="1591378" y="54973"/>
                  <a:pt x="1589207" y="56618"/>
                  <a:pt x="1586331" y="58665"/>
                </a:cubicBezTo>
                <a:cubicBezTo>
                  <a:pt x="1581573" y="62150"/>
                  <a:pt x="1578641" y="64999"/>
                  <a:pt x="1577535" y="67212"/>
                </a:cubicBezTo>
                <a:cubicBezTo>
                  <a:pt x="1575931" y="70254"/>
                  <a:pt x="1575129" y="74376"/>
                  <a:pt x="1575129" y="79576"/>
                </a:cubicBezTo>
                <a:lnTo>
                  <a:pt x="1575129" y="87044"/>
                </a:lnTo>
                <a:cubicBezTo>
                  <a:pt x="1575129" y="88150"/>
                  <a:pt x="1574160" y="88731"/>
                  <a:pt x="1572224" y="88786"/>
                </a:cubicBezTo>
                <a:cubicBezTo>
                  <a:pt x="1570399" y="88786"/>
                  <a:pt x="1569514" y="88209"/>
                  <a:pt x="1569569" y="87054"/>
                </a:cubicBezTo>
                <a:lnTo>
                  <a:pt x="1569569" y="79306"/>
                </a:lnTo>
                <a:cubicBezTo>
                  <a:pt x="1569569" y="68368"/>
                  <a:pt x="1573524" y="59300"/>
                  <a:pt x="1581435" y="52100"/>
                </a:cubicBezTo>
                <a:cubicBezTo>
                  <a:pt x="1584809" y="48967"/>
                  <a:pt x="1587216" y="45986"/>
                  <a:pt x="1588654" y="43156"/>
                </a:cubicBezTo>
                <a:cubicBezTo>
                  <a:pt x="1590092" y="40325"/>
                  <a:pt x="1590811" y="36958"/>
                  <a:pt x="1590811" y="33056"/>
                </a:cubicBezTo>
                <a:cubicBezTo>
                  <a:pt x="1590811" y="27450"/>
                  <a:pt x="1589304" y="22614"/>
                  <a:pt x="1586289" y="18548"/>
                </a:cubicBezTo>
                <a:cubicBezTo>
                  <a:pt x="1583274" y="14480"/>
                  <a:pt x="1579388" y="12447"/>
                  <a:pt x="1574631" y="12447"/>
                </a:cubicBezTo>
                <a:cubicBezTo>
                  <a:pt x="1569873" y="12447"/>
                  <a:pt x="1565932" y="13310"/>
                  <a:pt x="1562806" y="15037"/>
                </a:cubicBezTo>
                <a:cubicBezTo>
                  <a:pt x="1559681" y="16764"/>
                  <a:pt x="1558118" y="18896"/>
                  <a:pt x="1558118" y="21432"/>
                </a:cubicBezTo>
                <a:moveTo>
                  <a:pt x="1565877" y="117859"/>
                </a:moveTo>
                <a:cubicBezTo>
                  <a:pt x="1564134" y="116108"/>
                  <a:pt x="1563263" y="113982"/>
                  <a:pt x="1563263" y="111481"/>
                </a:cubicBezTo>
                <a:cubicBezTo>
                  <a:pt x="1563263" y="108979"/>
                  <a:pt x="1564134" y="106840"/>
                  <a:pt x="1565877" y="105063"/>
                </a:cubicBezTo>
                <a:cubicBezTo>
                  <a:pt x="1567619" y="103284"/>
                  <a:pt x="1569749" y="102395"/>
                  <a:pt x="1572266" y="102395"/>
                </a:cubicBezTo>
                <a:cubicBezTo>
                  <a:pt x="1574783" y="102395"/>
                  <a:pt x="1576913" y="103284"/>
                  <a:pt x="1578655" y="105063"/>
                </a:cubicBezTo>
                <a:cubicBezTo>
                  <a:pt x="1580398" y="106840"/>
                  <a:pt x="1581269" y="108979"/>
                  <a:pt x="1581269" y="111481"/>
                </a:cubicBezTo>
                <a:cubicBezTo>
                  <a:pt x="1581269" y="113982"/>
                  <a:pt x="1580398" y="116108"/>
                  <a:pt x="1578655" y="117859"/>
                </a:cubicBezTo>
                <a:cubicBezTo>
                  <a:pt x="1576913" y="119609"/>
                  <a:pt x="1574783" y="120484"/>
                  <a:pt x="1572266" y="120484"/>
                </a:cubicBezTo>
                <a:cubicBezTo>
                  <a:pt x="1569749" y="120484"/>
                  <a:pt x="1567619" y="119609"/>
                  <a:pt x="1565877" y="117859"/>
                </a:cubicBez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798C0BEC-BDA9-41C2-B655-B97C97C0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087" y="2558375"/>
            <a:ext cx="803961" cy="169895"/>
          </a:xfrm>
          <a:custGeom xmlns:a="http://schemas.openxmlformats.org/drawingml/2006/main">
            <a:pathLst>
              <a:path w="803961" h="169895">
                <a:moveTo>
                  <a:pt x="80280" y="35709"/>
                </a:moveTo>
                <a:cubicBezTo>
                  <a:pt x="80280" y="17006"/>
                  <a:pt x="72003" y="7655"/>
                  <a:pt x="55449" y="7655"/>
                </a:cubicBezTo>
                <a:cubicBezTo>
                  <a:pt x="50595" y="7655"/>
                  <a:pt x="47468" y="8796"/>
                  <a:pt x="46068" y="11079"/>
                </a:cubicBezTo>
                <a:cubicBezTo>
                  <a:pt x="44667" y="13362"/>
                  <a:pt x="43967" y="17913"/>
                  <a:pt x="43967" y="24732"/>
                </a:cubicBezTo>
                <a:lnTo>
                  <a:pt x="43967" y="62917"/>
                </a:lnTo>
                <a:lnTo>
                  <a:pt x="52182" y="62917"/>
                </a:lnTo>
                <a:cubicBezTo>
                  <a:pt x="61330" y="62917"/>
                  <a:pt x="68300" y="61104"/>
                  <a:pt x="73092" y="57477"/>
                </a:cubicBezTo>
                <a:cubicBezTo>
                  <a:pt x="77884" y="53848"/>
                  <a:pt x="80280" y="46592"/>
                  <a:pt x="80280" y="35709"/>
                </a:cubicBezTo>
                <a:moveTo>
                  <a:pt x="61610" y="0"/>
                </a:moveTo>
                <a:cubicBezTo>
                  <a:pt x="75737" y="0"/>
                  <a:pt x="86379" y="2083"/>
                  <a:pt x="93535" y="6249"/>
                </a:cubicBezTo>
                <a:cubicBezTo>
                  <a:pt x="103368" y="12093"/>
                  <a:pt x="108253" y="20828"/>
                  <a:pt x="108191" y="32456"/>
                </a:cubicBezTo>
                <a:cubicBezTo>
                  <a:pt x="108191" y="41348"/>
                  <a:pt x="106029" y="48530"/>
                  <a:pt x="101703" y="54002"/>
                </a:cubicBezTo>
                <a:cubicBezTo>
                  <a:pt x="97378" y="59473"/>
                  <a:pt x="92166" y="63483"/>
                  <a:pt x="86068" y="66033"/>
                </a:cubicBezTo>
                <a:lnTo>
                  <a:pt x="112018" y="106572"/>
                </a:lnTo>
                <a:cubicBezTo>
                  <a:pt x="114943" y="111098"/>
                  <a:pt x="117713" y="114350"/>
                  <a:pt x="120326" y="116330"/>
                </a:cubicBezTo>
                <a:cubicBezTo>
                  <a:pt x="122940" y="118310"/>
                  <a:pt x="126301" y="119300"/>
                  <a:pt x="130408" y="119300"/>
                </a:cubicBezTo>
                <a:cubicBezTo>
                  <a:pt x="130782" y="120004"/>
                  <a:pt x="130999" y="121060"/>
                  <a:pt x="131062" y="122468"/>
                </a:cubicBezTo>
                <a:cubicBezTo>
                  <a:pt x="131124" y="123876"/>
                  <a:pt x="130968" y="124873"/>
                  <a:pt x="130595" y="125461"/>
                </a:cubicBezTo>
                <a:cubicBezTo>
                  <a:pt x="128541" y="126456"/>
                  <a:pt x="122038" y="126954"/>
                  <a:pt x="111085" y="126954"/>
                </a:cubicBezTo>
                <a:cubicBezTo>
                  <a:pt x="102061" y="126954"/>
                  <a:pt x="93660" y="121369"/>
                  <a:pt x="85881" y="110198"/>
                </a:cubicBezTo>
                <a:lnTo>
                  <a:pt x="63477" y="76450"/>
                </a:lnTo>
                <a:cubicBezTo>
                  <a:pt x="62046" y="74110"/>
                  <a:pt x="60225" y="72546"/>
                  <a:pt x="58016" y="71756"/>
                </a:cubicBezTo>
                <a:cubicBezTo>
                  <a:pt x="55807" y="70966"/>
                  <a:pt x="51124" y="70572"/>
                  <a:pt x="43967" y="70572"/>
                </a:cubicBezTo>
                <a:lnTo>
                  <a:pt x="43967" y="101855"/>
                </a:lnTo>
                <a:cubicBezTo>
                  <a:pt x="43967" y="105712"/>
                  <a:pt x="44263" y="108841"/>
                  <a:pt x="44854" y="111243"/>
                </a:cubicBezTo>
                <a:cubicBezTo>
                  <a:pt x="45445" y="113644"/>
                  <a:pt x="46534" y="115398"/>
                  <a:pt x="48121" y="116505"/>
                </a:cubicBezTo>
                <a:cubicBezTo>
                  <a:pt x="49708" y="117610"/>
                  <a:pt x="51264" y="118320"/>
                  <a:pt x="52789" y="118637"/>
                </a:cubicBezTo>
                <a:cubicBezTo>
                  <a:pt x="54313" y="118953"/>
                  <a:pt x="56663" y="119173"/>
                  <a:pt x="59837" y="119300"/>
                </a:cubicBezTo>
                <a:cubicBezTo>
                  <a:pt x="60708" y="119887"/>
                  <a:pt x="61159" y="120914"/>
                  <a:pt x="61190" y="122380"/>
                </a:cubicBezTo>
                <a:cubicBezTo>
                  <a:pt x="61221" y="123847"/>
                  <a:pt x="60770" y="124873"/>
                  <a:pt x="59837" y="125461"/>
                </a:cubicBezTo>
                <a:cubicBezTo>
                  <a:pt x="49630" y="125225"/>
                  <a:pt x="39953" y="125108"/>
                  <a:pt x="30805" y="125108"/>
                </a:cubicBezTo>
                <a:cubicBezTo>
                  <a:pt x="21346" y="125108"/>
                  <a:pt x="11513" y="125225"/>
                  <a:pt x="1307" y="125461"/>
                </a:cubicBezTo>
                <a:cubicBezTo>
                  <a:pt x="436" y="124838"/>
                  <a:pt x="0" y="123734"/>
                  <a:pt x="0" y="122147"/>
                </a:cubicBezTo>
                <a:cubicBezTo>
                  <a:pt x="0" y="120560"/>
                  <a:pt x="436" y="119486"/>
                  <a:pt x="1307" y="118926"/>
                </a:cubicBezTo>
                <a:cubicBezTo>
                  <a:pt x="4481" y="118802"/>
                  <a:pt x="6846" y="118584"/>
                  <a:pt x="8401" y="118273"/>
                </a:cubicBezTo>
                <a:cubicBezTo>
                  <a:pt x="9957" y="117960"/>
                  <a:pt x="11529" y="117258"/>
                  <a:pt x="13115" y="116167"/>
                </a:cubicBezTo>
                <a:cubicBezTo>
                  <a:pt x="14702" y="115074"/>
                  <a:pt x="15776" y="113357"/>
                  <a:pt x="16336" y="111018"/>
                </a:cubicBezTo>
                <a:cubicBezTo>
                  <a:pt x="16896" y="108678"/>
                  <a:pt x="17176" y="105574"/>
                  <a:pt x="17176" y="101706"/>
                </a:cubicBezTo>
                <a:lnTo>
                  <a:pt x="17176" y="24875"/>
                </a:lnTo>
                <a:cubicBezTo>
                  <a:pt x="17176" y="21069"/>
                  <a:pt x="16896" y="17980"/>
                  <a:pt x="16336" y="15610"/>
                </a:cubicBezTo>
                <a:cubicBezTo>
                  <a:pt x="15776" y="13239"/>
                  <a:pt x="14702" y="11508"/>
                  <a:pt x="13115" y="10417"/>
                </a:cubicBezTo>
                <a:cubicBezTo>
                  <a:pt x="11529" y="9324"/>
                  <a:pt x="9973" y="8622"/>
                  <a:pt x="8448" y="8311"/>
                </a:cubicBezTo>
                <a:cubicBezTo>
                  <a:pt x="6923" y="7998"/>
                  <a:pt x="4543" y="7779"/>
                  <a:pt x="1307" y="7655"/>
                </a:cubicBezTo>
                <a:cubicBezTo>
                  <a:pt x="436" y="7050"/>
                  <a:pt x="0" y="5962"/>
                  <a:pt x="0" y="4390"/>
                </a:cubicBezTo>
                <a:cubicBezTo>
                  <a:pt x="0" y="2819"/>
                  <a:pt x="436" y="1791"/>
                  <a:pt x="1307" y="1307"/>
                </a:cubicBezTo>
                <a:cubicBezTo>
                  <a:pt x="3858" y="1307"/>
                  <a:pt x="13909" y="1089"/>
                  <a:pt x="31459" y="653"/>
                </a:cubicBezTo>
                <a:cubicBezTo>
                  <a:pt x="49008" y="218"/>
                  <a:pt x="59059" y="0"/>
                  <a:pt x="61610" y="0"/>
                </a:cubicBezTo>
                <a:close/>
                <a:moveTo>
                  <a:pt x="164327" y="72439"/>
                </a:moveTo>
                <a:lnTo>
                  <a:pt x="190372" y="72439"/>
                </a:lnTo>
                <a:cubicBezTo>
                  <a:pt x="190621" y="72186"/>
                  <a:pt x="190745" y="70827"/>
                  <a:pt x="190745" y="68363"/>
                </a:cubicBezTo>
                <a:cubicBezTo>
                  <a:pt x="190745" y="61349"/>
                  <a:pt x="189500" y="56167"/>
                  <a:pt x="187011" y="52818"/>
                </a:cubicBezTo>
                <a:cubicBezTo>
                  <a:pt x="184522" y="49469"/>
                  <a:pt x="181690" y="47795"/>
                  <a:pt x="178516" y="47795"/>
                </a:cubicBezTo>
                <a:cubicBezTo>
                  <a:pt x="177085" y="47795"/>
                  <a:pt x="175358" y="48379"/>
                  <a:pt x="173336" y="49548"/>
                </a:cubicBezTo>
                <a:cubicBezTo>
                  <a:pt x="171313" y="50717"/>
                  <a:pt x="169586" y="52312"/>
                  <a:pt x="168155" y="54335"/>
                </a:cubicBezTo>
                <a:cubicBezTo>
                  <a:pt x="165852" y="57874"/>
                  <a:pt x="164576" y="63909"/>
                  <a:pt x="164327" y="72439"/>
                </a:cubicBezTo>
                <a:moveTo>
                  <a:pt x="212869" y="100411"/>
                </a:moveTo>
                <a:cubicBezTo>
                  <a:pt x="214798" y="100411"/>
                  <a:pt x="215763" y="102378"/>
                  <a:pt x="215763" y="106313"/>
                </a:cubicBezTo>
                <a:cubicBezTo>
                  <a:pt x="206303" y="120074"/>
                  <a:pt x="194386" y="126954"/>
                  <a:pt x="180010" y="126954"/>
                </a:cubicBezTo>
                <a:cubicBezTo>
                  <a:pt x="167501" y="126954"/>
                  <a:pt x="157762" y="123775"/>
                  <a:pt x="150792" y="117415"/>
                </a:cubicBezTo>
                <a:cubicBezTo>
                  <a:pt x="142639" y="109996"/>
                  <a:pt x="138563" y="99896"/>
                  <a:pt x="138563" y="87115"/>
                </a:cubicBezTo>
                <a:cubicBezTo>
                  <a:pt x="138563" y="73231"/>
                  <a:pt x="142857" y="61931"/>
                  <a:pt x="151445" y="53215"/>
                </a:cubicBezTo>
                <a:cubicBezTo>
                  <a:pt x="160033" y="44498"/>
                  <a:pt x="169742" y="40140"/>
                  <a:pt x="180570" y="40140"/>
                </a:cubicBezTo>
                <a:cubicBezTo>
                  <a:pt x="187353" y="40140"/>
                  <a:pt x="193094" y="41120"/>
                  <a:pt x="197793" y="43080"/>
                </a:cubicBezTo>
                <a:cubicBezTo>
                  <a:pt x="202491" y="45041"/>
                  <a:pt x="206023" y="47748"/>
                  <a:pt x="208388" y="51202"/>
                </a:cubicBezTo>
                <a:cubicBezTo>
                  <a:pt x="210753" y="54656"/>
                  <a:pt x="212449" y="58234"/>
                  <a:pt x="213475" y="61937"/>
                </a:cubicBezTo>
                <a:cubicBezTo>
                  <a:pt x="214502" y="65640"/>
                  <a:pt x="215016" y="69700"/>
                  <a:pt x="215016" y="74119"/>
                </a:cubicBezTo>
                <a:cubicBezTo>
                  <a:pt x="215016" y="78040"/>
                  <a:pt x="213180" y="80031"/>
                  <a:pt x="209508" y="80093"/>
                </a:cubicBezTo>
                <a:lnTo>
                  <a:pt x="163581" y="80093"/>
                </a:lnTo>
                <a:cubicBezTo>
                  <a:pt x="163581" y="80342"/>
                  <a:pt x="163549" y="80779"/>
                  <a:pt x="163487" y="81403"/>
                </a:cubicBezTo>
                <a:cubicBezTo>
                  <a:pt x="163425" y="82027"/>
                  <a:pt x="163394" y="82589"/>
                  <a:pt x="163394" y="83089"/>
                </a:cubicBezTo>
                <a:cubicBezTo>
                  <a:pt x="163394" y="92266"/>
                  <a:pt x="165494" y="99133"/>
                  <a:pt x="169695" y="103690"/>
                </a:cubicBezTo>
                <a:cubicBezTo>
                  <a:pt x="173896" y="108247"/>
                  <a:pt x="179823" y="110525"/>
                  <a:pt x="187478" y="110525"/>
                </a:cubicBezTo>
                <a:cubicBezTo>
                  <a:pt x="197808" y="110587"/>
                  <a:pt x="206272" y="107216"/>
                  <a:pt x="212869" y="100411"/>
                </a:cubicBezTo>
                <a:close/>
                <a:moveTo>
                  <a:pt x="233930" y="96838"/>
                </a:moveTo>
                <a:cubicBezTo>
                  <a:pt x="236731" y="96213"/>
                  <a:pt x="239282" y="96089"/>
                  <a:pt x="241585" y="96464"/>
                </a:cubicBezTo>
                <a:cubicBezTo>
                  <a:pt x="243514" y="103390"/>
                  <a:pt x="246517" y="108927"/>
                  <a:pt x="250593" y="113077"/>
                </a:cubicBezTo>
                <a:cubicBezTo>
                  <a:pt x="254669" y="117226"/>
                  <a:pt x="258948" y="119300"/>
                  <a:pt x="263429" y="119300"/>
                </a:cubicBezTo>
                <a:cubicBezTo>
                  <a:pt x="266229" y="119300"/>
                  <a:pt x="268812" y="118458"/>
                  <a:pt x="271177" y="116773"/>
                </a:cubicBezTo>
                <a:cubicBezTo>
                  <a:pt x="273541" y="115087"/>
                  <a:pt x="274724" y="112779"/>
                  <a:pt x="274724" y="109848"/>
                </a:cubicBezTo>
                <a:cubicBezTo>
                  <a:pt x="274724" y="102796"/>
                  <a:pt x="271457" y="97835"/>
                  <a:pt x="264922" y="94965"/>
                </a:cubicBezTo>
                <a:cubicBezTo>
                  <a:pt x="256272" y="91034"/>
                  <a:pt x="248897" y="85757"/>
                  <a:pt x="242799" y="79133"/>
                </a:cubicBezTo>
                <a:cubicBezTo>
                  <a:pt x="238878" y="74802"/>
                  <a:pt x="236887" y="70037"/>
                  <a:pt x="236824" y="64837"/>
                </a:cubicBezTo>
                <a:cubicBezTo>
                  <a:pt x="236824" y="59389"/>
                  <a:pt x="239002" y="54438"/>
                  <a:pt x="243359" y="49982"/>
                </a:cubicBezTo>
                <a:cubicBezTo>
                  <a:pt x="249831" y="43421"/>
                  <a:pt x="258419" y="40140"/>
                  <a:pt x="269123" y="40140"/>
                </a:cubicBezTo>
                <a:cubicBezTo>
                  <a:pt x="276404" y="40140"/>
                  <a:pt x="283561" y="41594"/>
                  <a:pt x="290593" y="44501"/>
                </a:cubicBezTo>
                <a:cubicBezTo>
                  <a:pt x="292273" y="50318"/>
                  <a:pt x="293082" y="57031"/>
                  <a:pt x="293020" y="64641"/>
                </a:cubicBezTo>
                <a:cubicBezTo>
                  <a:pt x="291340" y="65765"/>
                  <a:pt x="288851" y="66077"/>
                  <a:pt x="285552" y="65577"/>
                </a:cubicBezTo>
                <a:cubicBezTo>
                  <a:pt x="280698" y="53722"/>
                  <a:pt x="274724" y="47795"/>
                  <a:pt x="267629" y="47795"/>
                </a:cubicBezTo>
                <a:cubicBezTo>
                  <a:pt x="264953" y="47795"/>
                  <a:pt x="262744" y="48559"/>
                  <a:pt x="261002" y="50087"/>
                </a:cubicBezTo>
                <a:cubicBezTo>
                  <a:pt x="259259" y="51616"/>
                  <a:pt x="258388" y="53535"/>
                  <a:pt x="258388" y="55843"/>
                </a:cubicBezTo>
                <a:cubicBezTo>
                  <a:pt x="258388" y="62895"/>
                  <a:pt x="261842" y="67856"/>
                  <a:pt x="268750" y="70726"/>
                </a:cubicBezTo>
                <a:cubicBezTo>
                  <a:pt x="278645" y="75032"/>
                  <a:pt x="286050" y="79961"/>
                  <a:pt x="290967" y="85513"/>
                </a:cubicBezTo>
                <a:cubicBezTo>
                  <a:pt x="294887" y="89881"/>
                  <a:pt x="296848" y="95372"/>
                  <a:pt x="296848" y="101986"/>
                </a:cubicBezTo>
                <a:cubicBezTo>
                  <a:pt x="296848" y="109869"/>
                  <a:pt x="293409" y="116000"/>
                  <a:pt x="286532" y="120382"/>
                </a:cubicBezTo>
                <a:cubicBezTo>
                  <a:pt x="279656" y="124763"/>
                  <a:pt x="272079" y="126954"/>
                  <a:pt x="263802" y="126954"/>
                </a:cubicBezTo>
                <a:cubicBezTo>
                  <a:pt x="254094" y="126954"/>
                  <a:pt x="245226" y="125501"/>
                  <a:pt x="237198" y="122593"/>
                </a:cubicBezTo>
                <a:cubicBezTo>
                  <a:pt x="235891" y="117204"/>
                  <a:pt x="234802" y="108619"/>
                  <a:pt x="233930" y="96838"/>
                </a:cubicBezTo>
                <a:close/>
                <a:moveTo>
                  <a:pt x="323777" y="65998"/>
                </a:moveTo>
                <a:cubicBezTo>
                  <a:pt x="323777" y="60646"/>
                  <a:pt x="323030" y="57207"/>
                  <a:pt x="321537" y="55683"/>
                </a:cubicBezTo>
                <a:cubicBezTo>
                  <a:pt x="320043" y="54158"/>
                  <a:pt x="316620" y="53147"/>
                  <a:pt x="311268" y="52649"/>
                </a:cubicBezTo>
                <a:cubicBezTo>
                  <a:pt x="310522" y="50222"/>
                  <a:pt x="310397" y="48168"/>
                  <a:pt x="310895" y="46488"/>
                </a:cubicBezTo>
                <a:cubicBezTo>
                  <a:pt x="321723" y="45035"/>
                  <a:pt x="332303" y="42919"/>
                  <a:pt x="342634" y="40140"/>
                </a:cubicBezTo>
                <a:cubicBezTo>
                  <a:pt x="345434" y="40140"/>
                  <a:pt x="346896" y="41237"/>
                  <a:pt x="347021" y="43430"/>
                </a:cubicBezTo>
                <a:cubicBezTo>
                  <a:pt x="347394" y="46252"/>
                  <a:pt x="347737" y="49450"/>
                  <a:pt x="348048" y="53022"/>
                </a:cubicBezTo>
                <a:lnTo>
                  <a:pt x="349168" y="53022"/>
                </a:lnTo>
                <a:cubicBezTo>
                  <a:pt x="352840" y="49700"/>
                  <a:pt x="356885" y="46723"/>
                  <a:pt x="361303" y="44090"/>
                </a:cubicBezTo>
                <a:cubicBezTo>
                  <a:pt x="365722" y="41457"/>
                  <a:pt x="369207" y="40140"/>
                  <a:pt x="371758" y="40140"/>
                </a:cubicBezTo>
                <a:cubicBezTo>
                  <a:pt x="382836" y="40140"/>
                  <a:pt x="391548" y="43333"/>
                  <a:pt x="397896" y="49720"/>
                </a:cubicBezTo>
                <a:cubicBezTo>
                  <a:pt x="401443" y="53289"/>
                  <a:pt x="404244" y="57844"/>
                  <a:pt x="406297" y="63387"/>
                </a:cubicBezTo>
                <a:cubicBezTo>
                  <a:pt x="408351" y="68929"/>
                  <a:pt x="409378" y="74455"/>
                  <a:pt x="409378" y="79965"/>
                </a:cubicBezTo>
                <a:cubicBezTo>
                  <a:pt x="409378" y="94047"/>
                  <a:pt x="405006" y="105399"/>
                  <a:pt x="396262" y="114023"/>
                </a:cubicBezTo>
                <a:cubicBezTo>
                  <a:pt x="387519" y="122644"/>
                  <a:pt x="375897" y="126954"/>
                  <a:pt x="361397" y="126954"/>
                </a:cubicBezTo>
                <a:cubicBezTo>
                  <a:pt x="357040" y="126954"/>
                  <a:pt x="352777" y="125946"/>
                  <a:pt x="348608" y="123929"/>
                </a:cubicBezTo>
                <a:lnTo>
                  <a:pt x="348608" y="146155"/>
                </a:lnTo>
                <a:cubicBezTo>
                  <a:pt x="348608" y="153780"/>
                  <a:pt x="349370" y="158446"/>
                  <a:pt x="350895" y="160151"/>
                </a:cubicBezTo>
                <a:cubicBezTo>
                  <a:pt x="352420" y="161857"/>
                  <a:pt x="356231" y="162927"/>
                  <a:pt x="362330" y="163360"/>
                </a:cubicBezTo>
                <a:cubicBezTo>
                  <a:pt x="362952" y="163866"/>
                  <a:pt x="363264" y="164955"/>
                  <a:pt x="363264" y="166627"/>
                </a:cubicBezTo>
                <a:cubicBezTo>
                  <a:pt x="363264" y="168300"/>
                  <a:pt x="362952" y="169389"/>
                  <a:pt x="362330" y="169895"/>
                </a:cubicBezTo>
                <a:cubicBezTo>
                  <a:pt x="351377" y="169642"/>
                  <a:pt x="342665" y="169515"/>
                  <a:pt x="336192" y="169515"/>
                </a:cubicBezTo>
                <a:cubicBezTo>
                  <a:pt x="329409" y="169515"/>
                  <a:pt x="320665" y="169642"/>
                  <a:pt x="309961" y="169895"/>
                </a:cubicBezTo>
                <a:cubicBezTo>
                  <a:pt x="309339" y="169389"/>
                  <a:pt x="309028" y="168300"/>
                  <a:pt x="309028" y="166627"/>
                </a:cubicBezTo>
                <a:cubicBezTo>
                  <a:pt x="309028" y="164955"/>
                  <a:pt x="309339" y="163866"/>
                  <a:pt x="309961" y="163360"/>
                </a:cubicBezTo>
                <a:cubicBezTo>
                  <a:pt x="316060" y="162862"/>
                  <a:pt x="319888" y="161773"/>
                  <a:pt x="321443" y="160093"/>
                </a:cubicBezTo>
                <a:cubicBezTo>
                  <a:pt x="322999" y="158413"/>
                  <a:pt x="323777" y="153745"/>
                  <a:pt x="323777" y="146091"/>
                </a:cubicBezTo>
                <a:lnTo>
                  <a:pt x="323777" y="65998"/>
                </a:lnTo>
                <a:moveTo>
                  <a:pt x="348608" y="113010"/>
                </a:moveTo>
                <a:cubicBezTo>
                  <a:pt x="352529" y="117265"/>
                  <a:pt x="356418" y="119362"/>
                  <a:pt x="360276" y="119300"/>
                </a:cubicBezTo>
                <a:cubicBezTo>
                  <a:pt x="367931" y="119300"/>
                  <a:pt x="373563" y="115936"/>
                  <a:pt x="377173" y="109209"/>
                </a:cubicBezTo>
                <a:cubicBezTo>
                  <a:pt x="380782" y="102480"/>
                  <a:pt x="382587" y="94453"/>
                  <a:pt x="382587" y="85128"/>
                </a:cubicBezTo>
                <a:cubicBezTo>
                  <a:pt x="382587" y="74739"/>
                  <a:pt x="380875" y="66791"/>
                  <a:pt x="377453" y="61283"/>
                </a:cubicBezTo>
                <a:cubicBezTo>
                  <a:pt x="374030" y="55776"/>
                  <a:pt x="370078" y="53022"/>
                  <a:pt x="365597" y="53022"/>
                </a:cubicBezTo>
                <a:cubicBezTo>
                  <a:pt x="363170" y="53022"/>
                  <a:pt x="360370" y="53695"/>
                  <a:pt x="357196" y="55041"/>
                </a:cubicBezTo>
                <a:cubicBezTo>
                  <a:pt x="354022" y="56387"/>
                  <a:pt x="351128" y="58249"/>
                  <a:pt x="348515" y="60627"/>
                </a:cubicBezTo>
                <a:cubicBezTo>
                  <a:pt x="348577" y="61691"/>
                  <a:pt x="348608" y="62724"/>
                  <a:pt x="348608" y="63725"/>
                </a:cubicBezTo>
                <a:lnTo>
                  <a:pt x="348608" y="113010"/>
                </a:lnTo>
                <a:close/>
                <a:moveTo>
                  <a:pt x="465469" y="47795"/>
                </a:moveTo>
                <a:cubicBezTo>
                  <a:pt x="454890" y="47795"/>
                  <a:pt x="449600" y="58941"/>
                  <a:pt x="449600" y="81234"/>
                </a:cubicBezTo>
                <a:cubicBezTo>
                  <a:pt x="449600" y="90112"/>
                  <a:pt x="451483" y="98675"/>
                  <a:pt x="455248" y="106925"/>
                </a:cubicBezTo>
                <a:cubicBezTo>
                  <a:pt x="459013" y="115175"/>
                  <a:pt x="464411" y="119300"/>
                  <a:pt x="471444" y="119300"/>
                </a:cubicBezTo>
                <a:cubicBezTo>
                  <a:pt x="475676" y="119300"/>
                  <a:pt x="479378" y="117017"/>
                  <a:pt x="482552" y="112453"/>
                </a:cubicBezTo>
                <a:cubicBezTo>
                  <a:pt x="485726" y="107887"/>
                  <a:pt x="487313" y="100377"/>
                  <a:pt x="487313" y="89924"/>
                </a:cubicBezTo>
                <a:cubicBezTo>
                  <a:pt x="487313" y="76762"/>
                  <a:pt x="485322" y="66450"/>
                  <a:pt x="481339" y="58988"/>
                </a:cubicBezTo>
                <a:cubicBezTo>
                  <a:pt x="477356" y="51526"/>
                  <a:pt x="472066" y="47795"/>
                  <a:pt x="465469" y="47795"/>
                </a:cubicBezTo>
                <a:moveTo>
                  <a:pt x="422902" y="85484"/>
                </a:moveTo>
                <a:cubicBezTo>
                  <a:pt x="422902" y="72707"/>
                  <a:pt x="426387" y="62298"/>
                  <a:pt x="433357" y="54256"/>
                </a:cubicBezTo>
                <a:cubicBezTo>
                  <a:pt x="441572" y="44783"/>
                  <a:pt x="453303" y="40078"/>
                  <a:pt x="468550" y="40140"/>
                </a:cubicBezTo>
                <a:cubicBezTo>
                  <a:pt x="482428" y="40140"/>
                  <a:pt x="493490" y="44221"/>
                  <a:pt x="501735" y="52383"/>
                </a:cubicBezTo>
                <a:cubicBezTo>
                  <a:pt x="509981" y="60545"/>
                  <a:pt x="514104" y="71012"/>
                  <a:pt x="514104" y="83783"/>
                </a:cubicBezTo>
                <a:cubicBezTo>
                  <a:pt x="514104" y="97550"/>
                  <a:pt x="509748" y="108327"/>
                  <a:pt x="501035" y="116114"/>
                </a:cubicBezTo>
                <a:cubicBezTo>
                  <a:pt x="492883" y="123403"/>
                  <a:pt x="481992" y="127016"/>
                  <a:pt x="468363" y="126954"/>
                </a:cubicBezTo>
                <a:cubicBezTo>
                  <a:pt x="455357" y="126954"/>
                  <a:pt x="444528" y="123141"/>
                  <a:pt x="435878" y="115513"/>
                </a:cubicBezTo>
                <a:cubicBezTo>
                  <a:pt x="427228" y="107886"/>
                  <a:pt x="422902" y="97876"/>
                  <a:pt x="422902" y="85484"/>
                </a:cubicBezTo>
                <a:close/>
                <a:moveTo>
                  <a:pt x="565544" y="101750"/>
                </a:moveTo>
                <a:cubicBezTo>
                  <a:pt x="565544" y="109280"/>
                  <a:pt x="566120" y="113932"/>
                  <a:pt x="567271" y="115706"/>
                </a:cubicBezTo>
                <a:cubicBezTo>
                  <a:pt x="568422" y="117479"/>
                  <a:pt x="571145" y="118553"/>
                  <a:pt x="575439" y="118926"/>
                </a:cubicBezTo>
                <a:cubicBezTo>
                  <a:pt x="575937" y="119424"/>
                  <a:pt x="576201" y="120513"/>
                  <a:pt x="576232" y="122193"/>
                </a:cubicBezTo>
                <a:cubicBezTo>
                  <a:pt x="576263" y="123874"/>
                  <a:pt x="575999" y="124963"/>
                  <a:pt x="575439" y="125461"/>
                </a:cubicBezTo>
                <a:cubicBezTo>
                  <a:pt x="564486" y="125212"/>
                  <a:pt x="557049" y="125087"/>
                  <a:pt x="553128" y="125087"/>
                </a:cubicBezTo>
                <a:cubicBezTo>
                  <a:pt x="546345" y="125087"/>
                  <a:pt x="537601" y="125212"/>
                  <a:pt x="526897" y="125461"/>
                </a:cubicBezTo>
                <a:cubicBezTo>
                  <a:pt x="526400" y="124963"/>
                  <a:pt x="526151" y="123889"/>
                  <a:pt x="526151" y="122240"/>
                </a:cubicBezTo>
                <a:cubicBezTo>
                  <a:pt x="526151" y="120591"/>
                  <a:pt x="526400" y="119486"/>
                  <a:pt x="526897" y="118926"/>
                </a:cubicBezTo>
                <a:cubicBezTo>
                  <a:pt x="532996" y="118428"/>
                  <a:pt x="536824" y="117355"/>
                  <a:pt x="538379" y="115706"/>
                </a:cubicBezTo>
                <a:cubicBezTo>
                  <a:pt x="539935" y="114057"/>
                  <a:pt x="540713" y="109405"/>
                  <a:pt x="540713" y="101750"/>
                </a:cubicBezTo>
                <a:lnTo>
                  <a:pt x="540713" y="65998"/>
                </a:lnTo>
                <a:cubicBezTo>
                  <a:pt x="540713" y="60646"/>
                  <a:pt x="539982" y="57207"/>
                  <a:pt x="538519" y="55683"/>
                </a:cubicBezTo>
                <a:cubicBezTo>
                  <a:pt x="537057" y="54158"/>
                  <a:pt x="533650" y="53147"/>
                  <a:pt x="528298" y="52649"/>
                </a:cubicBezTo>
                <a:cubicBezTo>
                  <a:pt x="527551" y="50222"/>
                  <a:pt x="527395" y="48168"/>
                  <a:pt x="527831" y="46488"/>
                </a:cubicBezTo>
                <a:cubicBezTo>
                  <a:pt x="538659" y="45035"/>
                  <a:pt x="549239" y="42919"/>
                  <a:pt x="559570" y="40140"/>
                </a:cubicBezTo>
                <a:cubicBezTo>
                  <a:pt x="562370" y="40140"/>
                  <a:pt x="563864" y="41236"/>
                  <a:pt x="564050" y="43428"/>
                </a:cubicBezTo>
                <a:cubicBezTo>
                  <a:pt x="564610" y="47245"/>
                  <a:pt x="565015" y="51377"/>
                  <a:pt x="565264" y="55823"/>
                </a:cubicBezTo>
                <a:cubicBezTo>
                  <a:pt x="580449" y="45305"/>
                  <a:pt x="591059" y="40078"/>
                  <a:pt x="597096" y="40140"/>
                </a:cubicBezTo>
                <a:cubicBezTo>
                  <a:pt x="614023" y="40140"/>
                  <a:pt x="622487" y="50346"/>
                  <a:pt x="622487" y="70758"/>
                </a:cubicBezTo>
                <a:lnTo>
                  <a:pt x="622487" y="100630"/>
                </a:lnTo>
                <a:cubicBezTo>
                  <a:pt x="622487" y="108409"/>
                  <a:pt x="623420" y="113341"/>
                  <a:pt x="625287" y="115426"/>
                </a:cubicBezTo>
                <a:cubicBezTo>
                  <a:pt x="627154" y="117510"/>
                  <a:pt x="631137" y="118677"/>
                  <a:pt x="637236" y="118926"/>
                </a:cubicBezTo>
                <a:cubicBezTo>
                  <a:pt x="637858" y="119424"/>
                  <a:pt x="638169" y="120513"/>
                  <a:pt x="638169" y="122193"/>
                </a:cubicBezTo>
                <a:cubicBezTo>
                  <a:pt x="638169" y="123874"/>
                  <a:pt x="637858" y="124963"/>
                  <a:pt x="637236" y="125461"/>
                </a:cubicBezTo>
                <a:cubicBezTo>
                  <a:pt x="626283" y="125212"/>
                  <a:pt x="617228" y="125087"/>
                  <a:pt x="610071" y="125087"/>
                </a:cubicBezTo>
                <a:cubicBezTo>
                  <a:pt x="605217" y="125087"/>
                  <a:pt x="597438" y="125212"/>
                  <a:pt x="586734" y="125461"/>
                </a:cubicBezTo>
                <a:cubicBezTo>
                  <a:pt x="586112" y="124963"/>
                  <a:pt x="585801" y="123889"/>
                  <a:pt x="585801" y="122240"/>
                </a:cubicBezTo>
                <a:cubicBezTo>
                  <a:pt x="585801" y="120591"/>
                  <a:pt x="586112" y="119486"/>
                  <a:pt x="586734" y="118926"/>
                </a:cubicBezTo>
                <a:cubicBezTo>
                  <a:pt x="590966" y="118677"/>
                  <a:pt x="593844" y="117448"/>
                  <a:pt x="595369" y="115239"/>
                </a:cubicBezTo>
                <a:cubicBezTo>
                  <a:pt x="596893" y="113030"/>
                  <a:pt x="597656" y="108160"/>
                  <a:pt x="597656" y="100630"/>
                </a:cubicBezTo>
                <a:lnTo>
                  <a:pt x="597656" y="68705"/>
                </a:lnTo>
                <a:cubicBezTo>
                  <a:pt x="597656" y="59121"/>
                  <a:pt x="593206" y="54329"/>
                  <a:pt x="584307" y="54329"/>
                </a:cubicBezTo>
                <a:cubicBezTo>
                  <a:pt x="580511" y="54329"/>
                  <a:pt x="574256" y="57316"/>
                  <a:pt x="565544" y="63290"/>
                </a:cubicBezTo>
                <a:lnTo>
                  <a:pt x="565544" y="63664"/>
                </a:lnTo>
                <a:lnTo>
                  <a:pt x="565544" y="101750"/>
                </a:lnTo>
                <a:close/>
                <a:moveTo>
                  <a:pt x="648023" y="96838"/>
                </a:moveTo>
                <a:cubicBezTo>
                  <a:pt x="650824" y="96213"/>
                  <a:pt x="653375" y="96089"/>
                  <a:pt x="655678" y="96464"/>
                </a:cubicBezTo>
                <a:cubicBezTo>
                  <a:pt x="657607" y="103390"/>
                  <a:pt x="660610" y="108927"/>
                  <a:pt x="664686" y="113077"/>
                </a:cubicBezTo>
                <a:cubicBezTo>
                  <a:pt x="668762" y="117226"/>
                  <a:pt x="673041" y="119300"/>
                  <a:pt x="677521" y="119300"/>
                </a:cubicBezTo>
                <a:cubicBezTo>
                  <a:pt x="680322" y="119300"/>
                  <a:pt x="682904" y="118458"/>
                  <a:pt x="685269" y="116773"/>
                </a:cubicBezTo>
                <a:cubicBezTo>
                  <a:pt x="687634" y="115087"/>
                  <a:pt x="688816" y="112779"/>
                  <a:pt x="688816" y="109848"/>
                </a:cubicBezTo>
                <a:cubicBezTo>
                  <a:pt x="688816" y="102796"/>
                  <a:pt x="685549" y="97835"/>
                  <a:pt x="679015" y="94965"/>
                </a:cubicBezTo>
                <a:cubicBezTo>
                  <a:pt x="670365" y="91034"/>
                  <a:pt x="662990" y="85757"/>
                  <a:pt x="656891" y="79133"/>
                </a:cubicBezTo>
                <a:cubicBezTo>
                  <a:pt x="652971" y="74802"/>
                  <a:pt x="650979" y="70037"/>
                  <a:pt x="650917" y="64837"/>
                </a:cubicBezTo>
                <a:cubicBezTo>
                  <a:pt x="650917" y="59389"/>
                  <a:pt x="653095" y="54438"/>
                  <a:pt x="657451" y="49982"/>
                </a:cubicBezTo>
                <a:cubicBezTo>
                  <a:pt x="663923" y="43421"/>
                  <a:pt x="672512" y="40140"/>
                  <a:pt x="683216" y="40140"/>
                </a:cubicBezTo>
                <a:cubicBezTo>
                  <a:pt x="690497" y="40140"/>
                  <a:pt x="697653" y="41594"/>
                  <a:pt x="704686" y="44501"/>
                </a:cubicBezTo>
                <a:cubicBezTo>
                  <a:pt x="706366" y="50318"/>
                  <a:pt x="707175" y="57031"/>
                  <a:pt x="707113" y="64641"/>
                </a:cubicBezTo>
                <a:cubicBezTo>
                  <a:pt x="705433" y="65765"/>
                  <a:pt x="702943" y="66077"/>
                  <a:pt x="699645" y="65577"/>
                </a:cubicBezTo>
                <a:cubicBezTo>
                  <a:pt x="694791" y="53722"/>
                  <a:pt x="688816" y="47795"/>
                  <a:pt x="681722" y="47795"/>
                </a:cubicBezTo>
                <a:cubicBezTo>
                  <a:pt x="679046" y="47795"/>
                  <a:pt x="676837" y="48559"/>
                  <a:pt x="675094" y="50087"/>
                </a:cubicBezTo>
                <a:cubicBezTo>
                  <a:pt x="673352" y="51616"/>
                  <a:pt x="672480" y="53535"/>
                  <a:pt x="672480" y="55843"/>
                </a:cubicBezTo>
                <a:cubicBezTo>
                  <a:pt x="672480" y="62895"/>
                  <a:pt x="675934" y="67856"/>
                  <a:pt x="682842" y="70726"/>
                </a:cubicBezTo>
                <a:cubicBezTo>
                  <a:pt x="692737" y="75032"/>
                  <a:pt x="700143" y="79961"/>
                  <a:pt x="705059" y="85513"/>
                </a:cubicBezTo>
                <a:cubicBezTo>
                  <a:pt x="708980" y="89881"/>
                  <a:pt x="710940" y="95372"/>
                  <a:pt x="710940" y="101986"/>
                </a:cubicBezTo>
                <a:cubicBezTo>
                  <a:pt x="710940" y="109869"/>
                  <a:pt x="707502" y="116000"/>
                  <a:pt x="700625" y="120382"/>
                </a:cubicBezTo>
                <a:cubicBezTo>
                  <a:pt x="693748" y="124763"/>
                  <a:pt x="686172" y="126954"/>
                  <a:pt x="677895" y="126954"/>
                </a:cubicBezTo>
                <a:cubicBezTo>
                  <a:pt x="668186" y="126954"/>
                  <a:pt x="659318" y="125501"/>
                  <a:pt x="651290" y="122593"/>
                </a:cubicBezTo>
                <a:cubicBezTo>
                  <a:pt x="649983" y="117204"/>
                  <a:pt x="648894" y="108619"/>
                  <a:pt x="648023" y="96838"/>
                </a:cubicBezTo>
                <a:close/>
                <a:moveTo>
                  <a:pt x="752525" y="72439"/>
                </a:moveTo>
                <a:lnTo>
                  <a:pt x="778570" y="72439"/>
                </a:lnTo>
                <a:cubicBezTo>
                  <a:pt x="778819" y="72186"/>
                  <a:pt x="778943" y="70827"/>
                  <a:pt x="778943" y="68363"/>
                </a:cubicBezTo>
                <a:cubicBezTo>
                  <a:pt x="778943" y="61349"/>
                  <a:pt x="777699" y="56167"/>
                  <a:pt x="775209" y="52818"/>
                </a:cubicBezTo>
                <a:cubicBezTo>
                  <a:pt x="772720" y="49469"/>
                  <a:pt x="769888" y="47795"/>
                  <a:pt x="766714" y="47795"/>
                </a:cubicBezTo>
                <a:cubicBezTo>
                  <a:pt x="765283" y="47795"/>
                  <a:pt x="763556" y="48379"/>
                  <a:pt x="761534" y="49548"/>
                </a:cubicBezTo>
                <a:cubicBezTo>
                  <a:pt x="759511" y="50717"/>
                  <a:pt x="757784" y="52312"/>
                  <a:pt x="756353" y="54335"/>
                </a:cubicBezTo>
                <a:cubicBezTo>
                  <a:pt x="754050" y="57874"/>
                  <a:pt x="752774" y="63909"/>
                  <a:pt x="752525" y="72439"/>
                </a:cubicBezTo>
                <a:moveTo>
                  <a:pt x="801067" y="100411"/>
                </a:moveTo>
                <a:cubicBezTo>
                  <a:pt x="802996" y="100411"/>
                  <a:pt x="803961" y="102378"/>
                  <a:pt x="803961" y="106313"/>
                </a:cubicBezTo>
                <a:cubicBezTo>
                  <a:pt x="794501" y="120074"/>
                  <a:pt x="782584" y="126954"/>
                  <a:pt x="768208" y="126954"/>
                </a:cubicBezTo>
                <a:cubicBezTo>
                  <a:pt x="755699" y="126954"/>
                  <a:pt x="745960" y="123775"/>
                  <a:pt x="738990" y="117415"/>
                </a:cubicBezTo>
                <a:cubicBezTo>
                  <a:pt x="730837" y="109996"/>
                  <a:pt x="726761" y="99896"/>
                  <a:pt x="726761" y="87115"/>
                </a:cubicBezTo>
                <a:cubicBezTo>
                  <a:pt x="726761" y="73231"/>
                  <a:pt x="731055" y="61931"/>
                  <a:pt x="739643" y="53215"/>
                </a:cubicBezTo>
                <a:cubicBezTo>
                  <a:pt x="748231" y="44498"/>
                  <a:pt x="757940" y="40140"/>
                  <a:pt x="768768" y="40140"/>
                </a:cubicBezTo>
                <a:cubicBezTo>
                  <a:pt x="775551" y="40140"/>
                  <a:pt x="781292" y="41120"/>
                  <a:pt x="785991" y="43080"/>
                </a:cubicBezTo>
                <a:cubicBezTo>
                  <a:pt x="790690" y="45041"/>
                  <a:pt x="794221" y="47748"/>
                  <a:pt x="796586" y="51202"/>
                </a:cubicBezTo>
                <a:cubicBezTo>
                  <a:pt x="798951" y="54656"/>
                  <a:pt x="800647" y="58234"/>
                  <a:pt x="801674" y="61937"/>
                </a:cubicBezTo>
                <a:cubicBezTo>
                  <a:pt x="802700" y="65640"/>
                  <a:pt x="803214" y="69700"/>
                  <a:pt x="803214" y="74119"/>
                </a:cubicBezTo>
                <a:cubicBezTo>
                  <a:pt x="803214" y="78040"/>
                  <a:pt x="801378" y="80031"/>
                  <a:pt x="797706" y="80093"/>
                </a:cubicBezTo>
                <a:lnTo>
                  <a:pt x="751779" y="80093"/>
                </a:lnTo>
                <a:cubicBezTo>
                  <a:pt x="751779" y="80342"/>
                  <a:pt x="751748" y="80779"/>
                  <a:pt x="751685" y="81403"/>
                </a:cubicBezTo>
                <a:cubicBezTo>
                  <a:pt x="751623" y="82027"/>
                  <a:pt x="751592" y="82589"/>
                  <a:pt x="751592" y="83089"/>
                </a:cubicBezTo>
                <a:cubicBezTo>
                  <a:pt x="751592" y="92266"/>
                  <a:pt x="753692" y="99133"/>
                  <a:pt x="757893" y="103690"/>
                </a:cubicBezTo>
                <a:cubicBezTo>
                  <a:pt x="762094" y="108247"/>
                  <a:pt x="768021" y="110525"/>
                  <a:pt x="775676" y="110525"/>
                </a:cubicBezTo>
                <a:cubicBezTo>
                  <a:pt x="786007" y="110587"/>
                  <a:pt x="794470" y="107216"/>
                  <a:pt x="801067" y="10041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parsing">
            <a:extLst xmlns:a="http://schemas.openxmlformats.org/drawingml/2006/main">
              <a:ext uri="{FF2B5EF4-FFF2-40B4-BE49-F238E27FC236}">
                <a16:creationId xmlns:a16="http://schemas.microsoft.com/office/drawing/2014/main" id="{B0CD0D72-8CB1-4002-BC8F-968C6FC0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850" y="2786856"/>
            <a:ext cx="642314" cy="171575"/>
          </a:xfrm>
          <a:custGeom xmlns:a="http://schemas.openxmlformats.org/drawingml/2006/main">
            <a:pathLst>
              <a:path w="642314" h="171575">
                <a:moveTo>
                  <a:pt x="14749" y="66931"/>
                </a:moveTo>
                <a:cubicBezTo>
                  <a:pt x="14749" y="61579"/>
                  <a:pt x="14002" y="58141"/>
                  <a:pt x="12509" y="56616"/>
                </a:cubicBezTo>
                <a:cubicBezTo>
                  <a:pt x="11015" y="55091"/>
                  <a:pt x="7592" y="54080"/>
                  <a:pt x="2240" y="53582"/>
                </a:cubicBezTo>
                <a:cubicBezTo>
                  <a:pt x="1494" y="51155"/>
                  <a:pt x="1369" y="49101"/>
                  <a:pt x="1867" y="47421"/>
                </a:cubicBezTo>
                <a:cubicBezTo>
                  <a:pt x="12695" y="45968"/>
                  <a:pt x="23275" y="43853"/>
                  <a:pt x="33606" y="41073"/>
                </a:cubicBezTo>
                <a:cubicBezTo>
                  <a:pt x="36406" y="41073"/>
                  <a:pt x="37868" y="42170"/>
                  <a:pt x="37993" y="44364"/>
                </a:cubicBezTo>
                <a:cubicBezTo>
                  <a:pt x="38366" y="47186"/>
                  <a:pt x="38709" y="50383"/>
                  <a:pt x="39020" y="53956"/>
                </a:cubicBezTo>
                <a:lnTo>
                  <a:pt x="40140" y="53956"/>
                </a:lnTo>
                <a:cubicBezTo>
                  <a:pt x="43812" y="50634"/>
                  <a:pt x="47857" y="47656"/>
                  <a:pt x="52275" y="45023"/>
                </a:cubicBezTo>
                <a:cubicBezTo>
                  <a:pt x="56694" y="42390"/>
                  <a:pt x="60179" y="41073"/>
                  <a:pt x="62730" y="41073"/>
                </a:cubicBezTo>
                <a:cubicBezTo>
                  <a:pt x="73808" y="41073"/>
                  <a:pt x="82520" y="44267"/>
                  <a:pt x="88868" y="50653"/>
                </a:cubicBezTo>
                <a:cubicBezTo>
                  <a:pt x="92415" y="54222"/>
                  <a:pt x="95216" y="58778"/>
                  <a:pt x="97269" y="64320"/>
                </a:cubicBezTo>
                <a:cubicBezTo>
                  <a:pt x="99323" y="69863"/>
                  <a:pt x="100350" y="75389"/>
                  <a:pt x="100350" y="80898"/>
                </a:cubicBezTo>
                <a:cubicBezTo>
                  <a:pt x="100350" y="94980"/>
                  <a:pt x="95978" y="106333"/>
                  <a:pt x="87234" y="114956"/>
                </a:cubicBezTo>
                <a:cubicBezTo>
                  <a:pt x="78491" y="123577"/>
                  <a:pt x="66869" y="127888"/>
                  <a:pt x="52369" y="127888"/>
                </a:cubicBezTo>
                <a:cubicBezTo>
                  <a:pt x="48012" y="127888"/>
                  <a:pt x="43749" y="126879"/>
                  <a:pt x="39580" y="124863"/>
                </a:cubicBezTo>
                <a:lnTo>
                  <a:pt x="39580" y="147088"/>
                </a:lnTo>
                <a:cubicBezTo>
                  <a:pt x="39580" y="154714"/>
                  <a:pt x="40342" y="159379"/>
                  <a:pt x="41867" y="161085"/>
                </a:cubicBezTo>
                <a:cubicBezTo>
                  <a:pt x="43392" y="162790"/>
                  <a:pt x="47203" y="163860"/>
                  <a:pt x="53302" y="164294"/>
                </a:cubicBezTo>
                <a:cubicBezTo>
                  <a:pt x="53924" y="164799"/>
                  <a:pt x="54236" y="165888"/>
                  <a:pt x="54236" y="167561"/>
                </a:cubicBezTo>
                <a:cubicBezTo>
                  <a:pt x="54236" y="169233"/>
                  <a:pt x="53924" y="170323"/>
                  <a:pt x="53302" y="170828"/>
                </a:cubicBezTo>
                <a:cubicBezTo>
                  <a:pt x="42349" y="170575"/>
                  <a:pt x="33637" y="170449"/>
                  <a:pt x="27164" y="170449"/>
                </a:cubicBezTo>
                <a:cubicBezTo>
                  <a:pt x="20381" y="170449"/>
                  <a:pt x="11637" y="170575"/>
                  <a:pt x="933" y="170828"/>
                </a:cubicBezTo>
                <a:cubicBezTo>
                  <a:pt x="311" y="170323"/>
                  <a:pt x="0" y="169233"/>
                  <a:pt x="0" y="167561"/>
                </a:cubicBezTo>
                <a:cubicBezTo>
                  <a:pt x="0" y="165888"/>
                  <a:pt x="311" y="164799"/>
                  <a:pt x="933" y="164294"/>
                </a:cubicBezTo>
                <a:cubicBezTo>
                  <a:pt x="7032" y="163796"/>
                  <a:pt x="10860" y="162707"/>
                  <a:pt x="12415" y="161027"/>
                </a:cubicBezTo>
                <a:cubicBezTo>
                  <a:pt x="13971" y="159346"/>
                  <a:pt x="14749" y="154679"/>
                  <a:pt x="14749" y="147024"/>
                </a:cubicBezTo>
                <a:lnTo>
                  <a:pt x="14749" y="66931"/>
                </a:lnTo>
                <a:moveTo>
                  <a:pt x="39580" y="113944"/>
                </a:moveTo>
                <a:cubicBezTo>
                  <a:pt x="43501" y="118199"/>
                  <a:pt x="47390" y="120295"/>
                  <a:pt x="51248" y="120233"/>
                </a:cubicBezTo>
                <a:cubicBezTo>
                  <a:pt x="58903" y="120233"/>
                  <a:pt x="64535" y="116870"/>
                  <a:pt x="68145" y="110143"/>
                </a:cubicBezTo>
                <a:cubicBezTo>
                  <a:pt x="71754" y="103414"/>
                  <a:pt x="73559" y="95387"/>
                  <a:pt x="73559" y="86062"/>
                </a:cubicBezTo>
                <a:cubicBezTo>
                  <a:pt x="73559" y="75673"/>
                  <a:pt x="71847" y="67724"/>
                  <a:pt x="68425" y="62217"/>
                </a:cubicBezTo>
                <a:cubicBezTo>
                  <a:pt x="65002" y="56709"/>
                  <a:pt x="61050" y="53956"/>
                  <a:pt x="56569" y="53956"/>
                </a:cubicBezTo>
                <a:cubicBezTo>
                  <a:pt x="54142" y="53956"/>
                  <a:pt x="51342" y="54628"/>
                  <a:pt x="48168" y="55974"/>
                </a:cubicBezTo>
                <a:cubicBezTo>
                  <a:pt x="44994" y="57320"/>
                  <a:pt x="42100" y="59182"/>
                  <a:pt x="39487" y="61561"/>
                </a:cubicBezTo>
                <a:cubicBezTo>
                  <a:pt x="39549" y="62624"/>
                  <a:pt x="39580" y="63657"/>
                  <a:pt x="39580" y="64659"/>
                </a:cubicBezTo>
                <a:lnTo>
                  <a:pt x="39580" y="113944"/>
                </a:lnTo>
                <a:close/>
                <a:moveTo>
                  <a:pt x="163580" y="116779"/>
                </a:moveTo>
                <a:lnTo>
                  <a:pt x="162366" y="116873"/>
                </a:lnTo>
                <a:cubicBezTo>
                  <a:pt x="158944" y="119549"/>
                  <a:pt x="154898" y="122053"/>
                  <a:pt x="150231" y="124387"/>
                </a:cubicBezTo>
                <a:cubicBezTo>
                  <a:pt x="145564" y="126721"/>
                  <a:pt x="141954" y="127888"/>
                  <a:pt x="139403" y="127888"/>
                </a:cubicBezTo>
                <a:cubicBezTo>
                  <a:pt x="123471" y="127888"/>
                  <a:pt x="115505" y="121154"/>
                  <a:pt x="115505" y="107687"/>
                </a:cubicBezTo>
                <a:cubicBezTo>
                  <a:pt x="115505" y="100818"/>
                  <a:pt x="118244" y="95558"/>
                  <a:pt x="123720" y="91908"/>
                </a:cubicBezTo>
                <a:cubicBezTo>
                  <a:pt x="129196" y="88257"/>
                  <a:pt x="137878" y="84585"/>
                  <a:pt x="149764" y="80890"/>
                </a:cubicBezTo>
                <a:lnTo>
                  <a:pt x="162553" y="76919"/>
                </a:lnTo>
                <a:cubicBezTo>
                  <a:pt x="162553" y="65655"/>
                  <a:pt x="161277" y="58141"/>
                  <a:pt x="158726" y="54376"/>
                </a:cubicBezTo>
                <a:cubicBezTo>
                  <a:pt x="156174" y="50611"/>
                  <a:pt x="152534" y="48728"/>
                  <a:pt x="147804" y="48728"/>
                </a:cubicBezTo>
                <a:cubicBezTo>
                  <a:pt x="142825" y="48728"/>
                  <a:pt x="140149" y="50184"/>
                  <a:pt x="139776" y="53095"/>
                </a:cubicBezTo>
                <a:cubicBezTo>
                  <a:pt x="139652" y="53853"/>
                  <a:pt x="139636" y="54692"/>
                  <a:pt x="139729" y="55610"/>
                </a:cubicBezTo>
                <a:cubicBezTo>
                  <a:pt x="139823" y="56528"/>
                  <a:pt x="139932" y="57335"/>
                  <a:pt x="140056" y="58031"/>
                </a:cubicBezTo>
                <a:cubicBezTo>
                  <a:pt x="140180" y="58727"/>
                  <a:pt x="140305" y="59471"/>
                  <a:pt x="140429" y="60262"/>
                </a:cubicBezTo>
                <a:cubicBezTo>
                  <a:pt x="140554" y="61052"/>
                  <a:pt x="140616" y="61732"/>
                  <a:pt x="140616" y="62302"/>
                </a:cubicBezTo>
                <a:cubicBezTo>
                  <a:pt x="140616" y="64705"/>
                  <a:pt x="139465" y="66809"/>
                  <a:pt x="137162" y="68614"/>
                </a:cubicBezTo>
                <a:cubicBezTo>
                  <a:pt x="134860" y="70417"/>
                  <a:pt x="132059" y="71318"/>
                  <a:pt x="128761" y="71318"/>
                </a:cubicBezTo>
                <a:cubicBezTo>
                  <a:pt x="125214" y="71318"/>
                  <a:pt x="122678" y="70447"/>
                  <a:pt x="121153" y="68705"/>
                </a:cubicBezTo>
                <a:cubicBezTo>
                  <a:pt x="119628" y="66962"/>
                  <a:pt x="118866" y="64597"/>
                  <a:pt x="118866" y="61610"/>
                </a:cubicBezTo>
                <a:cubicBezTo>
                  <a:pt x="118866" y="57690"/>
                  <a:pt x="120873" y="54096"/>
                  <a:pt x="124887" y="50828"/>
                </a:cubicBezTo>
                <a:cubicBezTo>
                  <a:pt x="128901" y="47561"/>
                  <a:pt x="133584" y="45119"/>
                  <a:pt x="138936" y="43501"/>
                </a:cubicBezTo>
                <a:cubicBezTo>
                  <a:pt x="144288" y="41882"/>
                  <a:pt x="149422" y="41073"/>
                  <a:pt x="154338" y="41073"/>
                </a:cubicBezTo>
                <a:cubicBezTo>
                  <a:pt x="176120" y="41073"/>
                  <a:pt x="187010" y="52012"/>
                  <a:pt x="187010" y="73888"/>
                </a:cubicBezTo>
                <a:lnTo>
                  <a:pt x="186637" y="101584"/>
                </a:lnTo>
                <a:cubicBezTo>
                  <a:pt x="186637" y="106465"/>
                  <a:pt x="187026" y="109830"/>
                  <a:pt x="187804" y="111677"/>
                </a:cubicBezTo>
                <a:cubicBezTo>
                  <a:pt x="188582" y="113523"/>
                  <a:pt x="189966" y="114446"/>
                  <a:pt x="191958" y="114446"/>
                </a:cubicBezTo>
                <a:cubicBezTo>
                  <a:pt x="195007" y="114446"/>
                  <a:pt x="197683" y="113538"/>
                  <a:pt x="199986" y="111724"/>
                </a:cubicBezTo>
                <a:cubicBezTo>
                  <a:pt x="202288" y="113692"/>
                  <a:pt x="203440" y="115533"/>
                  <a:pt x="203440" y="117246"/>
                </a:cubicBezTo>
                <a:cubicBezTo>
                  <a:pt x="195910" y="124403"/>
                  <a:pt x="187571" y="127950"/>
                  <a:pt x="178422" y="127888"/>
                </a:cubicBezTo>
                <a:cubicBezTo>
                  <a:pt x="169772" y="127950"/>
                  <a:pt x="164825" y="124247"/>
                  <a:pt x="163580" y="116779"/>
                </a:cubicBezTo>
                <a:moveTo>
                  <a:pt x="162553" y="84352"/>
                </a:moveTo>
                <a:lnTo>
                  <a:pt x="152565" y="87494"/>
                </a:lnTo>
                <a:cubicBezTo>
                  <a:pt x="149391" y="88486"/>
                  <a:pt x="146793" y="89632"/>
                  <a:pt x="144770" y="90933"/>
                </a:cubicBezTo>
                <a:cubicBezTo>
                  <a:pt x="142748" y="92232"/>
                  <a:pt x="141316" y="93703"/>
                  <a:pt x="140476" y="95344"/>
                </a:cubicBezTo>
                <a:cubicBezTo>
                  <a:pt x="139636" y="96985"/>
                  <a:pt x="139091" y="98441"/>
                  <a:pt x="138842" y="99711"/>
                </a:cubicBezTo>
                <a:cubicBezTo>
                  <a:pt x="138594" y="100981"/>
                  <a:pt x="138469" y="102700"/>
                  <a:pt x="138469" y="104869"/>
                </a:cubicBezTo>
                <a:cubicBezTo>
                  <a:pt x="138469" y="108210"/>
                  <a:pt x="139356" y="110984"/>
                  <a:pt x="141130" y="113191"/>
                </a:cubicBezTo>
                <a:cubicBezTo>
                  <a:pt x="142903" y="115397"/>
                  <a:pt x="145719" y="116499"/>
                  <a:pt x="149578" y="116499"/>
                </a:cubicBezTo>
                <a:cubicBezTo>
                  <a:pt x="152503" y="116499"/>
                  <a:pt x="156828" y="114156"/>
                  <a:pt x="162553" y="109469"/>
                </a:cubicBezTo>
                <a:lnTo>
                  <a:pt x="162553" y="84352"/>
                </a:lnTo>
                <a:close/>
                <a:moveTo>
                  <a:pt x="248983" y="74702"/>
                </a:moveTo>
                <a:lnTo>
                  <a:pt x="248983" y="102657"/>
                </a:lnTo>
                <a:cubicBezTo>
                  <a:pt x="248983" y="110324"/>
                  <a:pt x="249746" y="115014"/>
                  <a:pt x="251270" y="116730"/>
                </a:cubicBezTo>
                <a:cubicBezTo>
                  <a:pt x="252795" y="118443"/>
                  <a:pt x="256607" y="119486"/>
                  <a:pt x="262705" y="119860"/>
                </a:cubicBezTo>
                <a:cubicBezTo>
                  <a:pt x="263203" y="120358"/>
                  <a:pt x="263468" y="121447"/>
                  <a:pt x="263499" y="123127"/>
                </a:cubicBezTo>
                <a:cubicBezTo>
                  <a:pt x="263530" y="124807"/>
                  <a:pt x="263266" y="125896"/>
                  <a:pt x="262705" y="126394"/>
                </a:cubicBezTo>
                <a:cubicBezTo>
                  <a:pt x="251753" y="126145"/>
                  <a:pt x="243040" y="126021"/>
                  <a:pt x="236568" y="126021"/>
                </a:cubicBezTo>
                <a:cubicBezTo>
                  <a:pt x="229784" y="126021"/>
                  <a:pt x="221041" y="126145"/>
                  <a:pt x="210337" y="126394"/>
                </a:cubicBezTo>
                <a:cubicBezTo>
                  <a:pt x="209839" y="125896"/>
                  <a:pt x="209590" y="124823"/>
                  <a:pt x="209590" y="123174"/>
                </a:cubicBezTo>
                <a:cubicBezTo>
                  <a:pt x="209590" y="121524"/>
                  <a:pt x="209839" y="120420"/>
                  <a:pt x="210337" y="119860"/>
                </a:cubicBezTo>
                <a:cubicBezTo>
                  <a:pt x="216436" y="119362"/>
                  <a:pt x="220263" y="118286"/>
                  <a:pt x="221819" y="116633"/>
                </a:cubicBezTo>
                <a:cubicBezTo>
                  <a:pt x="223375" y="114978"/>
                  <a:pt x="224152" y="110313"/>
                  <a:pt x="224152" y="102637"/>
                </a:cubicBezTo>
                <a:lnTo>
                  <a:pt x="224152" y="66782"/>
                </a:lnTo>
                <a:cubicBezTo>
                  <a:pt x="224152" y="61415"/>
                  <a:pt x="223390" y="57936"/>
                  <a:pt x="221865" y="56345"/>
                </a:cubicBezTo>
                <a:cubicBezTo>
                  <a:pt x="220341" y="54754"/>
                  <a:pt x="216965" y="53709"/>
                  <a:pt x="211737" y="53209"/>
                </a:cubicBezTo>
                <a:cubicBezTo>
                  <a:pt x="210990" y="50906"/>
                  <a:pt x="210835" y="48915"/>
                  <a:pt x="211270" y="47234"/>
                </a:cubicBezTo>
                <a:cubicBezTo>
                  <a:pt x="218676" y="46499"/>
                  <a:pt x="229255" y="44446"/>
                  <a:pt x="243009" y="41073"/>
                </a:cubicBezTo>
                <a:cubicBezTo>
                  <a:pt x="245685" y="41073"/>
                  <a:pt x="247178" y="42163"/>
                  <a:pt x="247490" y="44341"/>
                </a:cubicBezTo>
                <a:cubicBezTo>
                  <a:pt x="248112" y="50564"/>
                  <a:pt x="248548" y="55574"/>
                  <a:pt x="248796" y="59370"/>
                </a:cubicBezTo>
                <a:lnTo>
                  <a:pt x="249543" y="59370"/>
                </a:lnTo>
                <a:cubicBezTo>
                  <a:pt x="258069" y="47110"/>
                  <a:pt x="265662" y="41011"/>
                  <a:pt x="272320" y="41073"/>
                </a:cubicBezTo>
                <a:cubicBezTo>
                  <a:pt x="275619" y="41073"/>
                  <a:pt x="278544" y="42205"/>
                  <a:pt x="281095" y="44469"/>
                </a:cubicBezTo>
                <a:cubicBezTo>
                  <a:pt x="283647" y="46731"/>
                  <a:pt x="284922" y="49133"/>
                  <a:pt x="284922" y="51674"/>
                </a:cubicBezTo>
                <a:cubicBezTo>
                  <a:pt x="284922" y="55579"/>
                  <a:pt x="283802" y="58865"/>
                  <a:pt x="281562" y="61531"/>
                </a:cubicBezTo>
                <a:cubicBezTo>
                  <a:pt x="279322" y="64198"/>
                  <a:pt x="276770" y="65531"/>
                  <a:pt x="273907" y="65531"/>
                </a:cubicBezTo>
                <a:cubicBezTo>
                  <a:pt x="269862" y="65531"/>
                  <a:pt x="266782" y="64487"/>
                  <a:pt x="264666" y="62401"/>
                </a:cubicBezTo>
                <a:cubicBezTo>
                  <a:pt x="264417" y="62156"/>
                  <a:pt x="264075" y="61818"/>
                  <a:pt x="263639" y="61388"/>
                </a:cubicBezTo>
                <a:cubicBezTo>
                  <a:pt x="263203" y="60959"/>
                  <a:pt x="262861" y="60621"/>
                  <a:pt x="262612" y="60376"/>
                </a:cubicBezTo>
                <a:cubicBezTo>
                  <a:pt x="262363" y="60129"/>
                  <a:pt x="262052" y="59868"/>
                  <a:pt x="261679" y="59591"/>
                </a:cubicBezTo>
                <a:cubicBezTo>
                  <a:pt x="261305" y="59315"/>
                  <a:pt x="260963" y="59116"/>
                  <a:pt x="260652" y="58993"/>
                </a:cubicBezTo>
                <a:cubicBezTo>
                  <a:pt x="260341" y="58871"/>
                  <a:pt x="259998" y="58810"/>
                  <a:pt x="259625" y="58810"/>
                </a:cubicBezTo>
                <a:cubicBezTo>
                  <a:pt x="257820" y="58810"/>
                  <a:pt x="255798" y="59901"/>
                  <a:pt x="253557" y="62083"/>
                </a:cubicBezTo>
                <a:cubicBezTo>
                  <a:pt x="252064" y="63516"/>
                  <a:pt x="250928" y="65184"/>
                  <a:pt x="250150" y="67086"/>
                </a:cubicBezTo>
                <a:cubicBezTo>
                  <a:pt x="249372" y="68986"/>
                  <a:pt x="248983" y="71525"/>
                  <a:pt x="248983" y="74702"/>
                </a:cubicBezTo>
                <a:close/>
                <a:moveTo>
                  <a:pt x="294699" y="97771"/>
                </a:moveTo>
                <a:cubicBezTo>
                  <a:pt x="297499" y="97147"/>
                  <a:pt x="300051" y="97022"/>
                  <a:pt x="302354" y="97398"/>
                </a:cubicBezTo>
                <a:cubicBezTo>
                  <a:pt x="304283" y="104323"/>
                  <a:pt x="307285" y="109861"/>
                  <a:pt x="311362" y="114011"/>
                </a:cubicBezTo>
                <a:cubicBezTo>
                  <a:pt x="315438" y="118159"/>
                  <a:pt x="319716" y="120233"/>
                  <a:pt x="324197" y="120233"/>
                </a:cubicBezTo>
                <a:cubicBezTo>
                  <a:pt x="326998" y="120233"/>
                  <a:pt x="329580" y="119391"/>
                  <a:pt x="331945" y="117707"/>
                </a:cubicBezTo>
                <a:cubicBezTo>
                  <a:pt x="334310" y="116021"/>
                  <a:pt x="335492" y="113712"/>
                  <a:pt x="335492" y="110782"/>
                </a:cubicBezTo>
                <a:cubicBezTo>
                  <a:pt x="335492" y="103730"/>
                  <a:pt x="332225" y="98769"/>
                  <a:pt x="325691" y="95898"/>
                </a:cubicBezTo>
                <a:cubicBezTo>
                  <a:pt x="317040" y="91968"/>
                  <a:pt x="309666" y="86691"/>
                  <a:pt x="303567" y="80067"/>
                </a:cubicBezTo>
                <a:cubicBezTo>
                  <a:pt x="299646" y="75736"/>
                  <a:pt x="297655" y="70970"/>
                  <a:pt x="297593" y="65770"/>
                </a:cubicBezTo>
                <a:cubicBezTo>
                  <a:pt x="297593" y="60323"/>
                  <a:pt x="299771" y="55371"/>
                  <a:pt x="304127" y="50916"/>
                </a:cubicBezTo>
                <a:cubicBezTo>
                  <a:pt x="310599" y="44354"/>
                  <a:pt x="319187" y="41073"/>
                  <a:pt x="329891" y="41073"/>
                </a:cubicBezTo>
                <a:cubicBezTo>
                  <a:pt x="337173" y="41073"/>
                  <a:pt x="344329" y="42527"/>
                  <a:pt x="351362" y="45435"/>
                </a:cubicBezTo>
                <a:cubicBezTo>
                  <a:pt x="353042" y="51251"/>
                  <a:pt x="353851" y="57965"/>
                  <a:pt x="353789" y="65575"/>
                </a:cubicBezTo>
                <a:cubicBezTo>
                  <a:pt x="352108" y="66699"/>
                  <a:pt x="349619" y="67011"/>
                  <a:pt x="346321" y="66511"/>
                </a:cubicBezTo>
                <a:cubicBezTo>
                  <a:pt x="341467" y="54656"/>
                  <a:pt x="335492" y="48728"/>
                  <a:pt x="328398" y="48728"/>
                </a:cubicBezTo>
                <a:cubicBezTo>
                  <a:pt x="325722" y="48728"/>
                  <a:pt x="323513" y="49492"/>
                  <a:pt x="321770" y="51021"/>
                </a:cubicBezTo>
                <a:cubicBezTo>
                  <a:pt x="320028" y="52549"/>
                  <a:pt x="319156" y="54468"/>
                  <a:pt x="319156" y="56776"/>
                </a:cubicBezTo>
                <a:cubicBezTo>
                  <a:pt x="319156" y="63828"/>
                  <a:pt x="322610" y="68789"/>
                  <a:pt x="329518" y="71660"/>
                </a:cubicBezTo>
                <a:cubicBezTo>
                  <a:pt x="339413" y="75965"/>
                  <a:pt x="346819" y="80894"/>
                  <a:pt x="351735" y="86447"/>
                </a:cubicBezTo>
                <a:cubicBezTo>
                  <a:pt x="355656" y="90815"/>
                  <a:pt x="357616" y="96306"/>
                  <a:pt x="357616" y="102920"/>
                </a:cubicBezTo>
                <a:cubicBezTo>
                  <a:pt x="357616" y="110802"/>
                  <a:pt x="354178" y="116934"/>
                  <a:pt x="347301" y="121315"/>
                </a:cubicBezTo>
                <a:cubicBezTo>
                  <a:pt x="340424" y="125697"/>
                  <a:pt x="332847" y="127888"/>
                  <a:pt x="324571" y="127888"/>
                </a:cubicBezTo>
                <a:cubicBezTo>
                  <a:pt x="314862" y="127888"/>
                  <a:pt x="305994" y="126434"/>
                  <a:pt x="297966" y="123527"/>
                </a:cubicBezTo>
                <a:cubicBezTo>
                  <a:pt x="296659" y="118138"/>
                  <a:pt x="295570" y="109553"/>
                  <a:pt x="294699" y="97771"/>
                </a:cubicBezTo>
                <a:close/>
                <a:moveTo>
                  <a:pt x="410626" y="102640"/>
                </a:moveTo>
                <a:cubicBezTo>
                  <a:pt x="410626" y="110314"/>
                  <a:pt x="411389" y="115010"/>
                  <a:pt x="412913" y="116727"/>
                </a:cubicBezTo>
                <a:cubicBezTo>
                  <a:pt x="414438" y="118442"/>
                  <a:pt x="418281" y="119486"/>
                  <a:pt x="424442" y="119860"/>
                </a:cubicBezTo>
                <a:cubicBezTo>
                  <a:pt x="424940" y="120358"/>
                  <a:pt x="425189" y="121447"/>
                  <a:pt x="425189" y="123127"/>
                </a:cubicBezTo>
                <a:cubicBezTo>
                  <a:pt x="425189" y="124807"/>
                  <a:pt x="424940" y="125896"/>
                  <a:pt x="424442" y="126394"/>
                </a:cubicBezTo>
                <a:cubicBezTo>
                  <a:pt x="413489" y="126145"/>
                  <a:pt x="404745" y="126021"/>
                  <a:pt x="398211" y="126021"/>
                </a:cubicBezTo>
                <a:cubicBezTo>
                  <a:pt x="391428" y="126021"/>
                  <a:pt x="382684" y="126145"/>
                  <a:pt x="371980" y="126394"/>
                </a:cubicBezTo>
                <a:cubicBezTo>
                  <a:pt x="371482" y="125896"/>
                  <a:pt x="371233" y="124823"/>
                  <a:pt x="371233" y="123174"/>
                </a:cubicBezTo>
                <a:cubicBezTo>
                  <a:pt x="371233" y="121524"/>
                  <a:pt x="371482" y="120420"/>
                  <a:pt x="371980" y="119860"/>
                </a:cubicBezTo>
                <a:cubicBezTo>
                  <a:pt x="378079" y="119360"/>
                  <a:pt x="381906" y="118284"/>
                  <a:pt x="383462" y="116630"/>
                </a:cubicBezTo>
                <a:cubicBezTo>
                  <a:pt x="385018" y="114977"/>
                  <a:pt x="385796" y="110313"/>
                  <a:pt x="385796" y="102637"/>
                </a:cubicBezTo>
                <a:lnTo>
                  <a:pt x="385796" y="65849"/>
                </a:lnTo>
                <a:cubicBezTo>
                  <a:pt x="385796" y="60481"/>
                  <a:pt x="385064" y="57033"/>
                  <a:pt x="383602" y="55505"/>
                </a:cubicBezTo>
                <a:cubicBezTo>
                  <a:pt x="382139" y="53976"/>
                  <a:pt x="378732" y="52962"/>
                  <a:pt x="373380" y="52462"/>
                </a:cubicBezTo>
                <a:cubicBezTo>
                  <a:pt x="372633" y="50035"/>
                  <a:pt x="372509" y="47981"/>
                  <a:pt x="373007" y="46301"/>
                </a:cubicBezTo>
                <a:cubicBezTo>
                  <a:pt x="393295" y="43672"/>
                  <a:pt x="404621" y="41929"/>
                  <a:pt x="406986" y="41073"/>
                </a:cubicBezTo>
                <a:cubicBezTo>
                  <a:pt x="409911" y="41073"/>
                  <a:pt x="411373" y="42143"/>
                  <a:pt x="411373" y="44282"/>
                </a:cubicBezTo>
                <a:cubicBezTo>
                  <a:pt x="411373" y="44405"/>
                  <a:pt x="411373" y="44604"/>
                  <a:pt x="411373" y="44880"/>
                </a:cubicBezTo>
                <a:cubicBezTo>
                  <a:pt x="411373" y="45155"/>
                  <a:pt x="411342" y="45709"/>
                  <a:pt x="411280" y="46543"/>
                </a:cubicBezTo>
                <a:cubicBezTo>
                  <a:pt x="411218" y="47377"/>
                  <a:pt x="411155" y="48247"/>
                  <a:pt x="411093" y="49151"/>
                </a:cubicBezTo>
                <a:cubicBezTo>
                  <a:pt x="411031" y="50055"/>
                  <a:pt x="410969" y="51163"/>
                  <a:pt x="410906" y="52474"/>
                </a:cubicBezTo>
                <a:cubicBezTo>
                  <a:pt x="410844" y="53784"/>
                  <a:pt x="410798" y="55049"/>
                  <a:pt x="410766" y="56266"/>
                </a:cubicBezTo>
                <a:cubicBezTo>
                  <a:pt x="410735" y="57481"/>
                  <a:pt x="410704" y="58822"/>
                  <a:pt x="410673" y="60289"/>
                </a:cubicBezTo>
                <a:cubicBezTo>
                  <a:pt x="410642" y="61755"/>
                  <a:pt x="410626" y="63144"/>
                  <a:pt x="410626" y="64454"/>
                </a:cubicBezTo>
                <a:lnTo>
                  <a:pt x="410626" y="102640"/>
                </a:lnTo>
                <a:moveTo>
                  <a:pt x="384862" y="11899"/>
                </a:moveTo>
                <a:cubicBezTo>
                  <a:pt x="384862" y="8714"/>
                  <a:pt x="386029" y="5934"/>
                  <a:pt x="388363" y="3562"/>
                </a:cubicBezTo>
                <a:cubicBezTo>
                  <a:pt x="390696" y="1187"/>
                  <a:pt x="393979" y="0"/>
                  <a:pt x="398211" y="0"/>
                </a:cubicBezTo>
                <a:cubicBezTo>
                  <a:pt x="401883" y="0"/>
                  <a:pt x="404870" y="1312"/>
                  <a:pt x="407172" y="3935"/>
                </a:cubicBezTo>
                <a:cubicBezTo>
                  <a:pt x="409475" y="6559"/>
                  <a:pt x="410626" y="9495"/>
                  <a:pt x="410626" y="12745"/>
                </a:cubicBezTo>
                <a:cubicBezTo>
                  <a:pt x="410626" y="15555"/>
                  <a:pt x="409351" y="18241"/>
                  <a:pt x="406799" y="20802"/>
                </a:cubicBezTo>
                <a:cubicBezTo>
                  <a:pt x="404248" y="23363"/>
                  <a:pt x="401011" y="24644"/>
                  <a:pt x="397091" y="24644"/>
                </a:cubicBezTo>
                <a:cubicBezTo>
                  <a:pt x="393419" y="24644"/>
                  <a:pt x="390463" y="23348"/>
                  <a:pt x="388223" y="20756"/>
                </a:cubicBezTo>
                <a:cubicBezTo>
                  <a:pt x="385982" y="18163"/>
                  <a:pt x="384862" y="15211"/>
                  <a:pt x="384862" y="11899"/>
                </a:cubicBezTo>
                <a:close/>
                <a:moveTo>
                  <a:pt x="470922" y="102684"/>
                </a:moveTo>
                <a:cubicBezTo>
                  <a:pt x="470922" y="110214"/>
                  <a:pt x="471498" y="114866"/>
                  <a:pt x="472649" y="116639"/>
                </a:cubicBezTo>
                <a:cubicBezTo>
                  <a:pt x="473801" y="118413"/>
                  <a:pt x="476523" y="119486"/>
                  <a:pt x="480817" y="119860"/>
                </a:cubicBezTo>
                <a:cubicBezTo>
                  <a:pt x="481315" y="120358"/>
                  <a:pt x="481580" y="121447"/>
                  <a:pt x="481611" y="123127"/>
                </a:cubicBezTo>
                <a:cubicBezTo>
                  <a:pt x="481642" y="124807"/>
                  <a:pt x="481377" y="125896"/>
                  <a:pt x="480817" y="126394"/>
                </a:cubicBezTo>
                <a:cubicBezTo>
                  <a:pt x="469864" y="126145"/>
                  <a:pt x="462428" y="126021"/>
                  <a:pt x="458507" y="126021"/>
                </a:cubicBezTo>
                <a:cubicBezTo>
                  <a:pt x="451724" y="126021"/>
                  <a:pt x="442980" y="126145"/>
                  <a:pt x="432276" y="126394"/>
                </a:cubicBezTo>
                <a:cubicBezTo>
                  <a:pt x="431778" y="125896"/>
                  <a:pt x="431529" y="124823"/>
                  <a:pt x="431529" y="123174"/>
                </a:cubicBezTo>
                <a:cubicBezTo>
                  <a:pt x="431529" y="121524"/>
                  <a:pt x="431778" y="120420"/>
                  <a:pt x="432276" y="119860"/>
                </a:cubicBezTo>
                <a:cubicBezTo>
                  <a:pt x="438375" y="119362"/>
                  <a:pt x="442202" y="118288"/>
                  <a:pt x="443758" y="116639"/>
                </a:cubicBezTo>
                <a:cubicBezTo>
                  <a:pt x="445314" y="114990"/>
                  <a:pt x="446092" y="110338"/>
                  <a:pt x="446092" y="102684"/>
                </a:cubicBezTo>
                <a:lnTo>
                  <a:pt x="446092" y="66931"/>
                </a:lnTo>
                <a:cubicBezTo>
                  <a:pt x="446092" y="61579"/>
                  <a:pt x="445360" y="58141"/>
                  <a:pt x="443898" y="56616"/>
                </a:cubicBezTo>
                <a:cubicBezTo>
                  <a:pt x="442435" y="55091"/>
                  <a:pt x="439028" y="54080"/>
                  <a:pt x="433676" y="53582"/>
                </a:cubicBezTo>
                <a:cubicBezTo>
                  <a:pt x="432929" y="51155"/>
                  <a:pt x="432774" y="49101"/>
                  <a:pt x="433209" y="47421"/>
                </a:cubicBezTo>
                <a:cubicBezTo>
                  <a:pt x="444038" y="45968"/>
                  <a:pt x="454617" y="43853"/>
                  <a:pt x="464948" y="41073"/>
                </a:cubicBezTo>
                <a:cubicBezTo>
                  <a:pt x="467749" y="41073"/>
                  <a:pt x="469242" y="42169"/>
                  <a:pt x="469429" y="44361"/>
                </a:cubicBezTo>
                <a:cubicBezTo>
                  <a:pt x="469989" y="48179"/>
                  <a:pt x="470393" y="52310"/>
                  <a:pt x="470642" y="56756"/>
                </a:cubicBezTo>
                <a:cubicBezTo>
                  <a:pt x="485827" y="46239"/>
                  <a:pt x="496438" y="41011"/>
                  <a:pt x="502474" y="41073"/>
                </a:cubicBezTo>
                <a:cubicBezTo>
                  <a:pt x="519401" y="41073"/>
                  <a:pt x="527865" y="51280"/>
                  <a:pt x="527865" y="71692"/>
                </a:cubicBezTo>
                <a:lnTo>
                  <a:pt x="527865" y="101563"/>
                </a:lnTo>
                <a:cubicBezTo>
                  <a:pt x="527865" y="109342"/>
                  <a:pt x="528799" y="114274"/>
                  <a:pt x="530666" y="116359"/>
                </a:cubicBezTo>
                <a:cubicBezTo>
                  <a:pt x="532533" y="118444"/>
                  <a:pt x="536515" y="119611"/>
                  <a:pt x="542614" y="119860"/>
                </a:cubicBezTo>
                <a:cubicBezTo>
                  <a:pt x="543237" y="120358"/>
                  <a:pt x="543548" y="121447"/>
                  <a:pt x="543548" y="123127"/>
                </a:cubicBezTo>
                <a:cubicBezTo>
                  <a:pt x="543548" y="124807"/>
                  <a:pt x="543237" y="125896"/>
                  <a:pt x="542614" y="126394"/>
                </a:cubicBezTo>
                <a:cubicBezTo>
                  <a:pt x="531661" y="126145"/>
                  <a:pt x="522606" y="126021"/>
                  <a:pt x="515450" y="126021"/>
                </a:cubicBezTo>
                <a:cubicBezTo>
                  <a:pt x="510596" y="126021"/>
                  <a:pt x="502817" y="126145"/>
                  <a:pt x="492113" y="126394"/>
                </a:cubicBezTo>
                <a:cubicBezTo>
                  <a:pt x="491490" y="125896"/>
                  <a:pt x="491179" y="124823"/>
                  <a:pt x="491179" y="123174"/>
                </a:cubicBezTo>
                <a:cubicBezTo>
                  <a:pt x="491179" y="121524"/>
                  <a:pt x="491490" y="120420"/>
                  <a:pt x="492113" y="119860"/>
                </a:cubicBezTo>
                <a:cubicBezTo>
                  <a:pt x="496344" y="119611"/>
                  <a:pt x="499223" y="118382"/>
                  <a:pt x="500747" y="116172"/>
                </a:cubicBezTo>
                <a:cubicBezTo>
                  <a:pt x="502272" y="113963"/>
                  <a:pt x="503034" y="109094"/>
                  <a:pt x="503034" y="101563"/>
                </a:cubicBezTo>
                <a:lnTo>
                  <a:pt x="503034" y="69638"/>
                </a:lnTo>
                <a:cubicBezTo>
                  <a:pt x="503034" y="60054"/>
                  <a:pt x="498585" y="55262"/>
                  <a:pt x="489685" y="55262"/>
                </a:cubicBezTo>
                <a:cubicBezTo>
                  <a:pt x="485889" y="55262"/>
                  <a:pt x="479635" y="58250"/>
                  <a:pt x="470922" y="64224"/>
                </a:cubicBezTo>
                <a:lnTo>
                  <a:pt x="470922" y="64597"/>
                </a:lnTo>
                <a:lnTo>
                  <a:pt x="470922" y="102684"/>
                </a:lnTo>
                <a:close/>
                <a:moveTo>
                  <a:pt x="600027" y="70834"/>
                </a:moveTo>
                <a:cubicBezTo>
                  <a:pt x="600027" y="56035"/>
                  <a:pt x="595764" y="48666"/>
                  <a:pt x="587238" y="48728"/>
                </a:cubicBezTo>
                <a:cubicBezTo>
                  <a:pt x="583442" y="48728"/>
                  <a:pt x="580673" y="50165"/>
                  <a:pt x="578930" y="53040"/>
                </a:cubicBezTo>
                <a:cubicBezTo>
                  <a:pt x="577188" y="55914"/>
                  <a:pt x="576316" y="60776"/>
                  <a:pt x="576316" y="67625"/>
                </a:cubicBezTo>
                <a:cubicBezTo>
                  <a:pt x="576316" y="83281"/>
                  <a:pt x="580766" y="91108"/>
                  <a:pt x="589665" y="91108"/>
                </a:cubicBezTo>
                <a:cubicBezTo>
                  <a:pt x="592715" y="91108"/>
                  <a:pt x="595204" y="89764"/>
                  <a:pt x="597133" y="87074"/>
                </a:cubicBezTo>
                <a:cubicBezTo>
                  <a:pt x="599062" y="84382"/>
                  <a:pt x="600027" y="78969"/>
                  <a:pt x="600027" y="70834"/>
                </a:cubicBezTo>
                <a:moveTo>
                  <a:pt x="577997" y="130875"/>
                </a:moveTo>
                <a:cubicBezTo>
                  <a:pt x="574325" y="130875"/>
                  <a:pt x="571524" y="130502"/>
                  <a:pt x="569595" y="129755"/>
                </a:cubicBezTo>
                <a:cubicBezTo>
                  <a:pt x="568164" y="132333"/>
                  <a:pt x="567479" y="137304"/>
                  <a:pt x="567542" y="144667"/>
                </a:cubicBezTo>
                <a:cubicBezTo>
                  <a:pt x="567542" y="149827"/>
                  <a:pt x="569549" y="154325"/>
                  <a:pt x="573563" y="158162"/>
                </a:cubicBezTo>
                <a:cubicBezTo>
                  <a:pt x="577577" y="162001"/>
                  <a:pt x="582633" y="163920"/>
                  <a:pt x="588732" y="163920"/>
                </a:cubicBezTo>
                <a:cubicBezTo>
                  <a:pt x="593461" y="163920"/>
                  <a:pt x="597802" y="163669"/>
                  <a:pt x="601754" y="163165"/>
                </a:cubicBezTo>
                <a:cubicBezTo>
                  <a:pt x="605706" y="162661"/>
                  <a:pt x="609019" y="161654"/>
                  <a:pt x="611695" y="160143"/>
                </a:cubicBezTo>
                <a:cubicBezTo>
                  <a:pt x="614683" y="158443"/>
                  <a:pt x="616985" y="155878"/>
                  <a:pt x="618603" y="152447"/>
                </a:cubicBezTo>
                <a:cubicBezTo>
                  <a:pt x="620221" y="149019"/>
                  <a:pt x="621030" y="145447"/>
                  <a:pt x="621030" y="141733"/>
                </a:cubicBezTo>
                <a:cubicBezTo>
                  <a:pt x="621030" y="134494"/>
                  <a:pt x="606686" y="130875"/>
                  <a:pt x="577997" y="130875"/>
                </a:cubicBezTo>
                <a:moveTo>
                  <a:pt x="633819" y="50408"/>
                </a:moveTo>
                <a:cubicBezTo>
                  <a:pt x="631641" y="50408"/>
                  <a:pt x="629727" y="49724"/>
                  <a:pt x="628078" y="48355"/>
                </a:cubicBezTo>
                <a:cubicBezTo>
                  <a:pt x="626429" y="46984"/>
                  <a:pt x="625355" y="45537"/>
                  <a:pt x="624858" y="44014"/>
                </a:cubicBezTo>
                <a:cubicBezTo>
                  <a:pt x="624111" y="42489"/>
                  <a:pt x="622897" y="41758"/>
                  <a:pt x="621217" y="41820"/>
                </a:cubicBezTo>
                <a:cubicBezTo>
                  <a:pt x="620221" y="41820"/>
                  <a:pt x="618541" y="42527"/>
                  <a:pt x="616176" y="43941"/>
                </a:cubicBezTo>
                <a:cubicBezTo>
                  <a:pt x="613811" y="45355"/>
                  <a:pt x="612256" y="46523"/>
                  <a:pt x="611509" y="47444"/>
                </a:cubicBezTo>
                <a:cubicBezTo>
                  <a:pt x="619412" y="53831"/>
                  <a:pt x="623364" y="61445"/>
                  <a:pt x="623364" y="70286"/>
                </a:cubicBezTo>
                <a:cubicBezTo>
                  <a:pt x="623364" y="78316"/>
                  <a:pt x="620237" y="85070"/>
                  <a:pt x="613983" y="90548"/>
                </a:cubicBezTo>
                <a:cubicBezTo>
                  <a:pt x="607728" y="96025"/>
                  <a:pt x="599311" y="98763"/>
                  <a:pt x="588732" y="98763"/>
                </a:cubicBezTo>
                <a:cubicBezTo>
                  <a:pt x="582322" y="98763"/>
                  <a:pt x="577654" y="98043"/>
                  <a:pt x="574729" y="96604"/>
                </a:cubicBezTo>
                <a:cubicBezTo>
                  <a:pt x="574605" y="96859"/>
                  <a:pt x="574247" y="97591"/>
                  <a:pt x="573656" y="98801"/>
                </a:cubicBezTo>
                <a:cubicBezTo>
                  <a:pt x="573065" y="100011"/>
                  <a:pt x="572629" y="101077"/>
                  <a:pt x="572349" y="102001"/>
                </a:cubicBezTo>
                <a:cubicBezTo>
                  <a:pt x="572069" y="102923"/>
                  <a:pt x="571929" y="103861"/>
                  <a:pt x="571929" y="104816"/>
                </a:cubicBezTo>
                <a:cubicBezTo>
                  <a:pt x="571929" y="110240"/>
                  <a:pt x="574792" y="112952"/>
                  <a:pt x="580517" y="112952"/>
                </a:cubicBezTo>
                <a:cubicBezTo>
                  <a:pt x="590101" y="112952"/>
                  <a:pt x="600042" y="113452"/>
                  <a:pt x="610342" y="114451"/>
                </a:cubicBezTo>
                <a:cubicBezTo>
                  <a:pt x="620641" y="115449"/>
                  <a:pt x="627471" y="117040"/>
                  <a:pt x="630832" y="119224"/>
                </a:cubicBezTo>
                <a:cubicBezTo>
                  <a:pt x="637180" y="123592"/>
                  <a:pt x="640354" y="129427"/>
                  <a:pt x="640354" y="136730"/>
                </a:cubicBezTo>
                <a:cubicBezTo>
                  <a:pt x="640354" y="146667"/>
                  <a:pt x="634395" y="154959"/>
                  <a:pt x="622477" y="161604"/>
                </a:cubicBezTo>
                <a:cubicBezTo>
                  <a:pt x="610560" y="168251"/>
                  <a:pt x="597538" y="171575"/>
                  <a:pt x="583411" y="171575"/>
                </a:cubicBezTo>
                <a:cubicBezTo>
                  <a:pt x="569906" y="171575"/>
                  <a:pt x="560136" y="169490"/>
                  <a:pt x="554099" y="165321"/>
                </a:cubicBezTo>
                <a:cubicBezTo>
                  <a:pt x="549121" y="161898"/>
                  <a:pt x="546663" y="155581"/>
                  <a:pt x="546725" y="146371"/>
                </a:cubicBezTo>
                <a:cubicBezTo>
                  <a:pt x="546725" y="144566"/>
                  <a:pt x="548529" y="141501"/>
                  <a:pt x="552139" y="137176"/>
                </a:cubicBezTo>
                <a:cubicBezTo>
                  <a:pt x="555748" y="132851"/>
                  <a:pt x="559482" y="129537"/>
                  <a:pt x="563341" y="127234"/>
                </a:cubicBezTo>
                <a:cubicBezTo>
                  <a:pt x="559669" y="126114"/>
                  <a:pt x="557055" y="124340"/>
                  <a:pt x="555500" y="121913"/>
                </a:cubicBezTo>
                <a:cubicBezTo>
                  <a:pt x="553819" y="119362"/>
                  <a:pt x="552979" y="116437"/>
                  <a:pt x="552979" y="113139"/>
                </a:cubicBezTo>
                <a:cubicBezTo>
                  <a:pt x="552979" y="111293"/>
                  <a:pt x="554644" y="108333"/>
                  <a:pt x="557973" y="104259"/>
                </a:cubicBezTo>
                <a:cubicBezTo>
                  <a:pt x="561303" y="100185"/>
                  <a:pt x="564679" y="96652"/>
                  <a:pt x="568102" y="93661"/>
                </a:cubicBezTo>
                <a:cubicBezTo>
                  <a:pt x="563621" y="91197"/>
                  <a:pt x="560043" y="87718"/>
                  <a:pt x="557367" y="83223"/>
                </a:cubicBezTo>
                <a:cubicBezTo>
                  <a:pt x="554691" y="78727"/>
                  <a:pt x="553353" y="74108"/>
                  <a:pt x="553353" y="69367"/>
                </a:cubicBezTo>
                <a:cubicBezTo>
                  <a:pt x="553353" y="60217"/>
                  <a:pt x="557678" y="52809"/>
                  <a:pt x="566328" y="47144"/>
                </a:cubicBezTo>
                <a:cubicBezTo>
                  <a:pt x="572551" y="43035"/>
                  <a:pt x="580081" y="41011"/>
                  <a:pt x="588918" y="41073"/>
                </a:cubicBezTo>
                <a:cubicBezTo>
                  <a:pt x="596822" y="41073"/>
                  <a:pt x="602174" y="41848"/>
                  <a:pt x="604974" y="43398"/>
                </a:cubicBezTo>
                <a:cubicBezTo>
                  <a:pt x="608148" y="40553"/>
                  <a:pt x="612131" y="37930"/>
                  <a:pt x="616923" y="35528"/>
                </a:cubicBezTo>
                <a:cubicBezTo>
                  <a:pt x="621715" y="33126"/>
                  <a:pt x="626071" y="31925"/>
                  <a:pt x="629992" y="31925"/>
                </a:cubicBezTo>
                <a:cubicBezTo>
                  <a:pt x="633415" y="31925"/>
                  <a:pt x="636324" y="32947"/>
                  <a:pt x="638720" y="34991"/>
                </a:cubicBezTo>
                <a:cubicBezTo>
                  <a:pt x="641116" y="37033"/>
                  <a:pt x="642314" y="39076"/>
                  <a:pt x="642314" y="41120"/>
                </a:cubicBezTo>
                <a:cubicBezTo>
                  <a:pt x="642252" y="47312"/>
                  <a:pt x="639420" y="50408"/>
                  <a:pt x="633819" y="50408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6bc5ce35945f6"/>
          <a:stretch xmlns:a="http://schemas.openxmlformats.org/drawingml/2006/main"/>
        </p:blipFill>
        <p:spPr>
          <a:xfrm xmlns:a="http://schemas.openxmlformats.org/drawingml/2006/main">
            <a:off x="9869934" y="2018567"/>
            <a:ext cx="497062" cy="497062"/>
          </a:xfrm>
          <a:prstGeom xmlns:a="http://schemas.openxmlformats.org/drawingml/2006/main" prst="rect">
            <a:avLst/>
          </a:prstGeom>
        </p:spPr>
      </p:pic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E0422-5915-410E-A377-DA830029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770" y="2284085"/>
            <a:ext cx="2029368" cy="95612"/>
          </a:xfrm>
          <a:custGeom xmlns:a="http://schemas.openxmlformats.org/drawingml/2006/main">
            <a:pathLst>
              <a:path w="2029368" h="95612">
                <a:moveTo>
                  <a:pt x="95612" y="0"/>
                </a:moveTo>
                <a:lnTo>
                  <a:pt x="0" y="47806"/>
                </a:lnTo>
                <a:lnTo>
                  <a:pt x="95612" y="95612"/>
                </a:lnTo>
                <a:lnTo>
                  <a:pt x="95612" y="63751"/>
                </a:lnTo>
                <a:lnTo>
                  <a:pt x="2029368" y="63751"/>
                </a:lnTo>
                <a:lnTo>
                  <a:pt x="2029368" y="31861"/>
                </a:lnTo>
                <a:lnTo>
                  <a:pt x="95612" y="31861"/>
                </a:lnTo>
                <a:lnTo>
                  <a:pt x="95612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61235148e407e"/>
          <a:stretch xmlns:a="http://schemas.openxmlformats.org/drawingml/2006/main"/>
        </p:blipFill>
        <p:spPr>
          <a:xfrm xmlns:a="http://schemas.openxmlformats.org/drawingml/2006/main">
            <a:off x="7247606" y="2007965"/>
            <a:ext cx="494919" cy="494919"/>
          </a:xfrm>
          <a:prstGeom xmlns:a="http://schemas.openxmlformats.org/drawingml/2006/main" prst="rect">
            <a:avLst/>
          </a:prstGeom>
        </p:spPr>
      </p:pic>
      <p:sp>
        <p:nvSpPr>
          <p:cNvPr id="111" name="Text Data">
            <a:extLst xmlns:a="http://schemas.openxmlformats.org/drawingml/2006/main">
              <a:ext uri="{FF2B5EF4-FFF2-40B4-BE49-F238E27FC236}">
                <a16:creationId xmlns:a16="http://schemas.microsoft.com/office/drawing/2014/main" id="{823FE692-E6AD-4228-9C91-D946F3F1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840" y="2571567"/>
            <a:ext cx="398354" cy="125710"/>
          </a:xfrm>
          <a:custGeom xmlns:a="http://schemas.openxmlformats.org/drawingml/2006/main">
            <a:pathLst>
              <a:path w="398354" h="125710">
                <a:moveTo>
                  <a:pt x="43967" y="101260"/>
                </a:moveTo>
                <a:cubicBezTo>
                  <a:pt x="43967" y="107405"/>
                  <a:pt x="45274" y="111482"/>
                  <a:pt x="47888" y="113489"/>
                </a:cubicBezTo>
                <a:cubicBezTo>
                  <a:pt x="50502" y="115496"/>
                  <a:pt x="55325" y="116499"/>
                  <a:pt x="62357" y="116499"/>
                </a:cubicBezTo>
                <a:cubicBezTo>
                  <a:pt x="66278" y="116499"/>
                  <a:pt x="70183" y="115669"/>
                  <a:pt x="74072" y="114008"/>
                </a:cubicBezTo>
                <a:cubicBezTo>
                  <a:pt x="77962" y="112345"/>
                  <a:pt x="81727" y="109773"/>
                  <a:pt x="85367" y="106292"/>
                </a:cubicBezTo>
                <a:cubicBezTo>
                  <a:pt x="89008" y="102811"/>
                  <a:pt x="91980" y="97888"/>
                  <a:pt x="94282" y="91523"/>
                </a:cubicBezTo>
                <a:cubicBezTo>
                  <a:pt x="96585" y="85155"/>
                  <a:pt x="97736" y="77801"/>
                  <a:pt x="97736" y="69460"/>
                </a:cubicBezTo>
                <a:cubicBezTo>
                  <a:pt x="97736" y="62813"/>
                  <a:pt x="97503" y="56918"/>
                  <a:pt x="97036" y="51776"/>
                </a:cubicBezTo>
                <a:cubicBezTo>
                  <a:pt x="96569" y="46633"/>
                  <a:pt x="95480" y="41176"/>
                  <a:pt x="93769" y="35405"/>
                </a:cubicBezTo>
                <a:cubicBezTo>
                  <a:pt x="92057" y="29635"/>
                  <a:pt x="89770" y="24853"/>
                  <a:pt x="86908" y="21059"/>
                </a:cubicBezTo>
                <a:cubicBezTo>
                  <a:pt x="84045" y="17265"/>
                  <a:pt x="79969" y="14113"/>
                  <a:pt x="74679" y="11604"/>
                </a:cubicBezTo>
                <a:cubicBezTo>
                  <a:pt x="69389" y="9096"/>
                  <a:pt x="63104" y="7841"/>
                  <a:pt x="55823" y="7841"/>
                </a:cubicBezTo>
                <a:cubicBezTo>
                  <a:pt x="47919" y="7841"/>
                  <a:pt x="43967" y="12670"/>
                  <a:pt x="43967" y="22328"/>
                </a:cubicBezTo>
                <a:lnTo>
                  <a:pt x="43967" y="101260"/>
                </a:lnTo>
                <a:moveTo>
                  <a:pt x="30805" y="123780"/>
                </a:moveTo>
                <a:lnTo>
                  <a:pt x="1307" y="124154"/>
                </a:lnTo>
                <a:cubicBezTo>
                  <a:pt x="436" y="123531"/>
                  <a:pt x="0" y="122427"/>
                  <a:pt x="0" y="120840"/>
                </a:cubicBezTo>
                <a:cubicBezTo>
                  <a:pt x="0" y="119253"/>
                  <a:pt x="436" y="118179"/>
                  <a:pt x="1307" y="117619"/>
                </a:cubicBezTo>
                <a:cubicBezTo>
                  <a:pt x="4481" y="117495"/>
                  <a:pt x="6846" y="117277"/>
                  <a:pt x="8401" y="116966"/>
                </a:cubicBezTo>
                <a:cubicBezTo>
                  <a:pt x="9957" y="116655"/>
                  <a:pt x="11529" y="115955"/>
                  <a:pt x="13115" y="114866"/>
                </a:cubicBezTo>
                <a:cubicBezTo>
                  <a:pt x="14702" y="113775"/>
                  <a:pt x="15776" y="112061"/>
                  <a:pt x="16336" y="109726"/>
                </a:cubicBezTo>
                <a:cubicBezTo>
                  <a:pt x="16896" y="107390"/>
                  <a:pt x="17176" y="104291"/>
                  <a:pt x="17176" y="100429"/>
                </a:cubicBezTo>
                <a:lnTo>
                  <a:pt x="17176" y="23725"/>
                </a:lnTo>
                <a:cubicBezTo>
                  <a:pt x="17176" y="19925"/>
                  <a:pt x="16896" y="16842"/>
                  <a:pt x="16336" y="14475"/>
                </a:cubicBezTo>
                <a:cubicBezTo>
                  <a:pt x="15776" y="12108"/>
                  <a:pt x="14702" y="10380"/>
                  <a:pt x="13115" y="9291"/>
                </a:cubicBezTo>
                <a:cubicBezTo>
                  <a:pt x="11529" y="8200"/>
                  <a:pt x="9973" y="7499"/>
                  <a:pt x="8448" y="7188"/>
                </a:cubicBezTo>
                <a:cubicBezTo>
                  <a:pt x="6923" y="6877"/>
                  <a:pt x="4543" y="6659"/>
                  <a:pt x="1307" y="6534"/>
                </a:cubicBezTo>
                <a:cubicBezTo>
                  <a:pt x="436" y="5912"/>
                  <a:pt x="0" y="4792"/>
                  <a:pt x="0" y="3174"/>
                </a:cubicBezTo>
                <a:cubicBezTo>
                  <a:pt x="0" y="1556"/>
                  <a:pt x="436" y="498"/>
                  <a:pt x="1307" y="0"/>
                </a:cubicBezTo>
                <a:cubicBezTo>
                  <a:pt x="15807" y="249"/>
                  <a:pt x="25640" y="373"/>
                  <a:pt x="30805" y="373"/>
                </a:cubicBezTo>
                <a:cubicBezTo>
                  <a:pt x="33108" y="373"/>
                  <a:pt x="37091" y="342"/>
                  <a:pt x="42754" y="280"/>
                </a:cubicBezTo>
                <a:cubicBezTo>
                  <a:pt x="48417" y="218"/>
                  <a:pt x="53022" y="187"/>
                  <a:pt x="56569" y="187"/>
                </a:cubicBezTo>
                <a:cubicBezTo>
                  <a:pt x="79097" y="187"/>
                  <a:pt x="96398" y="6246"/>
                  <a:pt x="108471" y="18363"/>
                </a:cubicBezTo>
                <a:cubicBezTo>
                  <a:pt x="120544" y="30479"/>
                  <a:pt x="126581" y="45913"/>
                  <a:pt x="126581" y="64664"/>
                </a:cubicBezTo>
                <a:cubicBezTo>
                  <a:pt x="126581" y="74252"/>
                  <a:pt x="125181" y="82875"/>
                  <a:pt x="122380" y="90534"/>
                </a:cubicBezTo>
                <a:cubicBezTo>
                  <a:pt x="119580" y="98192"/>
                  <a:pt x="115815" y="104045"/>
                  <a:pt x="111085" y="108092"/>
                </a:cubicBezTo>
                <a:cubicBezTo>
                  <a:pt x="98825" y="118800"/>
                  <a:pt x="82396" y="124154"/>
                  <a:pt x="61797" y="124154"/>
                </a:cubicBezTo>
                <a:cubicBezTo>
                  <a:pt x="59245" y="124154"/>
                  <a:pt x="54080" y="124092"/>
                  <a:pt x="46301" y="123967"/>
                </a:cubicBezTo>
                <a:cubicBezTo>
                  <a:pt x="38522" y="123843"/>
                  <a:pt x="33357" y="123780"/>
                  <a:pt x="30805" y="123780"/>
                </a:cubicBezTo>
                <a:close/>
                <a:moveTo>
                  <a:pt x="192590" y="114539"/>
                </a:moveTo>
                <a:lnTo>
                  <a:pt x="191377" y="114632"/>
                </a:lnTo>
                <a:cubicBezTo>
                  <a:pt x="187954" y="117308"/>
                  <a:pt x="183909" y="119813"/>
                  <a:pt x="179241" y="122147"/>
                </a:cubicBezTo>
                <a:cubicBezTo>
                  <a:pt x="174574" y="124481"/>
                  <a:pt x="170964" y="125647"/>
                  <a:pt x="168413" y="125647"/>
                </a:cubicBezTo>
                <a:cubicBezTo>
                  <a:pt x="152481" y="125647"/>
                  <a:pt x="144515" y="118914"/>
                  <a:pt x="144515" y="105446"/>
                </a:cubicBezTo>
                <a:cubicBezTo>
                  <a:pt x="144515" y="98577"/>
                  <a:pt x="147254" y="93318"/>
                  <a:pt x="152730" y="89667"/>
                </a:cubicBezTo>
                <a:cubicBezTo>
                  <a:pt x="158207" y="86017"/>
                  <a:pt x="166888" y="82344"/>
                  <a:pt x="178774" y="78649"/>
                </a:cubicBezTo>
                <a:lnTo>
                  <a:pt x="191563" y="74679"/>
                </a:lnTo>
                <a:cubicBezTo>
                  <a:pt x="191563" y="63415"/>
                  <a:pt x="190287" y="55900"/>
                  <a:pt x="187736" y="52135"/>
                </a:cubicBezTo>
                <a:cubicBezTo>
                  <a:pt x="185184" y="48370"/>
                  <a:pt x="181544" y="46488"/>
                  <a:pt x="176814" y="46488"/>
                </a:cubicBezTo>
                <a:cubicBezTo>
                  <a:pt x="171836" y="46488"/>
                  <a:pt x="169160" y="47943"/>
                  <a:pt x="168786" y="50855"/>
                </a:cubicBezTo>
                <a:cubicBezTo>
                  <a:pt x="168662" y="51613"/>
                  <a:pt x="168646" y="52451"/>
                  <a:pt x="168739" y="53369"/>
                </a:cubicBezTo>
                <a:cubicBezTo>
                  <a:pt x="168833" y="54287"/>
                  <a:pt x="168942" y="55094"/>
                  <a:pt x="169066" y="55790"/>
                </a:cubicBezTo>
                <a:cubicBezTo>
                  <a:pt x="169191" y="56487"/>
                  <a:pt x="169315" y="57231"/>
                  <a:pt x="169440" y="58022"/>
                </a:cubicBezTo>
                <a:cubicBezTo>
                  <a:pt x="169564" y="58812"/>
                  <a:pt x="169626" y="59491"/>
                  <a:pt x="169626" y="60061"/>
                </a:cubicBezTo>
                <a:cubicBezTo>
                  <a:pt x="169626" y="62465"/>
                  <a:pt x="168475" y="64569"/>
                  <a:pt x="166172" y="66374"/>
                </a:cubicBezTo>
                <a:cubicBezTo>
                  <a:pt x="163870" y="68177"/>
                  <a:pt x="161069" y="69078"/>
                  <a:pt x="157771" y="69078"/>
                </a:cubicBezTo>
                <a:cubicBezTo>
                  <a:pt x="154224" y="69078"/>
                  <a:pt x="151688" y="68207"/>
                  <a:pt x="150163" y="66464"/>
                </a:cubicBezTo>
                <a:cubicBezTo>
                  <a:pt x="148638" y="64722"/>
                  <a:pt x="147876" y="62357"/>
                  <a:pt x="147876" y="59370"/>
                </a:cubicBezTo>
                <a:cubicBezTo>
                  <a:pt x="147876" y="55449"/>
                  <a:pt x="149883" y="51855"/>
                  <a:pt x="153897" y="48588"/>
                </a:cubicBezTo>
                <a:cubicBezTo>
                  <a:pt x="157911" y="45321"/>
                  <a:pt x="162594" y="42878"/>
                  <a:pt x="167946" y="41260"/>
                </a:cubicBezTo>
                <a:cubicBezTo>
                  <a:pt x="173298" y="39642"/>
                  <a:pt x="178432" y="38833"/>
                  <a:pt x="183349" y="38833"/>
                </a:cubicBezTo>
                <a:cubicBezTo>
                  <a:pt x="205130" y="38833"/>
                  <a:pt x="216021" y="49771"/>
                  <a:pt x="216021" y="71648"/>
                </a:cubicBezTo>
                <a:lnTo>
                  <a:pt x="215647" y="99343"/>
                </a:lnTo>
                <a:cubicBezTo>
                  <a:pt x="215647" y="104225"/>
                  <a:pt x="216036" y="107589"/>
                  <a:pt x="216814" y="109437"/>
                </a:cubicBezTo>
                <a:cubicBezTo>
                  <a:pt x="217592" y="111282"/>
                  <a:pt x="218977" y="112205"/>
                  <a:pt x="220968" y="112205"/>
                </a:cubicBezTo>
                <a:cubicBezTo>
                  <a:pt x="224017" y="112205"/>
                  <a:pt x="226693" y="111298"/>
                  <a:pt x="228996" y="109483"/>
                </a:cubicBezTo>
                <a:cubicBezTo>
                  <a:pt x="231299" y="111452"/>
                  <a:pt x="232450" y="113292"/>
                  <a:pt x="232450" y="115006"/>
                </a:cubicBezTo>
                <a:cubicBezTo>
                  <a:pt x="224920" y="122162"/>
                  <a:pt x="216581" y="125710"/>
                  <a:pt x="207432" y="125647"/>
                </a:cubicBezTo>
                <a:cubicBezTo>
                  <a:pt x="198782" y="125710"/>
                  <a:pt x="193835" y="122007"/>
                  <a:pt x="192590" y="114539"/>
                </a:cubicBezTo>
                <a:moveTo>
                  <a:pt x="191563" y="82112"/>
                </a:moveTo>
                <a:lnTo>
                  <a:pt x="181575" y="85254"/>
                </a:lnTo>
                <a:cubicBezTo>
                  <a:pt x="178401" y="86245"/>
                  <a:pt x="175803" y="87392"/>
                  <a:pt x="173780" y="88693"/>
                </a:cubicBezTo>
                <a:cubicBezTo>
                  <a:pt x="171758" y="89992"/>
                  <a:pt x="170326" y="91462"/>
                  <a:pt x="169486" y="93104"/>
                </a:cubicBezTo>
                <a:cubicBezTo>
                  <a:pt x="168646" y="94745"/>
                  <a:pt x="168102" y="96201"/>
                  <a:pt x="167853" y="97471"/>
                </a:cubicBezTo>
                <a:cubicBezTo>
                  <a:pt x="167604" y="98741"/>
                  <a:pt x="167479" y="100460"/>
                  <a:pt x="167479" y="102628"/>
                </a:cubicBezTo>
                <a:cubicBezTo>
                  <a:pt x="167479" y="105969"/>
                  <a:pt x="168366" y="108743"/>
                  <a:pt x="170140" y="110951"/>
                </a:cubicBezTo>
                <a:cubicBezTo>
                  <a:pt x="171913" y="113156"/>
                  <a:pt x="174729" y="114259"/>
                  <a:pt x="178588" y="114259"/>
                </a:cubicBezTo>
                <a:cubicBezTo>
                  <a:pt x="181513" y="114259"/>
                  <a:pt x="185838" y="111915"/>
                  <a:pt x="191563" y="107229"/>
                </a:cubicBezTo>
                <a:lnTo>
                  <a:pt x="191563" y="82112"/>
                </a:lnTo>
                <a:close/>
                <a:moveTo>
                  <a:pt x="245255" y="40700"/>
                </a:moveTo>
                <a:lnTo>
                  <a:pt x="250576" y="40700"/>
                </a:lnTo>
                <a:cubicBezTo>
                  <a:pt x="250576" y="27859"/>
                  <a:pt x="251292" y="20508"/>
                  <a:pt x="252723" y="18646"/>
                </a:cubicBezTo>
                <a:cubicBezTo>
                  <a:pt x="253096" y="18150"/>
                  <a:pt x="253859" y="17655"/>
                  <a:pt x="255010" y="17159"/>
                </a:cubicBezTo>
                <a:cubicBezTo>
                  <a:pt x="256161" y="16661"/>
                  <a:pt x="257577" y="16148"/>
                  <a:pt x="259257" y="15621"/>
                </a:cubicBezTo>
                <a:cubicBezTo>
                  <a:pt x="260938" y="15094"/>
                  <a:pt x="262120" y="14675"/>
                  <a:pt x="262805" y="14364"/>
                </a:cubicBezTo>
                <a:cubicBezTo>
                  <a:pt x="264298" y="13744"/>
                  <a:pt x="266430" y="13031"/>
                  <a:pt x="269199" y="12226"/>
                </a:cubicBezTo>
                <a:cubicBezTo>
                  <a:pt x="271968" y="11419"/>
                  <a:pt x="273695" y="11015"/>
                  <a:pt x="274380" y="11015"/>
                </a:cubicBezTo>
                <a:cubicBezTo>
                  <a:pt x="275376" y="11015"/>
                  <a:pt x="275873" y="11573"/>
                  <a:pt x="275873" y="12690"/>
                </a:cubicBezTo>
                <a:cubicBezTo>
                  <a:pt x="275500" y="18646"/>
                  <a:pt x="275158" y="25843"/>
                  <a:pt x="274847" y="34279"/>
                </a:cubicBezTo>
                <a:lnTo>
                  <a:pt x="274660" y="40700"/>
                </a:lnTo>
                <a:lnTo>
                  <a:pt x="297064" y="40700"/>
                </a:lnTo>
                <a:cubicBezTo>
                  <a:pt x="298059" y="40700"/>
                  <a:pt x="298557" y="41077"/>
                  <a:pt x="298557" y="41832"/>
                </a:cubicBezTo>
                <a:lnTo>
                  <a:pt x="298557" y="47865"/>
                </a:lnTo>
                <a:cubicBezTo>
                  <a:pt x="298557" y="49560"/>
                  <a:pt x="297032" y="50408"/>
                  <a:pt x="293983" y="50408"/>
                </a:cubicBezTo>
                <a:lnTo>
                  <a:pt x="274660" y="50408"/>
                </a:lnTo>
                <a:cubicBezTo>
                  <a:pt x="274660" y="57553"/>
                  <a:pt x="274691" y="66905"/>
                  <a:pt x="274753" y="78463"/>
                </a:cubicBezTo>
                <a:cubicBezTo>
                  <a:pt x="274815" y="90020"/>
                  <a:pt x="274847" y="97012"/>
                  <a:pt x="274847" y="99437"/>
                </a:cubicBezTo>
                <a:cubicBezTo>
                  <a:pt x="274847" y="103910"/>
                  <a:pt x="275656" y="107157"/>
                  <a:pt x="277274" y="109177"/>
                </a:cubicBezTo>
                <a:cubicBezTo>
                  <a:pt x="278892" y="111196"/>
                  <a:pt x="280914" y="112205"/>
                  <a:pt x="283341" y="112205"/>
                </a:cubicBezTo>
                <a:cubicBezTo>
                  <a:pt x="288320" y="112205"/>
                  <a:pt x="291929" y="111304"/>
                  <a:pt x="294170" y="109501"/>
                </a:cubicBezTo>
                <a:cubicBezTo>
                  <a:pt x="296472" y="111436"/>
                  <a:pt x="297624" y="113246"/>
                  <a:pt x="297624" y="114930"/>
                </a:cubicBezTo>
                <a:cubicBezTo>
                  <a:pt x="295570" y="117750"/>
                  <a:pt x="292007" y="120241"/>
                  <a:pt x="286935" y="122404"/>
                </a:cubicBezTo>
                <a:cubicBezTo>
                  <a:pt x="281863" y="124566"/>
                  <a:pt x="276776" y="125647"/>
                  <a:pt x="271673" y="125647"/>
                </a:cubicBezTo>
                <a:cubicBezTo>
                  <a:pt x="265325" y="125647"/>
                  <a:pt x="260035" y="123874"/>
                  <a:pt x="255803" y="120327"/>
                </a:cubicBezTo>
                <a:cubicBezTo>
                  <a:pt x="252007" y="117028"/>
                  <a:pt x="250078" y="111489"/>
                  <a:pt x="250016" y="103710"/>
                </a:cubicBezTo>
                <a:cubicBezTo>
                  <a:pt x="250016" y="84854"/>
                  <a:pt x="250203" y="67087"/>
                  <a:pt x="250576" y="50408"/>
                </a:cubicBezTo>
                <a:lnTo>
                  <a:pt x="238161" y="50408"/>
                </a:lnTo>
                <a:cubicBezTo>
                  <a:pt x="237538" y="50408"/>
                  <a:pt x="237227" y="50000"/>
                  <a:pt x="237227" y="49183"/>
                </a:cubicBezTo>
                <a:lnTo>
                  <a:pt x="237227" y="43623"/>
                </a:lnTo>
                <a:cubicBezTo>
                  <a:pt x="239405" y="41674"/>
                  <a:pt x="242081" y="40700"/>
                  <a:pt x="245255" y="40700"/>
                </a:cubicBezTo>
                <a:close/>
                <a:moveTo>
                  <a:pt x="358494" y="114539"/>
                </a:moveTo>
                <a:lnTo>
                  <a:pt x="357280" y="114632"/>
                </a:lnTo>
                <a:cubicBezTo>
                  <a:pt x="353858" y="117308"/>
                  <a:pt x="349812" y="119813"/>
                  <a:pt x="345145" y="122147"/>
                </a:cubicBezTo>
                <a:cubicBezTo>
                  <a:pt x="340478" y="124481"/>
                  <a:pt x="336868" y="125647"/>
                  <a:pt x="334317" y="125647"/>
                </a:cubicBezTo>
                <a:cubicBezTo>
                  <a:pt x="318385" y="125647"/>
                  <a:pt x="310419" y="118914"/>
                  <a:pt x="310419" y="105446"/>
                </a:cubicBezTo>
                <a:cubicBezTo>
                  <a:pt x="310419" y="98577"/>
                  <a:pt x="313158" y="93318"/>
                  <a:pt x="318634" y="89667"/>
                </a:cubicBezTo>
                <a:cubicBezTo>
                  <a:pt x="324110" y="86017"/>
                  <a:pt x="332792" y="82344"/>
                  <a:pt x="344678" y="78649"/>
                </a:cubicBezTo>
                <a:lnTo>
                  <a:pt x="357467" y="74679"/>
                </a:lnTo>
                <a:cubicBezTo>
                  <a:pt x="357467" y="63415"/>
                  <a:pt x="356191" y="55900"/>
                  <a:pt x="353640" y="52135"/>
                </a:cubicBezTo>
                <a:cubicBezTo>
                  <a:pt x="351088" y="48370"/>
                  <a:pt x="347448" y="46488"/>
                  <a:pt x="342718" y="46488"/>
                </a:cubicBezTo>
                <a:cubicBezTo>
                  <a:pt x="337739" y="46488"/>
                  <a:pt x="335063" y="47943"/>
                  <a:pt x="334690" y="50855"/>
                </a:cubicBezTo>
                <a:cubicBezTo>
                  <a:pt x="334566" y="51613"/>
                  <a:pt x="334550" y="52451"/>
                  <a:pt x="334643" y="53369"/>
                </a:cubicBezTo>
                <a:cubicBezTo>
                  <a:pt x="334737" y="54287"/>
                  <a:pt x="334846" y="55094"/>
                  <a:pt x="334970" y="55790"/>
                </a:cubicBezTo>
                <a:cubicBezTo>
                  <a:pt x="335095" y="56487"/>
                  <a:pt x="335219" y="57231"/>
                  <a:pt x="335343" y="58022"/>
                </a:cubicBezTo>
                <a:cubicBezTo>
                  <a:pt x="335468" y="58812"/>
                  <a:pt x="335530" y="59491"/>
                  <a:pt x="335530" y="60061"/>
                </a:cubicBezTo>
                <a:cubicBezTo>
                  <a:pt x="335530" y="62465"/>
                  <a:pt x="334379" y="64569"/>
                  <a:pt x="332076" y="66374"/>
                </a:cubicBezTo>
                <a:cubicBezTo>
                  <a:pt x="329774" y="68177"/>
                  <a:pt x="326973" y="69078"/>
                  <a:pt x="323675" y="69078"/>
                </a:cubicBezTo>
                <a:cubicBezTo>
                  <a:pt x="320128" y="69078"/>
                  <a:pt x="317592" y="68207"/>
                  <a:pt x="316067" y="66464"/>
                </a:cubicBezTo>
                <a:cubicBezTo>
                  <a:pt x="314542" y="64722"/>
                  <a:pt x="313780" y="62357"/>
                  <a:pt x="313780" y="59370"/>
                </a:cubicBezTo>
                <a:cubicBezTo>
                  <a:pt x="313780" y="55449"/>
                  <a:pt x="315787" y="51855"/>
                  <a:pt x="319801" y="48588"/>
                </a:cubicBezTo>
                <a:cubicBezTo>
                  <a:pt x="323815" y="45321"/>
                  <a:pt x="328498" y="42878"/>
                  <a:pt x="333850" y="41260"/>
                </a:cubicBezTo>
                <a:cubicBezTo>
                  <a:pt x="339202" y="39642"/>
                  <a:pt x="344336" y="38833"/>
                  <a:pt x="349252" y="38833"/>
                </a:cubicBezTo>
                <a:cubicBezTo>
                  <a:pt x="371034" y="38833"/>
                  <a:pt x="381924" y="49771"/>
                  <a:pt x="381924" y="71648"/>
                </a:cubicBezTo>
                <a:lnTo>
                  <a:pt x="381551" y="99343"/>
                </a:lnTo>
                <a:cubicBezTo>
                  <a:pt x="381551" y="104225"/>
                  <a:pt x="381940" y="107589"/>
                  <a:pt x="382718" y="109437"/>
                </a:cubicBezTo>
                <a:cubicBezTo>
                  <a:pt x="383496" y="111282"/>
                  <a:pt x="384880" y="112205"/>
                  <a:pt x="386872" y="112205"/>
                </a:cubicBezTo>
                <a:cubicBezTo>
                  <a:pt x="389921" y="112205"/>
                  <a:pt x="392597" y="111298"/>
                  <a:pt x="394900" y="109483"/>
                </a:cubicBezTo>
                <a:cubicBezTo>
                  <a:pt x="397203" y="111452"/>
                  <a:pt x="398354" y="113292"/>
                  <a:pt x="398354" y="115006"/>
                </a:cubicBezTo>
                <a:cubicBezTo>
                  <a:pt x="390824" y="122162"/>
                  <a:pt x="382485" y="125710"/>
                  <a:pt x="373336" y="125647"/>
                </a:cubicBezTo>
                <a:cubicBezTo>
                  <a:pt x="364686" y="125710"/>
                  <a:pt x="359739" y="122007"/>
                  <a:pt x="358494" y="114539"/>
                </a:cubicBezTo>
                <a:moveTo>
                  <a:pt x="357467" y="82112"/>
                </a:moveTo>
                <a:lnTo>
                  <a:pt x="347479" y="85254"/>
                </a:lnTo>
                <a:cubicBezTo>
                  <a:pt x="344305" y="86245"/>
                  <a:pt x="341707" y="87392"/>
                  <a:pt x="339684" y="88693"/>
                </a:cubicBezTo>
                <a:cubicBezTo>
                  <a:pt x="337662" y="89992"/>
                  <a:pt x="336230" y="91462"/>
                  <a:pt x="335390" y="93104"/>
                </a:cubicBezTo>
                <a:cubicBezTo>
                  <a:pt x="334550" y="94745"/>
                  <a:pt x="334005" y="96201"/>
                  <a:pt x="333757" y="97471"/>
                </a:cubicBezTo>
                <a:cubicBezTo>
                  <a:pt x="333508" y="98741"/>
                  <a:pt x="333383" y="100460"/>
                  <a:pt x="333383" y="102628"/>
                </a:cubicBezTo>
                <a:cubicBezTo>
                  <a:pt x="333383" y="105969"/>
                  <a:pt x="334270" y="108743"/>
                  <a:pt x="336044" y="110951"/>
                </a:cubicBezTo>
                <a:cubicBezTo>
                  <a:pt x="337817" y="113156"/>
                  <a:pt x="340633" y="114259"/>
                  <a:pt x="344492" y="114259"/>
                </a:cubicBezTo>
                <a:cubicBezTo>
                  <a:pt x="347417" y="114259"/>
                  <a:pt x="351742" y="111915"/>
                  <a:pt x="357467" y="107229"/>
                </a:cubicBezTo>
                <a:lnTo>
                  <a:pt x="357467" y="8211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formatting">
            <a:extLst xmlns:a="http://schemas.openxmlformats.org/drawingml/2006/main">
              <a:ext uri="{FF2B5EF4-FFF2-40B4-BE49-F238E27FC236}">
                <a16:creationId xmlns:a16="http://schemas.microsoft.com/office/drawing/2014/main" id="{E1252264-B035-4B2D-A845-7043F6A3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945" y="2791002"/>
            <a:ext cx="940002" cy="179479"/>
          </a:xfrm>
          <a:custGeom xmlns:a="http://schemas.openxmlformats.org/drawingml/2006/main">
            <a:pathLst>
              <a:path w="940002" h="179479">
                <a:moveTo>
                  <a:pt x="40570" y="109370"/>
                </a:moveTo>
                <a:cubicBezTo>
                  <a:pt x="40570" y="117160"/>
                  <a:pt x="41489" y="122098"/>
                  <a:pt x="43327" y="124186"/>
                </a:cubicBezTo>
                <a:cubicBezTo>
                  <a:pt x="45166" y="126274"/>
                  <a:pt x="49170" y="127442"/>
                  <a:pt x="55339" y="127692"/>
                </a:cubicBezTo>
                <a:cubicBezTo>
                  <a:pt x="55962" y="128190"/>
                  <a:pt x="56274" y="129281"/>
                  <a:pt x="56274" y="130963"/>
                </a:cubicBezTo>
                <a:cubicBezTo>
                  <a:pt x="56274" y="132646"/>
                  <a:pt x="55962" y="133737"/>
                  <a:pt x="55339" y="134235"/>
                </a:cubicBezTo>
                <a:cubicBezTo>
                  <a:pt x="44371" y="133986"/>
                  <a:pt x="35304" y="133861"/>
                  <a:pt x="28137" y="133861"/>
                </a:cubicBezTo>
                <a:cubicBezTo>
                  <a:pt x="20721" y="133861"/>
                  <a:pt x="11654" y="133986"/>
                  <a:pt x="935" y="134235"/>
                </a:cubicBezTo>
                <a:cubicBezTo>
                  <a:pt x="312" y="133737"/>
                  <a:pt x="0" y="132662"/>
                  <a:pt x="0" y="131010"/>
                </a:cubicBezTo>
                <a:cubicBezTo>
                  <a:pt x="0" y="129359"/>
                  <a:pt x="312" y="128252"/>
                  <a:pt x="935" y="127692"/>
                </a:cubicBezTo>
                <a:cubicBezTo>
                  <a:pt x="7042" y="127442"/>
                  <a:pt x="11030" y="126274"/>
                  <a:pt x="12900" y="124186"/>
                </a:cubicBezTo>
                <a:cubicBezTo>
                  <a:pt x="14770" y="122098"/>
                  <a:pt x="15704" y="117284"/>
                  <a:pt x="15704" y="109744"/>
                </a:cubicBezTo>
                <a:lnTo>
                  <a:pt x="15704" y="60387"/>
                </a:lnTo>
                <a:lnTo>
                  <a:pt x="6076" y="60387"/>
                </a:lnTo>
                <a:cubicBezTo>
                  <a:pt x="2649" y="60387"/>
                  <a:pt x="935" y="59726"/>
                  <a:pt x="935" y="58404"/>
                </a:cubicBezTo>
                <a:lnTo>
                  <a:pt x="935" y="53213"/>
                </a:lnTo>
                <a:cubicBezTo>
                  <a:pt x="935" y="51514"/>
                  <a:pt x="5733" y="50665"/>
                  <a:pt x="15330" y="50665"/>
                </a:cubicBezTo>
                <a:lnTo>
                  <a:pt x="15704" y="50665"/>
                </a:lnTo>
                <a:lnTo>
                  <a:pt x="15704" y="46827"/>
                </a:lnTo>
                <a:cubicBezTo>
                  <a:pt x="15704" y="38523"/>
                  <a:pt x="16920" y="31655"/>
                  <a:pt x="19350" y="26224"/>
                </a:cubicBezTo>
                <a:cubicBezTo>
                  <a:pt x="21780" y="20790"/>
                  <a:pt x="25083" y="15764"/>
                  <a:pt x="29259" y="11144"/>
                </a:cubicBezTo>
                <a:cubicBezTo>
                  <a:pt x="36176" y="3715"/>
                  <a:pt x="45181" y="0"/>
                  <a:pt x="56274" y="0"/>
                </a:cubicBezTo>
                <a:cubicBezTo>
                  <a:pt x="65310" y="0"/>
                  <a:pt x="71947" y="1538"/>
                  <a:pt x="76185" y="4613"/>
                </a:cubicBezTo>
                <a:cubicBezTo>
                  <a:pt x="80423" y="7686"/>
                  <a:pt x="82541" y="10868"/>
                  <a:pt x="82541" y="14159"/>
                </a:cubicBezTo>
                <a:cubicBezTo>
                  <a:pt x="82541" y="18072"/>
                  <a:pt x="81544" y="21083"/>
                  <a:pt x="79550" y="23194"/>
                </a:cubicBezTo>
                <a:cubicBezTo>
                  <a:pt x="77556" y="25305"/>
                  <a:pt x="74907" y="26361"/>
                  <a:pt x="71605" y="26361"/>
                </a:cubicBezTo>
                <a:cubicBezTo>
                  <a:pt x="68302" y="26361"/>
                  <a:pt x="65435" y="25328"/>
                  <a:pt x="63004" y="23262"/>
                </a:cubicBezTo>
                <a:cubicBezTo>
                  <a:pt x="60574" y="21195"/>
                  <a:pt x="58891" y="18509"/>
                  <a:pt x="57957" y="15202"/>
                </a:cubicBezTo>
                <a:cubicBezTo>
                  <a:pt x="57209" y="12339"/>
                  <a:pt x="56523" y="10367"/>
                  <a:pt x="55900" y="9287"/>
                </a:cubicBezTo>
                <a:cubicBezTo>
                  <a:pt x="55277" y="8206"/>
                  <a:pt x="54186" y="7665"/>
                  <a:pt x="52628" y="7665"/>
                </a:cubicBezTo>
                <a:cubicBezTo>
                  <a:pt x="51631" y="7665"/>
                  <a:pt x="50650" y="7886"/>
                  <a:pt x="49684" y="8328"/>
                </a:cubicBezTo>
                <a:cubicBezTo>
                  <a:pt x="48718" y="8770"/>
                  <a:pt x="47658" y="9670"/>
                  <a:pt x="46506" y="11028"/>
                </a:cubicBezTo>
                <a:cubicBezTo>
                  <a:pt x="45353" y="12385"/>
                  <a:pt x="44356" y="14232"/>
                  <a:pt x="43514" y="16569"/>
                </a:cubicBezTo>
                <a:cubicBezTo>
                  <a:pt x="42673" y="18904"/>
                  <a:pt x="41972" y="22140"/>
                  <a:pt x="41411" y="26276"/>
                </a:cubicBezTo>
                <a:cubicBezTo>
                  <a:pt x="40850" y="30413"/>
                  <a:pt x="40570" y="35259"/>
                  <a:pt x="40570" y="40815"/>
                </a:cubicBezTo>
                <a:lnTo>
                  <a:pt x="40570" y="50665"/>
                </a:lnTo>
                <a:lnTo>
                  <a:pt x="59920" y="50665"/>
                </a:lnTo>
                <a:cubicBezTo>
                  <a:pt x="62475" y="50665"/>
                  <a:pt x="63752" y="51327"/>
                  <a:pt x="63752" y="52649"/>
                </a:cubicBezTo>
                <a:lnTo>
                  <a:pt x="63752" y="57083"/>
                </a:lnTo>
                <a:cubicBezTo>
                  <a:pt x="63752" y="59286"/>
                  <a:pt x="61509" y="60387"/>
                  <a:pt x="57022" y="60387"/>
                </a:cubicBezTo>
                <a:lnTo>
                  <a:pt x="40570" y="60387"/>
                </a:lnTo>
                <a:lnTo>
                  <a:pt x="40570" y="109370"/>
                </a:lnTo>
                <a:close/>
                <a:moveTo>
                  <a:pt x="121356" y="56461"/>
                </a:moveTo>
                <a:cubicBezTo>
                  <a:pt x="110762" y="56461"/>
                  <a:pt x="105465" y="67623"/>
                  <a:pt x="105465" y="89947"/>
                </a:cubicBezTo>
                <a:cubicBezTo>
                  <a:pt x="105465" y="98837"/>
                  <a:pt x="107350" y="107413"/>
                  <a:pt x="111120" y="115674"/>
                </a:cubicBezTo>
                <a:cubicBezTo>
                  <a:pt x="114891" y="123935"/>
                  <a:pt x="120297" y="128066"/>
                  <a:pt x="127339" y="128066"/>
                </a:cubicBezTo>
                <a:cubicBezTo>
                  <a:pt x="131577" y="128066"/>
                  <a:pt x="135285" y="125780"/>
                  <a:pt x="138463" y="121209"/>
                </a:cubicBezTo>
                <a:cubicBezTo>
                  <a:pt x="141641" y="116637"/>
                  <a:pt x="143230" y="109117"/>
                  <a:pt x="143230" y="98649"/>
                </a:cubicBezTo>
                <a:cubicBezTo>
                  <a:pt x="143230" y="85469"/>
                  <a:pt x="141236" y="75142"/>
                  <a:pt x="137248" y="67670"/>
                </a:cubicBezTo>
                <a:cubicBezTo>
                  <a:pt x="133259" y="60197"/>
                  <a:pt x="127962" y="56461"/>
                  <a:pt x="121356" y="56461"/>
                </a:cubicBezTo>
                <a:moveTo>
                  <a:pt x="78730" y="94203"/>
                </a:moveTo>
                <a:cubicBezTo>
                  <a:pt x="78730" y="81408"/>
                  <a:pt x="82220" y="70984"/>
                  <a:pt x="89200" y="62931"/>
                </a:cubicBezTo>
                <a:cubicBezTo>
                  <a:pt x="97426" y="53445"/>
                  <a:pt x="109173" y="48733"/>
                  <a:pt x="124441" y="48796"/>
                </a:cubicBezTo>
                <a:cubicBezTo>
                  <a:pt x="138338" y="48796"/>
                  <a:pt x="149416" y="52883"/>
                  <a:pt x="157673" y="61056"/>
                </a:cubicBezTo>
                <a:cubicBezTo>
                  <a:pt x="165930" y="69230"/>
                  <a:pt x="170059" y="79711"/>
                  <a:pt x="170059" y="92500"/>
                </a:cubicBezTo>
                <a:cubicBezTo>
                  <a:pt x="170059" y="106286"/>
                  <a:pt x="165696" y="117078"/>
                  <a:pt x="156972" y="124876"/>
                </a:cubicBezTo>
                <a:cubicBezTo>
                  <a:pt x="148808" y="132175"/>
                  <a:pt x="137902" y="135793"/>
                  <a:pt x="124254" y="135731"/>
                </a:cubicBezTo>
                <a:cubicBezTo>
                  <a:pt x="111230" y="135731"/>
                  <a:pt x="100386" y="131912"/>
                  <a:pt x="91724" y="124274"/>
                </a:cubicBezTo>
                <a:cubicBezTo>
                  <a:pt x="83061" y="116636"/>
                  <a:pt x="78730" y="106612"/>
                  <a:pt x="78730" y="94203"/>
                </a:cubicBezTo>
                <a:close/>
                <a:moveTo>
                  <a:pt x="220996" y="82471"/>
                </a:moveTo>
                <a:lnTo>
                  <a:pt x="220996" y="110465"/>
                </a:lnTo>
                <a:cubicBezTo>
                  <a:pt x="220996" y="118142"/>
                  <a:pt x="221759" y="122839"/>
                  <a:pt x="223286" y="124557"/>
                </a:cubicBezTo>
                <a:cubicBezTo>
                  <a:pt x="224813" y="126273"/>
                  <a:pt x="228630" y="127318"/>
                  <a:pt x="234737" y="127692"/>
                </a:cubicBezTo>
                <a:cubicBezTo>
                  <a:pt x="235236" y="128190"/>
                  <a:pt x="235501" y="129281"/>
                  <a:pt x="235532" y="130963"/>
                </a:cubicBezTo>
                <a:cubicBezTo>
                  <a:pt x="235563" y="132646"/>
                  <a:pt x="235298" y="133737"/>
                  <a:pt x="234737" y="134235"/>
                </a:cubicBezTo>
                <a:cubicBezTo>
                  <a:pt x="223769" y="133986"/>
                  <a:pt x="215044" y="133861"/>
                  <a:pt x="208563" y="133861"/>
                </a:cubicBezTo>
                <a:cubicBezTo>
                  <a:pt x="201770" y="133861"/>
                  <a:pt x="193015" y="133986"/>
                  <a:pt x="182296" y="134235"/>
                </a:cubicBezTo>
                <a:cubicBezTo>
                  <a:pt x="181797" y="133737"/>
                  <a:pt x="181548" y="132662"/>
                  <a:pt x="181548" y="131010"/>
                </a:cubicBezTo>
                <a:cubicBezTo>
                  <a:pt x="181548" y="129359"/>
                  <a:pt x="181797" y="128252"/>
                  <a:pt x="182296" y="127692"/>
                </a:cubicBezTo>
                <a:cubicBezTo>
                  <a:pt x="188403" y="127193"/>
                  <a:pt x="192236" y="126116"/>
                  <a:pt x="193794" y="124461"/>
                </a:cubicBezTo>
                <a:cubicBezTo>
                  <a:pt x="195352" y="122803"/>
                  <a:pt x="196130" y="118131"/>
                  <a:pt x="196130" y="110445"/>
                </a:cubicBezTo>
                <a:lnTo>
                  <a:pt x="196130" y="74540"/>
                </a:lnTo>
                <a:cubicBezTo>
                  <a:pt x="196130" y="69165"/>
                  <a:pt x="195367" y="65681"/>
                  <a:pt x="193840" y="64088"/>
                </a:cubicBezTo>
                <a:cubicBezTo>
                  <a:pt x="192313" y="62495"/>
                  <a:pt x="188933" y="61448"/>
                  <a:pt x="183698" y="60948"/>
                </a:cubicBezTo>
                <a:cubicBezTo>
                  <a:pt x="182950" y="58642"/>
                  <a:pt x="182794" y="56648"/>
                  <a:pt x="183230" y="54965"/>
                </a:cubicBezTo>
                <a:cubicBezTo>
                  <a:pt x="190646" y="54229"/>
                  <a:pt x="201241" y="52173"/>
                  <a:pt x="215013" y="48796"/>
                </a:cubicBezTo>
                <a:cubicBezTo>
                  <a:pt x="217693" y="48796"/>
                  <a:pt x="219189" y="49886"/>
                  <a:pt x="219500" y="52068"/>
                </a:cubicBezTo>
                <a:cubicBezTo>
                  <a:pt x="220123" y="58299"/>
                  <a:pt x="220560" y="63316"/>
                  <a:pt x="220809" y="67118"/>
                </a:cubicBezTo>
                <a:lnTo>
                  <a:pt x="221557" y="67118"/>
                </a:lnTo>
                <a:cubicBezTo>
                  <a:pt x="230094" y="54841"/>
                  <a:pt x="237697" y="48733"/>
                  <a:pt x="244365" y="48796"/>
                </a:cubicBezTo>
                <a:cubicBezTo>
                  <a:pt x="247668" y="48796"/>
                  <a:pt x="250597" y="49929"/>
                  <a:pt x="253152" y="52196"/>
                </a:cubicBezTo>
                <a:cubicBezTo>
                  <a:pt x="255707" y="54461"/>
                  <a:pt x="256985" y="56866"/>
                  <a:pt x="256985" y="59411"/>
                </a:cubicBezTo>
                <a:cubicBezTo>
                  <a:pt x="256985" y="63322"/>
                  <a:pt x="255863" y="66612"/>
                  <a:pt x="253620" y="69282"/>
                </a:cubicBezTo>
                <a:cubicBezTo>
                  <a:pt x="251376" y="71952"/>
                  <a:pt x="248821" y="73287"/>
                  <a:pt x="245955" y="73287"/>
                </a:cubicBezTo>
                <a:cubicBezTo>
                  <a:pt x="241904" y="73287"/>
                  <a:pt x="238819" y="72242"/>
                  <a:pt x="236700" y="70153"/>
                </a:cubicBezTo>
                <a:cubicBezTo>
                  <a:pt x="236451" y="69907"/>
                  <a:pt x="236108" y="69569"/>
                  <a:pt x="235672" y="69139"/>
                </a:cubicBezTo>
                <a:cubicBezTo>
                  <a:pt x="235236" y="68709"/>
                  <a:pt x="234893" y="68371"/>
                  <a:pt x="234644" y="68125"/>
                </a:cubicBezTo>
                <a:cubicBezTo>
                  <a:pt x="234394" y="67878"/>
                  <a:pt x="234083" y="67616"/>
                  <a:pt x="233709" y="67340"/>
                </a:cubicBezTo>
                <a:cubicBezTo>
                  <a:pt x="233335" y="67063"/>
                  <a:pt x="232992" y="66863"/>
                  <a:pt x="232681" y="66741"/>
                </a:cubicBezTo>
                <a:cubicBezTo>
                  <a:pt x="232369" y="66618"/>
                  <a:pt x="232026" y="66557"/>
                  <a:pt x="231652" y="66557"/>
                </a:cubicBezTo>
                <a:cubicBezTo>
                  <a:pt x="229845" y="66557"/>
                  <a:pt x="227820" y="67649"/>
                  <a:pt x="225576" y="69834"/>
                </a:cubicBezTo>
                <a:cubicBezTo>
                  <a:pt x="224081" y="71270"/>
                  <a:pt x="222943" y="72940"/>
                  <a:pt x="222164" y="74844"/>
                </a:cubicBezTo>
                <a:cubicBezTo>
                  <a:pt x="221385" y="76747"/>
                  <a:pt x="220996" y="79289"/>
                  <a:pt x="220996" y="82471"/>
                </a:cubicBezTo>
                <a:close/>
                <a:moveTo>
                  <a:pt x="302034" y="110492"/>
                </a:moveTo>
                <a:cubicBezTo>
                  <a:pt x="302034" y="118032"/>
                  <a:pt x="302611" y="122691"/>
                  <a:pt x="303764" y="124467"/>
                </a:cubicBezTo>
                <a:cubicBezTo>
                  <a:pt x="304917" y="126243"/>
                  <a:pt x="307643" y="127318"/>
                  <a:pt x="311943" y="127692"/>
                </a:cubicBezTo>
                <a:cubicBezTo>
                  <a:pt x="312442" y="128190"/>
                  <a:pt x="312707" y="129281"/>
                  <a:pt x="312738" y="130963"/>
                </a:cubicBezTo>
                <a:cubicBezTo>
                  <a:pt x="312769" y="132646"/>
                  <a:pt x="312504" y="133737"/>
                  <a:pt x="311943" y="134235"/>
                </a:cubicBezTo>
                <a:cubicBezTo>
                  <a:pt x="300975" y="133986"/>
                  <a:pt x="293528" y="133861"/>
                  <a:pt x="289602" y="133861"/>
                </a:cubicBezTo>
                <a:cubicBezTo>
                  <a:pt x="282809" y="133861"/>
                  <a:pt x="274053" y="133986"/>
                  <a:pt x="263334" y="134235"/>
                </a:cubicBezTo>
                <a:cubicBezTo>
                  <a:pt x="262836" y="133737"/>
                  <a:pt x="262587" y="132662"/>
                  <a:pt x="262587" y="131010"/>
                </a:cubicBezTo>
                <a:cubicBezTo>
                  <a:pt x="262587" y="129359"/>
                  <a:pt x="262836" y="128252"/>
                  <a:pt x="263334" y="127692"/>
                </a:cubicBezTo>
                <a:cubicBezTo>
                  <a:pt x="269442" y="127193"/>
                  <a:pt x="273274" y="126118"/>
                  <a:pt x="274832" y="124467"/>
                </a:cubicBezTo>
                <a:cubicBezTo>
                  <a:pt x="276390" y="122815"/>
                  <a:pt x="277169" y="118157"/>
                  <a:pt x="277169" y="110492"/>
                </a:cubicBezTo>
                <a:lnTo>
                  <a:pt x="277169" y="74689"/>
                </a:lnTo>
                <a:cubicBezTo>
                  <a:pt x="277169" y="69330"/>
                  <a:pt x="276437" y="65887"/>
                  <a:pt x="274972" y="64360"/>
                </a:cubicBezTo>
                <a:cubicBezTo>
                  <a:pt x="273508" y="62833"/>
                  <a:pt x="270096" y="61820"/>
                  <a:pt x="264737" y="61322"/>
                </a:cubicBezTo>
                <a:cubicBezTo>
                  <a:pt x="263989" y="58891"/>
                  <a:pt x="263833" y="56835"/>
                  <a:pt x="264269" y="55152"/>
                </a:cubicBezTo>
                <a:cubicBezTo>
                  <a:pt x="275113" y="53698"/>
                  <a:pt x="285707" y="51579"/>
                  <a:pt x="296052" y="48796"/>
                </a:cubicBezTo>
                <a:cubicBezTo>
                  <a:pt x="298856" y="48796"/>
                  <a:pt x="300352" y="49894"/>
                  <a:pt x="300539" y="52091"/>
                </a:cubicBezTo>
                <a:cubicBezTo>
                  <a:pt x="300975" y="55039"/>
                  <a:pt x="301318" y="58428"/>
                  <a:pt x="301567" y="62257"/>
                </a:cubicBezTo>
                <a:cubicBezTo>
                  <a:pt x="308422" y="58366"/>
                  <a:pt x="314638" y="55149"/>
                  <a:pt x="320216" y="52608"/>
                </a:cubicBezTo>
                <a:cubicBezTo>
                  <a:pt x="325794" y="50066"/>
                  <a:pt x="330140" y="48796"/>
                  <a:pt x="333256" y="48796"/>
                </a:cubicBezTo>
                <a:cubicBezTo>
                  <a:pt x="334814" y="48796"/>
                  <a:pt x="336325" y="48906"/>
                  <a:pt x="337790" y="49126"/>
                </a:cubicBezTo>
                <a:cubicBezTo>
                  <a:pt x="339254" y="49346"/>
                  <a:pt x="340641" y="49659"/>
                  <a:pt x="341950" y="50066"/>
                </a:cubicBezTo>
                <a:cubicBezTo>
                  <a:pt x="343258" y="50474"/>
                  <a:pt x="344474" y="50992"/>
                  <a:pt x="345595" y="51621"/>
                </a:cubicBezTo>
                <a:cubicBezTo>
                  <a:pt x="346717" y="52248"/>
                  <a:pt x="347761" y="52954"/>
                  <a:pt x="348727" y="53738"/>
                </a:cubicBezTo>
                <a:cubicBezTo>
                  <a:pt x="349693" y="54521"/>
                  <a:pt x="350581" y="55384"/>
                  <a:pt x="351391" y="56327"/>
                </a:cubicBezTo>
                <a:cubicBezTo>
                  <a:pt x="352201" y="57267"/>
                  <a:pt x="352902" y="58271"/>
                  <a:pt x="353494" y="59338"/>
                </a:cubicBezTo>
                <a:cubicBezTo>
                  <a:pt x="354086" y="60404"/>
                  <a:pt x="354601" y="61532"/>
                  <a:pt x="355037" y="62724"/>
                </a:cubicBezTo>
                <a:cubicBezTo>
                  <a:pt x="361456" y="59084"/>
                  <a:pt x="367968" y="55853"/>
                  <a:pt x="374574" y="53032"/>
                </a:cubicBezTo>
                <a:cubicBezTo>
                  <a:pt x="381180" y="50208"/>
                  <a:pt x="386103" y="48796"/>
                  <a:pt x="389343" y="48796"/>
                </a:cubicBezTo>
                <a:cubicBezTo>
                  <a:pt x="397632" y="48796"/>
                  <a:pt x="403723" y="51281"/>
                  <a:pt x="407618" y="56251"/>
                </a:cubicBezTo>
                <a:cubicBezTo>
                  <a:pt x="411513" y="61221"/>
                  <a:pt x="413461" y="68956"/>
                  <a:pt x="413461" y="79457"/>
                </a:cubicBezTo>
                <a:lnTo>
                  <a:pt x="413461" y="109370"/>
                </a:lnTo>
                <a:cubicBezTo>
                  <a:pt x="413461" y="117160"/>
                  <a:pt x="414380" y="122098"/>
                  <a:pt x="416218" y="124186"/>
                </a:cubicBezTo>
                <a:cubicBezTo>
                  <a:pt x="418057" y="126274"/>
                  <a:pt x="422061" y="127442"/>
                  <a:pt x="428230" y="127692"/>
                </a:cubicBezTo>
                <a:cubicBezTo>
                  <a:pt x="428854" y="128190"/>
                  <a:pt x="429165" y="129281"/>
                  <a:pt x="429165" y="130963"/>
                </a:cubicBezTo>
                <a:cubicBezTo>
                  <a:pt x="429165" y="132646"/>
                  <a:pt x="428854" y="133737"/>
                  <a:pt x="428230" y="134235"/>
                </a:cubicBezTo>
                <a:cubicBezTo>
                  <a:pt x="417262" y="133986"/>
                  <a:pt x="408195" y="133861"/>
                  <a:pt x="401028" y="133861"/>
                </a:cubicBezTo>
                <a:cubicBezTo>
                  <a:pt x="396167" y="133861"/>
                  <a:pt x="388377" y="133986"/>
                  <a:pt x="377659" y="134235"/>
                </a:cubicBezTo>
                <a:cubicBezTo>
                  <a:pt x="377035" y="133737"/>
                  <a:pt x="376724" y="132662"/>
                  <a:pt x="376724" y="131010"/>
                </a:cubicBezTo>
                <a:cubicBezTo>
                  <a:pt x="376724" y="129359"/>
                  <a:pt x="377035" y="128252"/>
                  <a:pt x="377659" y="127692"/>
                </a:cubicBezTo>
                <a:cubicBezTo>
                  <a:pt x="381896" y="127442"/>
                  <a:pt x="384779" y="126212"/>
                  <a:pt x="386305" y="123999"/>
                </a:cubicBezTo>
                <a:cubicBezTo>
                  <a:pt x="387832" y="121787"/>
                  <a:pt x="388596" y="116910"/>
                  <a:pt x="388596" y="109370"/>
                </a:cubicBezTo>
                <a:lnTo>
                  <a:pt x="388596" y="77400"/>
                </a:lnTo>
                <a:cubicBezTo>
                  <a:pt x="388596" y="67803"/>
                  <a:pt x="384233" y="63004"/>
                  <a:pt x="375509" y="63004"/>
                </a:cubicBezTo>
                <a:cubicBezTo>
                  <a:pt x="374698" y="63004"/>
                  <a:pt x="373623" y="63145"/>
                  <a:pt x="372284" y="63425"/>
                </a:cubicBezTo>
                <a:cubicBezTo>
                  <a:pt x="370944" y="63706"/>
                  <a:pt x="369464" y="64095"/>
                  <a:pt x="367843" y="64594"/>
                </a:cubicBezTo>
                <a:cubicBezTo>
                  <a:pt x="366223" y="65092"/>
                  <a:pt x="364447" y="65731"/>
                  <a:pt x="362515" y="66510"/>
                </a:cubicBezTo>
                <a:cubicBezTo>
                  <a:pt x="360583" y="67289"/>
                  <a:pt x="358776" y="68115"/>
                  <a:pt x="357093" y="68987"/>
                </a:cubicBezTo>
                <a:cubicBezTo>
                  <a:pt x="357280" y="69984"/>
                  <a:pt x="357436" y="71418"/>
                  <a:pt x="357561" y="73287"/>
                </a:cubicBezTo>
                <a:cubicBezTo>
                  <a:pt x="357685" y="75157"/>
                  <a:pt x="357748" y="77213"/>
                  <a:pt x="357748" y="79457"/>
                </a:cubicBezTo>
                <a:lnTo>
                  <a:pt x="357748" y="109370"/>
                </a:lnTo>
                <a:cubicBezTo>
                  <a:pt x="357748" y="116910"/>
                  <a:pt x="358511" y="121787"/>
                  <a:pt x="360038" y="123999"/>
                </a:cubicBezTo>
                <a:cubicBezTo>
                  <a:pt x="361565" y="126212"/>
                  <a:pt x="364447" y="127442"/>
                  <a:pt x="368685" y="127692"/>
                </a:cubicBezTo>
                <a:cubicBezTo>
                  <a:pt x="369183" y="128190"/>
                  <a:pt x="369432" y="129281"/>
                  <a:pt x="369432" y="130963"/>
                </a:cubicBezTo>
                <a:cubicBezTo>
                  <a:pt x="369432" y="132646"/>
                  <a:pt x="369183" y="133737"/>
                  <a:pt x="368685" y="134235"/>
                </a:cubicBezTo>
                <a:cubicBezTo>
                  <a:pt x="357716" y="133986"/>
                  <a:pt x="349927" y="133861"/>
                  <a:pt x="345315" y="133861"/>
                </a:cubicBezTo>
                <a:cubicBezTo>
                  <a:pt x="340454" y="133861"/>
                  <a:pt x="332664" y="133986"/>
                  <a:pt x="321945" y="134235"/>
                </a:cubicBezTo>
                <a:cubicBezTo>
                  <a:pt x="321447" y="133737"/>
                  <a:pt x="321198" y="132662"/>
                  <a:pt x="321198" y="131010"/>
                </a:cubicBezTo>
                <a:cubicBezTo>
                  <a:pt x="321198" y="129359"/>
                  <a:pt x="321447" y="128252"/>
                  <a:pt x="321945" y="127692"/>
                </a:cubicBezTo>
                <a:cubicBezTo>
                  <a:pt x="326183" y="127442"/>
                  <a:pt x="329065" y="126212"/>
                  <a:pt x="330592" y="123999"/>
                </a:cubicBezTo>
                <a:cubicBezTo>
                  <a:pt x="332119" y="121787"/>
                  <a:pt x="332882" y="116910"/>
                  <a:pt x="332882" y="109370"/>
                </a:cubicBezTo>
                <a:lnTo>
                  <a:pt x="332882" y="77400"/>
                </a:lnTo>
                <a:cubicBezTo>
                  <a:pt x="332882" y="67803"/>
                  <a:pt x="328395" y="63004"/>
                  <a:pt x="319421" y="63004"/>
                </a:cubicBezTo>
                <a:cubicBezTo>
                  <a:pt x="317614" y="63004"/>
                  <a:pt x="315121" y="63565"/>
                  <a:pt x="311943" y="64687"/>
                </a:cubicBezTo>
                <a:cubicBezTo>
                  <a:pt x="308765" y="65809"/>
                  <a:pt x="305462" y="67429"/>
                  <a:pt x="302034" y="69548"/>
                </a:cubicBezTo>
                <a:cubicBezTo>
                  <a:pt x="302034" y="70794"/>
                  <a:pt x="302034" y="71729"/>
                  <a:pt x="302034" y="72352"/>
                </a:cubicBezTo>
                <a:lnTo>
                  <a:pt x="302034" y="110492"/>
                </a:lnTo>
                <a:close/>
                <a:moveTo>
                  <a:pt x="487081" y="124607"/>
                </a:moveTo>
                <a:lnTo>
                  <a:pt x="485865" y="124700"/>
                </a:lnTo>
                <a:cubicBezTo>
                  <a:pt x="482438" y="127380"/>
                  <a:pt x="478387" y="129888"/>
                  <a:pt x="473713" y="132225"/>
                </a:cubicBezTo>
                <a:cubicBezTo>
                  <a:pt x="469039" y="134562"/>
                  <a:pt x="465425" y="135731"/>
                  <a:pt x="462870" y="135731"/>
                </a:cubicBezTo>
                <a:cubicBezTo>
                  <a:pt x="446916" y="135731"/>
                  <a:pt x="438939" y="128988"/>
                  <a:pt x="438939" y="115501"/>
                </a:cubicBezTo>
                <a:cubicBezTo>
                  <a:pt x="438939" y="108623"/>
                  <a:pt x="441681" y="103356"/>
                  <a:pt x="447165" y="99701"/>
                </a:cubicBezTo>
                <a:cubicBezTo>
                  <a:pt x="452649" y="96045"/>
                  <a:pt x="461343" y="92367"/>
                  <a:pt x="473246" y="88667"/>
                </a:cubicBezTo>
                <a:lnTo>
                  <a:pt x="486052" y="84692"/>
                </a:lnTo>
                <a:cubicBezTo>
                  <a:pt x="486052" y="73412"/>
                  <a:pt x="484775" y="65887"/>
                  <a:pt x="482220" y="62116"/>
                </a:cubicBezTo>
                <a:cubicBezTo>
                  <a:pt x="479665" y="58346"/>
                  <a:pt x="476019" y="56461"/>
                  <a:pt x="471283" y="56461"/>
                </a:cubicBezTo>
                <a:cubicBezTo>
                  <a:pt x="466297" y="56461"/>
                  <a:pt x="463617" y="57919"/>
                  <a:pt x="463244" y="60834"/>
                </a:cubicBezTo>
                <a:cubicBezTo>
                  <a:pt x="463119" y="61594"/>
                  <a:pt x="463103" y="62433"/>
                  <a:pt x="463197" y="63352"/>
                </a:cubicBezTo>
                <a:cubicBezTo>
                  <a:pt x="463290" y="64271"/>
                  <a:pt x="463399" y="65080"/>
                  <a:pt x="463524" y="65777"/>
                </a:cubicBezTo>
                <a:cubicBezTo>
                  <a:pt x="463649" y="66474"/>
                  <a:pt x="463773" y="67219"/>
                  <a:pt x="463898" y="68011"/>
                </a:cubicBezTo>
                <a:cubicBezTo>
                  <a:pt x="464023" y="68802"/>
                  <a:pt x="464085" y="69483"/>
                  <a:pt x="464085" y="70053"/>
                </a:cubicBezTo>
                <a:cubicBezTo>
                  <a:pt x="464085" y="72460"/>
                  <a:pt x="462932" y="74568"/>
                  <a:pt x="460626" y="76375"/>
                </a:cubicBezTo>
                <a:cubicBezTo>
                  <a:pt x="458320" y="78180"/>
                  <a:pt x="455516" y="79083"/>
                  <a:pt x="452213" y="79083"/>
                </a:cubicBezTo>
                <a:cubicBezTo>
                  <a:pt x="448661" y="79083"/>
                  <a:pt x="446121" y="78210"/>
                  <a:pt x="444595" y="76465"/>
                </a:cubicBezTo>
                <a:cubicBezTo>
                  <a:pt x="443068" y="74720"/>
                  <a:pt x="442304" y="72352"/>
                  <a:pt x="442304" y="69361"/>
                </a:cubicBezTo>
                <a:cubicBezTo>
                  <a:pt x="442304" y="65435"/>
                  <a:pt x="444314" y="61836"/>
                  <a:pt x="448334" y="58564"/>
                </a:cubicBezTo>
                <a:cubicBezTo>
                  <a:pt x="452353" y="55293"/>
                  <a:pt x="457043" y="52847"/>
                  <a:pt x="462402" y="51226"/>
                </a:cubicBezTo>
                <a:cubicBezTo>
                  <a:pt x="467762" y="49606"/>
                  <a:pt x="472903" y="48796"/>
                  <a:pt x="477826" y="48796"/>
                </a:cubicBezTo>
                <a:cubicBezTo>
                  <a:pt x="499638" y="48796"/>
                  <a:pt x="510544" y="59749"/>
                  <a:pt x="510544" y="81656"/>
                </a:cubicBezTo>
                <a:lnTo>
                  <a:pt x="510170" y="109390"/>
                </a:lnTo>
                <a:cubicBezTo>
                  <a:pt x="510170" y="114278"/>
                  <a:pt x="510559" y="117648"/>
                  <a:pt x="511338" y="119498"/>
                </a:cubicBezTo>
                <a:cubicBezTo>
                  <a:pt x="512117" y="121346"/>
                  <a:pt x="513504" y="122270"/>
                  <a:pt x="515498" y="122270"/>
                </a:cubicBezTo>
                <a:cubicBezTo>
                  <a:pt x="518552" y="122270"/>
                  <a:pt x="521231" y="121361"/>
                  <a:pt x="523537" y="119544"/>
                </a:cubicBezTo>
                <a:cubicBezTo>
                  <a:pt x="525843" y="121515"/>
                  <a:pt x="526996" y="123358"/>
                  <a:pt x="526996" y="125074"/>
                </a:cubicBezTo>
                <a:cubicBezTo>
                  <a:pt x="519455" y="132241"/>
                  <a:pt x="511105" y="135793"/>
                  <a:pt x="501944" y="135731"/>
                </a:cubicBezTo>
                <a:cubicBezTo>
                  <a:pt x="493281" y="135793"/>
                  <a:pt x="488327" y="132085"/>
                  <a:pt x="487081" y="124607"/>
                </a:cubicBezTo>
                <a:moveTo>
                  <a:pt x="486052" y="92135"/>
                </a:moveTo>
                <a:lnTo>
                  <a:pt x="476050" y="95281"/>
                </a:lnTo>
                <a:cubicBezTo>
                  <a:pt x="472872" y="96274"/>
                  <a:pt x="470270" y="97422"/>
                  <a:pt x="468245" y="98725"/>
                </a:cubicBezTo>
                <a:cubicBezTo>
                  <a:pt x="466219" y="100026"/>
                  <a:pt x="464786" y="101498"/>
                  <a:pt x="463945" y="103142"/>
                </a:cubicBezTo>
                <a:cubicBezTo>
                  <a:pt x="463103" y="104785"/>
                  <a:pt x="462558" y="106243"/>
                  <a:pt x="462309" y="107515"/>
                </a:cubicBezTo>
                <a:cubicBezTo>
                  <a:pt x="462060" y="108787"/>
                  <a:pt x="461935" y="110508"/>
                  <a:pt x="461935" y="112680"/>
                </a:cubicBezTo>
                <a:cubicBezTo>
                  <a:pt x="461935" y="116025"/>
                  <a:pt x="462823" y="118803"/>
                  <a:pt x="464599" y="121014"/>
                </a:cubicBezTo>
                <a:cubicBezTo>
                  <a:pt x="466375" y="123222"/>
                  <a:pt x="469195" y="124326"/>
                  <a:pt x="473059" y="124326"/>
                </a:cubicBezTo>
                <a:cubicBezTo>
                  <a:pt x="475988" y="124326"/>
                  <a:pt x="480319" y="121980"/>
                  <a:pt x="486052" y="117286"/>
                </a:cubicBezTo>
                <a:lnTo>
                  <a:pt x="486052" y="92135"/>
                </a:lnTo>
                <a:close/>
                <a:moveTo>
                  <a:pt x="539686" y="50665"/>
                </a:moveTo>
                <a:lnTo>
                  <a:pt x="545014" y="50665"/>
                </a:lnTo>
                <a:cubicBezTo>
                  <a:pt x="545014" y="37806"/>
                  <a:pt x="545730" y="30445"/>
                  <a:pt x="547164" y="28581"/>
                </a:cubicBezTo>
                <a:cubicBezTo>
                  <a:pt x="547538" y="28084"/>
                  <a:pt x="548301" y="27588"/>
                  <a:pt x="549454" y="27091"/>
                </a:cubicBezTo>
                <a:cubicBezTo>
                  <a:pt x="550607" y="26593"/>
                  <a:pt x="552025" y="26080"/>
                  <a:pt x="553707" y="25552"/>
                </a:cubicBezTo>
                <a:cubicBezTo>
                  <a:pt x="555390" y="25024"/>
                  <a:pt x="556574" y="24604"/>
                  <a:pt x="557259" y="24293"/>
                </a:cubicBezTo>
                <a:cubicBezTo>
                  <a:pt x="558755" y="23671"/>
                  <a:pt x="560890" y="22958"/>
                  <a:pt x="563663" y="22151"/>
                </a:cubicBezTo>
                <a:cubicBezTo>
                  <a:pt x="566436" y="21343"/>
                  <a:pt x="568165" y="20939"/>
                  <a:pt x="568851" y="20939"/>
                </a:cubicBezTo>
                <a:cubicBezTo>
                  <a:pt x="569848" y="20939"/>
                  <a:pt x="570346" y="21498"/>
                  <a:pt x="570346" y="22616"/>
                </a:cubicBezTo>
                <a:cubicBezTo>
                  <a:pt x="569973" y="28581"/>
                  <a:pt x="569630" y="35788"/>
                  <a:pt x="569318" y="44236"/>
                </a:cubicBezTo>
                <a:lnTo>
                  <a:pt x="569131" y="50665"/>
                </a:lnTo>
                <a:lnTo>
                  <a:pt x="591566" y="50665"/>
                </a:lnTo>
                <a:cubicBezTo>
                  <a:pt x="592563" y="50665"/>
                  <a:pt x="593062" y="51043"/>
                  <a:pt x="593062" y="51799"/>
                </a:cubicBezTo>
                <a:lnTo>
                  <a:pt x="593062" y="57840"/>
                </a:lnTo>
                <a:cubicBezTo>
                  <a:pt x="593062" y="59538"/>
                  <a:pt x="591535" y="60387"/>
                  <a:pt x="588481" y="60387"/>
                </a:cubicBezTo>
                <a:lnTo>
                  <a:pt x="569131" y="60387"/>
                </a:lnTo>
                <a:cubicBezTo>
                  <a:pt x="569131" y="67542"/>
                  <a:pt x="569162" y="76907"/>
                  <a:pt x="569225" y="88480"/>
                </a:cubicBezTo>
                <a:cubicBezTo>
                  <a:pt x="569287" y="100054"/>
                  <a:pt x="569318" y="107055"/>
                  <a:pt x="569318" y="109484"/>
                </a:cubicBezTo>
                <a:cubicBezTo>
                  <a:pt x="569318" y="113963"/>
                  <a:pt x="570128" y="117214"/>
                  <a:pt x="571749" y="119238"/>
                </a:cubicBezTo>
                <a:cubicBezTo>
                  <a:pt x="573369" y="121259"/>
                  <a:pt x="575394" y="122270"/>
                  <a:pt x="577825" y="122270"/>
                </a:cubicBezTo>
                <a:cubicBezTo>
                  <a:pt x="582810" y="122270"/>
                  <a:pt x="586425" y="121367"/>
                  <a:pt x="588668" y="119562"/>
                </a:cubicBezTo>
                <a:cubicBezTo>
                  <a:pt x="590974" y="121500"/>
                  <a:pt x="592127" y="123312"/>
                  <a:pt x="592127" y="124998"/>
                </a:cubicBezTo>
                <a:cubicBezTo>
                  <a:pt x="590070" y="127822"/>
                  <a:pt x="586503" y="130317"/>
                  <a:pt x="581424" y="132482"/>
                </a:cubicBezTo>
                <a:cubicBezTo>
                  <a:pt x="576345" y="134648"/>
                  <a:pt x="571250" y="135731"/>
                  <a:pt x="566140" y="135731"/>
                </a:cubicBezTo>
                <a:cubicBezTo>
                  <a:pt x="559783" y="135731"/>
                  <a:pt x="554486" y="133955"/>
                  <a:pt x="550249" y="130402"/>
                </a:cubicBezTo>
                <a:cubicBezTo>
                  <a:pt x="546447" y="127100"/>
                  <a:pt x="544515" y="121553"/>
                  <a:pt x="544453" y="113763"/>
                </a:cubicBezTo>
                <a:cubicBezTo>
                  <a:pt x="544453" y="94881"/>
                  <a:pt x="544640" y="77089"/>
                  <a:pt x="545014" y="60387"/>
                </a:cubicBezTo>
                <a:lnTo>
                  <a:pt x="532581" y="60387"/>
                </a:lnTo>
                <a:cubicBezTo>
                  <a:pt x="531958" y="60387"/>
                  <a:pt x="531646" y="59978"/>
                  <a:pt x="531646" y="59160"/>
                </a:cubicBezTo>
                <a:lnTo>
                  <a:pt x="531646" y="53592"/>
                </a:lnTo>
                <a:cubicBezTo>
                  <a:pt x="533828" y="51641"/>
                  <a:pt x="536507" y="50665"/>
                  <a:pt x="539686" y="50665"/>
                </a:cubicBezTo>
                <a:close/>
                <a:moveTo>
                  <a:pt x="608452" y="50665"/>
                </a:moveTo>
                <a:lnTo>
                  <a:pt x="613780" y="50665"/>
                </a:lnTo>
                <a:cubicBezTo>
                  <a:pt x="613780" y="37806"/>
                  <a:pt x="614497" y="30445"/>
                  <a:pt x="615930" y="28581"/>
                </a:cubicBezTo>
                <a:cubicBezTo>
                  <a:pt x="616304" y="28084"/>
                  <a:pt x="617068" y="27588"/>
                  <a:pt x="618221" y="27091"/>
                </a:cubicBezTo>
                <a:cubicBezTo>
                  <a:pt x="619374" y="26593"/>
                  <a:pt x="620791" y="26080"/>
                  <a:pt x="622474" y="25552"/>
                </a:cubicBezTo>
                <a:cubicBezTo>
                  <a:pt x="624157" y="25024"/>
                  <a:pt x="625341" y="24604"/>
                  <a:pt x="626026" y="24293"/>
                </a:cubicBezTo>
                <a:cubicBezTo>
                  <a:pt x="627522" y="23671"/>
                  <a:pt x="629656" y="22958"/>
                  <a:pt x="632429" y="22151"/>
                </a:cubicBezTo>
                <a:cubicBezTo>
                  <a:pt x="635203" y="21343"/>
                  <a:pt x="636932" y="20939"/>
                  <a:pt x="637617" y="20939"/>
                </a:cubicBezTo>
                <a:cubicBezTo>
                  <a:pt x="638615" y="20939"/>
                  <a:pt x="639113" y="21498"/>
                  <a:pt x="639113" y="22616"/>
                </a:cubicBezTo>
                <a:cubicBezTo>
                  <a:pt x="638739" y="28581"/>
                  <a:pt x="638396" y="35788"/>
                  <a:pt x="638085" y="44236"/>
                </a:cubicBezTo>
                <a:lnTo>
                  <a:pt x="637898" y="50665"/>
                </a:lnTo>
                <a:lnTo>
                  <a:pt x="660333" y="50665"/>
                </a:lnTo>
                <a:cubicBezTo>
                  <a:pt x="661330" y="50665"/>
                  <a:pt x="661828" y="51043"/>
                  <a:pt x="661828" y="51799"/>
                </a:cubicBezTo>
                <a:lnTo>
                  <a:pt x="661828" y="57840"/>
                </a:lnTo>
                <a:cubicBezTo>
                  <a:pt x="661828" y="59538"/>
                  <a:pt x="660302" y="60387"/>
                  <a:pt x="657248" y="60387"/>
                </a:cubicBezTo>
                <a:lnTo>
                  <a:pt x="637898" y="60387"/>
                </a:lnTo>
                <a:cubicBezTo>
                  <a:pt x="637898" y="67542"/>
                  <a:pt x="637929" y="76907"/>
                  <a:pt x="637991" y="88480"/>
                </a:cubicBezTo>
                <a:cubicBezTo>
                  <a:pt x="638054" y="100054"/>
                  <a:pt x="638085" y="107055"/>
                  <a:pt x="638085" y="109484"/>
                </a:cubicBezTo>
                <a:cubicBezTo>
                  <a:pt x="638085" y="113963"/>
                  <a:pt x="638895" y="117214"/>
                  <a:pt x="640515" y="119238"/>
                </a:cubicBezTo>
                <a:cubicBezTo>
                  <a:pt x="642136" y="121259"/>
                  <a:pt x="644161" y="122270"/>
                  <a:pt x="646591" y="122270"/>
                </a:cubicBezTo>
                <a:cubicBezTo>
                  <a:pt x="651577" y="122270"/>
                  <a:pt x="655191" y="121367"/>
                  <a:pt x="657435" y="119562"/>
                </a:cubicBezTo>
                <a:cubicBezTo>
                  <a:pt x="659741" y="121500"/>
                  <a:pt x="660894" y="123312"/>
                  <a:pt x="660894" y="124998"/>
                </a:cubicBezTo>
                <a:cubicBezTo>
                  <a:pt x="658837" y="127822"/>
                  <a:pt x="655269" y="130317"/>
                  <a:pt x="650190" y="132482"/>
                </a:cubicBezTo>
                <a:cubicBezTo>
                  <a:pt x="645111" y="134648"/>
                  <a:pt x="640017" y="135731"/>
                  <a:pt x="634907" y="135731"/>
                </a:cubicBezTo>
                <a:cubicBezTo>
                  <a:pt x="628550" y="135731"/>
                  <a:pt x="623253" y="133955"/>
                  <a:pt x="619015" y="130402"/>
                </a:cubicBezTo>
                <a:cubicBezTo>
                  <a:pt x="615214" y="127100"/>
                  <a:pt x="613282" y="121553"/>
                  <a:pt x="613220" y="113763"/>
                </a:cubicBezTo>
                <a:cubicBezTo>
                  <a:pt x="613220" y="94881"/>
                  <a:pt x="613406" y="77089"/>
                  <a:pt x="613780" y="60387"/>
                </a:cubicBezTo>
                <a:lnTo>
                  <a:pt x="601348" y="60387"/>
                </a:lnTo>
                <a:cubicBezTo>
                  <a:pt x="600725" y="60387"/>
                  <a:pt x="600413" y="59978"/>
                  <a:pt x="600413" y="59160"/>
                </a:cubicBezTo>
                <a:lnTo>
                  <a:pt x="600413" y="53592"/>
                </a:lnTo>
                <a:cubicBezTo>
                  <a:pt x="602594" y="51641"/>
                  <a:pt x="605274" y="50665"/>
                  <a:pt x="608452" y="50665"/>
                </a:cubicBezTo>
                <a:close/>
                <a:moveTo>
                  <a:pt x="708202" y="110448"/>
                </a:moveTo>
                <a:cubicBezTo>
                  <a:pt x="708202" y="118132"/>
                  <a:pt x="708966" y="122835"/>
                  <a:pt x="710493" y="124554"/>
                </a:cubicBezTo>
                <a:cubicBezTo>
                  <a:pt x="712019" y="126272"/>
                  <a:pt x="715868" y="127318"/>
                  <a:pt x="722037" y="127692"/>
                </a:cubicBezTo>
                <a:cubicBezTo>
                  <a:pt x="722536" y="128190"/>
                  <a:pt x="722785" y="129281"/>
                  <a:pt x="722785" y="130963"/>
                </a:cubicBezTo>
                <a:cubicBezTo>
                  <a:pt x="722785" y="132646"/>
                  <a:pt x="722536" y="133737"/>
                  <a:pt x="722037" y="134235"/>
                </a:cubicBezTo>
                <a:cubicBezTo>
                  <a:pt x="711069" y="133986"/>
                  <a:pt x="702313" y="133861"/>
                  <a:pt x="695770" y="133861"/>
                </a:cubicBezTo>
                <a:cubicBezTo>
                  <a:pt x="688977" y="133861"/>
                  <a:pt x="680221" y="133986"/>
                  <a:pt x="669502" y="134235"/>
                </a:cubicBezTo>
                <a:cubicBezTo>
                  <a:pt x="669004" y="133737"/>
                  <a:pt x="668754" y="132662"/>
                  <a:pt x="668754" y="131010"/>
                </a:cubicBezTo>
                <a:cubicBezTo>
                  <a:pt x="668754" y="129359"/>
                  <a:pt x="669004" y="128252"/>
                  <a:pt x="669502" y="127692"/>
                </a:cubicBezTo>
                <a:cubicBezTo>
                  <a:pt x="675610" y="127191"/>
                  <a:pt x="679442" y="126113"/>
                  <a:pt x="681000" y="124458"/>
                </a:cubicBezTo>
                <a:cubicBezTo>
                  <a:pt x="682558" y="122802"/>
                  <a:pt x="683337" y="118131"/>
                  <a:pt x="683337" y="110445"/>
                </a:cubicBezTo>
                <a:lnTo>
                  <a:pt x="683337" y="73606"/>
                </a:lnTo>
                <a:cubicBezTo>
                  <a:pt x="683337" y="68231"/>
                  <a:pt x="682605" y="64778"/>
                  <a:pt x="681140" y="63247"/>
                </a:cubicBezTo>
                <a:cubicBezTo>
                  <a:pt x="679676" y="61716"/>
                  <a:pt x="676264" y="60701"/>
                  <a:pt x="670904" y="60200"/>
                </a:cubicBezTo>
                <a:cubicBezTo>
                  <a:pt x="670157" y="57770"/>
                  <a:pt x="670032" y="55713"/>
                  <a:pt x="670531" y="54031"/>
                </a:cubicBezTo>
                <a:cubicBezTo>
                  <a:pt x="690847" y="51398"/>
                  <a:pt x="702189" y="49653"/>
                  <a:pt x="704557" y="48796"/>
                </a:cubicBezTo>
                <a:cubicBezTo>
                  <a:pt x="707486" y="48796"/>
                  <a:pt x="708950" y="49867"/>
                  <a:pt x="708950" y="52009"/>
                </a:cubicBezTo>
                <a:cubicBezTo>
                  <a:pt x="708950" y="52132"/>
                  <a:pt x="708950" y="52331"/>
                  <a:pt x="708950" y="52608"/>
                </a:cubicBezTo>
                <a:cubicBezTo>
                  <a:pt x="708950" y="52883"/>
                  <a:pt x="708919" y="53438"/>
                  <a:pt x="708857" y="54273"/>
                </a:cubicBezTo>
                <a:cubicBezTo>
                  <a:pt x="708794" y="55108"/>
                  <a:pt x="708732" y="55979"/>
                  <a:pt x="708670" y="56885"/>
                </a:cubicBezTo>
                <a:cubicBezTo>
                  <a:pt x="708607" y="57790"/>
                  <a:pt x="708545" y="58899"/>
                  <a:pt x="708483" y="60212"/>
                </a:cubicBezTo>
                <a:cubicBezTo>
                  <a:pt x="708421" y="61524"/>
                  <a:pt x="708374" y="62790"/>
                  <a:pt x="708343" y="64009"/>
                </a:cubicBezTo>
                <a:cubicBezTo>
                  <a:pt x="708311" y="65227"/>
                  <a:pt x="708280" y="66569"/>
                  <a:pt x="708249" y="68038"/>
                </a:cubicBezTo>
                <a:cubicBezTo>
                  <a:pt x="708218" y="69506"/>
                  <a:pt x="708202" y="70897"/>
                  <a:pt x="708202" y="72209"/>
                </a:cubicBezTo>
                <a:lnTo>
                  <a:pt x="708202" y="110448"/>
                </a:lnTo>
                <a:moveTo>
                  <a:pt x="682402" y="19581"/>
                </a:moveTo>
                <a:cubicBezTo>
                  <a:pt x="682402" y="16391"/>
                  <a:pt x="683571" y="13608"/>
                  <a:pt x="685908" y="11232"/>
                </a:cubicBezTo>
                <a:cubicBezTo>
                  <a:pt x="688245" y="8854"/>
                  <a:pt x="691532" y="7665"/>
                  <a:pt x="695770" y="7665"/>
                </a:cubicBezTo>
                <a:cubicBezTo>
                  <a:pt x="699447" y="7665"/>
                  <a:pt x="702438" y="8979"/>
                  <a:pt x="704744" y="11606"/>
                </a:cubicBezTo>
                <a:cubicBezTo>
                  <a:pt x="707049" y="14233"/>
                  <a:pt x="708202" y="17174"/>
                  <a:pt x="708202" y="20428"/>
                </a:cubicBezTo>
                <a:cubicBezTo>
                  <a:pt x="708202" y="23242"/>
                  <a:pt x="706925" y="25932"/>
                  <a:pt x="704370" y="28496"/>
                </a:cubicBezTo>
                <a:cubicBezTo>
                  <a:pt x="701815" y="31061"/>
                  <a:pt x="698574" y="32344"/>
                  <a:pt x="694648" y="32344"/>
                </a:cubicBezTo>
                <a:cubicBezTo>
                  <a:pt x="690971" y="32344"/>
                  <a:pt x="688011" y="31046"/>
                  <a:pt x="685768" y="28450"/>
                </a:cubicBezTo>
                <a:cubicBezTo>
                  <a:pt x="683524" y="25854"/>
                  <a:pt x="682402" y="22897"/>
                  <a:pt x="682402" y="19581"/>
                </a:cubicBezTo>
                <a:close/>
                <a:moveTo>
                  <a:pt x="768947" y="110492"/>
                </a:moveTo>
                <a:cubicBezTo>
                  <a:pt x="768947" y="118032"/>
                  <a:pt x="769523" y="122691"/>
                  <a:pt x="770676" y="124467"/>
                </a:cubicBezTo>
                <a:cubicBezTo>
                  <a:pt x="771829" y="126243"/>
                  <a:pt x="774555" y="127318"/>
                  <a:pt x="778855" y="127692"/>
                </a:cubicBezTo>
                <a:cubicBezTo>
                  <a:pt x="779354" y="128190"/>
                  <a:pt x="779619" y="129281"/>
                  <a:pt x="779650" y="130963"/>
                </a:cubicBezTo>
                <a:cubicBezTo>
                  <a:pt x="779681" y="132646"/>
                  <a:pt x="779416" y="133737"/>
                  <a:pt x="778855" y="134235"/>
                </a:cubicBezTo>
                <a:cubicBezTo>
                  <a:pt x="767887" y="133986"/>
                  <a:pt x="760440" y="133861"/>
                  <a:pt x="756514" y="133861"/>
                </a:cubicBezTo>
                <a:cubicBezTo>
                  <a:pt x="749721" y="133861"/>
                  <a:pt x="740965" y="133986"/>
                  <a:pt x="730246" y="134235"/>
                </a:cubicBezTo>
                <a:cubicBezTo>
                  <a:pt x="729748" y="133737"/>
                  <a:pt x="729499" y="132662"/>
                  <a:pt x="729499" y="131010"/>
                </a:cubicBezTo>
                <a:cubicBezTo>
                  <a:pt x="729499" y="129359"/>
                  <a:pt x="729748" y="128252"/>
                  <a:pt x="730246" y="127692"/>
                </a:cubicBezTo>
                <a:cubicBezTo>
                  <a:pt x="736354" y="127193"/>
                  <a:pt x="740186" y="126118"/>
                  <a:pt x="741744" y="124467"/>
                </a:cubicBezTo>
                <a:cubicBezTo>
                  <a:pt x="743302" y="122815"/>
                  <a:pt x="744081" y="118157"/>
                  <a:pt x="744081" y="110492"/>
                </a:cubicBezTo>
                <a:lnTo>
                  <a:pt x="744081" y="74689"/>
                </a:lnTo>
                <a:cubicBezTo>
                  <a:pt x="744081" y="69330"/>
                  <a:pt x="743349" y="65887"/>
                  <a:pt x="741885" y="64360"/>
                </a:cubicBezTo>
                <a:cubicBezTo>
                  <a:pt x="740420" y="62833"/>
                  <a:pt x="737008" y="61820"/>
                  <a:pt x="731649" y="61322"/>
                </a:cubicBezTo>
                <a:cubicBezTo>
                  <a:pt x="730901" y="58891"/>
                  <a:pt x="730745" y="56835"/>
                  <a:pt x="731181" y="55152"/>
                </a:cubicBezTo>
                <a:cubicBezTo>
                  <a:pt x="742025" y="53698"/>
                  <a:pt x="752619" y="51579"/>
                  <a:pt x="762964" y="48796"/>
                </a:cubicBezTo>
                <a:cubicBezTo>
                  <a:pt x="765768" y="48796"/>
                  <a:pt x="767264" y="49893"/>
                  <a:pt x="767451" y="52088"/>
                </a:cubicBezTo>
                <a:cubicBezTo>
                  <a:pt x="768012" y="55911"/>
                  <a:pt x="768417" y="60048"/>
                  <a:pt x="768666" y="64500"/>
                </a:cubicBezTo>
                <a:cubicBezTo>
                  <a:pt x="783872" y="53968"/>
                  <a:pt x="794497" y="48733"/>
                  <a:pt x="800542" y="48796"/>
                </a:cubicBezTo>
                <a:cubicBezTo>
                  <a:pt x="817493" y="48796"/>
                  <a:pt x="825968" y="59016"/>
                  <a:pt x="825968" y="79457"/>
                </a:cubicBezTo>
                <a:lnTo>
                  <a:pt x="825968" y="109370"/>
                </a:lnTo>
                <a:cubicBezTo>
                  <a:pt x="825968" y="117160"/>
                  <a:pt x="826903" y="122098"/>
                  <a:pt x="828773" y="124186"/>
                </a:cubicBezTo>
                <a:cubicBezTo>
                  <a:pt x="830642" y="126274"/>
                  <a:pt x="834631" y="127442"/>
                  <a:pt x="840738" y="127692"/>
                </a:cubicBezTo>
                <a:cubicBezTo>
                  <a:pt x="841361" y="128190"/>
                  <a:pt x="841673" y="129281"/>
                  <a:pt x="841673" y="130963"/>
                </a:cubicBezTo>
                <a:cubicBezTo>
                  <a:pt x="841673" y="132646"/>
                  <a:pt x="841361" y="133737"/>
                  <a:pt x="840738" y="134235"/>
                </a:cubicBezTo>
                <a:cubicBezTo>
                  <a:pt x="829770" y="133986"/>
                  <a:pt x="820702" y="133861"/>
                  <a:pt x="813536" y="133861"/>
                </a:cubicBezTo>
                <a:cubicBezTo>
                  <a:pt x="808675" y="133861"/>
                  <a:pt x="800885" y="133986"/>
                  <a:pt x="790166" y="134235"/>
                </a:cubicBezTo>
                <a:cubicBezTo>
                  <a:pt x="789543" y="133737"/>
                  <a:pt x="789231" y="132662"/>
                  <a:pt x="789231" y="131010"/>
                </a:cubicBezTo>
                <a:cubicBezTo>
                  <a:pt x="789231" y="129359"/>
                  <a:pt x="789543" y="128252"/>
                  <a:pt x="790166" y="127692"/>
                </a:cubicBezTo>
                <a:cubicBezTo>
                  <a:pt x="794404" y="127442"/>
                  <a:pt x="797286" y="126212"/>
                  <a:pt x="798813" y="123999"/>
                </a:cubicBezTo>
                <a:cubicBezTo>
                  <a:pt x="800340" y="121787"/>
                  <a:pt x="801103" y="116910"/>
                  <a:pt x="801103" y="109370"/>
                </a:cubicBezTo>
                <a:lnTo>
                  <a:pt x="801103" y="77400"/>
                </a:lnTo>
                <a:cubicBezTo>
                  <a:pt x="801103" y="67803"/>
                  <a:pt x="796647" y="63004"/>
                  <a:pt x="787736" y="63004"/>
                </a:cubicBezTo>
                <a:cubicBezTo>
                  <a:pt x="783934" y="63004"/>
                  <a:pt x="777671" y="65996"/>
                  <a:pt x="768947" y="71978"/>
                </a:cubicBezTo>
                <a:lnTo>
                  <a:pt x="768947" y="72352"/>
                </a:lnTo>
                <a:lnTo>
                  <a:pt x="768947" y="110492"/>
                </a:lnTo>
                <a:close/>
                <a:moveTo>
                  <a:pt x="897656" y="78598"/>
                </a:moveTo>
                <a:cubicBezTo>
                  <a:pt x="897656" y="63778"/>
                  <a:pt x="893387" y="56399"/>
                  <a:pt x="884850" y="56461"/>
                </a:cubicBezTo>
                <a:cubicBezTo>
                  <a:pt x="881048" y="56461"/>
                  <a:pt x="878275" y="57900"/>
                  <a:pt x="876530" y="60779"/>
                </a:cubicBezTo>
                <a:cubicBezTo>
                  <a:pt x="874785" y="63657"/>
                  <a:pt x="873913" y="68526"/>
                  <a:pt x="873913" y="75385"/>
                </a:cubicBezTo>
                <a:cubicBezTo>
                  <a:pt x="873913" y="91062"/>
                  <a:pt x="878368" y="98900"/>
                  <a:pt x="887280" y="98900"/>
                </a:cubicBezTo>
                <a:cubicBezTo>
                  <a:pt x="890334" y="98900"/>
                  <a:pt x="892826" y="97554"/>
                  <a:pt x="894758" y="94860"/>
                </a:cubicBezTo>
                <a:cubicBezTo>
                  <a:pt x="896690" y="92165"/>
                  <a:pt x="897656" y="86744"/>
                  <a:pt x="897656" y="78598"/>
                </a:cubicBezTo>
                <a:moveTo>
                  <a:pt x="875595" y="138722"/>
                </a:moveTo>
                <a:cubicBezTo>
                  <a:pt x="871918" y="138722"/>
                  <a:pt x="869114" y="138348"/>
                  <a:pt x="867182" y="137600"/>
                </a:cubicBezTo>
                <a:cubicBezTo>
                  <a:pt x="865749" y="140183"/>
                  <a:pt x="865063" y="145160"/>
                  <a:pt x="865126" y="152534"/>
                </a:cubicBezTo>
                <a:cubicBezTo>
                  <a:pt x="865126" y="157700"/>
                  <a:pt x="867135" y="162205"/>
                  <a:pt x="871155" y="166047"/>
                </a:cubicBezTo>
                <a:cubicBezTo>
                  <a:pt x="875174" y="169891"/>
                  <a:pt x="880238" y="171813"/>
                  <a:pt x="886345" y="171813"/>
                </a:cubicBezTo>
                <a:cubicBezTo>
                  <a:pt x="891081" y="171813"/>
                  <a:pt x="895428" y="171561"/>
                  <a:pt x="899385" y="171057"/>
                </a:cubicBezTo>
                <a:cubicBezTo>
                  <a:pt x="903343" y="170552"/>
                  <a:pt x="906661" y="169544"/>
                  <a:pt x="909341" y="168030"/>
                </a:cubicBezTo>
                <a:cubicBezTo>
                  <a:pt x="912332" y="166328"/>
                  <a:pt x="914638" y="163760"/>
                  <a:pt x="916258" y="160324"/>
                </a:cubicBezTo>
                <a:cubicBezTo>
                  <a:pt x="917879" y="156891"/>
                  <a:pt x="918689" y="153314"/>
                  <a:pt x="918689" y="149595"/>
                </a:cubicBezTo>
                <a:cubicBezTo>
                  <a:pt x="918689" y="142346"/>
                  <a:pt x="904324" y="138722"/>
                  <a:pt x="875595" y="138722"/>
                </a:cubicBezTo>
                <a:moveTo>
                  <a:pt x="931495" y="58144"/>
                </a:moveTo>
                <a:cubicBezTo>
                  <a:pt x="929314" y="58144"/>
                  <a:pt x="927398" y="57458"/>
                  <a:pt x="925746" y="56087"/>
                </a:cubicBezTo>
                <a:cubicBezTo>
                  <a:pt x="924095" y="54714"/>
                  <a:pt x="923020" y="53265"/>
                  <a:pt x="922521" y="51740"/>
                </a:cubicBezTo>
                <a:cubicBezTo>
                  <a:pt x="921774" y="50214"/>
                  <a:pt x="920558" y="49481"/>
                  <a:pt x="918876" y="49544"/>
                </a:cubicBezTo>
                <a:cubicBezTo>
                  <a:pt x="917879" y="49544"/>
                  <a:pt x="916196" y="50252"/>
                  <a:pt x="913828" y="51667"/>
                </a:cubicBezTo>
                <a:cubicBezTo>
                  <a:pt x="911460" y="53083"/>
                  <a:pt x="909902" y="54253"/>
                  <a:pt x="909154" y="55176"/>
                </a:cubicBezTo>
                <a:cubicBezTo>
                  <a:pt x="917068" y="61571"/>
                  <a:pt x="921026" y="69196"/>
                  <a:pt x="921026" y="78049"/>
                </a:cubicBezTo>
                <a:cubicBezTo>
                  <a:pt x="921026" y="86090"/>
                  <a:pt x="917894" y="92853"/>
                  <a:pt x="911631" y="98339"/>
                </a:cubicBezTo>
                <a:cubicBezTo>
                  <a:pt x="905368" y="103823"/>
                  <a:pt x="896939" y="106565"/>
                  <a:pt x="886345" y="106565"/>
                </a:cubicBezTo>
                <a:cubicBezTo>
                  <a:pt x="879926" y="106565"/>
                  <a:pt x="875252" y="105845"/>
                  <a:pt x="872323" y="104404"/>
                </a:cubicBezTo>
                <a:cubicBezTo>
                  <a:pt x="872199" y="104659"/>
                  <a:pt x="871840" y="105392"/>
                  <a:pt x="871248" y="106603"/>
                </a:cubicBezTo>
                <a:cubicBezTo>
                  <a:pt x="870656" y="107815"/>
                  <a:pt x="870220" y="108883"/>
                  <a:pt x="869940" y="109808"/>
                </a:cubicBezTo>
                <a:cubicBezTo>
                  <a:pt x="869659" y="110731"/>
                  <a:pt x="869519" y="111671"/>
                  <a:pt x="869519" y="112627"/>
                </a:cubicBezTo>
                <a:cubicBezTo>
                  <a:pt x="869519" y="118058"/>
                  <a:pt x="872386" y="120774"/>
                  <a:pt x="878119" y="120774"/>
                </a:cubicBezTo>
                <a:cubicBezTo>
                  <a:pt x="887716" y="120774"/>
                  <a:pt x="897672" y="121275"/>
                  <a:pt x="907985" y="122276"/>
                </a:cubicBezTo>
                <a:cubicBezTo>
                  <a:pt x="918299" y="123275"/>
                  <a:pt x="925139" y="124868"/>
                  <a:pt x="928504" y="127055"/>
                </a:cubicBezTo>
                <a:cubicBezTo>
                  <a:pt x="934860" y="131429"/>
                  <a:pt x="938039" y="137272"/>
                  <a:pt x="938039" y="144585"/>
                </a:cubicBezTo>
                <a:cubicBezTo>
                  <a:pt x="938039" y="154536"/>
                  <a:pt x="932072" y="162840"/>
                  <a:pt x="920138" y="169494"/>
                </a:cubicBezTo>
                <a:cubicBezTo>
                  <a:pt x="908204" y="176150"/>
                  <a:pt x="895163" y="179479"/>
                  <a:pt x="881017" y="179479"/>
                </a:cubicBezTo>
                <a:cubicBezTo>
                  <a:pt x="867494" y="179479"/>
                  <a:pt x="857710" y="177391"/>
                  <a:pt x="851665" y="173216"/>
                </a:cubicBezTo>
                <a:cubicBezTo>
                  <a:pt x="846679" y="169788"/>
                  <a:pt x="844218" y="163463"/>
                  <a:pt x="844280" y="154239"/>
                </a:cubicBezTo>
                <a:cubicBezTo>
                  <a:pt x="844280" y="152432"/>
                  <a:pt x="846087" y="149363"/>
                  <a:pt x="849702" y="145032"/>
                </a:cubicBezTo>
                <a:cubicBezTo>
                  <a:pt x="853316" y="140701"/>
                  <a:pt x="857055" y="137382"/>
                  <a:pt x="860919" y="135076"/>
                </a:cubicBezTo>
                <a:cubicBezTo>
                  <a:pt x="857242" y="133955"/>
                  <a:pt x="854625" y="132179"/>
                  <a:pt x="853067" y="129748"/>
                </a:cubicBezTo>
                <a:cubicBezTo>
                  <a:pt x="851384" y="127193"/>
                  <a:pt x="850543" y="124264"/>
                  <a:pt x="850543" y="120961"/>
                </a:cubicBezTo>
                <a:cubicBezTo>
                  <a:pt x="850543" y="119113"/>
                  <a:pt x="852210" y="116149"/>
                  <a:pt x="855544" y="112069"/>
                </a:cubicBezTo>
                <a:cubicBezTo>
                  <a:pt x="858878" y="107989"/>
                  <a:pt x="862259" y="104451"/>
                  <a:pt x="865686" y="101456"/>
                </a:cubicBezTo>
                <a:cubicBezTo>
                  <a:pt x="861199" y="98989"/>
                  <a:pt x="857616" y="95505"/>
                  <a:pt x="854936" y="91004"/>
                </a:cubicBezTo>
                <a:cubicBezTo>
                  <a:pt x="852257" y="86502"/>
                  <a:pt x="850917" y="81876"/>
                  <a:pt x="850917" y="77129"/>
                </a:cubicBezTo>
                <a:cubicBezTo>
                  <a:pt x="850917" y="67966"/>
                  <a:pt x="855248" y="60548"/>
                  <a:pt x="863910" y="54875"/>
                </a:cubicBezTo>
                <a:cubicBezTo>
                  <a:pt x="870142" y="50760"/>
                  <a:pt x="877683" y="48733"/>
                  <a:pt x="886532" y="48796"/>
                </a:cubicBezTo>
                <a:cubicBezTo>
                  <a:pt x="894447" y="48796"/>
                  <a:pt x="899806" y="49572"/>
                  <a:pt x="902610" y="51124"/>
                </a:cubicBezTo>
                <a:cubicBezTo>
                  <a:pt x="905789" y="48275"/>
                  <a:pt x="909777" y="45648"/>
                  <a:pt x="914576" y="43243"/>
                </a:cubicBezTo>
                <a:cubicBezTo>
                  <a:pt x="919374" y="40837"/>
                  <a:pt x="923737" y="39635"/>
                  <a:pt x="927663" y="39635"/>
                </a:cubicBezTo>
                <a:cubicBezTo>
                  <a:pt x="931090" y="39635"/>
                  <a:pt x="934004" y="40658"/>
                  <a:pt x="936403" y="42705"/>
                </a:cubicBezTo>
                <a:cubicBezTo>
                  <a:pt x="938802" y="44750"/>
                  <a:pt x="940002" y="46796"/>
                  <a:pt x="940002" y="48843"/>
                </a:cubicBezTo>
                <a:cubicBezTo>
                  <a:pt x="939939" y="55043"/>
                  <a:pt x="937104" y="58144"/>
                  <a:pt x="931495" y="5814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26CC4-701B-4E5C-ACA0-FF818D77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427" y="1933613"/>
            <a:ext cx="1002612" cy="796557"/>
          </a:xfrm>
          <a:custGeom xmlns:a="http://schemas.openxmlformats.org/drawingml/2006/main">
            <a:pathLst>
              <a:path w="1002612" h="796557">
                <a:moveTo>
                  <a:pt x="0" y="796557"/>
                </a:moveTo>
                <a:lnTo>
                  <a:pt x="1002612" y="796557"/>
                </a:lnTo>
                <a:lnTo>
                  <a:pt x="1002612" y="0"/>
                </a:lnTo>
                <a:lnTo>
                  <a:pt x="0" y="0"/>
                </a:lnTo>
                <a:lnTo>
                  <a:pt x="0" y="796557"/>
                </a:lnTo>
                <a:close/>
              </a:path>
            </a:pathLst>
          </a:custGeom>
          <a:solidFill xmlns:a="http://schemas.openxmlformats.org/drawingml/2006/main">
            <a:srgbClr val="FE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BD66F-E661-4938-B19C-B1CE17F9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427" y="1933613"/>
            <a:ext cx="1002612" cy="796557"/>
          </a:xfrm>
          <a:custGeom xmlns:a="http://schemas.openxmlformats.org/drawingml/2006/main">
            <a:pathLst>
              <a:path w="1002612" h="796557" fill="none">
                <a:moveTo>
                  <a:pt x="0" y="796557"/>
                </a:moveTo>
                <a:lnTo>
                  <a:pt x="1002612" y="796557"/>
                </a:lnTo>
                <a:lnTo>
                  <a:pt x="1002612" y="0"/>
                </a:lnTo>
                <a:lnTo>
                  <a:pt x="0" y="0"/>
                </a:lnTo>
                <a:lnTo>
                  <a:pt x="0" y="796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72" cap="flat">
            <a:solidFill>
              <a:srgbClr val="C7C8CA"/>
            </a:solidFill>
            <a:round/>
          </a:ln>
        </p:spPr>
      </p:sp>
      <p:sp>
        <p:nvSpPr>
          <p:cNvPr id="115" name="Text Temp:81">
            <a:extLst xmlns:a="http://schemas.openxmlformats.org/drawingml/2006/main">
              <a:ext uri="{FF2B5EF4-FFF2-40B4-BE49-F238E27FC236}">
                <a16:creationId xmlns:a16="http://schemas.microsoft.com/office/drawing/2014/main" id="{980702AF-4509-41F5-AEB9-EF1D041B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607" y="2015440"/>
            <a:ext cx="612625" cy="131996"/>
          </a:xfrm>
          <a:custGeom xmlns:a="http://schemas.openxmlformats.org/drawingml/2006/main">
            <a:pathLst>
              <a:path w="612625" h="131996">
                <a:moveTo>
                  <a:pt x="59754" y="78838"/>
                </a:moveTo>
                <a:cubicBezTo>
                  <a:pt x="59754" y="84796"/>
                  <a:pt x="60601" y="88490"/>
                  <a:pt x="62295" y="89919"/>
                </a:cubicBezTo>
                <a:cubicBezTo>
                  <a:pt x="63990" y="91349"/>
                  <a:pt x="67959" y="92160"/>
                  <a:pt x="74203" y="92354"/>
                </a:cubicBezTo>
                <a:cubicBezTo>
                  <a:pt x="74590" y="92741"/>
                  <a:pt x="74783" y="93588"/>
                  <a:pt x="74783" y="94895"/>
                </a:cubicBezTo>
                <a:cubicBezTo>
                  <a:pt x="74783" y="96202"/>
                  <a:pt x="74590" y="97049"/>
                  <a:pt x="74203" y="97436"/>
                </a:cubicBezTo>
                <a:cubicBezTo>
                  <a:pt x="64280" y="97243"/>
                  <a:pt x="55906" y="97146"/>
                  <a:pt x="49081" y="97146"/>
                </a:cubicBezTo>
                <a:cubicBezTo>
                  <a:pt x="42450" y="97146"/>
                  <a:pt x="34270" y="97243"/>
                  <a:pt x="24541" y="97436"/>
                </a:cubicBezTo>
                <a:cubicBezTo>
                  <a:pt x="24153" y="97049"/>
                  <a:pt x="23960" y="96214"/>
                  <a:pt x="23960" y="94931"/>
                </a:cubicBezTo>
                <a:cubicBezTo>
                  <a:pt x="23960" y="93649"/>
                  <a:pt x="24153" y="92790"/>
                  <a:pt x="24541" y="92354"/>
                </a:cubicBezTo>
                <a:cubicBezTo>
                  <a:pt x="30785" y="92160"/>
                  <a:pt x="34754" y="91349"/>
                  <a:pt x="36448" y="89919"/>
                </a:cubicBezTo>
                <a:cubicBezTo>
                  <a:pt x="38142" y="88490"/>
                  <a:pt x="38989" y="84796"/>
                  <a:pt x="38989" y="78838"/>
                </a:cubicBezTo>
                <a:lnTo>
                  <a:pt x="38989" y="21868"/>
                </a:lnTo>
                <a:cubicBezTo>
                  <a:pt x="38989" y="17023"/>
                  <a:pt x="38469" y="13353"/>
                  <a:pt x="37428" y="10859"/>
                </a:cubicBezTo>
                <a:cubicBezTo>
                  <a:pt x="36387" y="8363"/>
                  <a:pt x="34560" y="7115"/>
                  <a:pt x="31946" y="7115"/>
                </a:cubicBezTo>
                <a:lnTo>
                  <a:pt x="24686" y="7115"/>
                </a:lnTo>
                <a:cubicBezTo>
                  <a:pt x="19652" y="7115"/>
                  <a:pt x="15622" y="8307"/>
                  <a:pt x="12597" y="10691"/>
                </a:cubicBezTo>
                <a:cubicBezTo>
                  <a:pt x="9572" y="13073"/>
                  <a:pt x="7309" y="17158"/>
                  <a:pt x="5808" y="22943"/>
                </a:cubicBezTo>
                <a:cubicBezTo>
                  <a:pt x="3243" y="22943"/>
                  <a:pt x="1307" y="22701"/>
                  <a:pt x="0" y="22217"/>
                </a:cubicBezTo>
                <a:cubicBezTo>
                  <a:pt x="1985" y="13671"/>
                  <a:pt x="3219" y="6411"/>
                  <a:pt x="3703" y="438"/>
                </a:cubicBezTo>
                <a:cubicBezTo>
                  <a:pt x="3703" y="146"/>
                  <a:pt x="3921" y="0"/>
                  <a:pt x="4356" y="0"/>
                </a:cubicBezTo>
                <a:cubicBezTo>
                  <a:pt x="14376" y="774"/>
                  <a:pt x="25920" y="1162"/>
                  <a:pt x="38989" y="1162"/>
                </a:cubicBezTo>
                <a:lnTo>
                  <a:pt x="59899" y="1162"/>
                </a:lnTo>
                <a:cubicBezTo>
                  <a:pt x="73065" y="1162"/>
                  <a:pt x="84174" y="774"/>
                  <a:pt x="93225" y="0"/>
                </a:cubicBezTo>
                <a:cubicBezTo>
                  <a:pt x="93516" y="0"/>
                  <a:pt x="93661" y="145"/>
                  <a:pt x="93661" y="436"/>
                </a:cubicBezTo>
                <a:cubicBezTo>
                  <a:pt x="93758" y="7078"/>
                  <a:pt x="94411" y="14192"/>
                  <a:pt x="95621" y="21779"/>
                </a:cubicBezTo>
                <a:cubicBezTo>
                  <a:pt x="94508" y="22265"/>
                  <a:pt x="92572" y="22508"/>
                  <a:pt x="89813" y="22508"/>
                </a:cubicBezTo>
                <a:cubicBezTo>
                  <a:pt x="88603" y="16916"/>
                  <a:pt x="86412" y="12952"/>
                  <a:pt x="83242" y="10619"/>
                </a:cubicBezTo>
                <a:cubicBezTo>
                  <a:pt x="80072" y="8283"/>
                  <a:pt x="75631" y="7115"/>
                  <a:pt x="69919" y="7115"/>
                </a:cubicBezTo>
                <a:lnTo>
                  <a:pt x="66652" y="7115"/>
                </a:lnTo>
                <a:cubicBezTo>
                  <a:pt x="64086" y="7115"/>
                  <a:pt x="62295" y="8375"/>
                  <a:pt x="61279" y="10895"/>
                </a:cubicBezTo>
                <a:cubicBezTo>
                  <a:pt x="60262" y="13414"/>
                  <a:pt x="59754" y="17217"/>
                  <a:pt x="59754" y="22303"/>
                </a:cubicBezTo>
                <a:lnTo>
                  <a:pt x="59754" y="78838"/>
                </a:lnTo>
                <a:close/>
                <a:moveTo>
                  <a:pt x="122205" y="56197"/>
                </a:moveTo>
                <a:lnTo>
                  <a:pt x="142462" y="56197"/>
                </a:lnTo>
                <a:cubicBezTo>
                  <a:pt x="142655" y="56000"/>
                  <a:pt x="142752" y="54943"/>
                  <a:pt x="142752" y="53027"/>
                </a:cubicBezTo>
                <a:cubicBezTo>
                  <a:pt x="142752" y="47571"/>
                  <a:pt x="141784" y="43541"/>
                  <a:pt x="139848" y="40936"/>
                </a:cubicBezTo>
                <a:cubicBezTo>
                  <a:pt x="137912" y="38331"/>
                  <a:pt x="135709" y="37029"/>
                  <a:pt x="133241" y="37029"/>
                </a:cubicBezTo>
                <a:cubicBezTo>
                  <a:pt x="132127" y="37029"/>
                  <a:pt x="130784" y="37483"/>
                  <a:pt x="129211" y="38392"/>
                </a:cubicBezTo>
                <a:cubicBezTo>
                  <a:pt x="127638" y="39301"/>
                  <a:pt x="126295" y="40543"/>
                  <a:pt x="125182" y="42116"/>
                </a:cubicBezTo>
                <a:cubicBezTo>
                  <a:pt x="123391" y="44869"/>
                  <a:pt x="122398" y="49562"/>
                  <a:pt x="122205" y="56197"/>
                </a:cubicBezTo>
                <a:moveTo>
                  <a:pt x="159959" y="77953"/>
                </a:moveTo>
                <a:cubicBezTo>
                  <a:pt x="161460" y="77953"/>
                  <a:pt x="162210" y="79483"/>
                  <a:pt x="162210" y="82543"/>
                </a:cubicBezTo>
                <a:cubicBezTo>
                  <a:pt x="154853" y="93246"/>
                  <a:pt x="145584" y="98598"/>
                  <a:pt x="134402" y="98598"/>
                </a:cubicBezTo>
                <a:cubicBezTo>
                  <a:pt x="124673" y="98598"/>
                  <a:pt x="117098" y="96125"/>
                  <a:pt x="111677" y="91179"/>
                </a:cubicBezTo>
                <a:cubicBezTo>
                  <a:pt x="105336" y="85408"/>
                  <a:pt x="102166" y="77552"/>
                  <a:pt x="102166" y="67611"/>
                </a:cubicBezTo>
                <a:cubicBezTo>
                  <a:pt x="102166" y="56813"/>
                  <a:pt x="105505" y="48024"/>
                  <a:pt x="112185" y="41244"/>
                </a:cubicBezTo>
                <a:cubicBezTo>
                  <a:pt x="118865" y="34465"/>
                  <a:pt x="126416" y="31075"/>
                  <a:pt x="134838" y="31075"/>
                </a:cubicBezTo>
                <a:cubicBezTo>
                  <a:pt x="140114" y="31075"/>
                  <a:pt x="144579" y="31837"/>
                  <a:pt x="148234" y="33362"/>
                </a:cubicBezTo>
                <a:cubicBezTo>
                  <a:pt x="151888" y="34887"/>
                  <a:pt x="154635" y="36992"/>
                  <a:pt x="156474" y="39679"/>
                </a:cubicBezTo>
                <a:cubicBezTo>
                  <a:pt x="158314" y="42365"/>
                  <a:pt x="159633" y="45148"/>
                  <a:pt x="160431" y="48028"/>
                </a:cubicBezTo>
                <a:cubicBezTo>
                  <a:pt x="161230" y="50908"/>
                  <a:pt x="161629" y="54067"/>
                  <a:pt x="161629" y="57503"/>
                </a:cubicBezTo>
                <a:cubicBezTo>
                  <a:pt x="161629" y="60553"/>
                  <a:pt x="160202" y="62102"/>
                  <a:pt x="157346" y="62150"/>
                </a:cubicBezTo>
                <a:lnTo>
                  <a:pt x="121624" y="62150"/>
                </a:lnTo>
                <a:cubicBezTo>
                  <a:pt x="121624" y="62344"/>
                  <a:pt x="121600" y="62683"/>
                  <a:pt x="121551" y="63169"/>
                </a:cubicBezTo>
                <a:cubicBezTo>
                  <a:pt x="121503" y="63654"/>
                  <a:pt x="121479" y="64092"/>
                  <a:pt x="121479" y="64480"/>
                </a:cubicBezTo>
                <a:cubicBezTo>
                  <a:pt x="121479" y="71618"/>
                  <a:pt x="123112" y="76959"/>
                  <a:pt x="126380" y="80503"/>
                </a:cubicBezTo>
                <a:cubicBezTo>
                  <a:pt x="129647" y="84047"/>
                  <a:pt x="134257" y="85820"/>
                  <a:pt x="140211" y="85820"/>
                </a:cubicBezTo>
                <a:cubicBezTo>
                  <a:pt x="148246" y="85868"/>
                  <a:pt x="154829" y="83246"/>
                  <a:pt x="159959" y="77953"/>
                </a:cubicBezTo>
                <a:close/>
                <a:moveTo>
                  <a:pt x="202657" y="78995"/>
                </a:moveTo>
                <a:cubicBezTo>
                  <a:pt x="202657" y="84851"/>
                  <a:pt x="203105" y="88470"/>
                  <a:pt x="204000" y="89849"/>
                </a:cubicBezTo>
                <a:cubicBezTo>
                  <a:pt x="204896" y="91229"/>
                  <a:pt x="207013" y="92064"/>
                  <a:pt x="210353" y="92354"/>
                </a:cubicBezTo>
                <a:cubicBezTo>
                  <a:pt x="210740" y="92741"/>
                  <a:pt x="210946" y="93588"/>
                  <a:pt x="210970" y="94895"/>
                </a:cubicBezTo>
                <a:cubicBezTo>
                  <a:pt x="210995" y="96202"/>
                  <a:pt x="210789" y="97049"/>
                  <a:pt x="210353" y="97436"/>
                </a:cubicBezTo>
                <a:cubicBezTo>
                  <a:pt x="201834" y="97243"/>
                  <a:pt x="196050" y="97146"/>
                  <a:pt x="193001" y="97146"/>
                </a:cubicBezTo>
                <a:cubicBezTo>
                  <a:pt x="187725" y="97146"/>
                  <a:pt x="180924" y="97243"/>
                  <a:pt x="172598" y="97436"/>
                </a:cubicBezTo>
                <a:cubicBezTo>
                  <a:pt x="172211" y="97049"/>
                  <a:pt x="172018" y="96214"/>
                  <a:pt x="172018" y="94931"/>
                </a:cubicBezTo>
                <a:cubicBezTo>
                  <a:pt x="172018" y="93649"/>
                  <a:pt x="172211" y="92790"/>
                  <a:pt x="172598" y="92354"/>
                </a:cubicBezTo>
                <a:cubicBezTo>
                  <a:pt x="177342" y="91967"/>
                  <a:pt x="180319" y="91132"/>
                  <a:pt x="181529" y="89849"/>
                </a:cubicBezTo>
                <a:cubicBezTo>
                  <a:pt x="182739" y="88566"/>
                  <a:pt x="183344" y="84948"/>
                  <a:pt x="183344" y="78995"/>
                </a:cubicBezTo>
                <a:lnTo>
                  <a:pt x="183344" y="51187"/>
                </a:lnTo>
                <a:cubicBezTo>
                  <a:pt x="183344" y="47024"/>
                  <a:pt x="182775" y="44350"/>
                  <a:pt x="181638" y="43164"/>
                </a:cubicBezTo>
                <a:cubicBezTo>
                  <a:pt x="180500" y="41978"/>
                  <a:pt x="177850" y="41191"/>
                  <a:pt x="173688" y="40804"/>
                </a:cubicBezTo>
                <a:cubicBezTo>
                  <a:pt x="173107" y="38916"/>
                  <a:pt x="172986" y="37319"/>
                  <a:pt x="173325" y="36012"/>
                </a:cubicBezTo>
                <a:cubicBezTo>
                  <a:pt x="181747" y="34882"/>
                  <a:pt x="189975" y="33237"/>
                  <a:pt x="198010" y="31075"/>
                </a:cubicBezTo>
                <a:cubicBezTo>
                  <a:pt x="200188" y="31075"/>
                  <a:pt x="201350" y="31928"/>
                  <a:pt x="201495" y="33634"/>
                </a:cubicBezTo>
                <a:cubicBezTo>
                  <a:pt x="201834" y="35925"/>
                  <a:pt x="202100" y="38556"/>
                  <a:pt x="202294" y="41530"/>
                </a:cubicBezTo>
                <a:cubicBezTo>
                  <a:pt x="207618" y="38508"/>
                  <a:pt x="212447" y="36010"/>
                  <a:pt x="216779" y="34036"/>
                </a:cubicBezTo>
                <a:cubicBezTo>
                  <a:pt x="221111" y="32062"/>
                  <a:pt x="224487" y="31075"/>
                  <a:pt x="226907" y="31075"/>
                </a:cubicBezTo>
                <a:cubicBezTo>
                  <a:pt x="228117" y="31075"/>
                  <a:pt x="229291" y="31161"/>
                  <a:pt x="230429" y="31331"/>
                </a:cubicBezTo>
                <a:cubicBezTo>
                  <a:pt x="231566" y="31502"/>
                  <a:pt x="232643" y="31746"/>
                  <a:pt x="233660" y="32062"/>
                </a:cubicBezTo>
                <a:cubicBezTo>
                  <a:pt x="234676" y="32378"/>
                  <a:pt x="235620" y="32781"/>
                  <a:pt x="236491" y="33269"/>
                </a:cubicBezTo>
                <a:cubicBezTo>
                  <a:pt x="237362" y="33756"/>
                  <a:pt x="238173" y="34305"/>
                  <a:pt x="238923" y="34914"/>
                </a:cubicBezTo>
                <a:cubicBezTo>
                  <a:pt x="239674" y="35522"/>
                  <a:pt x="240363" y="36192"/>
                  <a:pt x="240993" y="36924"/>
                </a:cubicBezTo>
                <a:cubicBezTo>
                  <a:pt x="241622" y="37655"/>
                  <a:pt x="242166" y="38435"/>
                  <a:pt x="242626" y="39264"/>
                </a:cubicBezTo>
                <a:cubicBezTo>
                  <a:pt x="243086" y="40091"/>
                  <a:pt x="243485" y="40968"/>
                  <a:pt x="243824" y="41893"/>
                </a:cubicBezTo>
                <a:cubicBezTo>
                  <a:pt x="248810" y="39066"/>
                  <a:pt x="253868" y="36557"/>
                  <a:pt x="258999" y="34365"/>
                </a:cubicBezTo>
                <a:cubicBezTo>
                  <a:pt x="264130" y="32172"/>
                  <a:pt x="267953" y="31075"/>
                  <a:pt x="270470" y="31075"/>
                </a:cubicBezTo>
                <a:cubicBezTo>
                  <a:pt x="276908" y="31075"/>
                  <a:pt x="281640" y="33005"/>
                  <a:pt x="284665" y="36865"/>
                </a:cubicBezTo>
                <a:cubicBezTo>
                  <a:pt x="287690" y="40726"/>
                  <a:pt x="289203" y="46734"/>
                  <a:pt x="289203" y="54890"/>
                </a:cubicBezTo>
                <a:lnTo>
                  <a:pt x="289203" y="78123"/>
                </a:lnTo>
                <a:cubicBezTo>
                  <a:pt x="289203" y="84174"/>
                  <a:pt x="289917" y="88010"/>
                  <a:pt x="291344" y="89631"/>
                </a:cubicBezTo>
                <a:cubicBezTo>
                  <a:pt x="292772" y="91253"/>
                  <a:pt x="295882" y="92160"/>
                  <a:pt x="300674" y="92354"/>
                </a:cubicBezTo>
                <a:cubicBezTo>
                  <a:pt x="301158" y="92741"/>
                  <a:pt x="301400" y="93588"/>
                  <a:pt x="301400" y="94895"/>
                </a:cubicBezTo>
                <a:cubicBezTo>
                  <a:pt x="301400" y="96202"/>
                  <a:pt x="301158" y="97049"/>
                  <a:pt x="300674" y="97436"/>
                </a:cubicBezTo>
                <a:cubicBezTo>
                  <a:pt x="292155" y="97243"/>
                  <a:pt x="285113" y="97146"/>
                  <a:pt x="279546" y="97146"/>
                </a:cubicBezTo>
                <a:cubicBezTo>
                  <a:pt x="275771" y="97146"/>
                  <a:pt x="269720" y="97243"/>
                  <a:pt x="261395" y="97436"/>
                </a:cubicBezTo>
                <a:cubicBezTo>
                  <a:pt x="260911" y="97049"/>
                  <a:pt x="260669" y="96214"/>
                  <a:pt x="260669" y="94931"/>
                </a:cubicBezTo>
                <a:cubicBezTo>
                  <a:pt x="260669" y="93649"/>
                  <a:pt x="260911" y="92790"/>
                  <a:pt x="261395" y="92354"/>
                </a:cubicBezTo>
                <a:cubicBezTo>
                  <a:pt x="264686" y="92160"/>
                  <a:pt x="266925" y="91204"/>
                  <a:pt x="268111" y="89486"/>
                </a:cubicBezTo>
                <a:cubicBezTo>
                  <a:pt x="269297" y="87768"/>
                  <a:pt x="269890" y="83980"/>
                  <a:pt x="269890" y="78123"/>
                </a:cubicBezTo>
                <a:lnTo>
                  <a:pt x="269890" y="53292"/>
                </a:lnTo>
                <a:cubicBezTo>
                  <a:pt x="269890" y="45838"/>
                  <a:pt x="266501" y="42111"/>
                  <a:pt x="259725" y="42111"/>
                </a:cubicBezTo>
                <a:cubicBezTo>
                  <a:pt x="259096" y="42111"/>
                  <a:pt x="258261" y="42220"/>
                  <a:pt x="257220" y="42438"/>
                </a:cubicBezTo>
                <a:cubicBezTo>
                  <a:pt x="256179" y="42656"/>
                  <a:pt x="255030" y="42958"/>
                  <a:pt x="253771" y="43345"/>
                </a:cubicBezTo>
                <a:cubicBezTo>
                  <a:pt x="252513" y="43733"/>
                  <a:pt x="251133" y="44229"/>
                  <a:pt x="249633" y="44834"/>
                </a:cubicBezTo>
                <a:cubicBezTo>
                  <a:pt x="248132" y="45439"/>
                  <a:pt x="246729" y="46080"/>
                  <a:pt x="245422" y="46758"/>
                </a:cubicBezTo>
                <a:cubicBezTo>
                  <a:pt x="245567" y="47532"/>
                  <a:pt x="245688" y="48646"/>
                  <a:pt x="245785" y="50098"/>
                </a:cubicBezTo>
                <a:cubicBezTo>
                  <a:pt x="245881" y="51550"/>
                  <a:pt x="245930" y="53147"/>
                  <a:pt x="245930" y="54890"/>
                </a:cubicBezTo>
                <a:lnTo>
                  <a:pt x="245930" y="78123"/>
                </a:lnTo>
                <a:cubicBezTo>
                  <a:pt x="245930" y="83980"/>
                  <a:pt x="246523" y="87768"/>
                  <a:pt x="247709" y="89486"/>
                </a:cubicBezTo>
                <a:cubicBezTo>
                  <a:pt x="248895" y="91204"/>
                  <a:pt x="251133" y="92160"/>
                  <a:pt x="254425" y="92354"/>
                </a:cubicBezTo>
                <a:cubicBezTo>
                  <a:pt x="254812" y="92741"/>
                  <a:pt x="255006" y="93588"/>
                  <a:pt x="255006" y="94895"/>
                </a:cubicBezTo>
                <a:cubicBezTo>
                  <a:pt x="255006" y="96202"/>
                  <a:pt x="254812" y="97049"/>
                  <a:pt x="254425" y="97436"/>
                </a:cubicBezTo>
                <a:cubicBezTo>
                  <a:pt x="245906" y="97243"/>
                  <a:pt x="239855" y="97146"/>
                  <a:pt x="236273" y="97146"/>
                </a:cubicBezTo>
                <a:cubicBezTo>
                  <a:pt x="232498" y="97146"/>
                  <a:pt x="226447" y="97243"/>
                  <a:pt x="218122" y="97436"/>
                </a:cubicBezTo>
                <a:cubicBezTo>
                  <a:pt x="217735" y="97049"/>
                  <a:pt x="217541" y="96214"/>
                  <a:pt x="217541" y="94931"/>
                </a:cubicBezTo>
                <a:cubicBezTo>
                  <a:pt x="217541" y="93649"/>
                  <a:pt x="217735" y="92790"/>
                  <a:pt x="218122" y="92354"/>
                </a:cubicBezTo>
                <a:cubicBezTo>
                  <a:pt x="221413" y="92160"/>
                  <a:pt x="223652" y="91204"/>
                  <a:pt x="224838" y="89486"/>
                </a:cubicBezTo>
                <a:cubicBezTo>
                  <a:pt x="226024" y="87768"/>
                  <a:pt x="226617" y="83980"/>
                  <a:pt x="226617" y="78123"/>
                </a:cubicBezTo>
                <a:lnTo>
                  <a:pt x="226617" y="53292"/>
                </a:lnTo>
                <a:cubicBezTo>
                  <a:pt x="226617" y="45838"/>
                  <a:pt x="223132" y="42111"/>
                  <a:pt x="216162" y="42111"/>
                </a:cubicBezTo>
                <a:cubicBezTo>
                  <a:pt x="214758" y="42111"/>
                  <a:pt x="212822" y="42547"/>
                  <a:pt x="210353" y="43418"/>
                </a:cubicBezTo>
                <a:cubicBezTo>
                  <a:pt x="207885" y="44289"/>
                  <a:pt x="205319" y="45548"/>
                  <a:pt x="202657" y="47193"/>
                </a:cubicBezTo>
                <a:cubicBezTo>
                  <a:pt x="202657" y="48162"/>
                  <a:pt x="202657" y="48888"/>
                  <a:pt x="202657" y="49372"/>
                </a:cubicBezTo>
                <a:lnTo>
                  <a:pt x="202657" y="78995"/>
                </a:lnTo>
                <a:close/>
                <a:moveTo>
                  <a:pt x="317061" y="51187"/>
                </a:moveTo>
                <a:cubicBezTo>
                  <a:pt x="317061" y="47024"/>
                  <a:pt x="316480" y="44350"/>
                  <a:pt x="315319" y="43164"/>
                </a:cubicBezTo>
                <a:cubicBezTo>
                  <a:pt x="314157" y="41978"/>
                  <a:pt x="311495" y="41191"/>
                  <a:pt x="307332" y="40804"/>
                </a:cubicBezTo>
                <a:cubicBezTo>
                  <a:pt x="306751" y="38916"/>
                  <a:pt x="306654" y="37319"/>
                  <a:pt x="307042" y="36012"/>
                </a:cubicBezTo>
                <a:cubicBezTo>
                  <a:pt x="315464" y="34882"/>
                  <a:pt x="323692" y="33237"/>
                  <a:pt x="331727" y="31075"/>
                </a:cubicBezTo>
                <a:cubicBezTo>
                  <a:pt x="333906" y="31075"/>
                  <a:pt x="335043" y="31928"/>
                  <a:pt x="335140" y="33634"/>
                </a:cubicBezTo>
                <a:cubicBezTo>
                  <a:pt x="335430" y="35829"/>
                  <a:pt x="335697" y="38316"/>
                  <a:pt x="335939" y="41095"/>
                </a:cubicBezTo>
                <a:lnTo>
                  <a:pt x="336810" y="41095"/>
                </a:lnTo>
                <a:cubicBezTo>
                  <a:pt x="339666" y="38511"/>
                  <a:pt x="342812" y="36195"/>
                  <a:pt x="346249" y="34147"/>
                </a:cubicBezTo>
                <a:cubicBezTo>
                  <a:pt x="349685" y="32099"/>
                  <a:pt x="352396" y="31075"/>
                  <a:pt x="354380" y="31075"/>
                </a:cubicBezTo>
                <a:cubicBezTo>
                  <a:pt x="362996" y="31075"/>
                  <a:pt x="369773" y="33559"/>
                  <a:pt x="374710" y="38526"/>
                </a:cubicBezTo>
                <a:cubicBezTo>
                  <a:pt x="377469" y="41302"/>
                  <a:pt x="379647" y="44845"/>
                  <a:pt x="381244" y="49156"/>
                </a:cubicBezTo>
                <a:cubicBezTo>
                  <a:pt x="382842" y="53467"/>
                  <a:pt x="383640" y="57765"/>
                  <a:pt x="383640" y="62050"/>
                </a:cubicBezTo>
                <a:cubicBezTo>
                  <a:pt x="383640" y="73003"/>
                  <a:pt x="380240" y="81833"/>
                  <a:pt x="373439" y="88540"/>
                </a:cubicBezTo>
                <a:cubicBezTo>
                  <a:pt x="366639" y="95245"/>
                  <a:pt x="357599" y="98598"/>
                  <a:pt x="346321" y="98598"/>
                </a:cubicBezTo>
                <a:cubicBezTo>
                  <a:pt x="342933" y="98598"/>
                  <a:pt x="339617" y="97814"/>
                  <a:pt x="336374" y="96245"/>
                </a:cubicBezTo>
                <a:lnTo>
                  <a:pt x="336374" y="113532"/>
                </a:lnTo>
                <a:cubicBezTo>
                  <a:pt x="336374" y="119463"/>
                  <a:pt x="336967" y="123092"/>
                  <a:pt x="338153" y="124418"/>
                </a:cubicBezTo>
                <a:cubicBezTo>
                  <a:pt x="339339" y="125745"/>
                  <a:pt x="342304" y="126577"/>
                  <a:pt x="347047" y="126914"/>
                </a:cubicBezTo>
                <a:cubicBezTo>
                  <a:pt x="347531" y="127307"/>
                  <a:pt x="347773" y="128154"/>
                  <a:pt x="347773" y="129455"/>
                </a:cubicBezTo>
                <a:cubicBezTo>
                  <a:pt x="347773" y="130756"/>
                  <a:pt x="347531" y="131603"/>
                  <a:pt x="347047" y="131996"/>
                </a:cubicBezTo>
                <a:cubicBezTo>
                  <a:pt x="338528" y="131800"/>
                  <a:pt x="331752" y="131702"/>
                  <a:pt x="326718" y="131702"/>
                </a:cubicBezTo>
                <a:cubicBezTo>
                  <a:pt x="321442" y="131702"/>
                  <a:pt x="314641" y="131800"/>
                  <a:pt x="306316" y="131996"/>
                </a:cubicBezTo>
                <a:cubicBezTo>
                  <a:pt x="305832" y="131603"/>
                  <a:pt x="305590" y="130756"/>
                  <a:pt x="305590" y="129455"/>
                </a:cubicBezTo>
                <a:cubicBezTo>
                  <a:pt x="305590" y="128154"/>
                  <a:pt x="305832" y="127307"/>
                  <a:pt x="306316" y="126914"/>
                </a:cubicBezTo>
                <a:cubicBezTo>
                  <a:pt x="311059" y="126527"/>
                  <a:pt x="314036" y="125680"/>
                  <a:pt x="315246" y="124373"/>
                </a:cubicBezTo>
                <a:cubicBezTo>
                  <a:pt x="316456" y="123066"/>
                  <a:pt x="317061" y="119436"/>
                  <a:pt x="317061" y="113482"/>
                </a:cubicBezTo>
                <a:lnTo>
                  <a:pt x="317061" y="51187"/>
                </a:lnTo>
                <a:moveTo>
                  <a:pt x="336374" y="87753"/>
                </a:moveTo>
                <a:cubicBezTo>
                  <a:pt x="339424" y="91062"/>
                  <a:pt x="342449" y="92693"/>
                  <a:pt x="345450" y="92644"/>
                </a:cubicBezTo>
                <a:cubicBezTo>
                  <a:pt x="351404" y="92644"/>
                  <a:pt x="355784" y="90028"/>
                  <a:pt x="358591" y="84796"/>
                </a:cubicBezTo>
                <a:cubicBezTo>
                  <a:pt x="361399" y="79563"/>
                  <a:pt x="362803" y="73319"/>
                  <a:pt x="362803" y="66066"/>
                </a:cubicBezTo>
                <a:cubicBezTo>
                  <a:pt x="362803" y="57986"/>
                  <a:pt x="361471" y="51804"/>
                  <a:pt x="358809" y="47520"/>
                </a:cubicBezTo>
                <a:cubicBezTo>
                  <a:pt x="356147" y="43236"/>
                  <a:pt x="353073" y="41095"/>
                  <a:pt x="349588" y="41095"/>
                </a:cubicBezTo>
                <a:cubicBezTo>
                  <a:pt x="347701" y="41095"/>
                  <a:pt x="345522" y="41618"/>
                  <a:pt x="343054" y="42665"/>
                </a:cubicBezTo>
                <a:cubicBezTo>
                  <a:pt x="340585" y="43711"/>
                  <a:pt x="338335" y="45160"/>
                  <a:pt x="336302" y="47010"/>
                </a:cubicBezTo>
                <a:cubicBezTo>
                  <a:pt x="336350" y="47837"/>
                  <a:pt x="336374" y="48640"/>
                  <a:pt x="336374" y="49419"/>
                </a:cubicBezTo>
                <a:lnTo>
                  <a:pt x="336374" y="87753"/>
                </a:lnTo>
                <a:close/>
                <a:moveTo>
                  <a:pt x="398881" y="43164"/>
                </a:moveTo>
                <a:cubicBezTo>
                  <a:pt x="398881" y="40299"/>
                  <a:pt x="399970" y="37810"/>
                  <a:pt x="402148" y="35697"/>
                </a:cubicBezTo>
                <a:cubicBezTo>
                  <a:pt x="404326" y="33584"/>
                  <a:pt x="406904" y="32527"/>
                  <a:pt x="409880" y="32527"/>
                </a:cubicBezTo>
                <a:cubicBezTo>
                  <a:pt x="412857" y="32527"/>
                  <a:pt x="415386" y="33523"/>
                  <a:pt x="417468" y="35515"/>
                </a:cubicBezTo>
                <a:cubicBezTo>
                  <a:pt x="419549" y="37506"/>
                  <a:pt x="420590" y="39934"/>
                  <a:pt x="420590" y="42801"/>
                </a:cubicBezTo>
                <a:cubicBezTo>
                  <a:pt x="420590" y="45569"/>
                  <a:pt x="419501" y="48010"/>
                  <a:pt x="417323" y="50123"/>
                </a:cubicBezTo>
                <a:cubicBezTo>
                  <a:pt x="415144" y="52236"/>
                  <a:pt x="412567" y="53292"/>
                  <a:pt x="409590" y="53292"/>
                </a:cubicBezTo>
                <a:cubicBezTo>
                  <a:pt x="406613" y="53292"/>
                  <a:pt x="404084" y="52297"/>
                  <a:pt x="402003" y="50306"/>
                </a:cubicBezTo>
                <a:cubicBezTo>
                  <a:pt x="399921" y="48314"/>
                  <a:pt x="398881" y="45933"/>
                  <a:pt x="398881" y="43164"/>
                </a:cubicBezTo>
                <a:moveTo>
                  <a:pt x="398881" y="87017"/>
                </a:moveTo>
                <a:cubicBezTo>
                  <a:pt x="398881" y="84153"/>
                  <a:pt x="399970" y="81664"/>
                  <a:pt x="402148" y="79550"/>
                </a:cubicBezTo>
                <a:cubicBezTo>
                  <a:pt x="404326" y="77437"/>
                  <a:pt x="406904" y="76381"/>
                  <a:pt x="409880" y="76381"/>
                </a:cubicBezTo>
                <a:cubicBezTo>
                  <a:pt x="412857" y="76381"/>
                  <a:pt x="415386" y="77377"/>
                  <a:pt x="417468" y="79369"/>
                </a:cubicBezTo>
                <a:cubicBezTo>
                  <a:pt x="419549" y="81360"/>
                  <a:pt x="420590" y="83812"/>
                  <a:pt x="420590" y="86727"/>
                </a:cubicBezTo>
                <a:cubicBezTo>
                  <a:pt x="420590" y="89495"/>
                  <a:pt x="419501" y="91924"/>
                  <a:pt x="417323" y="94013"/>
                </a:cubicBezTo>
                <a:cubicBezTo>
                  <a:pt x="415144" y="96101"/>
                  <a:pt x="412567" y="97146"/>
                  <a:pt x="409590" y="97146"/>
                </a:cubicBezTo>
                <a:cubicBezTo>
                  <a:pt x="406613" y="97146"/>
                  <a:pt x="404084" y="96151"/>
                  <a:pt x="402003" y="94160"/>
                </a:cubicBezTo>
                <a:cubicBezTo>
                  <a:pt x="399921" y="92168"/>
                  <a:pt x="398881" y="89787"/>
                  <a:pt x="398881" y="87017"/>
                </a:cubicBezTo>
                <a:close/>
                <a:moveTo>
                  <a:pt x="503607" y="11617"/>
                </a:moveTo>
                <a:cubicBezTo>
                  <a:pt x="499251" y="11617"/>
                  <a:pt x="496383" y="12717"/>
                  <a:pt x="495004" y="14918"/>
                </a:cubicBezTo>
                <a:cubicBezTo>
                  <a:pt x="493624" y="17117"/>
                  <a:pt x="492934" y="20297"/>
                  <a:pt x="492934" y="24457"/>
                </a:cubicBezTo>
                <a:cubicBezTo>
                  <a:pt x="492934" y="30598"/>
                  <a:pt x="495814" y="35144"/>
                  <a:pt x="501574" y="38095"/>
                </a:cubicBezTo>
                <a:lnTo>
                  <a:pt x="508980" y="41939"/>
                </a:lnTo>
                <a:cubicBezTo>
                  <a:pt x="512853" y="39568"/>
                  <a:pt x="514789" y="34224"/>
                  <a:pt x="514789" y="25906"/>
                </a:cubicBezTo>
                <a:cubicBezTo>
                  <a:pt x="514789" y="24020"/>
                  <a:pt x="514692" y="22388"/>
                  <a:pt x="514498" y="21010"/>
                </a:cubicBezTo>
                <a:cubicBezTo>
                  <a:pt x="514305" y="19632"/>
                  <a:pt x="513857" y="18145"/>
                  <a:pt x="513155" y="16549"/>
                </a:cubicBezTo>
                <a:cubicBezTo>
                  <a:pt x="512453" y="14954"/>
                  <a:pt x="511304" y="13733"/>
                  <a:pt x="509706" y="12887"/>
                </a:cubicBezTo>
                <a:cubicBezTo>
                  <a:pt x="508109" y="12040"/>
                  <a:pt x="506076" y="11617"/>
                  <a:pt x="503607" y="11617"/>
                </a:cubicBezTo>
                <a:moveTo>
                  <a:pt x="532069" y="26197"/>
                </a:moveTo>
                <a:cubicBezTo>
                  <a:pt x="532069" y="30742"/>
                  <a:pt x="530459" y="34756"/>
                  <a:pt x="527240" y="38238"/>
                </a:cubicBezTo>
                <a:cubicBezTo>
                  <a:pt x="524022" y="41720"/>
                  <a:pt x="520065" y="44139"/>
                  <a:pt x="515369" y="45494"/>
                </a:cubicBezTo>
                <a:lnTo>
                  <a:pt x="523719" y="50427"/>
                </a:lnTo>
                <a:cubicBezTo>
                  <a:pt x="532141" y="55359"/>
                  <a:pt x="536352" y="62831"/>
                  <a:pt x="536352" y="72841"/>
                </a:cubicBezTo>
                <a:cubicBezTo>
                  <a:pt x="536352" y="79293"/>
                  <a:pt x="533327" y="85199"/>
                  <a:pt x="527277" y="90559"/>
                </a:cubicBezTo>
                <a:cubicBezTo>
                  <a:pt x="521226" y="95918"/>
                  <a:pt x="512853" y="98598"/>
                  <a:pt x="502155" y="98598"/>
                </a:cubicBezTo>
                <a:cubicBezTo>
                  <a:pt x="492426" y="98598"/>
                  <a:pt x="484645" y="96597"/>
                  <a:pt x="478813" y="92594"/>
                </a:cubicBezTo>
                <a:cubicBezTo>
                  <a:pt x="472980" y="88591"/>
                  <a:pt x="470064" y="82804"/>
                  <a:pt x="470064" y="75235"/>
                </a:cubicBezTo>
                <a:cubicBezTo>
                  <a:pt x="470064" y="69770"/>
                  <a:pt x="471867" y="65055"/>
                  <a:pt x="475473" y="61091"/>
                </a:cubicBezTo>
                <a:cubicBezTo>
                  <a:pt x="479079" y="57125"/>
                  <a:pt x="484609" y="53328"/>
                  <a:pt x="492063" y="49701"/>
                </a:cubicBezTo>
                <a:lnTo>
                  <a:pt x="488941" y="48033"/>
                </a:lnTo>
                <a:cubicBezTo>
                  <a:pt x="483568" y="45275"/>
                  <a:pt x="479841" y="42458"/>
                  <a:pt x="477760" y="39581"/>
                </a:cubicBezTo>
                <a:cubicBezTo>
                  <a:pt x="475679" y="36703"/>
                  <a:pt x="474638" y="33088"/>
                  <a:pt x="474638" y="28736"/>
                </a:cubicBezTo>
                <a:cubicBezTo>
                  <a:pt x="474638" y="22378"/>
                  <a:pt x="477167" y="17065"/>
                  <a:pt x="482225" y="12794"/>
                </a:cubicBezTo>
                <a:cubicBezTo>
                  <a:pt x="487283" y="8524"/>
                  <a:pt x="494774" y="6389"/>
                  <a:pt x="504697" y="6389"/>
                </a:cubicBezTo>
                <a:cubicBezTo>
                  <a:pt x="513893" y="6389"/>
                  <a:pt x="520754" y="8222"/>
                  <a:pt x="525280" y="11887"/>
                </a:cubicBezTo>
                <a:cubicBezTo>
                  <a:pt x="529806" y="15552"/>
                  <a:pt x="532069" y="20322"/>
                  <a:pt x="532069" y="26197"/>
                </a:cubicBezTo>
                <a:moveTo>
                  <a:pt x="502446" y="92644"/>
                </a:moveTo>
                <a:cubicBezTo>
                  <a:pt x="506608" y="92644"/>
                  <a:pt x="510227" y="91424"/>
                  <a:pt x="513300" y="88982"/>
                </a:cubicBezTo>
                <a:cubicBezTo>
                  <a:pt x="516374" y="86540"/>
                  <a:pt x="517911" y="82151"/>
                  <a:pt x="517911" y="75816"/>
                </a:cubicBezTo>
                <a:cubicBezTo>
                  <a:pt x="517911" y="71656"/>
                  <a:pt x="517173" y="68186"/>
                  <a:pt x="515696" y="65406"/>
                </a:cubicBezTo>
                <a:cubicBezTo>
                  <a:pt x="514220" y="62626"/>
                  <a:pt x="511037" y="59954"/>
                  <a:pt x="506149" y="57390"/>
                </a:cubicBezTo>
                <a:lnTo>
                  <a:pt x="498162" y="53111"/>
                </a:lnTo>
                <a:cubicBezTo>
                  <a:pt x="495790" y="54803"/>
                  <a:pt x="493854" y="56665"/>
                  <a:pt x="492354" y="58697"/>
                </a:cubicBezTo>
                <a:cubicBezTo>
                  <a:pt x="490853" y="60728"/>
                  <a:pt x="489861" y="62978"/>
                  <a:pt x="489377" y="65445"/>
                </a:cubicBezTo>
                <a:cubicBezTo>
                  <a:pt x="488893" y="67910"/>
                  <a:pt x="488602" y="69663"/>
                  <a:pt x="488506" y="70702"/>
                </a:cubicBezTo>
                <a:cubicBezTo>
                  <a:pt x="488409" y="71741"/>
                  <a:pt x="488360" y="73252"/>
                  <a:pt x="488360" y="75235"/>
                </a:cubicBezTo>
                <a:cubicBezTo>
                  <a:pt x="488312" y="86841"/>
                  <a:pt x="493007" y="92644"/>
                  <a:pt x="502446" y="92644"/>
                </a:cubicBezTo>
                <a:close/>
                <a:moveTo>
                  <a:pt x="596144" y="78995"/>
                </a:moveTo>
                <a:cubicBezTo>
                  <a:pt x="596144" y="81947"/>
                  <a:pt x="596507" y="84343"/>
                  <a:pt x="597233" y="86183"/>
                </a:cubicBezTo>
                <a:cubicBezTo>
                  <a:pt x="597959" y="88022"/>
                  <a:pt x="599169" y="89365"/>
                  <a:pt x="600863" y="90212"/>
                </a:cubicBezTo>
                <a:cubicBezTo>
                  <a:pt x="602557" y="91059"/>
                  <a:pt x="604094" y="91604"/>
                  <a:pt x="605474" y="91846"/>
                </a:cubicBezTo>
                <a:cubicBezTo>
                  <a:pt x="606853" y="92088"/>
                  <a:pt x="608850" y="92257"/>
                  <a:pt x="611464" y="92354"/>
                </a:cubicBezTo>
                <a:cubicBezTo>
                  <a:pt x="612238" y="92741"/>
                  <a:pt x="612625" y="93564"/>
                  <a:pt x="612625" y="94823"/>
                </a:cubicBezTo>
                <a:cubicBezTo>
                  <a:pt x="612625" y="96081"/>
                  <a:pt x="612238" y="96952"/>
                  <a:pt x="611464" y="97436"/>
                </a:cubicBezTo>
                <a:cubicBezTo>
                  <a:pt x="595200" y="97243"/>
                  <a:pt x="586923" y="97146"/>
                  <a:pt x="586633" y="97146"/>
                </a:cubicBezTo>
                <a:lnTo>
                  <a:pt x="561439" y="97436"/>
                </a:lnTo>
                <a:cubicBezTo>
                  <a:pt x="560664" y="97049"/>
                  <a:pt x="560277" y="96214"/>
                  <a:pt x="560277" y="94931"/>
                </a:cubicBezTo>
                <a:cubicBezTo>
                  <a:pt x="560277" y="93649"/>
                  <a:pt x="560664" y="92790"/>
                  <a:pt x="561439" y="92354"/>
                </a:cubicBezTo>
                <a:cubicBezTo>
                  <a:pt x="564004" y="92257"/>
                  <a:pt x="565988" y="92088"/>
                  <a:pt x="567392" y="91846"/>
                </a:cubicBezTo>
                <a:cubicBezTo>
                  <a:pt x="568796" y="91604"/>
                  <a:pt x="570345" y="91059"/>
                  <a:pt x="572039" y="90212"/>
                </a:cubicBezTo>
                <a:cubicBezTo>
                  <a:pt x="573733" y="89365"/>
                  <a:pt x="574943" y="88034"/>
                  <a:pt x="575669" y="86219"/>
                </a:cubicBezTo>
                <a:cubicBezTo>
                  <a:pt x="576395" y="84404"/>
                  <a:pt x="576758" y="81996"/>
                  <a:pt x="576758" y="78995"/>
                </a:cubicBezTo>
                <a:lnTo>
                  <a:pt x="576758" y="32455"/>
                </a:lnTo>
                <a:cubicBezTo>
                  <a:pt x="576758" y="28970"/>
                  <a:pt x="576565" y="26767"/>
                  <a:pt x="576177" y="25847"/>
                </a:cubicBezTo>
                <a:cubicBezTo>
                  <a:pt x="575790" y="24928"/>
                  <a:pt x="575040" y="24468"/>
                  <a:pt x="573927" y="24468"/>
                </a:cubicBezTo>
                <a:cubicBezTo>
                  <a:pt x="569474" y="24468"/>
                  <a:pt x="564319" y="25702"/>
                  <a:pt x="558462" y="28171"/>
                </a:cubicBezTo>
                <a:cubicBezTo>
                  <a:pt x="556380" y="26670"/>
                  <a:pt x="555291" y="24541"/>
                  <a:pt x="555194" y="21782"/>
                </a:cubicBezTo>
                <a:cubicBezTo>
                  <a:pt x="558050" y="20572"/>
                  <a:pt x="563254" y="18478"/>
                  <a:pt x="570805" y="15501"/>
                </a:cubicBezTo>
                <a:cubicBezTo>
                  <a:pt x="578356" y="12524"/>
                  <a:pt x="583874" y="10237"/>
                  <a:pt x="587359" y="8640"/>
                </a:cubicBezTo>
                <a:cubicBezTo>
                  <a:pt x="590408" y="7140"/>
                  <a:pt x="592877" y="6413"/>
                  <a:pt x="594764" y="6462"/>
                </a:cubicBezTo>
                <a:cubicBezTo>
                  <a:pt x="596459" y="6462"/>
                  <a:pt x="597306" y="7309"/>
                  <a:pt x="597306" y="9003"/>
                </a:cubicBezTo>
                <a:cubicBezTo>
                  <a:pt x="596531" y="14666"/>
                  <a:pt x="596144" y="20112"/>
                  <a:pt x="596144" y="25339"/>
                </a:cubicBezTo>
                <a:lnTo>
                  <a:pt x="596144" y="7899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ACEA1-8053-4194-9198-146202B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295" y="2128609"/>
            <a:ext cx="274034" cy="6372"/>
          </a:xfrm>
          <a:custGeom xmlns:a="http://schemas.openxmlformats.org/drawingml/2006/main">
            <a:pathLst>
              <a:path w="274034" h="6372">
                <a:moveTo>
                  <a:pt x="0" y="0"/>
                </a:moveTo>
                <a:lnTo>
                  <a:pt x="274034" y="0"/>
                </a:lnTo>
                <a:lnTo>
                  <a:pt x="274034" y="6372"/>
                </a:lnTo>
                <a:lnTo>
                  <a:pt x="0" y="63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°F">
            <a:extLst xmlns:a="http://schemas.openxmlformats.org/drawingml/2006/main">
              <a:ext uri="{FF2B5EF4-FFF2-40B4-BE49-F238E27FC236}">
                <a16:creationId xmlns:a16="http://schemas.microsoft.com/office/drawing/2014/main" id="{FCE99461-3BA1-4A5F-89BE-5E4432DE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759" y="2016021"/>
            <a:ext cx="114924" cy="96856"/>
          </a:xfrm>
          <a:custGeom xmlns:a="http://schemas.openxmlformats.org/drawingml/2006/main">
            <a:pathLst>
              <a:path w="114924" h="96856">
                <a:moveTo>
                  <a:pt x="22471" y="25237"/>
                </a:moveTo>
                <a:cubicBezTo>
                  <a:pt x="24141" y="23281"/>
                  <a:pt x="24976" y="21040"/>
                  <a:pt x="24976" y="18512"/>
                </a:cubicBezTo>
                <a:cubicBezTo>
                  <a:pt x="24976" y="15983"/>
                  <a:pt x="24165" y="13669"/>
                  <a:pt x="22544" y="11571"/>
                </a:cubicBezTo>
                <a:cubicBezTo>
                  <a:pt x="20922" y="9472"/>
                  <a:pt x="18672" y="8422"/>
                  <a:pt x="15792" y="8422"/>
                </a:cubicBezTo>
                <a:cubicBezTo>
                  <a:pt x="12912" y="8422"/>
                  <a:pt x="10625" y="9448"/>
                  <a:pt x="8930" y="11499"/>
                </a:cubicBezTo>
                <a:cubicBezTo>
                  <a:pt x="7236" y="13550"/>
                  <a:pt x="6389" y="15888"/>
                  <a:pt x="6389" y="18512"/>
                </a:cubicBezTo>
                <a:cubicBezTo>
                  <a:pt x="6389" y="21040"/>
                  <a:pt x="7261" y="23281"/>
                  <a:pt x="9003" y="25237"/>
                </a:cubicBezTo>
                <a:cubicBezTo>
                  <a:pt x="10746" y="27193"/>
                  <a:pt x="13008" y="28171"/>
                  <a:pt x="15792" y="28171"/>
                </a:cubicBezTo>
                <a:cubicBezTo>
                  <a:pt x="18575" y="28171"/>
                  <a:pt x="20801" y="27193"/>
                  <a:pt x="22471" y="25237"/>
                </a:cubicBezTo>
                <a:moveTo>
                  <a:pt x="0" y="18369"/>
                </a:moveTo>
                <a:cubicBezTo>
                  <a:pt x="0" y="13972"/>
                  <a:pt x="1537" y="10223"/>
                  <a:pt x="4610" y="7122"/>
                </a:cubicBezTo>
                <a:cubicBezTo>
                  <a:pt x="7684" y="4020"/>
                  <a:pt x="11411" y="2469"/>
                  <a:pt x="15792" y="2469"/>
                </a:cubicBezTo>
                <a:cubicBezTo>
                  <a:pt x="20172" y="2469"/>
                  <a:pt x="23863" y="4020"/>
                  <a:pt x="26864" y="7122"/>
                </a:cubicBezTo>
                <a:cubicBezTo>
                  <a:pt x="29865" y="10223"/>
                  <a:pt x="31366" y="13972"/>
                  <a:pt x="31366" y="18369"/>
                </a:cubicBezTo>
                <a:cubicBezTo>
                  <a:pt x="31366" y="22668"/>
                  <a:pt x="29865" y="26369"/>
                  <a:pt x="26864" y="29471"/>
                </a:cubicBezTo>
                <a:cubicBezTo>
                  <a:pt x="23863" y="32573"/>
                  <a:pt x="20172" y="34125"/>
                  <a:pt x="15792" y="34125"/>
                </a:cubicBezTo>
                <a:cubicBezTo>
                  <a:pt x="11411" y="34125"/>
                  <a:pt x="7684" y="32573"/>
                  <a:pt x="4610" y="29471"/>
                </a:cubicBezTo>
                <a:cubicBezTo>
                  <a:pt x="1537" y="26369"/>
                  <a:pt x="0" y="22668"/>
                  <a:pt x="0" y="18369"/>
                </a:cubicBezTo>
                <a:close/>
                <a:moveTo>
                  <a:pt x="71506" y="78414"/>
                </a:moveTo>
                <a:cubicBezTo>
                  <a:pt x="71506" y="81366"/>
                  <a:pt x="71808" y="83762"/>
                  <a:pt x="72413" y="85602"/>
                </a:cubicBezTo>
                <a:cubicBezTo>
                  <a:pt x="73018" y="87441"/>
                  <a:pt x="74035" y="88784"/>
                  <a:pt x="75463" y="89631"/>
                </a:cubicBezTo>
                <a:cubicBezTo>
                  <a:pt x="76890" y="90478"/>
                  <a:pt x="78258" y="91023"/>
                  <a:pt x="79565" y="91265"/>
                </a:cubicBezTo>
                <a:cubicBezTo>
                  <a:pt x="80872" y="91507"/>
                  <a:pt x="82808" y="91676"/>
                  <a:pt x="85373" y="91773"/>
                </a:cubicBezTo>
                <a:cubicBezTo>
                  <a:pt x="86148" y="92257"/>
                  <a:pt x="86535" y="93104"/>
                  <a:pt x="86535" y="94314"/>
                </a:cubicBezTo>
                <a:cubicBezTo>
                  <a:pt x="86535" y="95524"/>
                  <a:pt x="86148" y="96371"/>
                  <a:pt x="85373" y="96856"/>
                </a:cubicBezTo>
                <a:cubicBezTo>
                  <a:pt x="77435" y="96662"/>
                  <a:pt x="69400" y="96565"/>
                  <a:pt x="61268" y="96565"/>
                </a:cubicBezTo>
                <a:cubicBezTo>
                  <a:pt x="53911" y="96565"/>
                  <a:pt x="46287" y="96662"/>
                  <a:pt x="38398" y="96856"/>
                </a:cubicBezTo>
                <a:cubicBezTo>
                  <a:pt x="37623" y="96468"/>
                  <a:pt x="37224" y="95633"/>
                  <a:pt x="37200" y="94351"/>
                </a:cubicBezTo>
                <a:cubicBezTo>
                  <a:pt x="37175" y="93068"/>
                  <a:pt x="37575" y="92209"/>
                  <a:pt x="38398" y="91773"/>
                </a:cubicBezTo>
                <a:cubicBezTo>
                  <a:pt x="40866" y="91676"/>
                  <a:pt x="42693" y="91507"/>
                  <a:pt x="43879" y="91265"/>
                </a:cubicBezTo>
                <a:cubicBezTo>
                  <a:pt x="45065" y="91023"/>
                  <a:pt x="46275" y="90478"/>
                  <a:pt x="47510" y="89631"/>
                </a:cubicBezTo>
                <a:cubicBezTo>
                  <a:pt x="48744" y="88783"/>
                  <a:pt x="49591" y="87450"/>
                  <a:pt x="50051" y="85633"/>
                </a:cubicBezTo>
                <a:cubicBezTo>
                  <a:pt x="50511" y="83817"/>
                  <a:pt x="50740" y="81406"/>
                  <a:pt x="50740" y="78402"/>
                </a:cubicBezTo>
                <a:lnTo>
                  <a:pt x="50740" y="18889"/>
                </a:lnTo>
                <a:cubicBezTo>
                  <a:pt x="50740" y="12931"/>
                  <a:pt x="49966" y="9237"/>
                  <a:pt x="48417" y="7807"/>
                </a:cubicBezTo>
                <a:cubicBezTo>
                  <a:pt x="46868" y="6378"/>
                  <a:pt x="43310" y="5566"/>
                  <a:pt x="37744" y="5373"/>
                </a:cubicBezTo>
                <a:cubicBezTo>
                  <a:pt x="37357" y="4889"/>
                  <a:pt x="37163" y="4042"/>
                  <a:pt x="37163" y="2832"/>
                </a:cubicBezTo>
                <a:cubicBezTo>
                  <a:pt x="37163" y="1622"/>
                  <a:pt x="37357" y="774"/>
                  <a:pt x="37744" y="290"/>
                </a:cubicBezTo>
                <a:lnTo>
                  <a:pt x="60687" y="581"/>
                </a:lnTo>
                <a:lnTo>
                  <a:pt x="105267" y="581"/>
                </a:lnTo>
                <a:cubicBezTo>
                  <a:pt x="107832" y="581"/>
                  <a:pt x="110277" y="387"/>
                  <a:pt x="112600" y="0"/>
                </a:cubicBezTo>
                <a:cubicBezTo>
                  <a:pt x="112987" y="0"/>
                  <a:pt x="113181" y="145"/>
                  <a:pt x="113181" y="436"/>
                </a:cubicBezTo>
                <a:cubicBezTo>
                  <a:pt x="113278" y="725"/>
                  <a:pt x="113423" y="2271"/>
                  <a:pt x="113617" y="5076"/>
                </a:cubicBezTo>
                <a:cubicBezTo>
                  <a:pt x="113810" y="7880"/>
                  <a:pt x="114028" y="11068"/>
                  <a:pt x="114270" y="14639"/>
                </a:cubicBezTo>
                <a:cubicBezTo>
                  <a:pt x="114512" y="18210"/>
                  <a:pt x="114730" y="20849"/>
                  <a:pt x="114924" y="22555"/>
                </a:cubicBezTo>
                <a:cubicBezTo>
                  <a:pt x="113133" y="23433"/>
                  <a:pt x="111003" y="23676"/>
                  <a:pt x="108534" y="23286"/>
                </a:cubicBezTo>
                <a:cubicBezTo>
                  <a:pt x="106647" y="17385"/>
                  <a:pt x="104541" y="13118"/>
                  <a:pt x="102218" y="10485"/>
                </a:cubicBezTo>
                <a:cubicBezTo>
                  <a:pt x="99894" y="7851"/>
                  <a:pt x="96167" y="6534"/>
                  <a:pt x="91036" y="6534"/>
                </a:cubicBezTo>
                <a:lnTo>
                  <a:pt x="77604" y="6534"/>
                </a:lnTo>
                <a:cubicBezTo>
                  <a:pt x="75910" y="6534"/>
                  <a:pt x="74470" y="7279"/>
                  <a:pt x="73284" y="8767"/>
                </a:cubicBezTo>
                <a:cubicBezTo>
                  <a:pt x="72099" y="10254"/>
                  <a:pt x="71506" y="11948"/>
                  <a:pt x="71506" y="13849"/>
                </a:cubicBezTo>
                <a:lnTo>
                  <a:pt x="71506" y="45161"/>
                </a:lnTo>
                <a:lnTo>
                  <a:pt x="83558" y="45161"/>
                </a:lnTo>
                <a:cubicBezTo>
                  <a:pt x="88689" y="45161"/>
                  <a:pt x="92186" y="44572"/>
                  <a:pt x="94050" y="43395"/>
                </a:cubicBezTo>
                <a:cubicBezTo>
                  <a:pt x="95913" y="42217"/>
                  <a:pt x="96942" y="39658"/>
                  <a:pt x="97135" y="35717"/>
                </a:cubicBezTo>
                <a:cubicBezTo>
                  <a:pt x="97619" y="35236"/>
                  <a:pt x="98708" y="34996"/>
                  <a:pt x="100402" y="34996"/>
                </a:cubicBezTo>
                <a:cubicBezTo>
                  <a:pt x="102097" y="34996"/>
                  <a:pt x="103137" y="35189"/>
                  <a:pt x="103525" y="35577"/>
                </a:cubicBezTo>
                <a:cubicBezTo>
                  <a:pt x="103331" y="41580"/>
                  <a:pt x="103234" y="45875"/>
                  <a:pt x="103234" y="48462"/>
                </a:cubicBezTo>
                <a:cubicBezTo>
                  <a:pt x="103234" y="50257"/>
                  <a:pt x="103331" y="54651"/>
                  <a:pt x="103525" y="61642"/>
                </a:cubicBezTo>
                <a:cubicBezTo>
                  <a:pt x="103137" y="62078"/>
                  <a:pt x="102097" y="62295"/>
                  <a:pt x="100402" y="62295"/>
                </a:cubicBezTo>
                <a:cubicBezTo>
                  <a:pt x="98708" y="62295"/>
                  <a:pt x="97619" y="62055"/>
                  <a:pt x="97135" y="61574"/>
                </a:cubicBezTo>
                <a:cubicBezTo>
                  <a:pt x="96942" y="58115"/>
                  <a:pt x="95877" y="55676"/>
                  <a:pt x="93941" y="54259"/>
                </a:cubicBezTo>
                <a:cubicBezTo>
                  <a:pt x="92004" y="52840"/>
                  <a:pt x="88544" y="52131"/>
                  <a:pt x="83558" y="52131"/>
                </a:cubicBezTo>
                <a:lnTo>
                  <a:pt x="71506" y="52131"/>
                </a:lnTo>
                <a:lnTo>
                  <a:pt x="71506" y="7841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Mph:7">
            <a:extLst xmlns:a="http://schemas.openxmlformats.org/drawingml/2006/main">
              <a:ext uri="{FF2B5EF4-FFF2-40B4-BE49-F238E27FC236}">
                <a16:creationId xmlns:a16="http://schemas.microsoft.com/office/drawing/2014/main" id="{FB99672B-2039-40CB-8500-6CD9EBC2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065" y="2187199"/>
            <a:ext cx="459491" cy="138821"/>
          </a:xfrm>
          <a:custGeom xmlns:a="http://schemas.openxmlformats.org/drawingml/2006/main">
            <a:pathLst>
              <a:path w="459491" h="138821">
                <a:moveTo>
                  <a:pt x="97654" y="86691"/>
                </a:moveTo>
                <a:lnTo>
                  <a:pt x="93879" y="24541"/>
                </a:lnTo>
                <a:lnTo>
                  <a:pt x="93516" y="24477"/>
                </a:lnTo>
                <a:lnTo>
                  <a:pt x="60117" y="103243"/>
                </a:lnTo>
                <a:cubicBezTo>
                  <a:pt x="59536" y="104551"/>
                  <a:pt x="58593" y="105181"/>
                  <a:pt x="57286" y="105133"/>
                </a:cubicBezTo>
                <a:cubicBezTo>
                  <a:pt x="55785" y="105133"/>
                  <a:pt x="54793" y="104503"/>
                  <a:pt x="54309" y="103243"/>
                </a:cubicBezTo>
                <a:lnTo>
                  <a:pt x="25049" y="29854"/>
                </a:lnTo>
                <a:lnTo>
                  <a:pt x="24468" y="29913"/>
                </a:lnTo>
                <a:lnTo>
                  <a:pt x="20547" y="85556"/>
                </a:lnTo>
                <a:cubicBezTo>
                  <a:pt x="20160" y="90244"/>
                  <a:pt x="20559" y="93589"/>
                  <a:pt x="21745" y="95592"/>
                </a:cubicBezTo>
                <a:cubicBezTo>
                  <a:pt x="22931" y="97593"/>
                  <a:pt x="25799" y="98789"/>
                  <a:pt x="30349" y="99179"/>
                </a:cubicBezTo>
                <a:cubicBezTo>
                  <a:pt x="30736" y="99566"/>
                  <a:pt x="30930" y="100413"/>
                  <a:pt x="30930" y="101720"/>
                </a:cubicBezTo>
                <a:cubicBezTo>
                  <a:pt x="30930" y="103027"/>
                  <a:pt x="30736" y="103874"/>
                  <a:pt x="30349" y="104261"/>
                </a:cubicBezTo>
                <a:cubicBezTo>
                  <a:pt x="24395" y="104068"/>
                  <a:pt x="18756" y="103971"/>
                  <a:pt x="13432" y="103971"/>
                </a:cubicBezTo>
                <a:cubicBezTo>
                  <a:pt x="10867" y="103971"/>
                  <a:pt x="6583" y="104068"/>
                  <a:pt x="581" y="104261"/>
                </a:cubicBezTo>
                <a:cubicBezTo>
                  <a:pt x="194" y="103874"/>
                  <a:pt x="0" y="103039"/>
                  <a:pt x="0" y="101756"/>
                </a:cubicBezTo>
                <a:cubicBezTo>
                  <a:pt x="0" y="100474"/>
                  <a:pt x="194" y="99615"/>
                  <a:pt x="581" y="99179"/>
                </a:cubicBezTo>
                <a:cubicBezTo>
                  <a:pt x="4647" y="98840"/>
                  <a:pt x="7406" y="97727"/>
                  <a:pt x="8858" y="95839"/>
                </a:cubicBezTo>
                <a:cubicBezTo>
                  <a:pt x="10310" y="93951"/>
                  <a:pt x="11278" y="90660"/>
                  <a:pt x="11762" y="85965"/>
                </a:cubicBezTo>
                <a:lnTo>
                  <a:pt x="17716" y="24688"/>
                </a:lnTo>
                <a:cubicBezTo>
                  <a:pt x="18200" y="19184"/>
                  <a:pt x="17946" y="15896"/>
                  <a:pt x="16953" y="14825"/>
                </a:cubicBezTo>
                <a:cubicBezTo>
                  <a:pt x="15961" y="13753"/>
                  <a:pt x="12851" y="13070"/>
                  <a:pt x="7624" y="12779"/>
                </a:cubicBezTo>
                <a:cubicBezTo>
                  <a:pt x="7140" y="12295"/>
                  <a:pt x="6885" y="11447"/>
                  <a:pt x="6861" y="10237"/>
                </a:cubicBezTo>
                <a:cubicBezTo>
                  <a:pt x="6837" y="9027"/>
                  <a:pt x="7091" y="8180"/>
                  <a:pt x="7624" y="7696"/>
                </a:cubicBezTo>
                <a:lnTo>
                  <a:pt x="38118" y="7987"/>
                </a:lnTo>
                <a:lnTo>
                  <a:pt x="64691" y="74037"/>
                </a:lnTo>
                <a:lnTo>
                  <a:pt x="65417" y="74037"/>
                </a:lnTo>
                <a:lnTo>
                  <a:pt x="93733" y="7987"/>
                </a:lnTo>
                <a:lnTo>
                  <a:pt x="123574" y="7696"/>
                </a:lnTo>
                <a:cubicBezTo>
                  <a:pt x="124058" y="8180"/>
                  <a:pt x="124300" y="9015"/>
                  <a:pt x="124300" y="10201"/>
                </a:cubicBezTo>
                <a:cubicBezTo>
                  <a:pt x="124300" y="11387"/>
                  <a:pt x="124058" y="12246"/>
                  <a:pt x="123574" y="12779"/>
                </a:cubicBezTo>
                <a:cubicBezTo>
                  <a:pt x="118686" y="13070"/>
                  <a:pt x="115685" y="13859"/>
                  <a:pt x="114571" y="15145"/>
                </a:cubicBezTo>
                <a:cubicBezTo>
                  <a:pt x="113458" y="16431"/>
                  <a:pt x="113047" y="19161"/>
                  <a:pt x="113337" y="23336"/>
                </a:cubicBezTo>
                <a:lnTo>
                  <a:pt x="117838" y="85978"/>
                </a:lnTo>
                <a:cubicBezTo>
                  <a:pt x="117984" y="88299"/>
                  <a:pt x="118105" y="90051"/>
                  <a:pt x="118201" y="91235"/>
                </a:cubicBezTo>
                <a:cubicBezTo>
                  <a:pt x="118298" y="92418"/>
                  <a:pt x="118540" y="93591"/>
                  <a:pt x="118928" y="94752"/>
                </a:cubicBezTo>
                <a:cubicBezTo>
                  <a:pt x="119315" y="95912"/>
                  <a:pt x="119678" y="96686"/>
                  <a:pt x="120017" y="97073"/>
                </a:cubicBezTo>
                <a:cubicBezTo>
                  <a:pt x="120355" y="97461"/>
                  <a:pt x="121021" y="97860"/>
                  <a:pt x="122013" y="98271"/>
                </a:cubicBezTo>
                <a:cubicBezTo>
                  <a:pt x="123006" y="98683"/>
                  <a:pt x="123974" y="98925"/>
                  <a:pt x="124917" y="98997"/>
                </a:cubicBezTo>
                <a:cubicBezTo>
                  <a:pt x="125861" y="99070"/>
                  <a:pt x="127301" y="99130"/>
                  <a:pt x="129237" y="99179"/>
                </a:cubicBezTo>
                <a:cubicBezTo>
                  <a:pt x="129722" y="99566"/>
                  <a:pt x="129964" y="100413"/>
                  <a:pt x="129964" y="101720"/>
                </a:cubicBezTo>
                <a:cubicBezTo>
                  <a:pt x="129964" y="103027"/>
                  <a:pt x="129722" y="103874"/>
                  <a:pt x="129237" y="104261"/>
                </a:cubicBezTo>
                <a:cubicBezTo>
                  <a:pt x="122703" y="104068"/>
                  <a:pt x="117306" y="103971"/>
                  <a:pt x="113047" y="103971"/>
                </a:cubicBezTo>
                <a:cubicBezTo>
                  <a:pt x="105786" y="103971"/>
                  <a:pt x="97509" y="104068"/>
                  <a:pt x="88215" y="104261"/>
                </a:cubicBezTo>
                <a:cubicBezTo>
                  <a:pt x="87731" y="103874"/>
                  <a:pt x="87489" y="103039"/>
                  <a:pt x="87489" y="101756"/>
                </a:cubicBezTo>
                <a:cubicBezTo>
                  <a:pt x="87489" y="100474"/>
                  <a:pt x="87731" y="99615"/>
                  <a:pt x="88215" y="99179"/>
                </a:cubicBezTo>
                <a:cubicBezTo>
                  <a:pt x="90200" y="99082"/>
                  <a:pt x="91580" y="99022"/>
                  <a:pt x="92354" y="98997"/>
                </a:cubicBezTo>
                <a:cubicBezTo>
                  <a:pt x="93128" y="98973"/>
                  <a:pt x="94024" y="98780"/>
                  <a:pt x="95040" y="98417"/>
                </a:cubicBezTo>
                <a:cubicBezTo>
                  <a:pt x="96057" y="98054"/>
                  <a:pt x="96674" y="97690"/>
                  <a:pt x="96892" y="97327"/>
                </a:cubicBezTo>
                <a:cubicBezTo>
                  <a:pt x="97110" y="96964"/>
                  <a:pt x="97352" y="96250"/>
                  <a:pt x="97618" y="95186"/>
                </a:cubicBezTo>
                <a:cubicBezTo>
                  <a:pt x="97884" y="94121"/>
                  <a:pt x="97993" y="93007"/>
                  <a:pt x="97945" y="91846"/>
                </a:cubicBezTo>
                <a:cubicBezTo>
                  <a:pt x="97896" y="90684"/>
                  <a:pt x="97799" y="88966"/>
                  <a:pt x="97654" y="86691"/>
                </a:cubicBezTo>
                <a:close/>
                <a:moveTo>
                  <a:pt x="146801" y="58012"/>
                </a:moveTo>
                <a:cubicBezTo>
                  <a:pt x="146801" y="53849"/>
                  <a:pt x="146220" y="51175"/>
                  <a:pt x="145058" y="49989"/>
                </a:cubicBezTo>
                <a:cubicBezTo>
                  <a:pt x="143896" y="48803"/>
                  <a:pt x="141234" y="48016"/>
                  <a:pt x="137071" y="47629"/>
                </a:cubicBezTo>
                <a:cubicBezTo>
                  <a:pt x="136491" y="45741"/>
                  <a:pt x="136394" y="44144"/>
                  <a:pt x="136781" y="42837"/>
                </a:cubicBezTo>
                <a:cubicBezTo>
                  <a:pt x="145203" y="41707"/>
                  <a:pt x="153432" y="40062"/>
                  <a:pt x="161467" y="37900"/>
                </a:cubicBezTo>
                <a:cubicBezTo>
                  <a:pt x="163645" y="37900"/>
                  <a:pt x="164783" y="38753"/>
                  <a:pt x="164879" y="40459"/>
                </a:cubicBezTo>
                <a:cubicBezTo>
                  <a:pt x="165170" y="42654"/>
                  <a:pt x="165436" y="45141"/>
                  <a:pt x="165678" y="47920"/>
                </a:cubicBezTo>
                <a:lnTo>
                  <a:pt x="166549" y="47920"/>
                </a:lnTo>
                <a:cubicBezTo>
                  <a:pt x="169405" y="45336"/>
                  <a:pt x="172551" y="43020"/>
                  <a:pt x="175988" y="40972"/>
                </a:cubicBezTo>
                <a:cubicBezTo>
                  <a:pt x="179425" y="38924"/>
                  <a:pt x="182135" y="37900"/>
                  <a:pt x="184120" y="37900"/>
                </a:cubicBezTo>
                <a:cubicBezTo>
                  <a:pt x="192736" y="37900"/>
                  <a:pt x="199512" y="40384"/>
                  <a:pt x="204449" y="45351"/>
                </a:cubicBezTo>
                <a:cubicBezTo>
                  <a:pt x="207208" y="48127"/>
                  <a:pt x="209386" y="51670"/>
                  <a:pt x="210984" y="55981"/>
                </a:cubicBezTo>
                <a:cubicBezTo>
                  <a:pt x="212581" y="60292"/>
                  <a:pt x="213380" y="64590"/>
                  <a:pt x="213380" y="68875"/>
                </a:cubicBezTo>
                <a:cubicBezTo>
                  <a:pt x="213380" y="79828"/>
                  <a:pt x="209979" y="88658"/>
                  <a:pt x="203179" y="95365"/>
                </a:cubicBezTo>
                <a:cubicBezTo>
                  <a:pt x="196378" y="102070"/>
                  <a:pt x="187339" y="105423"/>
                  <a:pt x="176061" y="105423"/>
                </a:cubicBezTo>
                <a:cubicBezTo>
                  <a:pt x="172672" y="105423"/>
                  <a:pt x="169357" y="104639"/>
                  <a:pt x="166114" y="103070"/>
                </a:cubicBezTo>
                <a:lnTo>
                  <a:pt x="166114" y="120357"/>
                </a:lnTo>
                <a:cubicBezTo>
                  <a:pt x="166114" y="126288"/>
                  <a:pt x="166707" y="129917"/>
                  <a:pt x="167892" y="131243"/>
                </a:cubicBezTo>
                <a:cubicBezTo>
                  <a:pt x="169078" y="132570"/>
                  <a:pt x="172043" y="133402"/>
                  <a:pt x="176787" y="133739"/>
                </a:cubicBezTo>
                <a:cubicBezTo>
                  <a:pt x="177271" y="134132"/>
                  <a:pt x="177513" y="134979"/>
                  <a:pt x="177513" y="136280"/>
                </a:cubicBezTo>
                <a:cubicBezTo>
                  <a:pt x="177513" y="137581"/>
                  <a:pt x="177271" y="138428"/>
                  <a:pt x="176787" y="138821"/>
                </a:cubicBezTo>
                <a:cubicBezTo>
                  <a:pt x="168268" y="138625"/>
                  <a:pt x="161491" y="138526"/>
                  <a:pt x="156457" y="138526"/>
                </a:cubicBezTo>
                <a:cubicBezTo>
                  <a:pt x="151181" y="138526"/>
                  <a:pt x="144380" y="138625"/>
                  <a:pt x="136055" y="138821"/>
                </a:cubicBezTo>
                <a:cubicBezTo>
                  <a:pt x="135571" y="138428"/>
                  <a:pt x="135329" y="137581"/>
                  <a:pt x="135329" y="136280"/>
                </a:cubicBezTo>
                <a:cubicBezTo>
                  <a:pt x="135329" y="134979"/>
                  <a:pt x="135571" y="134132"/>
                  <a:pt x="136055" y="133739"/>
                </a:cubicBezTo>
                <a:cubicBezTo>
                  <a:pt x="140799" y="133352"/>
                  <a:pt x="143775" y="132505"/>
                  <a:pt x="144985" y="131198"/>
                </a:cubicBezTo>
                <a:cubicBezTo>
                  <a:pt x="146196" y="129891"/>
                  <a:pt x="146801" y="126261"/>
                  <a:pt x="146801" y="120307"/>
                </a:cubicBezTo>
                <a:lnTo>
                  <a:pt x="146801" y="58012"/>
                </a:lnTo>
                <a:moveTo>
                  <a:pt x="166114" y="94578"/>
                </a:moveTo>
                <a:cubicBezTo>
                  <a:pt x="169163" y="97887"/>
                  <a:pt x="172188" y="99518"/>
                  <a:pt x="175189" y="99469"/>
                </a:cubicBezTo>
                <a:cubicBezTo>
                  <a:pt x="181143" y="99469"/>
                  <a:pt x="185523" y="96853"/>
                  <a:pt x="188331" y="91621"/>
                </a:cubicBezTo>
                <a:cubicBezTo>
                  <a:pt x="191138" y="86387"/>
                  <a:pt x="192542" y="80144"/>
                  <a:pt x="192542" y="72891"/>
                </a:cubicBezTo>
                <a:cubicBezTo>
                  <a:pt x="192542" y="64811"/>
                  <a:pt x="191211" y="58629"/>
                  <a:pt x="188549" y="54345"/>
                </a:cubicBezTo>
                <a:cubicBezTo>
                  <a:pt x="185886" y="50061"/>
                  <a:pt x="182813" y="47920"/>
                  <a:pt x="179328" y="47920"/>
                </a:cubicBezTo>
                <a:cubicBezTo>
                  <a:pt x="177440" y="47920"/>
                  <a:pt x="175262" y="48443"/>
                  <a:pt x="172793" y="49490"/>
                </a:cubicBezTo>
                <a:cubicBezTo>
                  <a:pt x="170325" y="50536"/>
                  <a:pt x="168074" y="51985"/>
                  <a:pt x="166041" y="53835"/>
                </a:cubicBezTo>
                <a:cubicBezTo>
                  <a:pt x="166089" y="54662"/>
                  <a:pt x="166114" y="55465"/>
                  <a:pt x="166114" y="56244"/>
                </a:cubicBezTo>
                <a:lnTo>
                  <a:pt x="166114" y="94578"/>
                </a:lnTo>
                <a:close/>
                <a:moveTo>
                  <a:pt x="298325" y="84948"/>
                </a:moveTo>
                <a:cubicBezTo>
                  <a:pt x="298325" y="90999"/>
                  <a:pt x="299051" y="94835"/>
                  <a:pt x="300503" y="96456"/>
                </a:cubicBezTo>
                <a:cubicBezTo>
                  <a:pt x="301955" y="98078"/>
                  <a:pt x="305053" y="98985"/>
                  <a:pt x="309796" y="99179"/>
                </a:cubicBezTo>
                <a:cubicBezTo>
                  <a:pt x="310280" y="99566"/>
                  <a:pt x="310522" y="100413"/>
                  <a:pt x="310522" y="101720"/>
                </a:cubicBezTo>
                <a:cubicBezTo>
                  <a:pt x="310522" y="103027"/>
                  <a:pt x="310280" y="103874"/>
                  <a:pt x="309796" y="104261"/>
                </a:cubicBezTo>
                <a:cubicBezTo>
                  <a:pt x="301277" y="104068"/>
                  <a:pt x="294235" y="103971"/>
                  <a:pt x="288668" y="103971"/>
                </a:cubicBezTo>
                <a:cubicBezTo>
                  <a:pt x="284893" y="103971"/>
                  <a:pt x="278842" y="104068"/>
                  <a:pt x="270517" y="104261"/>
                </a:cubicBezTo>
                <a:cubicBezTo>
                  <a:pt x="270033" y="103874"/>
                  <a:pt x="269791" y="103039"/>
                  <a:pt x="269791" y="101756"/>
                </a:cubicBezTo>
                <a:cubicBezTo>
                  <a:pt x="269791" y="100474"/>
                  <a:pt x="270033" y="99615"/>
                  <a:pt x="270517" y="99179"/>
                </a:cubicBezTo>
                <a:cubicBezTo>
                  <a:pt x="273808" y="98985"/>
                  <a:pt x="276047" y="98029"/>
                  <a:pt x="277233" y="96311"/>
                </a:cubicBezTo>
                <a:cubicBezTo>
                  <a:pt x="278419" y="94593"/>
                  <a:pt x="279012" y="90805"/>
                  <a:pt x="279012" y="84948"/>
                </a:cubicBezTo>
                <a:lnTo>
                  <a:pt x="279012" y="60117"/>
                </a:lnTo>
                <a:cubicBezTo>
                  <a:pt x="279012" y="52663"/>
                  <a:pt x="275309" y="48936"/>
                  <a:pt x="267903" y="48936"/>
                </a:cubicBezTo>
                <a:cubicBezTo>
                  <a:pt x="264660" y="48936"/>
                  <a:pt x="260037" y="50848"/>
                  <a:pt x="254035" y="54672"/>
                </a:cubicBezTo>
                <a:lnTo>
                  <a:pt x="254035" y="85093"/>
                </a:lnTo>
                <a:cubicBezTo>
                  <a:pt x="254035" y="90950"/>
                  <a:pt x="254604" y="94714"/>
                  <a:pt x="255742" y="96384"/>
                </a:cubicBezTo>
                <a:cubicBezTo>
                  <a:pt x="256879" y="98054"/>
                  <a:pt x="259142" y="98985"/>
                  <a:pt x="262530" y="99179"/>
                </a:cubicBezTo>
                <a:cubicBezTo>
                  <a:pt x="263014" y="99566"/>
                  <a:pt x="263256" y="100413"/>
                  <a:pt x="263256" y="101720"/>
                </a:cubicBezTo>
                <a:cubicBezTo>
                  <a:pt x="263256" y="103027"/>
                  <a:pt x="263014" y="103874"/>
                  <a:pt x="262530" y="104261"/>
                </a:cubicBezTo>
                <a:cubicBezTo>
                  <a:pt x="254011" y="104068"/>
                  <a:pt x="247961" y="103971"/>
                  <a:pt x="244379" y="103971"/>
                </a:cubicBezTo>
                <a:cubicBezTo>
                  <a:pt x="238619" y="103971"/>
                  <a:pt x="231576" y="104068"/>
                  <a:pt x="223251" y="104261"/>
                </a:cubicBezTo>
                <a:cubicBezTo>
                  <a:pt x="222767" y="103874"/>
                  <a:pt x="222525" y="103039"/>
                  <a:pt x="222525" y="101756"/>
                </a:cubicBezTo>
                <a:cubicBezTo>
                  <a:pt x="222525" y="100474"/>
                  <a:pt x="222767" y="99615"/>
                  <a:pt x="223251" y="99179"/>
                </a:cubicBezTo>
                <a:cubicBezTo>
                  <a:pt x="227994" y="98985"/>
                  <a:pt x="231092" y="98077"/>
                  <a:pt x="232544" y="96454"/>
                </a:cubicBezTo>
                <a:cubicBezTo>
                  <a:pt x="233996" y="94831"/>
                  <a:pt x="234722" y="91040"/>
                  <a:pt x="234722" y="85082"/>
                </a:cubicBezTo>
                <a:lnTo>
                  <a:pt x="234722" y="19903"/>
                </a:lnTo>
                <a:cubicBezTo>
                  <a:pt x="234722" y="14961"/>
                  <a:pt x="234226" y="11958"/>
                  <a:pt x="233234" y="10893"/>
                </a:cubicBezTo>
                <a:cubicBezTo>
                  <a:pt x="232242" y="9827"/>
                  <a:pt x="229374" y="9100"/>
                  <a:pt x="224630" y="8713"/>
                </a:cubicBezTo>
                <a:cubicBezTo>
                  <a:pt x="223856" y="7288"/>
                  <a:pt x="223686" y="5690"/>
                  <a:pt x="224122" y="3921"/>
                </a:cubicBezTo>
                <a:cubicBezTo>
                  <a:pt x="236417" y="3437"/>
                  <a:pt x="245734" y="2130"/>
                  <a:pt x="252075" y="0"/>
                </a:cubicBezTo>
                <a:cubicBezTo>
                  <a:pt x="253672" y="0"/>
                  <a:pt x="254471" y="653"/>
                  <a:pt x="254471" y="1960"/>
                </a:cubicBezTo>
                <a:cubicBezTo>
                  <a:pt x="254181" y="5650"/>
                  <a:pt x="254035" y="10724"/>
                  <a:pt x="254035" y="17183"/>
                </a:cubicBezTo>
                <a:lnTo>
                  <a:pt x="254035" y="48716"/>
                </a:lnTo>
                <a:cubicBezTo>
                  <a:pt x="265410" y="41505"/>
                  <a:pt x="273590" y="37900"/>
                  <a:pt x="278576" y="37900"/>
                </a:cubicBezTo>
                <a:cubicBezTo>
                  <a:pt x="291742" y="37900"/>
                  <a:pt x="298325" y="45838"/>
                  <a:pt x="298325" y="61715"/>
                </a:cubicBezTo>
                <a:lnTo>
                  <a:pt x="298325" y="84948"/>
                </a:lnTo>
                <a:close/>
                <a:moveTo>
                  <a:pt x="320648" y="49989"/>
                </a:moveTo>
                <a:cubicBezTo>
                  <a:pt x="320648" y="47124"/>
                  <a:pt x="321737" y="44635"/>
                  <a:pt x="323915" y="42522"/>
                </a:cubicBezTo>
                <a:cubicBezTo>
                  <a:pt x="326093" y="40409"/>
                  <a:pt x="328671" y="39352"/>
                  <a:pt x="331647" y="39352"/>
                </a:cubicBezTo>
                <a:cubicBezTo>
                  <a:pt x="334624" y="39352"/>
                  <a:pt x="337153" y="40348"/>
                  <a:pt x="339235" y="42340"/>
                </a:cubicBezTo>
                <a:cubicBezTo>
                  <a:pt x="341316" y="44331"/>
                  <a:pt x="342357" y="46759"/>
                  <a:pt x="342357" y="49626"/>
                </a:cubicBezTo>
                <a:cubicBezTo>
                  <a:pt x="342357" y="52394"/>
                  <a:pt x="341268" y="54834"/>
                  <a:pt x="339089" y="56948"/>
                </a:cubicBezTo>
                <a:cubicBezTo>
                  <a:pt x="336911" y="59061"/>
                  <a:pt x="334334" y="60117"/>
                  <a:pt x="331357" y="60117"/>
                </a:cubicBezTo>
                <a:cubicBezTo>
                  <a:pt x="328380" y="60117"/>
                  <a:pt x="325851" y="59122"/>
                  <a:pt x="323770" y="57131"/>
                </a:cubicBezTo>
                <a:cubicBezTo>
                  <a:pt x="321688" y="55139"/>
                  <a:pt x="320648" y="52758"/>
                  <a:pt x="320648" y="49989"/>
                </a:cubicBezTo>
                <a:moveTo>
                  <a:pt x="320648" y="93842"/>
                </a:moveTo>
                <a:cubicBezTo>
                  <a:pt x="320648" y="90978"/>
                  <a:pt x="321737" y="88489"/>
                  <a:pt x="323915" y="86375"/>
                </a:cubicBezTo>
                <a:cubicBezTo>
                  <a:pt x="326093" y="84262"/>
                  <a:pt x="328671" y="83206"/>
                  <a:pt x="331647" y="83206"/>
                </a:cubicBezTo>
                <a:cubicBezTo>
                  <a:pt x="334624" y="83206"/>
                  <a:pt x="337153" y="84202"/>
                  <a:pt x="339235" y="86194"/>
                </a:cubicBezTo>
                <a:cubicBezTo>
                  <a:pt x="341316" y="88184"/>
                  <a:pt x="342357" y="90637"/>
                  <a:pt x="342357" y="93552"/>
                </a:cubicBezTo>
                <a:cubicBezTo>
                  <a:pt x="342357" y="96320"/>
                  <a:pt x="341268" y="98749"/>
                  <a:pt x="339089" y="100837"/>
                </a:cubicBezTo>
                <a:cubicBezTo>
                  <a:pt x="336911" y="102926"/>
                  <a:pt x="334334" y="103971"/>
                  <a:pt x="331357" y="103971"/>
                </a:cubicBezTo>
                <a:cubicBezTo>
                  <a:pt x="328380" y="103971"/>
                  <a:pt x="325851" y="102976"/>
                  <a:pt x="323770" y="100985"/>
                </a:cubicBezTo>
                <a:cubicBezTo>
                  <a:pt x="321688" y="98993"/>
                  <a:pt x="320648" y="96612"/>
                  <a:pt x="320648" y="93842"/>
                </a:cubicBezTo>
                <a:close/>
                <a:moveTo>
                  <a:pt x="415638" y="29913"/>
                </a:moveTo>
                <a:cubicBezTo>
                  <a:pt x="413653" y="29913"/>
                  <a:pt x="411996" y="30144"/>
                  <a:pt x="410664" y="30605"/>
                </a:cubicBezTo>
                <a:cubicBezTo>
                  <a:pt x="409333" y="31065"/>
                  <a:pt x="407869" y="32276"/>
                  <a:pt x="406272" y="34238"/>
                </a:cubicBezTo>
                <a:cubicBezTo>
                  <a:pt x="404674" y="36200"/>
                  <a:pt x="403392" y="39070"/>
                  <a:pt x="402424" y="42848"/>
                </a:cubicBezTo>
                <a:lnTo>
                  <a:pt x="397196" y="42413"/>
                </a:lnTo>
                <a:cubicBezTo>
                  <a:pt x="398987" y="30469"/>
                  <a:pt x="399979" y="20688"/>
                  <a:pt x="400173" y="13069"/>
                </a:cubicBezTo>
                <a:cubicBezTo>
                  <a:pt x="400173" y="12779"/>
                  <a:pt x="400367" y="12633"/>
                  <a:pt x="400754" y="12633"/>
                </a:cubicBezTo>
                <a:cubicBezTo>
                  <a:pt x="400947" y="12730"/>
                  <a:pt x="401843" y="13093"/>
                  <a:pt x="403440" y="13722"/>
                </a:cubicBezTo>
                <a:cubicBezTo>
                  <a:pt x="405037" y="14352"/>
                  <a:pt x="406828" y="14666"/>
                  <a:pt x="408813" y="14666"/>
                </a:cubicBezTo>
                <a:lnTo>
                  <a:pt x="458620" y="14666"/>
                </a:lnTo>
                <a:lnTo>
                  <a:pt x="459491" y="16053"/>
                </a:lnTo>
                <a:cubicBezTo>
                  <a:pt x="455813" y="23809"/>
                  <a:pt x="452485" y="31009"/>
                  <a:pt x="449508" y="37650"/>
                </a:cubicBezTo>
                <a:cubicBezTo>
                  <a:pt x="446531" y="44291"/>
                  <a:pt x="443615" y="51053"/>
                  <a:pt x="440759" y="57937"/>
                </a:cubicBezTo>
                <a:cubicBezTo>
                  <a:pt x="437904" y="64821"/>
                  <a:pt x="435798" y="69911"/>
                  <a:pt x="434443" y="73209"/>
                </a:cubicBezTo>
                <a:cubicBezTo>
                  <a:pt x="433087" y="76505"/>
                  <a:pt x="430873" y="82092"/>
                  <a:pt x="427799" y="89969"/>
                </a:cubicBezTo>
                <a:cubicBezTo>
                  <a:pt x="424726" y="97847"/>
                  <a:pt x="422898" y="102634"/>
                  <a:pt x="422318" y="104332"/>
                </a:cubicBezTo>
                <a:lnTo>
                  <a:pt x="407143" y="105859"/>
                </a:lnTo>
                <a:lnTo>
                  <a:pt x="406272" y="104041"/>
                </a:lnTo>
                <a:cubicBezTo>
                  <a:pt x="421470" y="75990"/>
                  <a:pt x="434249" y="51281"/>
                  <a:pt x="444607" y="29913"/>
                </a:cubicBezTo>
                <a:lnTo>
                  <a:pt x="415638" y="2991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D79E3-6475-4324-8406-081CE6CA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28" y="2307029"/>
            <a:ext cx="76467" cy="6374"/>
          </a:xfrm>
          <a:custGeom xmlns:a="http://schemas.openxmlformats.org/drawingml/2006/main">
            <a:pathLst>
              <a:path w="76467" h="6374">
                <a:moveTo>
                  <a:pt x="0" y="6374"/>
                </a:moveTo>
                <a:lnTo>
                  <a:pt x="76467" y="6374"/>
                </a:lnTo>
                <a:lnTo>
                  <a:pt x="76467" y="0"/>
                </a:lnTo>
                <a:lnTo>
                  <a:pt x="0" y="0"/>
                </a:lnTo>
                <a:lnTo>
                  <a:pt x="0" y="63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PoP:1%">
            <a:extLst xmlns:a="http://schemas.openxmlformats.org/drawingml/2006/main">
              <a:ext uri="{FF2B5EF4-FFF2-40B4-BE49-F238E27FC236}">
                <a16:creationId xmlns:a16="http://schemas.microsoft.com/office/drawing/2014/main" id="{50E8F5D0-9955-40AD-BD14-D828A937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729" y="2372373"/>
            <a:ext cx="505293" cy="100195"/>
          </a:xfrm>
          <a:custGeom xmlns:a="http://schemas.openxmlformats.org/drawingml/2006/main">
            <a:pathLst>
              <a:path w="505293" h="100195">
                <a:moveTo>
                  <a:pt x="47920" y="0"/>
                </a:moveTo>
                <a:cubicBezTo>
                  <a:pt x="58907" y="0"/>
                  <a:pt x="67184" y="1613"/>
                  <a:pt x="72751" y="4840"/>
                </a:cubicBezTo>
                <a:cubicBezTo>
                  <a:pt x="80398" y="9365"/>
                  <a:pt x="84198" y="16130"/>
                  <a:pt x="84150" y="25135"/>
                </a:cubicBezTo>
                <a:cubicBezTo>
                  <a:pt x="84150" y="35392"/>
                  <a:pt x="80834" y="43217"/>
                  <a:pt x="74203" y="48609"/>
                </a:cubicBezTo>
                <a:cubicBezTo>
                  <a:pt x="68443" y="53329"/>
                  <a:pt x="59028" y="55712"/>
                  <a:pt x="45959" y="55761"/>
                </a:cubicBezTo>
                <a:cubicBezTo>
                  <a:pt x="44555" y="55761"/>
                  <a:pt x="42813" y="55622"/>
                  <a:pt x="40732" y="55346"/>
                </a:cubicBezTo>
                <a:cubicBezTo>
                  <a:pt x="38747" y="54099"/>
                  <a:pt x="37755" y="52108"/>
                  <a:pt x="37755" y="49372"/>
                </a:cubicBezTo>
                <a:cubicBezTo>
                  <a:pt x="39836" y="49662"/>
                  <a:pt x="42329" y="49807"/>
                  <a:pt x="45233" y="49807"/>
                </a:cubicBezTo>
                <a:cubicBezTo>
                  <a:pt x="51284" y="49807"/>
                  <a:pt x="55543" y="48084"/>
                  <a:pt x="58012" y="44636"/>
                </a:cubicBezTo>
                <a:cubicBezTo>
                  <a:pt x="60480" y="41188"/>
                  <a:pt x="61715" y="35554"/>
                  <a:pt x="61715" y="27735"/>
                </a:cubicBezTo>
                <a:cubicBezTo>
                  <a:pt x="61715" y="13214"/>
                  <a:pt x="55519" y="5954"/>
                  <a:pt x="43128" y="5954"/>
                </a:cubicBezTo>
                <a:cubicBezTo>
                  <a:pt x="39352" y="5954"/>
                  <a:pt x="36920" y="6839"/>
                  <a:pt x="35831" y="8611"/>
                </a:cubicBezTo>
                <a:cubicBezTo>
                  <a:pt x="34742" y="10382"/>
                  <a:pt x="34197" y="13912"/>
                  <a:pt x="34197" y="19202"/>
                </a:cubicBezTo>
                <a:lnTo>
                  <a:pt x="34197" y="79106"/>
                </a:lnTo>
                <a:cubicBezTo>
                  <a:pt x="34197" y="82066"/>
                  <a:pt x="34427" y="84468"/>
                  <a:pt x="34887" y="86312"/>
                </a:cubicBezTo>
                <a:cubicBezTo>
                  <a:pt x="35347" y="88156"/>
                  <a:pt x="36194" y="89503"/>
                  <a:pt x="37428" y="90353"/>
                </a:cubicBezTo>
                <a:cubicBezTo>
                  <a:pt x="38662" y="91201"/>
                  <a:pt x="39872" y="91747"/>
                  <a:pt x="41058" y="91991"/>
                </a:cubicBezTo>
                <a:cubicBezTo>
                  <a:pt x="42244" y="92233"/>
                  <a:pt x="44071" y="92402"/>
                  <a:pt x="46540" y="92499"/>
                </a:cubicBezTo>
                <a:cubicBezTo>
                  <a:pt x="47218" y="92983"/>
                  <a:pt x="47569" y="93830"/>
                  <a:pt x="47593" y="95040"/>
                </a:cubicBezTo>
                <a:cubicBezTo>
                  <a:pt x="47617" y="96250"/>
                  <a:pt x="47266" y="97098"/>
                  <a:pt x="46540" y="97582"/>
                </a:cubicBezTo>
                <a:cubicBezTo>
                  <a:pt x="38602" y="97388"/>
                  <a:pt x="31075" y="97291"/>
                  <a:pt x="23960" y="97291"/>
                </a:cubicBezTo>
                <a:cubicBezTo>
                  <a:pt x="16602" y="97291"/>
                  <a:pt x="8955" y="97388"/>
                  <a:pt x="1016" y="97582"/>
                </a:cubicBezTo>
                <a:cubicBezTo>
                  <a:pt x="339" y="97098"/>
                  <a:pt x="0" y="96238"/>
                  <a:pt x="0" y="95004"/>
                </a:cubicBezTo>
                <a:cubicBezTo>
                  <a:pt x="0" y="93770"/>
                  <a:pt x="339" y="92935"/>
                  <a:pt x="1016" y="92499"/>
                </a:cubicBezTo>
                <a:cubicBezTo>
                  <a:pt x="3485" y="92402"/>
                  <a:pt x="5324" y="92233"/>
                  <a:pt x="6534" y="91991"/>
                </a:cubicBezTo>
                <a:cubicBezTo>
                  <a:pt x="7745" y="91747"/>
                  <a:pt x="8967" y="91201"/>
                  <a:pt x="10201" y="90353"/>
                </a:cubicBezTo>
                <a:cubicBezTo>
                  <a:pt x="11435" y="89503"/>
                  <a:pt x="12270" y="88168"/>
                  <a:pt x="12706" y="86348"/>
                </a:cubicBezTo>
                <a:cubicBezTo>
                  <a:pt x="13142" y="84528"/>
                  <a:pt x="13359" y="82114"/>
                  <a:pt x="13359" y="79106"/>
                </a:cubicBezTo>
                <a:lnTo>
                  <a:pt x="13359" y="19347"/>
                </a:lnTo>
                <a:cubicBezTo>
                  <a:pt x="13359" y="16387"/>
                  <a:pt x="13142" y="13985"/>
                  <a:pt x="12706" y="12141"/>
                </a:cubicBezTo>
                <a:cubicBezTo>
                  <a:pt x="12270" y="10297"/>
                  <a:pt x="11435" y="8951"/>
                  <a:pt x="10201" y="8102"/>
                </a:cubicBezTo>
                <a:cubicBezTo>
                  <a:pt x="8967" y="7252"/>
                  <a:pt x="7757" y="6706"/>
                  <a:pt x="6571" y="6464"/>
                </a:cubicBezTo>
                <a:cubicBezTo>
                  <a:pt x="5385" y="6221"/>
                  <a:pt x="3533" y="6050"/>
                  <a:pt x="1016" y="5954"/>
                </a:cubicBezTo>
                <a:cubicBezTo>
                  <a:pt x="339" y="5483"/>
                  <a:pt x="0" y="4637"/>
                  <a:pt x="0" y="3415"/>
                </a:cubicBezTo>
                <a:cubicBezTo>
                  <a:pt x="0" y="2193"/>
                  <a:pt x="339" y="1393"/>
                  <a:pt x="1016" y="1016"/>
                </a:cubicBezTo>
                <a:cubicBezTo>
                  <a:pt x="3001" y="1016"/>
                  <a:pt x="10818" y="847"/>
                  <a:pt x="24468" y="508"/>
                </a:cubicBezTo>
                <a:cubicBezTo>
                  <a:pt x="38118" y="169"/>
                  <a:pt x="45935" y="0"/>
                  <a:pt x="47920" y="0"/>
                </a:cubicBezTo>
                <a:close/>
                <a:moveTo>
                  <a:pt x="126724" y="37174"/>
                </a:moveTo>
                <a:cubicBezTo>
                  <a:pt x="118496" y="37174"/>
                  <a:pt x="114381" y="45843"/>
                  <a:pt x="114381" y="63183"/>
                </a:cubicBezTo>
                <a:cubicBezTo>
                  <a:pt x="114381" y="70088"/>
                  <a:pt x="115845" y="76748"/>
                  <a:pt x="118774" y="83165"/>
                </a:cubicBezTo>
                <a:cubicBezTo>
                  <a:pt x="121702" y="89581"/>
                  <a:pt x="125901" y="92790"/>
                  <a:pt x="131371" y="92790"/>
                </a:cubicBezTo>
                <a:cubicBezTo>
                  <a:pt x="134662" y="92790"/>
                  <a:pt x="137542" y="91015"/>
                  <a:pt x="140011" y="87464"/>
                </a:cubicBezTo>
                <a:cubicBezTo>
                  <a:pt x="142479" y="83913"/>
                  <a:pt x="143714" y="78072"/>
                  <a:pt x="143714" y="69942"/>
                </a:cubicBezTo>
                <a:cubicBezTo>
                  <a:pt x="143714" y="59704"/>
                  <a:pt x="142165" y="51684"/>
                  <a:pt x="139067" y="45880"/>
                </a:cubicBezTo>
                <a:cubicBezTo>
                  <a:pt x="135969" y="40076"/>
                  <a:pt x="131855" y="37174"/>
                  <a:pt x="126724" y="37174"/>
                </a:cubicBezTo>
                <a:moveTo>
                  <a:pt x="93616" y="66488"/>
                </a:moveTo>
                <a:cubicBezTo>
                  <a:pt x="93616" y="56550"/>
                  <a:pt x="96327" y="48454"/>
                  <a:pt x="101748" y="42200"/>
                </a:cubicBezTo>
                <a:cubicBezTo>
                  <a:pt x="108137" y="34832"/>
                  <a:pt x="117261" y="31172"/>
                  <a:pt x="129120" y="31220"/>
                </a:cubicBezTo>
                <a:cubicBezTo>
                  <a:pt x="139914" y="31220"/>
                  <a:pt x="148518" y="34395"/>
                  <a:pt x="154931" y="40743"/>
                </a:cubicBezTo>
                <a:cubicBezTo>
                  <a:pt x="161345" y="47091"/>
                  <a:pt x="164552" y="55232"/>
                  <a:pt x="164552" y="65166"/>
                </a:cubicBezTo>
                <a:cubicBezTo>
                  <a:pt x="164552" y="75873"/>
                  <a:pt x="161163" y="84255"/>
                  <a:pt x="154387" y="90312"/>
                </a:cubicBezTo>
                <a:cubicBezTo>
                  <a:pt x="148046" y="95981"/>
                  <a:pt x="139575" y="98792"/>
                  <a:pt x="128975" y="98743"/>
                </a:cubicBezTo>
                <a:cubicBezTo>
                  <a:pt x="118859" y="98743"/>
                  <a:pt x="110436" y="95777"/>
                  <a:pt x="103708" y="89845"/>
                </a:cubicBezTo>
                <a:cubicBezTo>
                  <a:pt x="96980" y="83912"/>
                  <a:pt x="93616" y="76127"/>
                  <a:pt x="93616" y="66488"/>
                </a:cubicBezTo>
                <a:close/>
                <a:moveTo>
                  <a:pt x="221864" y="0"/>
                </a:moveTo>
                <a:cubicBezTo>
                  <a:pt x="232851" y="0"/>
                  <a:pt x="241128" y="1613"/>
                  <a:pt x="246695" y="4840"/>
                </a:cubicBezTo>
                <a:cubicBezTo>
                  <a:pt x="254342" y="9365"/>
                  <a:pt x="258142" y="16130"/>
                  <a:pt x="258094" y="25135"/>
                </a:cubicBezTo>
                <a:cubicBezTo>
                  <a:pt x="258094" y="35392"/>
                  <a:pt x="254778" y="43217"/>
                  <a:pt x="248147" y="48609"/>
                </a:cubicBezTo>
                <a:cubicBezTo>
                  <a:pt x="242387" y="53329"/>
                  <a:pt x="232972" y="55712"/>
                  <a:pt x="219903" y="55761"/>
                </a:cubicBezTo>
                <a:cubicBezTo>
                  <a:pt x="218500" y="55761"/>
                  <a:pt x="216757" y="55622"/>
                  <a:pt x="214676" y="55346"/>
                </a:cubicBezTo>
                <a:cubicBezTo>
                  <a:pt x="212691" y="54099"/>
                  <a:pt x="211699" y="52108"/>
                  <a:pt x="211699" y="49372"/>
                </a:cubicBezTo>
                <a:cubicBezTo>
                  <a:pt x="213780" y="49662"/>
                  <a:pt x="216273" y="49807"/>
                  <a:pt x="219177" y="49807"/>
                </a:cubicBezTo>
                <a:cubicBezTo>
                  <a:pt x="225228" y="49807"/>
                  <a:pt x="229487" y="48084"/>
                  <a:pt x="231956" y="44636"/>
                </a:cubicBezTo>
                <a:cubicBezTo>
                  <a:pt x="234424" y="41188"/>
                  <a:pt x="235659" y="35554"/>
                  <a:pt x="235659" y="27735"/>
                </a:cubicBezTo>
                <a:cubicBezTo>
                  <a:pt x="235659" y="13214"/>
                  <a:pt x="229463" y="5954"/>
                  <a:pt x="217072" y="5954"/>
                </a:cubicBezTo>
                <a:cubicBezTo>
                  <a:pt x="213296" y="5954"/>
                  <a:pt x="210864" y="6839"/>
                  <a:pt x="209775" y="8611"/>
                </a:cubicBezTo>
                <a:cubicBezTo>
                  <a:pt x="208686" y="10382"/>
                  <a:pt x="208141" y="13912"/>
                  <a:pt x="208141" y="19202"/>
                </a:cubicBezTo>
                <a:lnTo>
                  <a:pt x="208141" y="79106"/>
                </a:lnTo>
                <a:cubicBezTo>
                  <a:pt x="208141" y="82066"/>
                  <a:pt x="208371" y="84468"/>
                  <a:pt x="208831" y="86312"/>
                </a:cubicBezTo>
                <a:cubicBezTo>
                  <a:pt x="209291" y="88156"/>
                  <a:pt x="210138" y="89503"/>
                  <a:pt x="211372" y="90353"/>
                </a:cubicBezTo>
                <a:cubicBezTo>
                  <a:pt x="212606" y="91201"/>
                  <a:pt x="213816" y="91747"/>
                  <a:pt x="215002" y="91991"/>
                </a:cubicBezTo>
                <a:cubicBezTo>
                  <a:pt x="216188" y="92233"/>
                  <a:pt x="218015" y="92402"/>
                  <a:pt x="220484" y="92499"/>
                </a:cubicBezTo>
                <a:cubicBezTo>
                  <a:pt x="221162" y="92983"/>
                  <a:pt x="221513" y="93830"/>
                  <a:pt x="221537" y="95040"/>
                </a:cubicBezTo>
                <a:cubicBezTo>
                  <a:pt x="221561" y="96250"/>
                  <a:pt x="221210" y="97098"/>
                  <a:pt x="220484" y="97582"/>
                </a:cubicBezTo>
                <a:cubicBezTo>
                  <a:pt x="212546" y="97388"/>
                  <a:pt x="205019" y="97291"/>
                  <a:pt x="197904" y="97291"/>
                </a:cubicBezTo>
                <a:cubicBezTo>
                  <a:pt x="190546" y="97291"/>
                  <a:pt x="182899" y="97388"/>
                  <a:pt x="174961" y="97582"/>
                </a:cubicBezTo>
                <a:cubicBezTo>
                  <a:pt x="174283" y="97098"/>
                  <a:pt x="173944" y="96238"/>
                  <a:pt x="173944" y="95004"/>
                </a:cubicBezTo>
                <a:cubicBezTo>
                  <a:pt x="173944" y="93770"/>
                  <a:pt x="174283" y="92935"/>
                  <a:pt x="174961" y="92499"/>
                </a:cubicBezTo>
                <a:cubicBezTo>
                  <a:pt x="177429" y="92402"/>
                  <a:pt x="179268" y="92233"/>
                  <a:pt x="180479" y="91991"/>
                </a:cubicBezTo>
                <a:cubicBezTo>
                  <a:pt x="181689" y="91747"/>
                  <a:pt x="182911" y="91201"/>
                  <a:pt x="184145" y="90353"/>
                </a:cubicBezTo>
                <a:cubicBezTo>
                  <a:pt x="185379" y="89503"/>
                  <a:pt x="186214" y="88168"/>
                  <a:pt x="186650" y="86348"/>
                </a:cubicBezTo>
                <a:cubicBezTo>
                  <a:pt x="187086" y="84528"/>
                  <a:pt x="187303" y="82114"/>
                  <a:pt x="187303" y="79106"/>
                </a:cubicBezTo>
                <a:lnTo>
                  <a:pt x="187303" y="19347"/>
                </a:lnTo>
                <a:cubicBezTo>
                  <a:pt x="187303" y="16387"/>
                  <a:pt x="187086" y="13985"/>
                  <a:pt x="186650" y="12141"/>
                </a:cubicBezTo>
                <a:cubicBezTo>
                  <a:pt x="186214" y="10297"/>
                  <a:pt x="185379" y="8951"/>
                  <a:pt x="184145" y="8102"/>
                </a:cubicBezTo>
                <a:cubicBezTo>
                  <a:pt x="182911" y="7252"/>
                  <a:pt x="181701" y="6706"/>
                  <a:pt x="180515" y="6464"/>
                </a:cubicBezTo>
                <a:cubicBezTo>
                  <a:pt x="179329" y="6221"/>
                  <a:pt x="177477" y="6050"/>
                  <a:pt x="174961" y="5954"/>
                </a:cubicBezTo>
                <a:cubicBezTo>
                  <a:pt x="174283" y="5483"/>
                  <a:pt x="173944" y="4637"/>
                  <a:pt x="173944" y="3415"/>
                </a:cubicBezTo>
                <a:cubicBezTo>
                  <a:pt x="173944" y="2193"/>
                  <a:pt x="174283" y="1393"/>
                  <a:pt x="174961" y="1016"/>
                </a:cubicBezTo>
                <a:cubicBezTo>
                  <a:pt x="176945" y="1016"/>
                  <a:pt x="184762" y="847"/>
                  <a:pt x="198412" y="508"/>
                </a:cubicBezTo>
                <a:cubicBezTo>
                  <a:pt x="212062" y="169"/>
                  <a:pt x="219879" y="0"/>
                  <a:pt x="221864" y="0"/>
                </a:cubicBezTo>
                <a:close/>
                <a:moveTo>
                  <a:pt x="270973" y="43309"/>
                </a:moveTo>
                <a:cubicBezTo>
                  <a:pt x="270973" y="40444"/>
                  <a:pt x="272062" y="37955"/>
                  <a:pt x="274240" y="35842"/>
                </a:cubicBezTo>
                <a:cubicBezTo>
                  <a:pt x="276418" y="33729"/>
                  <a:pt x="278995" y="32672"/>
                  <a:pt x="281972" y="32672"/>
                </a:cubicBezTo>
                <a:cubicBezTo>
                  <a:pt x="284949" y="32672"/>
                  <a:pt x="287478" y="33668"/>
                  <a:pt x="289560" y="35661"/>
                </a:cubicBezTo>
                <a:cubicBezTo>
                  <a:pt x="291641" y="37651"/>
                  <a:pt x="292682" y="40080"/>
                  <a:pt x="292682" y="42946"/>
                </a:cubicBezTo>
                <a:cubicBezTo>
                  <a:pt x="292682" y="45714"/>
                  <a:pt x="291592" y="48155"/>
                  <a:pt x="289414" y="50268"/>
                </a:cubicBezTo>
                <a:cubicBezTo>
                  <a:pt x="287236" y="52381"/>
                  <a:pt x="284659" y="53438"/>
                  <a:pt x="281682" y="53438"/>
                </a:cubicBezTo>
                <a:cubicBezTo>
                  <a:pt x="278705" y="53438"/>
                  <a:pt x="276176" y="52442"/>
                  <a:pt x="274095" y="50452"/>
                </a:cubicBezTo>
                <a:cubicBezTo>
                  <a:pt x="272013" y="48460"/>
                  <a:pt x="270973" y="46079"/>
                  <a:pt x="270973" y="43309"/>
                </a:cubicBezTo>
                <a:moveTo>
                  <a:pt x="270973" y="87163"/>
                </a:moveTo>
                <a:cubicBezTo>
                  <a:pt x="270973" y="84298"/>
                  <a:pt x="272062" y="81809"/>
                  <a:pt x="274240" y="79696"/>
                </a:cubicBezTo>
                <a:cubicBezTo>
                  <a:pt x="276418" y="77583"/>
                  <a:pt x="278995" y="76526"/>
                  <a:pt x="281972" y="76526"/>
                </a:cubicBezTo>
                <a:cubicBezTo>
                  <a:pt x="284949" y="76526"/>
                  <a:pt x="287478" y="77522"/>
                  <a:pt x="289560" y="79514"/>
                </a:cubicBezTo>
                <a:cubicBezTo>
                  <a:pt x="291641" y="81505"/>
                  <a:pt x="292682" y="83957"/>
                  <a:pt x="292682" y="86872"/>
                </a:cubicBezTo>
                <a:cubicBezTo>
                  <a:pt x="292682" y="89640"/>
                  <a:pt x="291592" y="92069"/>
                  <a:pt x="289414" y="94158"/>
                </a:cubicBezTo>
                <a:cubicBezTo>
                  <a:pt x="287236" y="96247"/>
                  <a:pt x="284659" y="97291"/>
                  <a:pt x="281682" y="97291"/>
                </a:cubicBezTo>
                <a:cubicBezTo>
                  <a:pt x="278705" y="97291"/>
                  <a:pt x="276176" y="96296"/>
                  <a:pt x="274095" y="94305"/>
                </a:cubicBezTo>
                <a:cubicBezTo>
                  <a:pt x="272013" y="92313"/>
                  <a:pt x="270973" y="89932"/>
                  <a:pt x="270973" y="87163"/>
                </a:cubicBezTo>
                <a:close/>
                <a:moveTo>
                  <a:pt x="393293" y="79140"/>
                </a:moveTo>
                <a:cubicBezTo>
                  <a:pt x="393293" y="82092"/>
                  <a:pt x="393656" y="84488"/>
                  <a:pt x="394382" y="86328"/>
                </a:cubicBezTo>
                <a:cubicBezTo>
                  <a:pt x="395108" y="88167"/>
                  <a:pt x="396318" y="89510"/>
                  <a:pt x="398012" y="90357"/>
                </a:cubicBezTo>
                <a:cubicBezTo>
                  <a:pt x="399706" y="91204"/>
                  <a:pt x="401243" y="91749"/>
                  <a:pt x="402623" y="91991"/>
                </a:cubicBezTo>
                <a:cubicBezTo>
                  <a:pt x="404002" y="92233"/>
                  <a:pt x="405999" y="92402"/>
                  <a:pt x="408613" y="92499"/>
                </a:cubicBezTo>
                <a:cubicBezTo>
                  <a:pt x="409387" y="92886"/>
                  <a:pt x="409774" y="93709"/>
                  <a:pt x="409774" y="94968"/>
                </a:cubicBezTo>
                <a:cubicBezTo>
                  <a:pt x="409774" y="96226"/>
                  <a:pt x="409387" y="97098"/>
                  <a:pt x="408613" y="97582"/>
                </a:cubicBezTo>
                <a:cubicBezTo>
                  <a:pt x="392349" y="97388"/>
                  <a:pt x="384072" y="97291"/>
                  <a:pt x="383782" y="97291"/>
                </a:cubicBezTo>
                <a:lnTo>
                  <a:pt x="358588" y="97582"/>
                </a:lnTo>
                <a:cubicBezTo>
                  <a:pt x="357813" y="97194"/>
                  <a:pt x="357426" y="96359"/>
                  <a:pt x="357426" y="95077"/>
                </a:cubicBezTo>
                <a:cubicBezTo>
                  <a:pt x="357426" y="93794"/>
                  <a:pt x="357813" y="92935"/>
                  <a:pt x="358588" y="92499"/>
                </a:cubicBezTo>
                <a:cubicBezTo>
                  <a:pt x="361153" y="92402"/>
                  <a:pt x="363137" y="92233"/>
                  <a:pt x="364541" y="91991"/>
                </a:cubicBezTo>
                <a:cubicBezTo>
                  <a:pt x="365945" y="91749"/>
                  <a:pt x="367494" y="91204"/>
                  <a:pt x="369188" y="90357"/>
                </a:cubicBezTo>
                <a:cubicBezTo>
                  <a:pt x="370882" y="89510"/>
                  <a:pt x="372092" y="88179"/>
                  <a:pt x="372818" y="86364"/>
                </a:cubicBezTo>
                <a:cubicBezTo>
                  <a:pt x="373544" y="84549"/>
                  <a:pt x="373907" y="82141"/>
                  <a:pt x="373907" y="79140"/>
                </a:cubicBezTo>
                <a:lnTo>
                  <a:pt x="373907" y="32600"/>
                </a:lnTo>
                <a:cubicBezTo>
                  <a:pt x="373907" y="29115"/>
                  <a:pt x="373714" y="26912"/>
                  <a:pt x="373326" y="25993"/>
                </a:cubicBezTo>
                <a:cubicBezTo>
                  <a:pt x="372939" y="25073"/>
                  <a:pt x="372189" y="24613"/>
                  <a:pt x="371076" y="24613"/>
                </a:cubicBezTo>
                <a:cubicBezTo>
                  <a:pt x="366623" y="24613"/>
                  <a:pt x="361468" y="25848"/>
                  <a:pt x="355611" y="28316"/>
                </a:cubicBezTo>
                <a:cubicBezTo>
                  <a:pt x="353529" y="26816"/>
                  <a:pt x="352440" y="24686"/>
                  <a:pt x="352343" y="21927"/>
                </a:cubicBezTo>
                <a:cubicBezTo>
                  <a:pt x="355199" y="20717"/>
                  <a:pt x="360403" y="18623"/>
                  <a:pt x="367954" y="15646"/>
                </a:cubicBezTo>
                <a:cubicBezTo>
                  <a:pt x="375505" y="12670"/>
                  <a:pt x="381023" y="10383"/>
                  <a:pt x="384508" y="8785"/>
                </a:cubicBezTo>
                <a:cubicBezTo>
                  <a:pt x="387557" y="7285"/>
                  <a:pt x="390026" y="6559"/>
                  <a:pt x="391913" y="6607"/>
                </a:cubicBezTo>
                <a:cubicBezTo>
                  <a:pt x="393608" y="6607"/>
                  <a:pt x="394455" y="7454"/>
                  <a:pt x="394455" y="9148"/>
                </a:cubicBezTo>
                <a:cubicBezTo>
                  <a:pt x="393680" y="14811"/>
                  <a:pt x="393293" y="20257"/>
                  <a:pt x="393293" y="25484"/>
                </a:cubicBezTo>
                <a:lnTo>
                  <a:pt x="393293" y="79140"/>
                </a:lnTo>
                <a:close/>
                <a:moveTo>
                  <a:pt x="484310" y="89316"/>
                </a:moveTo>
                <a:cubicBezTo>
                  <a:pt x="484310" y="92600"/>
                  <a:pt x="485303" y="94242"/>
                  <a:pt x="487287" y="94242"/>
                </a:cubicBezTo>
                <a:cubicBezTo>
                  <a:pt x="490337" y="94242"/>
                  <a:pt x="493023" y="92262"/>
                  <a:pt x="495346" y="88304"/>
                </a:cubicBezTo>
                <a:cubicBezTo>
                  <a:pt x="497815" y="84055"/>
                  <a:pt x="499049" y="79251"/>
                  <a:pt x="499049" y="73892"/>
                </a:cubicBezTo>
                <a:cubicBezTo>
                  <a:pt x="499049" y="68242"/>
                  <a:pt x="497113" y="65442"/>
                  <a:pt x="493241" y="65490"/>
                </a:cubicBezTo>
                <a:cubicBezTo>
                  <a:pt x="491740" y="65490"/>
                  <a:pt x="490349" y="66202"/>
                  <a:pt x="489066" y="67627"/>
                </a:cubicBezTo>
                <a:cubicBezTo>
                  <a:pt x="487783" y="69051"/>
                  <a:pt x="486803" y="70897"/>
                  <a:pt x="486125" y="73166"/>
                </a:cubicBezTo>
                <a:cubicBezTo>
                  <a:pt x="484915" y="76835"/>
                  <a:pt x="484310" y="82219"/>
                  <a:pt x="484310" y="89316"/>
                </a:cubicBezTo>
                <a:moveTo>
                  <a:pt x="470515" y="83741"/>
                </a:moveTo>
                <a:cubicBezTo>
                  <a:pt x="470515" y="77257"/>
                  <a:pt x="472451" y="71602"/>
                  <a:pt x="476324" y="66776"/>
                </a:cubicBezTo>
                <a:cubicBezTo>
                  <a:pt x="480196" y="61950"/>
                  <a:pt x="485303" y="59536"/>
                  <a:pt x="491643" y="59536"/>
                </a:cubicBezTo>
                <a:cubicBezTo>
                  <a:pt x="500743" y="59536"/>
                  <a:pt x="505293" y="64225"/>
                  <a:pt x="505293" y="73601"/>
                </a:cubicBezTo>
                <a:cubicBezTo>
                  <a:pt x="505293" y="81081"/>
                  <a:pt x="503430" y="87384"/>
                  <a:pt x="499703" y="92508"/>
                </a:cubicBezTo>
                <a:cubicBezTo>
                  <a:pt x="495976" y="97633"/>
                  <a:pt x="491256" y="100195"/>
                  <a:pt x="485545" y="100195"/>
                </a:cubicBezTo>
                <a:cubicBezTo>
                  <a:pt x="480075" y="100195"/>
                  <a:pt x="476203" y="98696"/>
                  <a:pt x="473928" y="95698"/>
                </a:cubicBezTo>
                <a:cubicBezTo>
                  <a:pt x="471653" y="92700"/>
                  <a:pt x="470515" y="88715"/>
                  <a:pt x="470515" y="83741"/>
                </a:cubicBezTo>
                <a:moveTo>
                  <a:pt x="436899" y="42274"/>
                </a:moveTo>
                <a:cubicBezTo>
                  <a:pt x="436899" y="45554"/>
                  <a:pt x="437891" y="47193"/>
                  <a:pt x="439876" y="47193"/>
                </a:cubicBezTo>
                <a:cubicBezTo>
                  <a:pt x="442925" y="47193"/>
                  <a:pt x="445587" y="45214"/>
                  <a:pt x="447862" y="41256"/>
                </a:cubicBezTo>
                <a:cubicBezTo>
                  <a:pt x="450331" y="37007"/>
                  <a:pt x="451589" y="32203"/>
                  <a:pt x="451638" y="26844"/>
                </a:cubicBezTo>
                <a:cubicBezTo>
                  <a:pt x="451638" y="21194"/>
                  <a:pt x="449702" y="18393"/>
                  <a:pt x="445829" y="18442"/>
                </a:cubicBezTo>
                <a:cubicBezTo>
                  <a:pt x="444329" y="18442"/>
                  <a:pt x="442937" y="19154"/>
                  <a:pt x="441655" y="20579"/>
                </a:cubicBezTo>
                <a:cubicBezTo>
                  <a:pt x="440372" y="22004"/>
                  <a:pt x="439368" y="23851"/>
                  <a:pt x="438642" y="26120"/>
                </a:cubicBezTo>
                <a:cubicBezTo>
                  <a:pt x="437480" y="29791"/>
                  <a:pt x="436899" y="35176"/>
                  <a:pt x="436899" y="42274"/>
                </a:cubicBezTo>
                <a:moveTo>
                  <a:pt x="423031" y="36632"/>
                </a:moveTo>
                <a:cubicBezTo>
                  <a:pt x="423031" y="30144"/>
                  <a:pt x="424968" y="24498"/>
                  <a:pt x="428840" y="19694"/>
                </a:cubicBezTo>
                <a:cubicBezTo>
                  <a:pt x="432712" y="14890"/>
                  <a:pt x="437819" y="12488"/>
                  <a:pt x="444160" y="12488"/>
                </a:cubicBezTo>
                <a:cubicBezTo>
                  <a:pt x="448613" y="12488"/>
                  <a:pt x="452001" y="13695"/>
                  <a:pt x="454324" y="16109"/>
                </a:cubicBezTo>
                <a:cubicBezTo>
                  <a:pt x="456115" y="16162"/>
                  <a:pt x="458100" y="16522"/>
                  <a:pt x="460278" y="17189"/>
                </a:cubicBezTo>
                <a:cubicBezTo>
                  <a:pt x="462456" y="17856"/>
                  <a:pt x="464392" y="18498"/>
                  <a:pt x="466086" y="19116"/>
                </a:cubicBezTo>
                <a:cubicBezTo>
                  <a:pt x="467780" y="19731"/>
                  <a:pt x="468942" y="20039"/>
                  <a:pt x="469571" y="20039"/>
                </a:cubicBezTo>
                <a:cubicBezTo>
                  <a:pt x="479785" y="20039"/>
                  <a:pt x="487239" y="17377"/>
                  <a:pt x="491934" y="12052"/>
                </a:cubicBezTo>
                <a:lnTo>
                  <a:pt x="498904" y="15465"/>
                </a:lnTo>
                <a:lnTo>
                  <a:pt x="437770" y="99760"/>
                </a:lnTo>
                <a:lnTo>
                  <a:pt x="429784" y="97888"/>
                </a:lnTo>
                <a:lnTo>
                  <a:pt x="484165" y="23306"/>
                </a:lnTo>
                <a:cubicBezTo>
                  <a:pt x="478599" y="25581"/>
                  <a:pt x="473250" y="26719"/>
                  <a:pt x="468119" y="26719"/>
                </a:cubicBezTo>
                <a:cubicBezTo>
                  <a:pt x="464731" y="26719"/>
                  <a:pt x="461270" y="25799"/>
                  <a:pt x="457737" y="23960"/>
                </a:cubicBezTo>
                <a:cubicBezTo>
                  <a:pt x="457785" y="24347"/>
                  <a:pt x="457821" y="24758"/>
                  <a:pt x="457846" y="25194"/>
                </a:cubicBezTo>
                <a:cubicBezTo>
                  <a:pt x="457870" y="25630"/>
                  <a:pt x="457882" y="26090"/>
                  <a:pt x="457882" y="26574"/>
                </a:cubicBezTo>
                <a:cubicBezTo>
                  <a:pt x="457882" y="34049"/>
                  <a:pt x="456018" y="40347"/>
                  <a:pt x="452291" y="45467"/>
                </a:cubicBezTo>
                <a:cubicBezTo>
                  <a:pt x="448564" y="50587"/>
                  <a:pt x="443821" y="53147"/>
                  <a:pt x="438061" y="53147"/>
                </a:cubicBezTo>
                <a:cubicBezTo>
                  <a:pt x="432591" y="53147"/>
                  <a:pt x="428719" y="51637"/>
                  <a:pt x="426444" y="48616"/>
                </a:cubicBezTo>
                <a:cubicBezTo>
                  <a:pt x="424169" y="45595"/>
                  <a:pt x="423031" y="41601"/>
                  <a:pt x="423031" y="36632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8D056E-5C4B-426A-B806-FA9A0731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108" y="2485480"/>
            <a:ext cx="172050" cy="6374"/>
          </a:xfrm>
          <a:custGeom xmlns:a="http://schemas.openxmlformats.org/drawingml/2006/main">
            <a:pathLst>
              <a:path w="172050" h="6374">
                <a:moveTo>
                  <a:pt x="0" y="6374"/>
                </a:moveTo>
                <a:lnTo>
                  <a:pt x="172050" y="6374"/>
                </a:lnTo>
                <a:lnTo>
                  <a:pt x="172050" y="0"/>
                </a:lnTo>
                <a:lnTo>
                  <a:pt x="0" y="0"/>
                </a:lnTo>
                <a:lnTo>
                  <a:pt x="0" y="63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RH:62%">
            <a:extLst xmlns:a="http://schemas.openxmlformats.org/drawingml/2006/main">
              <a:ext uri="{FF2B5EF4-FFF2-40B4-BE49-F238E27FC236}">
                <a16:creationId xmlns:a16="http://schemas.microsoft.com/office/drawing/2014/main" id="{B638A2B9-5FE9-4D93-BE6D-79FF98A1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729" y="2550909"/>
            <a:ext cx="543585" cy="100195"/>
          </a:xfrm>
          <a:custGeom xmlns:a="http://schemas.openxmlformats.org/drawingml/2006/main">
            <a:pathLst>
              <a:path w="543585" h="100195">
                <a:moveTo>
                  <a:pt x="62441" y="27774"/>
                </a:moveTo>
                <a:cubicBezTo>
                  <a:pt x="62441" y="13227"/>
                  <a:pt x="56003" y="5954"/>
                  <a:pt x="43128" y="5954"/>
                </a:cubicBezTo>
                <a:cubicBezTo>
                  <a:pt x="39352" y="5954"/>
                  <a:pt x="36920" y="6842"/>
                  <a:pt x="35831" y="8617"/>
                </a:cubicBezTo>
                <a:cubicBezTo>
                  <a:pt x="34742" y="10393"/>
                  <a:pt x="34197" y="13933"/>
                  <a:pt x="34197" y="19236"/>
                </a:cubicBezTo>
                <a:lnTo>
                  <a:pt x="34197" y="48936"/>
                </a:lnTo>
                <a:lnTo>
                  <a:pt x="40586" y="48936"/>
                </a:lnTo>
                <a:cubicBezTo>
                  <a:pt x="47702" y="48936"/>
                  <a:pt x="53123" y="47525"/>
                  <a:pt x="56850" y="44704"/>
                </a:cubicBezTo>
                <a:cubicBezTo>
                  <a:pt x="60577" y="41882"/>
                  <a:pt x="62441" y="36238"/>
                  <a:pt x="62441" y="27774"/>
                </a:cubicBezTo>
                <a:moveTo>
                  <a:pt x="47920" y="0"/>
                </a:moveTo>
                <a:cubicBezTo>
                  <a:pt x="58907" y="0"/>
                  <a:pt x="67184" y="1620"/>
                  <a:pt x="72751" y="4860"/>
                </a:cubicBezTo>
                <a:cubicBezTo>
                  <a:pt x="80398" y="9405"/>
                  <a:pt x="84198" y="16200"/>
                  <a:pt x="84150" y="25244"/>
                </a:cubicBezTo>
                <a:cubicBezTo>
                  <a:pt x="84150" y="32160"/>
                  <a:pt x="82468" y="37746"/>
                  <a:pt x="79104" y="42002"/>
                </a:cubicBezTo>
                <a:cubicBezTo>
                  <a:pt x="75739" y="46257"/>
                  <a:pt x="71686" y="49376"/>
                  <a:pt x="66942" y="51359"/>
                </a:cubicBezTo>
                <a:lnTo>
                  <a:pt x="87126" y="82890"/>
                </a:lnTo>
                <a:cubicBezTo>
                  <a:pt x="89401" y="86410"/>
                  <a:pt x="91555" y="88940"/>
                  <a:pt x="93588" y="90480"/>
                </a:cubicBezTo>
                <a:cubicBezTo>
                  <a:pt x="95621" y="92020"/>
                  <a:pt x="98235" y="92790"/>
                  <a:pt x="101430" y="92790"/>
                </a:cubicBezTo>
                <a:cubicBezTo>
                  <a:pt x="101720" y="93337"/>
                  <a:pt x="101889" y="94159"/>
                  <a:pt x="101938" y="95254"/>
                </a:cubicBezTo>
                <a:cubicBezTo>
                  <a:pt x="101986" y="96349"/>
                  <a:pt x="101865" y="97125"/>
                  <a:pt x="101575" y="97582"/>
                </a:cubicBezTo>
                <a:cubicBezTo>
                  <a:pt x="99978" y="98356"/>
                  <a:pt x="94919" y="98743"/>
                  <a:pt x="86400" y="98743"/>
                </a:cubicBezTo>
                <a:cubicBezTo>
                  <a:pt x="79382" y="98743"/>
                  <a:pt x="72847" y="94399"/>
                  <a:pt x="66797" y="85711"/>
                </a:cubicBezTo>
                <a:lnTo>
                  <a:pt x="49372" y="59462"/>
                </a:lnTo>
                <a:cubicBezTo>
                  <a:pt x="48258" y="57642"/>
                  <a:pt x="46843" y="56425"/>
                  <a:pt x="45124" y="55811"/>
                </a:cubicBezTo>
                <a:cubicBezTo>
                  <a:pt x="43406" y="55197"/>
                  <a:pt x="39764" y="54890"/>
                  <a:pt x="34197" y="54890"/>
                </a:cubicBezTo>
                <a:lnTo>
                  <a:pt x="34197" y="79222"/>
                </a:lnTo>
                <a:cubicBezTo>
                  <a:pt x="34197" y="82221"/>
                  <a:pt x="34427" y="84655"/>
                  <a:pt x="34887" y="86523"/>
                </a:cubicBezTo>
                <a:cubicBezTo>
                  <a:pt x="35347" y="88391"/>
                  <a:pt x="36194" y="89755"/>
                  <a:pt x="37428" y="90616"/>
                </a:cubicBezTo>
                <a:cubicBezTo>
                  <a:pt x="38662" y="91475"/>
                  <a:pt x="39872" y="92028"/>
                  <a:pt x="41058" y="92275"/>
                </a:cubicBezTo>
                <a:cubicBezTo>
                  <a:pt x="42244" y="92520"/>
                  <a:pt x="44071" y="92691"/>
                  <a:pt x="46540" y="92790"/>
                </a:cubicBezTo>
                <a:cubicBezTo>
                  <a:pt x="47218" y="93246"/>
                  <a:pt x="47569" y="94045"/>
                  <a:pt x="47593" y="95186"/>
                </a:cubicBezTo>
                <a:cubicBezTo>
                  <a:pt x="47617" y="96326"/>
                  <a:pt x="47266" y="97125"/>
                  <a:pt x="46540" y="97582"/>
                </a:cubicBezTo>
                <a:cubicBezTo>
                  <a:pt x="38602" y="97399"/>
                  <a:pt x="31075" y="97307"/>
                  <a:pt x="23960" y="97307"/>
                </a:cubicBezTo>
                <a:cubicBezTo>
                  <a:pt x="16602" y="97307"/>
                  <a:pt x="8955" y="97399"/>
                  <a:pt x="1016" y="97582"/>
                </a:cubicBezTo>
                <a:cubicBezTo>
                  <a:pt x="339" y="97098"/>
                  <a:pt x="0" y="96238"/>
                  <a:pt x="0" y="95004"/>
                </a:cubicBezTo>
                <a:cubicBezTo>
                  <a:pt x="0" y="93770"/>
                  <a:pt x="339" y="92935"/>
                  <a:pt x="1016" y="92499"/>
                </a:cubicBezTo>
                <a:cubicBezTo>
                  <a:pt x="3485" y="92402"/>
                  <a:pt x="5324" y="92233"/>
                  <a:pt x="6534" y="91991"/>
                </a:cubicBezTo>
                <a:cubicBezTo>
                  <a:pt x="7745" y="91747"/>
                  <a:pt x="8967" y="91201"/>
                  <a:pt x="10201" y="90353"/>
                </a:cubicBezTo>
                <a:cubicBezTo>
                  <a:pt x="11435" y="89503"/>
                  <a:pt x="12270" y="88168"/>
                  <a:pt x="12706" y="86348"/>
                </a:cubicBezTo>
                <a:cubicBezTo>
                  <a:pt x="13142" y="84528"/>
                  <a:pt x="13359" y="82114"/>
                  <a:pt x="13359" y="79106"/>
                </a:cubicBezTo>
                <a:lnTo>
                  <a:pt x="13359" y="19347"/>
                </a:lnTo>
                <a:cubicBezTo>
                  <a:pt x="13359" y="16387"/>
                  <a:pt x="13142" y="13985"/>
                  <a:pt x="12706" y="12141"/>
                </a:cubicBezTo>
                <a:cubicBezTo>
                  <a:pt x="12270" y="10297"/>
                  <a:pt x="11435" y="8951"/>
                  <a:pt x="10201" y="8102"/>
                </a:cubicBezTo>
                <a:cubicBezTo>
                  <a:pt x="8967" y="7252"/>
                  <a:pt x="7757" y="6706"/>
                  <a:pt x="6571" y="6464"/>
                </a:cubicBezTo>
                <a:cubicBezTo>
                  <a:pt x="5385" y="6221"/>
                  <a:pt x="3533" y="6050"/>
                  <a:pt x="1016" y="5954"/>
                </a:cubicBezTo>
                <a:cubicBezTo>
                  <a:pt x="339" y="5483"/>
                  <a:pt x="0" y="4637"/>
                  <a:pt x="0" y="3415"/>
                </a:cubicBezTo>
                <a:cubicBezTo>
                  <a:pt x="0" y="2193"/>
                  <a:pt x="339" y="1393"/>
                  <a:pt x="1016" y="1016"/>
                </a:cubicBezTo>
                <a:cubicBezTo>
                  <a:pt x="3001" y="1016"/>
                  <a:pt x="10818" y="847"/>
                  <a:pt x="24468" y="508"/>
                </a:cubicBezTo>
                <a:cubicBezTo>
                  <a:pt x="38118" y="169"/>
                  <a:pt x="45935" y="0"/>
                  <a:pt x="47920" y="0"/>
                </a:cubicBezTo>
                <a:close/>
                <a:moveTo>
                  <a:pt x="186768" y="19431"/>
                </a:moveTo>
                <a:cubicBezTo>
                  <a:pt x="186768" y="16484"/>
                  <a:pt x="186550" y="14094"/>
                  <a:pt x="186115" y="12259"/>
                </a:cubicBezTo>
                <a:cubicBezTo>
                  <a:pt x="185679" y="10423"/>
                  <a:pt x="184832" y="9082"/>
                  <a:pt x="183573" y="8236"/>
                </a:cubicBezTo>
                <a:cubicBezTo>
                  <a:pt x="182315" y="7391"/>
                  <a:pt x="181093" y="6848"/>
                  <a:pt x="179907" y="6607"/>
                </a:cubicBezTo>
                <a:cubicBezTo>
                  <a:pt x="178721" y="6365"/>
                  <a:pt x="176894" y="6196"/>
                  <a:pt x="174425" y="6099"/>
                </a:cubicBezTo>
                <a:cubicBezTo>
                  <a:pt x="173747" y="5615"/>
                  <a:pt x="173409" y="4744"/>
                  <a:pt x="173409" y="3485"/>
                </a:cubicBezTo>
                <a:cubicBezTo>
                  <a:pt x="173409" y="2227"/>
                  <a:pt x="173747" y="1404"/>
                  <a:pt x="174425" y="1016"/>
                </a:cubicBezTo>
                <a:cubicBezTo>
                  <a:pt x="182363" y="1210"/>
                  <a:pt x="189987" y="1307"/>
                  <a:pt x="197296" y="1307"/>
                </a:cubicBezTo>
                <a:cubicBezTo>
                  <a:pt x="204411" y="1307"/>
                  <a:pt x="211962" y="1210"/>
                  <a:pt x="219949" y="1016"/>
                </a:cubicBezTo>
                <a:cubicBezTo>
                  <a:pt x="220626" y="1404"/>
                  <a:pt x="220965" y="2214"/>
                  <a:pt x="220965" y="3449"/>
                </a:cubicBezTo>
                <a:cubicBezTo>
                  <a:pt x="220965" y="4683"/>
                  <a:pt x="220626" y="5566"/>
                  <a:pt x="219949" y="6099"/>
                </a:cubicBezTo>
                <a:cubicBezTo>
                  <a:pt x="217480" y="6196"/>
                  <a:pt x="215641" y="6365"/>
                  <a:pt x="214431" y="6607"/>
                </a:cubicBezTo>
                <a:cubicBezTo>
                  <a:pt x="213220" y="6849"/>
                  <a:pt x="211998" y="7394"/>
                  <a:pt x="210764" y="8243"/>
                </a:cubicBezTo>
                <a:cubicBezTo>
                  <a:pt x="209530" y="9090"/>
                  <a:pt x="208695" y="10422"/>
                  <a:pt x="208259" y="12239"/>
                </a:cubicBezTo>
                <a:cubicBezTo>
                  <a:pt x="207823" y="14055"/>
                  <a:pt x="207606" y="16466"/>
                  <a:pt x="207606" y="19470"/>
                </a:cubicBezTo>
                <a:lnTo>
                  <a:pt x="207606" y="79128"/>
                </a:lnTo>
                <a:cubicBezTo>
                  <a:pt x="207606" y="82084"/>
                  <a:pt x="207823" y="84482"/>
                  <a:pt x="208259" y="86323"/>
                </a:cubicBezTo>
                <a:cubicBezTo>
                  <a:pt x="208695" y="88164"/>
                  <a:pt x="209530" y="89509"/>
                  <a:pt x="210764" y="90357"/>
                </a:cubicBezTo>
                <a:cubicBezTo>
                  <a:pt x="211998" y="91204"/>
                  <a:pt x="213220" y="91749"/>
                  <a:pt x="214431" y="91991"/>
                </a:cubicBezTo>
                <a:cubicBezTo>
                  <a:pt x="215641" y="92233"/>
                  <a:pt x="217480" y="92402"/>
                  <a:pt x="219949" y="92499"/>
                </a:cubicBezTo>
                <a:cubicBezTo>
                  <a:pt x="220626" y="92886"/>
                  <a:pt x="220965" y="93733"/>
                  <a:pt x="220965" y="95040"/>
                </a:cubicBezTo>
                <a:cubicBezTo>
                  <a:pt x="220965" y="96347"/>
                  <a:pt x="220626" y="97194"/>
                  <a:pt x="219949" y="97582"/>
                </a:cubicBezTo>
                <a:cubicBezTo>
                  <a:pt x="212010" y="97388"/>
                  <a:pt x="204459" y="97291"/>
                  <a:pt x="197296" y="97291"/>
                </a:cubicBezTo>
                <a:cubicBezTo>
                  <a:pt x="189938" y="97291"/>
                  <a:pt x="182315" y="97388"/>
                  <a:pt x="174425" y="97582"/>
                </a:cubicBezTo>
                <a:cubicBezTo>
                  <a:pt x="173747" y="97098"/>
                  <a:pt x="173409" y="96263"/>
                  <a:pt x="173409" y="95077"/>
                </a:cubicBezTo>
                <a:cubicBezTo>
                  <a:pt x="173409" y="93891"/>
                  <a:pt x="173747" y="93032"/>
                  <a:pt x="174425" y="92499"/>
                </a:cubicBezTo>
                <a:cubicBezTo>
                  <a:pt x="176894" y="92402"/>
                  <a:pt x="178721" y="92233"/>
                  <a:pt x="179907" y="91991"/>
                </a:cubicBezTo>
                <a:cubicBezTo>
                  <a:pt x="181093" y="91747"/>
                  <a:pt x="182315" y="91201"/>
                  <a:pt x="183573" y="90353"/>
                </a:cubicBezTo>
                <a:cubicBezTo>
                  <a:pt x="184832" y="89504"/>
                  <a:pt x="185679" y="88171"/>
                  <a:pt x="186115" y="86353"/>
                </a:cubicBezTo>
                <a:cubicBezTo>
                  <a:pt x="186550" y="84535"/>
                  <a:pt x="186768" y="82123"/>
                  <a:pt x="186768" y="79117"/>
                </a:cubicBezTo>
                <a:lnTo>
                  <a:pt x="186768" y="49807"/>
                </a:lnTo>
                <a:lnTo>
                  <a:pt x="140664" y="49807"/>
                </a:lnTo>
                <a:lnTo>
                  <a:pt x="140664" y="79117"/>
                </a:lnTo>
                <a:cubicBezTo>
                  <a:pt x="140664" y="82074"/>
                  <a:pt x="140893" y="84474"/>
                  <a:pt x="141353" y="86316"/>
                </a:cubicBezTo>
                <a:cubicBezTo>
                  <a:pt x="141813" y="88159"/>
                  <a:pt x="142660" y="89504"/>
                  <a:pt x="143895" y="90353"/>
                </a:cubicBezTo>
                <a:cubicBezTo>
                  <a:pt x="145129" y="91201"/>
                  <a:pt x="146339" y="91747"/>
                  <a:pt x="147525" y="91991"/>
                </a:cubicBezTo>
                <a:cubicBezTo>
                  <a:pt x="148711" y="92233"/>
                  <a:pt x="150538" y="92402"/>
                  <a:pt x="153006" y="92499"/>
                </a:cubicBezTo>
                <a:cubicBezTo>
                  <a:pt x="153684" y="92983"/>
                  <a:pt x="154035" y="93830"/>
                  <a:pt x="154059" y="95040"/>
                </a:cubicBezTo>
                <a:cubicBezTo>
                  <a:pt x="154083" y="96250"/>
                  <a:pt x="153733" y="97098"/>
                  <a:pt x="153006" y="97582"/>
                </a:cubicBezTo>
                <a:cubicBezTo>
                  <a:pt x="145068" y="97388"/>
                  <a:pt x="137542" y="97291"/>
                  <a:pt x="130426" y="97291"/>
                </a:cubicBezTo>
                <a:cubicBezTo>
                  <a:pt x="123069" y="97291"/>
                  <a:pt x="115421" y="97388"/>
                  <a:pt x="107483" y="97582"/>
                </a:cubicBezTo>
                <a:cubicBezTo>
                  <a:pt x="106805" y="97098"/>
                  <a:pt x="106466" y="96238"/>
                  <a:pt x="106466" y="95004"/>
                </a:cubicBezTo>
                <a:cubicBezTo>
                  <a:pt x="106466" y="93770"/>
                  <a:pt x="106805" y="92935"/>
                  <a:pt x="107483" y="92499"/>
                </a:cubicBezTo>
                <a:cubicBezTo>
                  <a:pt x="109952" y="92402"/>
                  <a:pt x="111791" y="92233"/>
                  <a:pt x="113001" y="91991"/>
                </a:cubicBezTo>
                <a:cubicBezTo>
                  <a:pt x="114211" y="91749"/>
                  <a:pt x="115433" y="91204"/>
                  <a:pt x="116667" y="90357"/>
                </a:cubicBezTo>
                <a:cubicBezTo>
                  <a:pt x="117902" y="89509"/>
                  <a:pt x="118737" y="88176"/>
                  <a:pt x="119172" y="86360"/>
                </a:cubicBezTo>
                <a:cubicBezTo>
                  <a:pt x="119608" y="84543"/>
                  <a:pt x="119826" y="82133"/>
                  <a:pt x="119826" y="79128"/>
                </a:cubicBezTo>
                <a:lnTo>
                  <a:pt x="119826" y="19470"/>
                </a:lnTo>
                <a:cubicBezTo>
                  <a:pt x="119826" y="16514"/>
                  <a:pt x="119608" y="14116"/>
                  <a:pt x="119172" y="12275"/>
                </a:cubicBezTo>
                <a:cubicBezTo>
                  <a:pt x="118737" y="10434"/>
                  <a:pt x="117902" y="9090"/>
                  <a:pt x="116667" y="8243"/>
                </a:cubicBezTo>
                <a:cubicBezTo>
                  <a:pt x="115433" y="7394"/>
                  <a:pt x="114223" y="6849"/>
                  <a:pt x="113037" y="6607"/>
                </a:cubicBezTo>
                <a:cubicBezTo>
                  <a:pt x="111851" y="6365"/>
                  <a:pt x="110000" y="6196"/>
                  <a:pt x="107483" y="6099"/>
                </a:cubicBezTo>
                <a:cubicBezTo>
                  <a:pt x="106805" y="5615"/>
                  <a:pt x="106466" y="4744"/>
                  <a:pt x="106466" y="3485"/>
                </a:cubicBezTo>
                <a:cubicBezTo>
                  <a:pt x="106466" y="2227"/>
                  <a:pt x="106805" y="1404"/>
                  <a:pt x="107483" y="1016"/>
                </a:cubicBezTo>
                <a:cubicBezTo>
                  <a:pt x="115421" y="1210"/>
                  <a:pt x="123069" y="1307"/>
                  <a:pt x="130426" y="1307"/>
                </a:cubicBezTo>
                <a:cubicBezTo>
                  <a:pt x="137542" y="1307"/>
                  <a:pt x="145068" y="1210"/>
                  <a:pt x="153006" y="1016"/>
                </a:cubicBezTo>
                <a:cubicBezTo>
                  <a:pt x="153684" y="1404"/>
                  <a:pt x="154035" y="2214"/>
                  <a:pt x="154059" y="3449"/>
                </a:cubicBezTo>
                <a:cubicBezTo>
                  <a:pt x="154083" y="4683"/>
                  <a:pt x="153733" y="5566"/>
                  <a:pt x="153006" y="6099"/>
                </a:cubicBezTo>
                <a:cubicBezTo>
                  <a:pt x="150538" y="6196"/>
                  <a:pt x="148711" y="6365"/>
                  <a:pt x="147525" y="6607"/>
                </a:cubicBezTo>
                <a:cubicBezTo>
                  <a:pt x="146339" y="6848"/>
                  <a:pt x="145129" y="7391"/>
                  <a:pt x="143895" y="8236"/>
                </a:cubicBezTo>
                <a:cubicBezTo>
                  <a:pt x="142660" y="9082"/>
                  <a:pt x="141813" y="10411"/>
                  <a:pt x="141353" y="12223"/>
                </a:cubicBezTo>
                <a:cubicBezTo>
                  <a:pt x="140893" y="14033"/>
                  <a:pt x="140664" y="16436"/>
                  <a:pt x="140664" y="19431"/>
                </a:cubicBezTo>
                <a:lnTo>
                  <a:pt x="140664" y="42547"/>
                </a:lnTo>
                <a:lnTo>
                  <a:pt x="186768" y="42547"/>
                </a:lnTo>
                <a:lnTo>
                  <a:pt x="186768" y="19431"/>
                </a:lnTo>
                <a:close/>
                <a:moveTo>
                  <a:pt x="233324" y="43309"/>
                </a:moveTo>
                <a:cubicBezTo>
                  <a:pt x="233324" y="40444"/>
                  <a:pt x="234413" y="37955"/>
                  <a:pt x="236591" y="35842"/>
                </a:cubicBezTo>
                <a:cubicBezTo>
                  <a:pt x="238769" y="33729"/>
                  <a:pt x="241347" y="32672"/>
                  <a:pt x="244324" y="32672"/>
                </a:cubicBezTo>
                <a:cubicBezTo>
                  <a:pt x="247300" y="32672"/>
                  <a:pt x="249829" y="33668"/>
                  <a:pt x="251911" y="35661"/>
                </a:cubicBezTo>
                <a:cubicBezTo>
                  <a:pt x="253992" y="37651"/>
                  <a:pt x="255033" y="40080"/>
                  <a:pt x="255033" y="42946"/>
                </a:cubicBezTo>
                <a:cubicBezTo>
                  <a:pt x="255033" y="45714"/>
                  <a:pt x="253944" y="48155"/>
                  <a:pt x="251766" y="50268"/>
                </a:cubicBezTo>
                <a:cubicBezTo>
                  <a:pt x="249587" y="52381"/>
                  <a:pt x="247010" y="53438"/>
                  <a:pt x="244033" y="53438"/>
                </a:cubicBezTo>
                <a:cubicBezTo>
                  <a:pt x="241056" y="53438"/>
                  <a:pt x="238527" y="52442"/>
                  <a:pt x="236446" y="50452"/>
                </a:cubicBezTo>
                <a:cubicBezTo>
                  <a:pt x="234365" y="48460"/>
                  <a:pt x="233324" y="46079"/>
                  <a:pt x="233324" y="43309"/>
                </a:cubicBezTo>
                <a:moveTo>
                  <a:pt x="233324" y="87163"/>
                </a:moveTo>
                <a:cubicBezTo>
                  <a:pt x="233324" y="84298"/>
                  <a:pt x="234413" y="81809"/>
                  <a:pt x="236591" y="79696"/>
                </a:cubicBezTo>
                <a:cubicBezTo>
                  <a:pt x="238769" y="77583"/>
                  <a:pt x="241347" y="76526"/>
                  <a:pt x="244324" y="76526"/>
                </a:cubicBezTo>
                <a:cubicBezTo>
                  <a:pt x="247300" y="76526"/>
                  <a:pt x="249829" y="77522"/>
                  <a:pt x="251911" y="79514"/>
                </a:cubicBezTo>
                <a:cubicBezTo>
                  <a:pt x="253992" y="81505"/>
                  <a:pt x="255033" y="83957"/>
                  <a:pt x="255033" y="86872"/>
                </a:cubicBezTo>
                <a:cubicBezTo>
                  <a:pt x="255033" y="89640"/>
                  <a:pt x="253944" y="92069"/>
                  <a:pt x="251766" y="94158"/>
                </a:cubicBezTo>
                <a:cubicBezTo>
                  <a:pt x="249587" y="96247"/>
                  <a:pt x="247010" y="97291"/>
                  <a:pt x="244033" y="97291"/>
                </a:cubicBezTo>
                <a:cubicBezTo>
                  <a:pt x="241056" y="97291"/>
                  <a:pt x="238527" y="96296"/>
                  <a:pt x="236446" y="94305"/>
                </a:cubicBezTo>
                <a:cubicBezTo>
                  <a:pt x="234365" y="92313"/>
                  <a:pt x="233324" y="89932"/>
                  <a:pt x="233324" y="87163"/>
                </a:cubicBezTo>
                <a:close/>
                <a:moveTo>
                  <a:pt x="326324" y="54223"/>
                </a:moveTo>
                <a:cubicBezTo>
                  <a:pt x="326227" y="55333"/>
                  <a:pt x="326178" y="57649"/>
                  <a:pt x="326178" y="61170"/>
                </a:cubicBezTo>
                <a:cubicBezTo>
                  <a:pt x="326178" y="82201"/>
                  <a:pt x="331382" y="92741"/>
                  <a:pt x="341789" y="92790"/>
                </a:cubicBezTo>
                <a:cubicBezTo>
                  <a:pt x="344644" y="92790"/>
                  <a:pt x="347040" y="90812"/>
                  <a:pt x="348977" y="86856"/>
                </a:cubicBezTo>
                <a:cubicBezTo>
                  <a:pt x="350913" y="82901"/>
                  <a:pt x="351881" y="77112"/>
                  <a:pt x="351881" y="69490"/>
                </a:cubicBezTo>
                <a:cubicBezTo>
                  <a:pt x="351881" y="64763"/>
                  <a:pt x="350477" y="60398"/>
                  <a:pt x="347670" y="56394"/>
                </a:cubicBezTo>
                <a:cubicBezTo>
                  <a:pt x="344862" y="52390"/>
                  <a:pt x="341426" y="50388"/>
                  <a:pt x="337360" y="50388"/>
                </a:cubicBezTo>
                <a:cubicBezTo>
                  <a:pt x="334262" y="50388"/>
                  <a:pt x="330583" y="51666"/>
                  <a:pt x="326324" y="54223"/>
                </a:cubicBezTo>
                <a:moveTo>
                  <a:pt x="367854" y="12488"/>
                </a:moveTo>
                <a:cubicBezTo>
                  <a:pt x="356043" y="13070"/>
                  <a:pt x="346871" y="16057"/>
                  <a:pt x="340337" y="21448"/>
                </a:cubicBezTo>
                <a:cubicBezTo>
                  <a:pt x="336851" y="24314"/>
                  <a:pt x="333923" y="28128"/>
                  <a:pt x="331551" y="32888"/>
                </a:cubicBezTo>
                <a:cubicBezTo>
                  <a:pt x="329179" y="37648"/>
                  <a:pt x="327703" y="42700"/>
                  <a:pt x="327122" y="48042"/>
                </a:cubicBezTo>
                <a:cubicBezTo>
                  <a:pt x="332447" y="45207"/>
                  <a:pt x="337529" y="43472"/>
                  <a:pt x="342369" y="42837"/>
                </a:cubicBezTo>
                <a:cubicBezTo>
                  <a:pt x="348033" y="42934"/>
                  <a:pt x="352946" y="43879"/>
                  <a:pt x="357108" y="45671"/>
                </a:cubicBezTo>
                <a:cubicBezTo>
                  <a:pt x="361271" y="47463"/>
                  <a:pt x="364345" y="49704"/>
                  <a:pt x="366329" y="52392"/>
                </a:cubicBezTo>
                <a:cubicBezTo>
                  <a:pt x="368314" y="55079"/>
                  <a:pt x="369730" y="57610"/>
                  <a:pt x="370577" y="59983"/>
                </a:cubicBezTo>
                <a:cubicBezTo>
                  <a:pt x="371424" y="62357"/>
                  <a:pt x="371847" y="64633"/>
                  <a:pt x="371847" y="66813"/>
                </a:cubicBezTo>
                <a:cubicBezTo>
                  <a:pt x="371847" y="70311"/>
                  <a:pt x="371254" y="73847"/>
                  <a:pt x="370068" y="77420"/>
                </a:cubicBezTo>
                <a:cubicBezTo>
                  <a:pt x="368883" y="80991"/>
                  <a:pt x="367092" y="84429"/>
                  <a:pt x="364696" y="87734"/>
                </a:cubicBezTo>
                <a:cubicBezTo>
                  <a:pt x="362300" y="91040"/>
                  <a:pt x="358972" y="93701"/>
                  <a:pt x="354712" y="95719"/>
                </a:cubicBezTo>
                <a:cubicBezTo>
                  <a:pt x="350453" y="97735"/>
                  <a:pt x="345564" y="98743"/>
                  <a:pt x="340046" y="98743"/>
                </a:cubicBezTo>
                <a:cubicBezTo>
                  <a:pt x="318313" y="98743"/>
                  <a:pt x="307446" y="86026"/>
                  <a:pt x="307446" y="60591"/>
                </a:cubicBezTo>
                <a:cubicBezTo>
                  <a:pt x="307446" y="52948"/>
                  <a:pt x="308790" y="45595"/>
                  <a:pt x="311476" y="38533"/>
                </a:cubicBezTo>
                <a:cubicBezTo>
                  <a:pt x="314162" y="31471"/>
                  <a:pt x="318168" y="25593"/>
                  <a:pt x="323492" y="20901"/>
                </a:cubicBezTo>
                <a:cubicBezTo>
                  <a:pt x="329252" y="15967"/>
                  <a:pt x="335351" y="12412"/>
                  <a:pt x="341789" y="10235"/>
                </a:cubicBezTo>
                <a:cubicBezTo>
                  <a:pt x="348226" y="8058"/>
                  <a:pt x="356600" y="6825"/>
                  <a:pt x="366910" y="6534"/>
                </a:cubicBezTo>
                <a:cubicBezTo>
                  <a:pt x="368217" y="7999"/>
                  <a:pt x="368532" y="9983"/>
                  <a:pt x="367854" y="12488"/>
                </a:cubicBezTo>
                <a:close/>
                <a:moveTo>
                  <a:pt x="384748" y="29696"/>
                </a:moveTo>
                <a:cubicBezTo>
                  <a:pt x="384748" y="24226"/>
                  <a:pt x="387580" y="18998"/>
                  <a:pt x="393243" y="14013"/>
                </a:cubicBezTo>
                <a:cubicBezTo>
                  <a:pt x="398906" y="9027"/>
                  <a:pt x="406602" y="6534"/>
                  <a:pt x="416331" y="6534"/>
                </a:cubicBezTo>
                <a:cubicBezTo>
                  <a:pt x="425431" y="6534"/>
                  <a:pt x="432764" y="9162"/>
                  <a:pt x="438331" y="14417"/>
                </a:cubicBezTo>
                <a:cubicBezTo>
                  <a:pt x="442590" y="18467"/>
                  <a:pt x="444720" y="23771"/>
                  <a:pt x="444720" y="30329"/>
                </a:cubicBezTo>
                <a:cubicBezTo>
                  <a:pt x="444720" y="32126"/>
                  <a:pt x="444599" y="33777"/>
                  <a:pt x="444357" y="35282"/>
                </a:cubicBezTo>
                <a:cubicBezTo>
                  <a:pt x="444115" y="36787"/>
                  <a:pt x="443861" y="38085"/>
                  <a:pt x="443595" y="39177"/>
                </a:cubicBezTo>
                <a:cubicBezTo>
                  <a:pt x="443328" y="40269"/>
                  <a:pt x="442699" y="41532"/>
                  <a:pt x="441707" y="42964"/>
                </a:cubicBezTo>
                <a:cubicBezTo>
                  <a:pt x="440715" y="44397"/>
                  <a:pt x="440001" y="45490"/>
                  <a:pt x="439565" y="46243"/>
                </a:cubicBezTo>
                <a:cubicBezTo>
                  <a:pt x="439129" y="46995"/>
                  <a:pt x="438016" y="48269"/>
                  <a:pt x="436225" y="50066"/>
                </a:cubicBezTo>
                <a:cubicBezTo>
                  <a:pt x="434434" y="51861"/>
                  <a:pt x="433139" y="53124"/>
                  <a:pt x="432341" y="53853"/>
                </a:cubicBezTo>
                <a:cubicBezTo>
                  <a:pt x="431542" y="54580"/>
                  <a:pt x="429787" y="56194"/>
                  <a:pt x="427077" y="58695"/>
                </a:cubicBezTo>
                <a:cubicBezTo>
                  <a:pt x="424366" y="61193"/>
                  <a:pt x="422358" y="63026"/>
                  <a:pt x="421051" y="64192"/>
                </a:cubicBezTo>
                <a:lnTo>
                  <a:pt x="412338" y="72274"/>
                </a:lnTo>
                <a:cubicBezTo>
                  <a:pt x="408224" y="76062"/>
                  <a:pt x="405925" y="80480"/>
                  <a:pt x="405440" y="85529"/>
                </a:cubicBezTo>
                <a:lnTo>
                  <a:pt x="424754" y="85529"/>
                </a:lnTo>
                <a:cubicBezTo>
                  <a:pt x="428142" y="85529"/>
                  <a:pt x="430973" y="84440"/>
                  <a:pt x="433248" y="82262"/>
                </a:cubicBezTo>
                <a:cubicBezTo>
                  <a:pt x="435523" y="80084"/>
                  <a:pt x="437459" y="76478"/>
                  <a:pt x="439057" y="71444"/>
                </a:cubicBezTo>
                <a:cubicBezTo>
                  <a:pt x="441332" y="71444"/>
                  <a:pt x="443558" y="71915"/>
                  <a:pt x="445736" y="72857"/>
                </a:cubicBezTo>
                <a:cubicBezTo>
                  <a:pt x="444430" y="83571"/>
                  <a:pt x="442905" y="91716"/>
                  <a:pt x="441162" y="97291"/>
                </a:cubicBezTo>
                <a:lnTo>
                  <a:pt x="383732" y="97291"/>
                </a:lnTo>
                <a:lnTo>
                  <a:pt x="383151" y="92490"/>
                </a:lnTo>
                <a:cubicBezTo>
                  <a:pt x="383344" y="90307"/>
                  <a:pt x="384808" y="87531"/>
                  <a:pt x="387543" y="84161"/>
                </a:cubicBezTo>
                <a:cubicBezTo>
                  <a:pt x="390278" y="80791"/>
                  <a:pt x="395953" y="74984"/>
                  <a:pt x="404569" y="66740"/>
                </a:cubicBezTo>
                <a:lnTo>
                  <a:pt x="417203" y="54651"/>
                </a:lnTo>
                <a:cubicBezTo>
                  <a:pt x="420881" y="51156"/>
                  <a:pt x="423217" y="47721"/>
                  <a:pt x="424209" y="44348"/>
                </a:cubicBezTo>
                <a:cubicBezTo>
                  <a:pt x="425201" y="40974"/>
                  <a:pt x="425697" y="36471"/>
                  <a:pt x="425697" y="30839"/>
                </a:cubicBezTo>
                <a:cubicBezTo>
                  <a:pt x="425697" y="25401"/>
                  <a:pt x="424390" y="21008"/>
                  <a:pt x="421777" y="17659"/>
                </a:cubicBezTo>
                <a:cubicBezTo>
                  <a:pt x="419066" y="14163"/>
                  <a:pt x="416089" y="12440"/>
                  <a:pt x="412846" y="12488"/>
                </a:cubicBezTo>
                <a:cubicBezTo>
                  <a:pt x="409555" y="12488"/>
                  <a:pt x="406675" y="13705"/>
                  <a:pt x="404206" y="16139"/>
                </a:cubicBezTo>
                <a:cubicBezTo>
                  <a:pt x="401738" y="18573"/>
                  <a:pt x="400503" y="20788"/>
                  <a:pt x="400503" y="22784"/>
                </a:cubicBezTo>
                <a:cubicBezTo>
                  <a:pt x="400503" y="24002"/>
                  <a:pt x="400818" y="25292"/>
                  <a:pt x="401447" y="26655"/>
                </a:cubicBezTo>
                <a:cubicBezTo>
                  <a:pt x="401931" y="28165"/>
                  <a:pt x="402173" y="29212"/>
                  <a:pt x="402173" y="29795"/>
                </a:cubicBezTo>
                <a:cubicBezTo>
                  <a:pt x="402173" y="32084"/>
                  <a:pt x="401302" y="33983"/>
                  <a:pt x="399559" y="35493"/>
                </a:cubicBezTo>
                <a:cubicBezTo>
                  <a:pt x="397817" y="37001"/>
                  <a:pt x="395808" y="37755"/>
                  <a:pt x="393533" y="37755"/>
                </a:cubicBezTo>
                <a:cubicBezTo>
                  <a:pt x="390968" y="37755"/>
                  <a:pt x="388862" y="36908"/>
                  <a:pt x="387217" y="35214"/>
                </a:cubicBezTo>
                <a:cubicBezTo>
                  <a:pt x="385571" y="33519"/>
                  <a:pt x="384748" y="31680"/>
                  <a:pt x="384748" y="29696"/>
                </a:cubicBezTo>
                <a:close/>
                <a:moveTo>
                  <a:pt x="522602" y="89316"/>
                </a:moveTo>
                <a:cubicBezTo>
                  <a:pt x="522602" y="92600"/>
                  <a:pt x="523594" y="94242"/>
                  <a:pt x="525579" y="94242"/>
                </a:cubicBezTo>
                <a:cubicBezTo>
                  <a:pt x="528628" y="94242"/>
                  <a:pt x="531315" y="92262"/>
                  <a:pt x="533638" y="88304"/>
                </a:cubicBezTo>
                <a:cubicBezTo>
                  <a:pt x="536107" y="84055"/>
                  <a:pt x="537341" y="79251"/>
                  <a:pt x="537341" y="73892"/>
                </a:cubicBezTo>
                <a:cubicBezTo>
                  <a:pt x="537341" y="68242"/>
                  <a:pt x="535405" y="65442"/>
                  <a:pt x="531532" y="65490"/>
                </a:cubicBezTo>
                <a:cubicBezTo>
                  <a:pt x="530032" y="65490"/>
                  <a:pt x="528640" y="66202"/>
                  <a:pt x="527358" y="67627"/>
                </a:cubicBezTo>
                <a:cubicBezTo>
                  <a:pt x="526075" y="69051"/>
                  <a:pt x="525095" y="70897"/>
                  <a:pt x="524417" y="73166"/>
                </a:cubicBezTo>
                <a:cubicBezTo>
                  <a:pt x="523207" y="76835"/>
                  <a:pt x="522602" y="82219"/>
                  <a:pt x="522602" y="89316"/>
                </a:cubicBezTo>
                <a:moveTo>
                  <a:pt x="508807" y="83741"/>
                </a:moveTo>
                <a:cubicBezTo>
                  <a:pt x="508807" y="77257"/>
                  <a:pt x="510743" y="71602"/>
                  <a:pt x="514615" y="66776"/>
                </a:cubicBezTo>
                <a:cubicBezTo>
                  <a:pt x="518488" y="61950"/>
                  <a:pt x="523594" y="59536"/>
                  <a:pt x="529935" y="59536"/>
                </a:cubicBezTo>
                <a:cubicBezTo>
                  <a:pt x="539035" y="59536"/>
                  <a:pt x="543585" y="64225"/>
                  <a:pt x="543585" y="73601"/>
                </a:cubicBezTo>
                <a:cubicBezTo>
                  <a:pt x="543585" y="81081"/>
                  <a:pt x="541721" y="87384"/>
                  <a:pt x="537994" y="92508"/>
                </a:cubicBezTo>
                <a:cubicBezTo>
                  <a:pt x="534267" y="97633"/>
                  <a:pt x="529548" y="100195"/>
                  <a:pt x="523836" y="100195"/>
                </a:cubicBezTo>
                <a:cubicBezTo>
                  <a:pt x="518367" y="100195"/>
                  <a:pt x="514494" y="98696"/>
                  <a:pt x="512219" y="95698"/>
                </a:cubicBezTo>
                <a:cubicBezTo>
                  <a:pt x="509944" y="92700"/>
                  <a:pt x="508807" y="88715"/>
                  <a:pt x="508807" y="83741"/>
                </a:cubicBezTo>
                <a:moveTo>
                  <a:pt x="475191" y="42274"/>
                </a:moveTo>
                <a:cubicBezTo>
                  <a:pt x="475191" y="45554"/>
                  <a:pt x="476183" y="47193"/>
                  <a:pt x="478167" y="47193"/>
                </a:cubicBezTo>
                <a:cubicBezTo>
                  <a:pt x="481217" y="47193"/>
                  <a:pt x="483879" y="45214"/>
                  <a:pt x="486154" y="41256"/>
                </a:cubicBezTo>
                <a:cubicBezTo>
                  <a:pt x="488623" y="37007"/>
                  <a:pt x="489881" y="32203"/>
                  <a:pt x="489930" y="26844"/>
                </a:cubicBezTo>
                <a:cubicBezTo>
                  <a:pt x="489930" y="21194"/>
                  <a:pt x="487993" y="18393"/>
                  <a:pt x="484121" y="18442"/>
                </a:cubicBezTo>
                <a:cubicBezTo>
                  <a:pt x="482621" y="18442"/>
                  <a:pt x="481229" y="19154"/>
                  <a:pt x="479946" y="20579"/>
                </a:cubicBezTo>
                <a:cubicBezTo>
                  <a:pt x="478664" y="22004"/>
                  <a:pt x="477659" y="23851"/>
                  <a:pt x="476933" y="26120"/>
                </a:cubicBezTo>
                <a:cubicBezTo>
                  <a:pt x="475771" y="29791"/>
                  <a:pt x="475191" y="35176"/>
                  <a:pt x="475191" y="42274"/>
                </a:cubicBezTo>
                <a:moveTo>
                  <a:pt x="461323" y="36632"/>
                </a:moveTo>
                <a:cubicBezTo>
                  <a:pt x="461323" y="30144"/>
                  <a:pt x="463259" y="24498"/>
                  <a:pt x="467131" y="19694"/>
                </a:cubicBezTo>
                <a:cubicBezTo>
                  <a:pt x="471004" y="14890"/>
                  <a:pt x="476110" y="12488"/>
                  <a:pt x="482451" y="12488"/>
                </a:cubicBezTo>
                <a:cubicBezTo>
                  <a:pt x="486904" y="12488"/>
                  <a:pt x="490293" y="13695"/>
                  <a:pt x="492616" y="16109"/>
                </a:cubicBezTo>
                <a:cubicBezTo>
                  <a:pt x="494407" y="16162"/>
                  <a:pt x="496391" y="16522"/>
                  <a:pt x="498570" y="17189"/>
                </a:cubicBezTo>
                <a:cubicBezTo>
                  <a:pt x="500748" y="17856"/>
                  <a:pt x="502684" y="18498"/>
                  <a:pt x="504378" y="19116"/>
                </a:cubicBezTo>
                <a:cubicBezTo>
                  <a:pt x="506072" y="19731"/>
                  <a:pt x="507234" y="20039"/>
                  <a:pt x="507863" y="20039"/>
                </a:cubicBezTo>
                <a:cubicBezTo>
                  <a:pt x="518076" y="20039"/>
                  <a:pt x="525530" y="17377"/>
                  <a:pt x="530225" y="12052"/>
                </a:cubicBezTo>
                <a:lnTo>
                  <a:pt x="537196" y="15465"/>
                </a:lnTo>
                <a:lnTo>
                  <a:pt x="476062" y="99760"/>
                </a:lnTo>
                <a:lnTo>
                  <a:pt x="468075" y="97888"/>
                </a:lnTo>
                <a:lnTo>
                  <a:pt x="522457" y="23306"/>
                </a:lnTo>
                <a:cubicBezTo>
                  <a:pt x="516890" y="25581"/>
                  <a:pt x="511542" y="26719"/>
                  <a:pt x="506411" y="26719"/>
                </a:cubicBezTo>
                <a:cubicBezTo>
                  <a:pt x="503023" y="26719"/>
                  <a:pt x="499562" y="25799"/>
                  <a:pt x="496028" y="23960"/>
                </a:cubicBezTo>
                <a:cubicBezTo>
                  <a:pt x="496077" y="24347"/>
                  <a:pt x="496113" y="24758"/>
                  <a:pt x="496137" y="25194"/>
                </a:cubicBezTo>
                <a:cubicBezTo>
                  <a:pt x="496161" y="25630"/>
                  <a:pt x="496174" y="26090"/>
                  <a:pt x="496174" y="26574"/>
                </a:cubicBezTo>
                <a:cubicBezTo>
                  <a:pt x="496174" y="34049"/>
                  <a:pt x="494310" y="40347"/>
                  <a:pt x="490583" y="45467"/>
                </a:cubicBezTo>
                <a:cubicBezTo>
                  <a:pt x="486856" y="50587"/>
                  <a:pt x="482112" y="53147"/>
                  <a:pt x="476352" y="53147"/>
                </a:cubicBezTo>
                <a:cubicBezTo>
                  <a:pt x="470883" y="53147"/>
                  <a:pt x="467010" y="51637"/>
                  <a:pt x="464735" y="48616"/>
                </a:cubicBezTo>
                <a:cubicBezTo>
                  <a:pt x="462461" y="45595"/>
                  <a:pt x="461323" y="41601"/>
                  <a:pt x="461323" y="36632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9DCE1-80EF-41C8-94E7-E80DBAE2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875" y="2663904"/>
            <a:ext cx="248517" cy="6372"/>
          </a:xfrm>
          <a:custGeom xmlns:a="http://schemas.openxmlformats.org/drawingml/2006/main">
            <a:pathLst>
              <a:path w="248517" h="6372">
                <a:moveTo>
                  <a:pt x="0" y="0"/>
                </a:moveTo>
                <a:lnTo>
                  <a:pt x="248517" y="0"/>
                </a:lnTo>
                <a:lnTo>
                  <a:pt x="248517" y="6372"/>
                </a:lnTo>
                <a:lnTo>
                  <a:pt x="0" y="63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…">
            <a:extLst xmlns:a="http://schemas.openxmlformats.org/drawingml/2006/main">
              <a:ext uri="{FF2B5EF4-FFF2-40B4-BE49-F238E27FC236}">
                <a16:creationId xmlns:a16="http://schemas.microsoft.com/office/drawing/2014/main" id="{C9C040B5-0378-48DC-8AF4-A27CBCC6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133" y="2629032"/>
            <a:ext cx="100413" cy="20620"/>
          </a:xfrm>
          <a:custGeom xmlns:a="http://schemas.openxmlformats.org/drawingml/2006/main">
            <a:pathLst>
              <a:path w="100413" h="20620">
                <a:moveTo>
                  <a:pt x="0" y="10528"/>
                </a:moveTo>
                <a:cubicBezTo>
                  <a:pt x="0" y="7672"/>
                  <a:pt x="1089" y="5203"/>
                  <a:pt x="3267" y="3122"/>
                </a:cubicBezTo>
                <a:cubicBezTo>
                  <a:pt x="5445" y="1041"/>
                  <a:pt x="8023" y="0"/>
                  <a:pt x="11000" y="0"/>
                </a:cubicBezTo>
                <a:cubicBezTo>
                  <a:pt x="13977" y="0"/>
                  <a:pt x="16506" y="992"/>
                  <a:pt x="18587" y="2977"/>
                </a:cubicBezTo>
                <a:cubicBezTo>
                  <a:pt x="20668" y="4961"/>
                  <a:pt x="21709" y="7382"/>
                  <a:pt x="21709" y="10237"/>
                </a:cubicBezTo>
                <a:cubicBezTo>
                  <a:pt x="21709" y="12996"/>
                  <a:pt x="20620" y="15417"/>
                  <a:pt x="18442" y="17498"/>
                </a:cubicBezTo>
                <a:cubicBezTo>
                  <a:pt x="16264" y="19579"/>
                  <a:pt x="13686" y="20620"/>
                  <a:pt x="10709" y="20620"/>
                </a:cubicBezTo>
                <a:cubicBezTo>
                  <a:pt x="7732" y="20620"/>
                  <a:pt x="5203" y="19628"/>
                  <a:pt x="3122" y="17643"/>
                </a:cubicBezTo>
                <a:cubicBezTo>
                  <a:pt x="1041" y="15659"/>
                  <a:pt x="0" y="13287"/>
                  <a:pt x="0" y="10528"/>
                </a:cubicBezTo>
                <a:moveTo>
                  <a:pt x="39279" y="10528"/>
                </a:moveTo>
                <a:cubicBezTo>
                  <a:pt x="39279" y="7672"/>
                  <a:pt x="40369" y="5203"/>
                  <a:pt x="42547" y="3122"/>
                </a:cubicBezTo>
                <a:cubicBezTo>
                  <a:pt x="44725" y="1041"/>
                  <a:pt x="47302" y="0"/>
                  <a:pt x="50279" y="0"/>
                </a:cubicBezTo>
                <a:cubicBezTo>
                  <a:pt x="53256" y="0"/>
                  <a:pt x="55785" y="992"/>
                  <a:pt x="57866" y="2977"/>
                </a:cubicBezTo>
                <a:cubicBezTo>
                  <a:pt x="59948" y="4961"/>
                  <a:pt x="60988" y="7382"/>
                  <a:pt x="60988" y="10237"/>
                </a:cubicBezTo>
                <a:cubicBezTo>
                  <a:pt x="60988" y="12996"/>
                  <a:pt x="59899" y="15417"/>
                  <a:pt x="57721" y="17498"/>
                </a:cubicBezTo>
                <a:cubicBezTo>
                  <a:pt x="55543" y="19579"/>
                  <a:pt x="52966" y="20620"/>
                  <a:pt x="49989" y="20620"/>
                </a:cubicBezTo>
                <a:cubicBezTo>
                  <a:pt x="47012" y="20620"/>
                  <a:pt x="44483" y="19628"/>
                  <a:pt x="42402" y="17643"/>
                </a:cubicBezTo>
                <a:cubicBezTo>
                  <a:pt x="40320" y="15659"/>
                  <a:pt x="39279" y="13287"/>
                  <a:pt x="39279" y="10528"/>
                </a:cubicBezTo>
                <a:moveTo>
                  <a:pt x="78704" y="10528"/>
                </a:moveTo>
                <a:cubicBezTo>
                  <a:pt x="78704" y="7672"/>
                  <a:pt x="79793" y="5203"/>
                  <a:pt x="81971" y="3122"/>
                </a:cubicBezTo>
                <a:cubicBezTo>
                  <a:pt x="84150" y="1041"/>
                  <a:pt x="86727" y="0"/>
                  <a:pt x="89704" y="0"/>
                </a:cubicBezTo>
                <a:cubicBezTo>
                  <a:pt x="92681" y="0"/>
                  <a:pt x="95210" y="992"/>
                  <a:pt x="97291" y="2977"/>
                </a:cubicBezTo>
                <a:cubicBezTo>
                  <a:pt x="99373" y="4961"/>
                  <a:pt x="100413" y="7382"/>
                  <a:pt x="100413" y="10237"/>
                </a:cubicBezTo>
                <a:cubicBezTo>
                  <a:pt x="100413" y="12996"/>
                  <a:pt x="99324" y="15417"/>
                  <a:pt x="97146" y="17498"/>
                </a:cubicBezTo>
                <a:cubicBezTo>
                  <a:pt x="94968" y="19579"/>
                  <a:pt x="92390" y="20620"/>
                  <a:pt x="89413" y="20620"/>
                </a:cubicBezTo>
                <a:cubicBezTo>
                  <a:pt x="86437" y="20620"/>
                  <a:pt x="83908" y="19628"/>
                  <a:pt x="81826" y="17643"/>
                </a:cubicBezTo>
                <a:cubicBezTo>
                  <a:pt x="79745" y="15659"/>
                  <a:pt x="78704" y="13287"/>
                  <a:pt x="78704" y="10528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2AA4A-5743-4FC4-8CA3-2DE2ACC7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728" y="1402547"/>
            <a:ext cx="4208926" cy="938374"/>
          </a:xfrm>
          <a:custGeom xmlns:a="http://schemas.openxmlformats.org/drawingml/2006/main">
            <a:pathLst>
              <a:path w="4208926" h="938374">
                <a:moveTo>
                  <a:pt x="0" y="47806"/>
                </a:moveTo>
                <a:lnTo>
                  <a:pt x="95583" y="95583"/>
                </a:lnTo>
                <a:lnTo>
                  <a:pt x="95583" y="63722"/>
                </a:lnTo>
                <a:lnTo>
                  <a:pt x="941461" y="63722"/>
                </a:lnTo>
                <a:lnTo>
                  <a:pt x="941461" y="938374"/>
                </a:lnTo>
                <a:lnTo>
                  <a:pt x="4208926" y="938374"/>
                </a:lnTo>
                <a:lnTo>
                  <a:pt x="4208926" y="906513"/>
                </a:lnTo>
                <a:lnTo>
                  <a:pt x="973322" y="906513"/>
                </a:lnTo>
                <a:lnTo>
                  <a:pt x="973322" y="31861"/>
                </a:lnTo>
                <a:lnTo>
                  <a:pt x="95583" y="31861"/>
                </a:lnTo>
                <a:lnTo>
                  <a:pt x="95583" y="0"/>
                </a:lnTo>
                <a:lnTo>
                  <a:pt x="0" y="4780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54F79-D162-4485-9424-110B111C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765" y="1851832"/>
            <a:ext cx="2531631" cy="527523"/>
          </a:xfrm>
          <a:custGeom xmlns:a="http://schemas.openxmlformats.org/drawingml/2006/main">
            <a:pathLst>
              <a:path w="2531631" h="527523">
                <a:moveTo>
                  <a:pt x="2531631" y="0"/>
                </a:moveTo>
                <a:lnTo>
                  <a:pt x="2499770" y="0"/>
                </a:lnTo>
                <a:lnTo>
                  <a:pt x="2499770" y="463801"/>
                </a:lnTo>
                <a:lnTo>
                  <a:pt x="95583" y="463801"/>
                </a:lnTo>
                <a:lnTo>
                  <a:pt x="95583" y="431940"/>
                </a:lnTo>
                <a:lnTo>
                  <a:pt x="0" y="479746"/>
                </a:lnTo>
                <a:lnTo>
                  <a:pt x="95583" y="527523"/>
                </a:lnTo>
                <a:lnTo>
                  <a:pt x="95583" y="495662"/>
                </a:lnTo>
                <a:lnTo>
                  <a:pt x="2531631" y="495662"/>
                </a:lnTo>
                <a:lnTo>
                  <a:pt x="2531631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e6b1247834640"/>
          <a:stretch xmlns:a="http://schemas.openxmlformats.org/drawingml/2006/main"/>
        </p:blipFill>
        <p:spPr>
          <a:xfrm xmlns:a="http://schemas.openxmlformats.org/drawingml/2006/main">
            <a:off x="11165710" y="2029196"/>
            <a:ext cx="497062" cy="497062"/>
          </a:xfrm>
          <a:prstGeom xmlns:a="http://schemas.openxmlformats.org/drawingml/2006/main" prst="rect">
            <a:avLst/>
          </a:prstGeom>
        </p:spPr>
      </p:pic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dc5bc0d3347eb"/>
          <a:stretch xmlns:a="http://schemas.openxmlformats.org/drawingml/2006/main"/>
        </p:blipFill>
        <p:spPr>
          <a:xfrm xmlns:a="http://schemas.openxmlformats.org/drawingml/2006/main">
            <a:off x="11168910" y="2315632"/>
            <a:ext cx="490661" cy="31861"/>
          </a:xfrm>
          <a:prstGeom xmlns:a="http://schemas.openxmlformats.org/drawingml/2006/main" prst="rect">
            <a:avLst/>
          </a:prstGeom>
        </p:spPr>
      </p:pic>
      <p:sp>
        <p:nvSpPr>
          <p:cNvPr id="129" name="Text JSONfile">
            <a:extLst xmlns:a="http://schemas.openxmlformats.org/drawingml/2006/main">
              <a:ext uri="{FF2B5EF4-FFF2-40B4-BE49-F238E27FC236}">
                <a16:creationId xmlns:a16="http://schemas.microsoft.com/office/drawing/2014/main" id="{009192F4-D6B9-4A06-8B82-0C0B5E17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312" y="2595641"/>
            <a:ext cx="704826" cy="150688"/>
          </a:xfrm>
          <a:custGeom xmlns:a="http://schemas.openxmlformats.org/drawingml/2006/main">
            <a:pathLst>
              <a:path w="704826" h="150688">
                <a:moveTo>
                  <a:pt x="59578" y="30048"/>
                </a:moveTo>
                <a:lnTo>
                  <a:pt x="59578" y="101290"/>
                </a:lnTo>
                <a:cubicBezTo>
                  <a:pt x="59578" y="107055"/>
                  <a:pt x="59080" y="112183"/>
                  <a:pt x="58084" y="116674"/>
                </a:cubicBezTo>
                <a:cubicBezTo>
                  <a:pt x="57089" y="121166"/>
                  <a:pt x="55595" y="124950"/>
                  <a:pt x="53604" y="128027"/>
                </a:cubicBezTo>
                <a:cubicBezTo>
                  <a:pt x="51612" y="131104"/>
                  <a:pt x="49856" y="133488"/>
                  <a:pt x="48335" y="135178"/>
                </a:cubicBezTo>
                <a:cubicBezTo>
                  <a:pt x="46813" y="136869"/>
                  <a:pt x="44808" y="138740"/>
                  <a:pt x="42319" y="140792"/>
                </a:cubicBezTo>
                <a:cubicBezTo>
                  <a:pt x="34629" y="147389"/>
                  <a:pt x="26055" y="150688"/>
                  <a:pt x="16596" y="150688"/>
                </a:cubicBezTo>
                <a:cubicBezTo>
                  <a:pt x="13442" y="150688"/>
                  <a:pt x="9888" y="149554"/>
                  <a:pt x="5933" y="147285"/>
                </a:cubicBezTo>
                <a:cubicBezTo>
                  <a:pt x="1978" y="145017"/>
                  <a:pt x="0" y="142141"/>
                  <a:pt x="0" y="138656"/>
                </a:cubicBezTo>
                <a:cubicBezTo>
                  <a:pt x="0" y="136388"/>
                  <a:pt x="1189" y="134230"/>
                  <a:pt x="3568" y="132184"/>
                </a:cubicBezTo>
                <a:cubicBezTo>
                  <a:pt x="5947" y="130137"/>
                  <a:pt x="8021" y="129113"/>
                  <a:pt x="9791" y="129113"/>
                </a:cubicBezTo>
                <a:cubicBezTo>
                  <a:pt x="11396" y="129113"/>
                  <a:pt x="12792" y="129387"/>
                  <a:pt x="13982" y="129935"/>
                </a:cubicBezTo>
                <a:cubicBezTo>
                  <a:pt x="15171" y="130485"/>
                  <a:pt x="15987" y="131075"/>
                  <a:pt x="16430" y="131706"/>
                </a:cubicBezTo>
                <a:cubicBezTo>
                  <a:pt x="16872" y="132339"/>
                  <a:pt x="17439" y="133218"/>
                  <a:pt x="18131" y="134344"/>
                </a:cubicBezTo>
                <a:cubicBezTo>
                  <a:pt x="18822" y="135471"/>
                  <a:pt x="19334" y="136254"/>
                  <a:pt x="19666" y="136693"/>
                </a:cubicBezTo>
                <a:cubicBezTo>
                  <a:pt x="21713" y="139274"/>
                  <a:pt x="24312" y="140564"/>
                  <a:pt x="27466" y="140564"/>
                </a:cubicBezTo>
                <a:cubicBezTo>
                  <a:pt x="29402" y="140564"/>
                  <a:pt x="30882" y="140204"/>
                  <a:pt x="31905" y="139483"/>
                </a:cubicBezTo>
                <a:cubicBezTo>
                  <a:pt x="32928" y="138764"/>
                  <a:pt x="33758" y="137007"/>
                  <a:pt x="34394" y="134211"/>
                </a:cubicBezTo>
                <a:cubicBezTo>
                  <a:pt x="35030" y="131416"/>
                  <a:pt x="35431" y="127901"/>
                  <a:pt x="35597" y="123665"/>
                </a:cubicBezTo>
                <a:cubicBezTo>
                  <a:pt x="35763" y="119432"/>
                  <a:pt x="35846" y="113219"/>
                  <a:pt x="35846" y="105026"/>
                </a:cubicBezTo>
                <a:lnTo>
                  <a:pt x="35846" y="30048"/>
                </a:lnTo>
                <a:cubicBezTo>
                  <a:pt x="35846" y="23239"/>
                  <a:pt x="34878" y="19018"/>
                  <a:pt x="32942" y="17386"/>
                </a:cubicBezTo>
                <a:cubicBezTo>
                  <a:pt x="31006" y="15753"/>
                  <a:pt x="26470" y="14825"/>
                  <a:pt x="19334" y="14604"/>
                </a:cubicBezTo>
                <a:cubicBezTo>
                  <a:pt x="18891" y="14051"/>
                  <a:pt x="18670" y="13083"/>
                  <a:pt x="18670" y="11700"/>
                </a:cubicBezTo>
                <a:cubicBezTo>
                  <a:pt x="18670" y="10317"/>
                  <a:pt x="18891" y="9349"/>
                  <a:pt x="19334" y="8796"/>
                </a:cubicBezTo>
                <a:cubicBezTo>
                  <a:pt x="30674" y="9017"/>
                  <a:pt x="40078" y="9128"/>
                  <a:pt x="47546" y="9128"/>
                </a:cubicBezTo>
                <a:cubicBezTo>
                  <a:pt x="53189" y="9128"/>
                  <a:pt x="61569" y="9017"/>
                  <a:pt x="72688" y="8796"/>
                </a:cubicBezTo>
                <a:cubicBezTo>
                  <a:pt x="73131" y="9349"/>
                  <a:pt x="73352" y="10303"/>
                  <a:pt x="73352" y="11658"/>
                </a:cubicBezTo>
                <a:cubicBezTo>
                  <a:pt x="73352" y="13014"/>
                  <a:pt x="73131" y="13996"/>
                  <a:pt x="72688" y="14604"/>
                </a:cubicBezTo>
                <a:cubicBezTo>
                  <a:pt x="67267" y="14825"/>
                  <a:pt x="63727" y="15780"/>
                  <a:pt x="62067" y="17469"/>
                </a:cubicBezTo>
                <a:cubicBezTo>
                  <a:pt x="60408" y="19157"/>
                  <a:pt x="59578" y="23350"/>
                  <a:pt x="59578" y="30048"/>
                </a:cubicBezTo>
                <a:close/>
                <a:moveTo>
                  <a:pt x="146745" y="11339"/>
                </a:moveTo>
                <a:cubicBezTo>
                  <a:pt x="148018" y="21668"/>
                  <a:pt x="148654" y="30304"/>
                  <a:pt x="148654" y="37247"/>
                </a:cubicBezTo>
                <a:cubicBezTo>
                  <a:pt x="146718" y="38863"/>
                  <a:pt x="143869" y="39142"/>
                  <a:pt x="140107" y="38084"/>
                </a:cubicBezTo>
                <a:cubicBezTo>
                  <a:pt x="139222" y="34687"/>
                  <a:pt x="138295" y="31792"/>
                  <a:pt x="137327" y="29397"/>
                </a:cubicBezTo>
                <a:cubicBezTo>
                  <a:pt x="136359" y="27001"/>
                  <a:pt x="135032" y="24467"/>
                  <a:pt x="133344" y="21795"/>
                </a:cubicBezTo>
                <a:cubicBezTo>
                  <a:pt x="131657" y="19122"/>
                  <a:pt x="129500" y="17090"/>
                  <a:pt x="126872" y="15698"/>
                </a:cubicBezTo>
                <a:cubicBezTo>
                  <a:pt x="124245" y="14305"/>
                  <a:pt x="121244" y="13608"/>
                  <a:pt x="117869" y="13608"/>
                </a:cubicBezTo>
                <a:cubicBezTo>
                  <a:pt x="113444" y="13608"/>
                  <a:pt x="109931" y="14987"/>
                  <a:pt x="107331" y="17744"/>
                </a:cubicBezTo>
                <a:cubicBezTo>
                  <a:pt x="104731" y="20500"/>
                  <a:pt x="103431" y="24273"/>
                  <a:pt x="103431" y="29063"/>
                </a:cubicBezTo>
                <a:cubicBezTo>
                  <a:pt x="103431" y="33405"/>
                  <a:pt x="105436" y="37596"/>
                  <a:pt x="109447" y="41634"/>
                </a:cubicBezTo>
                <a:cubicBezTo>
                  <a:pt x="113457" y="45671"/>
                  <a:pt x="117731" y="48831"/>
                  <a:pt x="122267" y="51114"/>
                </a:cubicBezTo>
                <a:cubicBezTo>
                  <a:pt x="132556" y="56461"/>
                  <a:pt x="140162" y="61807"/>
                  <a:pt x="145086" y="67152"/>
                </a:cubicBezTo>
                <a:cubicBezTo>
                  <a:pt x="150950" y="73668"/>
                  <a:pt x="153881" y="80518"/>
                  <a:pt x="153881" y="87702"/>
                </a:cubicBezTo>
                <a:cubicBezTo>
                  <a:pt x="153881" y="96565"/>
                  <a:pt x="150037" y="104437"/>
                  <a:pt x="142348" y="111317"/>
                </a:cubicBezTo>
                <a:cubicBezTo>
                  <a:pt x="135433" y="117483"/>
                  <a:pt x="126886" y="120539"/>
                  <a:pt x="116707" y="120484"/>
                </a:cubicBezTo>
                <a:cubicBezTo>
                  <a:pt x="107746" y="120484"/>
                  <a:pt x="100402" y="119956"/>
                  <a:pt x="94677" y="118902"/>
                </a:cubicBezTo>
                <a:cubicBezTo>
                  <a:pt x="88951" y="117847"/>
                  <a:pt x="85065" y="117320"/>
                  <a:pt x="83018" y="117320"/>
                </a:cubicBezTo>
                <a:cubicBezTo>
                  <a:pt x="80861" y="110077"/>
                  <a:pt x="79782" y="100733"/>
                  <a:pt x="79782" y="89289"/>
                </a:cubicBezTo>
                <a:cubicBezTo>
                  <a:pt x="83655" y="88287"/>
                  <a:pt x="86504" y="88091"/>
                  <a:pt x="88329" y="88703"/>
                </a:cubicBezTo>
                <a:cubicBezTo>
                  <a:pt x="90044" y="96221"/>
                  <a:pt x="93418" y="102264"/>
                  <a:pt x="98452" y="106831"/>
                </a:cubicBezTo>
                <a:cubicBezTo>
                  <a:pt x="103486" y="111397"/>
                  <a:pt x="108935" y="113679"/>
                  <a:pt x="114799" y="113679"/>
                </a:cubicBezTo>
                <a:cubicBezTo>
                  <a:pt x="119999" y="113679"/>
                  <a:pt x="124245" y="112371"/>
                  <a:pt x="127536" y="109754"/>
                </a:cubicBezTo>
                <a:cubicBezTo>
                  <a:pt x="130827" y="107136"/>
                  <a:pt x="132473" y="103712"/>
                  <a:pt x="132473" y="99480"/>
                </a:cubicBezTo>
                <a:cubicBezTo>
                  <a:pt x="132473" y="92072"/>
                  <a:pt x="127329" y="84777"/>
                  <a:pt x="117039" y="77595"/>
                </a:cubicBezTo>
                <a:cubicBezTo>
                  <a:pt x="115767" y="76815"/>
                  <a:pt x="112932" y="75144"/>
                  <a:pt x="108534" y="72582"/>
                </a:cubicBezTo>
                <a:cubicBezTo>
                  <a:pt x="104136" y="70020"/>
                  <a:pt x="100181" y="67431"/>
                  <a:pt x="96668" y="64813"/>
                </a:cubicBezTo>
                <a:cubicBezTo>
                  <a:pt x="93156" y="62196"/>
                  <a:pt x="90210" y="59273"/>
                  <a:pt x="87831" y="56044"/>
                </a:cubicBezTo>
                <a:cubicBezTo>
                  <a:pt x="84070" y="51030"/>
                  <a:pt x="82189" y="44431"/>
                  <a:pt x="82189" y="36246"/>
                </a:cubicBezTo>
                <a:cubicBezTo>
                  <a:pt x="82189" y="27953"/>
                  <a:pt x="85867" y="20876"/>
                  <a:pt x="93225" y="15014"/>
                </a:cubicBezTo>
                <a:cubicBezTo>
                  <a:pt x="100029" y="9596"/>
                  <a:pt x="108299" y="6859"/>
                  <a:pt x="118035" y="6804"/>
                </a:cubicBezTo>
                <a:cubicBezTo>
                  <a:pt x="124286" y="6804"/>
                  <a:pt x="130496" y="7534"/>
                  <a:pt x="136664" y="8993"/>
                </a:cubicBezTo>
                <a:cubicBezTo>
                  <a:pt x="142832" y="10450"/>
                  <a:pt x="146192" y="11232"/>
                  <a:pt x="146745" y="11339"/>
                </a:cubicBezTo>
                <a:close/>
                <a:moveTo>
                  <a:pt x="220495" y="13608"/>
                </a:moveTo>
                <a:cubicBezTo>
                  <a:pt x="212363" y="13608"/>
                  <a:pt x="205711" y="17666"/>
                  <a:pt x="200539" y="25783"/>
                </a:cubicBezTo>
                <a:cubicBezTo>
                  <a:pt x="195366" y="33899"/>
                  <a:pt x="192780" y="46240"/>
                  <a:pt x="192780" y="62806"/>
                </a:cubicBezTo>
                <a:cubicBezTo>
                  <a:pt x="192780" y="78482"/>
                  <a:pt x="195920" y="90880"/>
                  <a:pt x="202198" y="100001"/>
                </a:cubicBezTo>
                <a:cubicBezTo>
                  <a:pt x="208477" y="109120"/>
                  <a:pt x="216429" y="113679"/>
                  <a:pt x="226054" y="113679"/>
                </a:cubicBezTo>
                <a:cubicBezTo>
                  <a:pt x="234573" y="113679"/>
                  <a:pt x="241212" y="109398"/>
                  <a:pt x="245969" y="100836"/>
                </a:cubicBezTo>
                <a:cubicBezTo>
                  <a:pt x="250726" y="92274"/>
                  <a:pt x="253105" y="80797"/>
                  <a:pt x="253105" y="66406"/>
                </a:cubicBezTo>
                <a:cubicBezTo>
                  <a:pt x="253105" y="49615"/>
                  <a:pt x="250049" y="36617"/>
                  <a:pt x="243936" y="27414"/>
                </a:cubicBezTo>
                <a:cubicBezTo>
                  <a:pt x="237823" y="18210"/>
                  <a:pt x="230010" y="13608"/>
                  <a:pt x="220495" y="13608"/>
                </a:cubicBezTo>
                <a:moveTo>
                  <a:pt x="278745" y="62806"/>
                </a:moveTo>
                <a:cubicBezTo>
                  <a:pt x="278745" y="79483"/>
                  <a:pt x="273877" y="93113"/>
                  <a:pt x="264141" y="103696"/>
                </a:cubicBezTo>
                <a:cubicBezTo>
                  <a:pt x="253741" y="114943"/>
                  <a:pt x="239912" y="120539"/>
                  <a:pt x="222652" y="120484"/>
                </a:cubicBezTo>
                <a:cubicBezTo>
                  <a:pt x="207606" y="120484"/>
                  <a:pt x="194592" y="115500"/>
                  <a:pt x="183611" y="105532"/>
                </a:cubicBezTo>
                <a:cubicBezTo>
                  <a:pt x="172631" y="95563"/>
                  <a:pt x="167140" y="82464"/>
                  <a:pt x="167140" y="66237"/>
                </a:cubicBezTo>
                <a:cubicBezTo>
                  <a:pt x="167140" y="50278"/>
                  <a:pt x="171732" y="36840"/>
                  <a:pt x="180914" y="25923"/>
                </a:cubicBezTo>
                <a:cubicBezTo>
                  <a:pt x="185948" y="19938"/>
                  <a:pt x="192047" y="15256"/>
                  <a:pt x="199211" y="11876"/>
                </a:cubicBezTo>
                <a:cubicBezTo>
                  <a:pt x="206375" y="8495"/>
                  <a:pt x="214133" y="6804"/>
                  <a:pt x="222486" y="6804"/>
                </a:cubicBezTo>
                <a:cubicBezTo>
                  <a:pt x="238363" y="6804"/>
                  <a:pt x="251708" y="11997"/>
                  <a:pt x="262523" y="22383"/>
                </a:cubicBezTo>
                <a:cubicBezTo>
                  <a:pt x="273338" y="32769"/>
                  <a:pt x="278745" y="46244"/>
                  <a:pt x="278745" y="62806"/>
                </a:cubicBezTo>
                <a:close/>
                <a:moveTo>
                  <a:pt x="391076" y="118904"/>
                </a:moveTo>
                <a:cubicBezTo>
                  <a:pt x="388254" y="120289"/>
                  <a:pt x="384686" y="120982"/>
                  <a:pt x="380371" y="120982"/>
                </a:cubicBezTo>
                <a:cubicBezTo>
                  <a:pt x="378048" y="118800"/>
                  <a:pt x="375780" y="116255"/>
                  <a:pt x="373567" y="113348"/>
                </a:cubicBezTo>
                <a:lnTo>
                  <a:pt x="316645" y="45664"/>
                </a:lnTo>
                <a:cubicBezTo>
                  <a:pt x="314764" y="43394"/>
                  <a:pt x="313408" y="42259"/>
                  <a:pt x="312579" y="42259"/>
                </a:cubicBezTo>
                <a:cubicBezTo>
                  <a:pt x="311694" y="42259"/>
                  <a:pt x="311251" y="43394"/>
                  <a:pt x="311251" y="45664"/>
                </a:cubicBezTo>
                <a:lnTo>
                  <a:pt x="311251" y="96239"/>
                </a:lnTo>
                <a:cubicBezTo>
                  <a:pt x="311251" y="101444"/>
                  <a:pt x="311735" y="105181"/>
                  <a:pt x="312703" y="107451"/>
                </a:cubicBezTo>
                <a:cubicBezTo>
                  <a:pt x="313671" y="109721"/>
                  <a:pt x="314999" y="111161"/>
                  <a:pt x="316686" y="111771"/>
                </a:cubicBezTo>
                <a:cubicBezTo>
                  <a:pt x="318373" y="112380"/>
                  <a:pt x="321485" y="112905"/>
                  <a:pt x="326021" y="113348"/>
                </a:cubicBezTo>
                <a:cubicBezTo>
                  <a:pt x="326464" y="113790"/>
                  <a:pt x="326685" y="114758"/>
                  <a:pt x="326685" y="116252"/>
                </a:cubicBezTo>
                <a:cubicBezTo>
                  <a:pt x="326685" y="117745"/>
                  <a:pt x="326464" y="118713"/>
                  <a:pt x="326021" y="119156"/>
                </a:cubicBezTo>
                <a:cubicBezTo>
                  <a:pt x="314681" y="118935"/>
                  <a:pt x="308347" y="118824"/>
                  <a:pt x="307019" y="118824"/>
                </a:cubicBezTo>
                <a:cubicBezTo>
                  <a:pt x="305415" y="118824"/>
                  <a:pt x="299053" y="118935"/>
                  <a:pt x="287934" y="119156"/>
                </a:cubicBezTo>
                <a:cubicBezTo>
                  <a:pt x="287492" y="118713"/>
                  <a:pt x="287270" y="117759"/>
                  <a:pt x="287270" y="116293"/>
                </a:cubicBezTo>
                <a:cubicBezTo>
                  <a:pt x="287270" y="114827"/>
                  <a:pt x="287492" y="113845"/>
                  <a:pt x="287934" y="113348"/>
                </a:cubicBezTo>
                <a:cubicBezTo>
                  <a:pt x="292470" y="112905"/>
                  <a:pt x="295596" y="112352"/>
                  <a:pt x="297311" y="111688"/>
                </a:cubicBezTo>
                <a:cubicBezTo>
                  <a:pt x="299026" y="111022"/>
                  <a:pt x="300353" y="109555"/>
                  <a:pt x="301294" y="107285"/>
                </a:cubicBezTo>
                <a:cubicBezTo>
                  <a:pt x="302234" y="105015"/>
                  <a:pt x="302704" y="101333"/>
                  <a:pt x="302704" y="96239"/>
                </a:cubicBezTo>
                <a:lnTo>
                  <a:pt x="302704" y="25316"/>
                </a:lnTo>
                <a:cubicBezTo>
                  <a:pt x="302151" y="22825"/>
                  <a:pt x="300630" y="20472"/>
                  <a:pt x="298141" y="18258"/>
                </a:cubicBezTo>
                <a:cubicBezTo>
                  <a:pt x="295651" y="16043"/>
                  <a:pt x="292719" y="14825"/>
                  <a:pt x="289345" y="14604"/>
                </a:cubicBezTo>
                <a:cubicBezTo>
                  <a:pt x="288902" y="14051"/>
                  <a:pt x="288667" y="13083"/>
                  <a:pt x="288640" y="11700"/>
                </a:cubicBezTo>
                <a:cubicBezTo>
                  <a:pt x="288612" y="10317"/>
                  <a:pt x="288847" y="9349"/>
                  <a:pt x="289345" y="8796"/>
                </a:cubicBezTo>
                <a:lnTo>
                  <a:pt x="316976" y="9128"/>
                </a:lnTo>
                <a:lnTo>
                  <a:pt x="332161" y="26981"/>
                </a:lnTo>
                <a:lnTo>
                  <a:pt x="377218" y="80128"/>
                </a:lnTo>
                <a:cubicBezTo>
                  <a:pt x="378491" y="81623"/>
                  <a:pt x="379528" y="82399"/>
                  <a:pt x="380330" y="82454"/>
                </a:cubicBezTo>
                <a:cubicBezTo>
                  <a:pt x="381132" y="82509"/>
                  <a:pt x="381616" y="81540"/>
                  <a:pt x="381782" y="79547"/>
                </a:cubicBezTo>
                <a:lnTo>
                  <a:pt x="381782" y="31713"/>
                </a:lnTo>
                <a:cubicBezTo>
                  <a:pt x="381782" y="26508"/>
                  <a:pt x="381298" y="22770"/>
                  <a:pt x="380330" y="20501"/>
                </a:cubicBezTo>
                <a:cubicBezTo>
                  <a:pt x="379362" y="18231"/>
                  <a:pt x="378020" y="16792"/>
                  <a:pt x="376306" y="16183"/>
                </a:cubicBezTo>
                <a:cubicBezTo>
                  <a:pt x="374591" y="15573"/>
                  <a:pt x="371465" y="15047"/>
                  <a:pt x="366929" y="14604"/>
                </a:cubicBezTo>
                <a:cubicBezTo>
                  <a:pt x="366376" y="14051"/>
                  <a:pt x="366099" y="13083"/>
                  <a:pt x="366099" y="11700"/>
                </a:cubicBezTo>
                <a:cubicBezTo>
                  <a:pt x="366099" y="10317"/>
                  <a:pt x="366376" y="9349"/>
                  <a:pt x="366929" y="8796"/>
                </a:cubicBezTo>
                <a:cubicBezTo>
                  <a:pt x="378269" y="9017"/>
                  <a:pt x="384852" y="9128"/>
                  <a:pt x="386678" y="9128"/>
                </a:cubicBezTo>
                <a:cubicBezTo>
                  <a:pt x="387784" y="9128"/>
                  <a:pt x="393897" y="9017"/>
                  <a:pt x="405016" y="8796"/>
                </a:cubicBezTo>
                <a:cubicBezTo>
                  <a:pt x="405569" y="9349"/>
                  <a:pt x="405846" y="10303"/>
                  <a:pt x="405846" y="11658"/>
                </a:cubicBezTo>
                <a:cubicBezTo>
                  <a:pt x="405846" y="13014"/>
                  <a:pt x="405569" y="13996"/>
                  <a:pt x="405016" y="14604"/>
                </a:cubicBezTo>
                <a:cubicBezTo>
                  <a:pt x="400480" y="15047"/>
                  <a:pt x="397368" y="15601"/>
                  <a:pt x="395681" y="16266"/>
                </a:cubicBezTo>
                <a:cubicBezTo>
                  <a:pt x="393994" y="16932"/>
                  <a:pt x="392666" y="18400"/>
                  <a:pt x="391698" y="20672"/>
                </a:cubicBezTo>
                <a:cubicBezTo>
                  <a:pt x="390730" y="22943"/>
                  <a:pt x="390246" y="26627"/>
                  <a:pt x="390246" y="31723"/>
                </a:cubicBezTo>
                <a:lnTo>
                  <a:pt x="390246" y="101534"/>
                </a:lnTo>
                <a:lnTo>
                  <a:pt x="391076" y="118904"/>
                </a:lnTo>
                <a:close/>
                <a:moveTo>
                  <a:pt x="492686" y="97084"/>
                </a:moveTo>
                <a:cubicBezTo>
                  <a:pt x="492686" y="103999"/>
                  <a:pt x="493502" y="108383"/>
                  <a:pt x="495134" y="110236"/>
                </a:cubicBezTo>
                <a:cubicBezTo>
                  <a:pt x="496766" y="112089"/>
                  <a:pt x="500320" y="113126"/>
                  <a:pt x="505797" y="113348"/>
                </a:cubicBezTo>
                <a:cubicBezTo>
                  <a:pt x="506350" y="113790"/>
                  <a:pt x="506626" y="114758"/>
                  <a:pt x="506626" y="116252"/>
                </a:cubicBezTo>
                <a:cubicBezTo>
                  <a:pt x="506626" y="117745"/>
                  <a:pt x="506350" y="118713"/>
                  <a:pt x="505797" y="119156"/>
                </a:cubicBezTo>
                <a:cubicBezTo>
                  <a:pt x="496061" y="118935"/>
                  <a:pt x="488012" y="118824"/>
                  <a:pt x="481650" y="118824"/>
                </a:cubicBezTo>
                <a:cubicBezTo>
                  <a:pt x="475067" y="118824"/>
                  <a:pt x="467018" y="118935"/>
                  <a:pt x="457504" y="119156"/>
                </a:cubicBezTo>
                <a:cubicBezTo>
                  <a:pt x="456950" y="118713"/>
                  <a:pt x="456674" y="117759"/>
                  <a:pt x="456674" y="116293"/>
                </a:cubicBezTo>
                <a:cubicBezTo>
                  <a:pt x="456674" y="114827"/>
                  <a:pt x="456950" y="113845"/>
                  <a:pt x="457504" y="113348"/>
                </a:cubicBezTo>
                <a:cubicBezTo>
                  <a:pt x="462925" y="113126"/>
                  <a:pt x="466465" y="112089"/>
                  <a:pt x="468125" y="110236"/>
                </a:cubicBezTo>
                <a:cubicBezTo>
                  <a:pt x="469784" y="108383"/>
                  <a:pt x="470614" y="104109"/>
                  <a:pt x="470614" y="97416"/>
                </a:cubicBezTo>
                <a:lnTo>
                  <a:pt x="470614" y="53604"/>
                </a:lnTo>
                <a:lnTo>
                  <a:pt x="462067" y="53604"/>
                </a:lnTo>
                <a:cubicBezTo>
                  <a:pt x="459025" y="53604"/>
                  <a:pt x="457504" y="53017"/>
                  <a:pt x="457504" y="51843"/>
                </a:cubicBezTo>
                <a:lnTo>
                  <a:pt x="457504" y="47235"/>
                </a:lnTo>
                <a:cubicBezTo>
                  <a:pt x="457504" y="45728"/>
                  <a:pt x="461763" y="44974"/>
                  <a:pt x="470282" y="44974"/>
                </a:cubicBezTo>
                <a:lnTo>
                  <a:pt x="470614" y="44974"/>
                </a:lnTo>
                <a:lnTo>
                  <a:pt x="470614" y="41567"/>
                </a:lnTo>
                <a:cubicBezTo>
                  <a:pt x="470614" y="34195"/>
                  <a:pt x="471693" y="28099"/>
                  <a:pt x="473850" y="23278"/>
                </a:cubicBezTo>
                <a:cubicBezTo>
                  <a:pt x="476008" y="18455"/>
                  <a:pt x="478939" y="13993"/>
                  <a:pt x="482646" y="9893"/>
                </a:cubicBezTo>
                <a:cubicBezTo>
                  <a:pt x="488786" y="3298"/>
                  <a:pt x="496780" y="0"/>
                  <a:pt x="506626" y="0"/>
                </a:cubicBezTo>
                <a:cubicBezTo>
                  <a:pt x="514648" y="0"/>
                  <a:pt x="520539" y="1365"/>
                  <a:pt x="524301" y="4094"/>
                </a:cubicBezTo>
                <a:cubicBezTo>
                  <a:pt x="528062" y="6822"/>
                  <a:pt x="529943" y="9647"/>
                  <a:pt x="529943" y="12569"/>
                </a:cubicBezTo>
                <a:cubicBezTo>
                  <a:pt x="529943" y="16041"/>
                  <a:pt x="529058" y="18715"/>
                  <a:pt x="527288" y="20589"/>
                </a:cubicBezTo>
                <a:cubicBezTo>
                  <a:pt x="525518" y="22463"/>
                  <a:pt x="523167" y="23400"/>
                  <a:pt x="520235" y="23400"/>
                </a:cubicBezTo>
                <a:cubicBezTo>
                  <a:pt x="517303" y="23400"/>
                  <a:pt x="514758" y="22483"/>
                  <a:pt x="512601" y="20648"/>
                </a:cubicBezTo>
                <a:cubicBezTo>
                  <a:pt x="510443" y="18814"/>
                  <a:pt x="508950" y="16430"/>
                  <a:pt x="508120" y="13494"/>
                </a:cubicBezTo>
                <a:cubicBezTo>
                  <a:pt x="507456" y="10953"/>
                  <a:pt x="506848" y="9203"/>
                  <a:pt x="506294" y="8243"/>
                </a:cubicBezTo>
                <a:cubicBezTo>
                  <a:pt x="505741" y="7284"/>
                  <a:pt x="504773" y="6804"/>
                  <a:pt x="503390" y="6804"/>
                </a:cubicBezTo>
                <a:cubicBezTo>
                  <a:pt x="502505" y="6804"/>
                  <a:pt x="501634" y="7000"/>
                  <a:pt x="500776" y="7393"/>
                </a:cubicBezTo>
                <a:cubicBezTo>
                  <a:pt x="499919" y="7785"/>
                  <a:pt x="498979" y="8584"/>
                  <a:pt x="497955" y="9789"/>
                </a:cubicBezTo>
                <a:cubicBezTo>
                  <a:pt x="496932" y="10994"/>
                  <a:pt x="496047" y="12633"/>
                  <a:pt x="495300" y="14708"/>
                </a:cubicBezTo>
                <a:cubicBezTo>
                  <a:pt x="494553" y="16781"/>
                  <a:pt x="493931" y="19653"/>
                  <a:pt x="493433" y="23325"/>
                </a:cubicBezTo>
                <a:cubicBezTo>
                  <a:pt x="492935" y="26996"/>
                  <a:pt x="492686" y="31298"/>
                  <a:pt x="492686" y="36230"/>
                </a:cubicBezTo>
                <a:lnTo>
                  <a:pt x="492686" y="44974"/>
                </a:lnTo>
                <a:lnTo>
                  <a:pt x="509862" y="44974"/>
                </a:lnTo>
                <a:cubicBezTo>
                  <a:pt x="512131" y="44974"/>
                  <a:pt x="513265" y="45561"/>
                  <a:pt x="513265" y="46735"/>
                </a:cubicBezTo>
                <a:lnTo>
                  <a:pt x="513265" y="50671"/>
                </a:lnTo>
                <a:cubicBezTo>
                  <a:pt x="513265" y="52626"/>
                  <a:pt x="511273" y="53604"/>
                  <a:pt x="507290" y="53604"/>
                </a:cubicBezTo>
                <a:lnTo>
                  <a:pt x="492686" y="53604"/>
                </a:lnTo>
                <a:lnTo>
                  <a:pt x="492686" y="97084"/>
                </a:lnTo>
                <a:close/>
                <a:moveTo>
                  <a:pt x="559429" y="98041"/>
                </a:moveTo>
                <a:cubicBezTo>
                  <a:pt x="559429" y="104862"/>
                  <a:pt x="560107" y="109036"/>
                  <a:pt x="561462" y="110563"/>
                </a:cubicBezTo>
                <a:cubicBezTo>
                  <a:pt x="562818" y="112087"/>
                  <a:pt x="566234" y="113016"/>
                  <a:pt x="571710" y="113348"/>
                </a:cubicBezTo>
                <a:cubicBezTo>
                  <a:pt x="572153" y="113790"/>
                  <a:pt x="572374" y="114758"/>
                  <a:pt x="572374" y="116252"/>
                </a:cubicBezTo>
                <a:cubicBezTo>
                  <a:pt x="572374" y="117745"/>
                  <a:pt x="572153" y="118713"/>
                  <a:pt x="571710" y="119156"/>
                </a:cubicBezTo>
                <a:cubicBezTo>
                  <a:pt x="561974" y="118935"/>
                  <a:pt x="554202" y="118824"/>
                  <a:pt x="548393" y="118824"/>
                </a:cubicBezTo>
                <a:cubicBezTo>
                  <a:pt x="542364" y="118824"/>
                  <a:pt x="534591" y="118935"/>
                  <a:pt x="525077" y="119156"/>
                </a:cubicBezTo>
                <a:cubicBezTo>
                  <a:pt x="524634" y="118713"/>
                  <a:pt x="524413" y="117759"/>
                  <a:pt x="524413" y="116293"/>
                </a:cubicBezTo>
                <a:cubicBezTo>
                  <a:pt x="524413" y="114827"/>
                  <a:pt x="524634" y="113845"/>
                  <a:pt x="525077" y="113348"/>
                </a:cubicBezTo>
                <a:cubicBezTo>
                  <a:pt x="530498" y="112903"/>
                  <a:pt x="533900" y="111946"/>
                  <a:pt x="535283" y="110477"/>
                </a:cubicBezTo>
                <a:cubicBezTo>
                  <a:pt x="536666" y="109008"/>
                  <a:pt x="537357" y="104861"/>
                  <a:pt x="537357" y="98038"/>
                </a:cubicBezTo>
                <a:lnTo>
                  <a:pt x="537357" y="65337"/>
                </a:lnTo>
                <a:cubicBezTo>
                  <a:pt x="537357" y="60566"/>
                  <a:pt x="536707" y="57501"/>
                  <a:pt x="535407" y="56142"/>
                </a:cubicBezTo>
                <a:cubicBezTo>
                  <a:pt x="534107" y="54783"/>
                  <a:pt x="531079" y="53882"/>
                  <a:pt x="526321" y="53438"/>
                </a:cubicBezTo>
                <a:cubicBezTo>
                  <a:pt x="525658" y="51280"/>
                  <a:pt x="525547" y="49455"/>
                  <a:pt x="525989" y="47961"/>
                </a:cubicBezTo>
                <a:cubicBezTo>
                  <a:pt x="544023" y="45624"/>
                  <a:pt x="554091" y="44075"/>
                  <a:pt x="556193" y="43314"/>
                </a:cubicBezTo>
                <a:cubicBezTo>
                  <a:pt x="558793" y="43314"/>
                  <a:pt x="560093" y="44265"/>
                  <a:pt x="560093" y="46167"/>
                </a:cubicBezTo>
                <a:cubicBezTo>
                  <a:pt x="560093" y="46276"/>
                  <a:pt x="560093" y="46453"/>
                  <a:pt x="560093" y="46698"/>
                </a:cubicBezTo>
                <a:cubicBezTo>
                  <a:pt x="560093" y="46942"/>
                  <a:pt x="560066" y="47435"/>
                  <a:pt x="560010" y="48176"/>
                </a:cubicBezTo>
                <a:cubicBezTo>
                  <a:pt x="559955" y="48918"/>
                  <a:pt x="559900" y="49691"/>
                  <a:pt x="559844" y="50495"/>
                </a:cubicBezTo>
                <a:cubicBezTo>
                  <a:pt x="559789" y="51298"/>
                  <a:pt x="559734" y="52283"/>
                  <a:pt x="559678" y="53448"/>
                </a:cubicBezTo>
                <a:cubicBezTo>
                  <a:pt x="559623" y="54613"/>
                  <a:pt x="559582" y="55737"/>
                  <a:pt x="559554" y="56819"/>
                </a:cubicBezTo>
                <a:cubicBezTo>
                  <a:pt x="559526" y="57899"/>
                  <a:pt x="559499" y="59091"/>
                  <a:pt x="559471" y="60395"/>
                </a:cubicBezTo>
                <a:cubicBezTo>
                  <a:pt x="559443" y="61698"/>
                  <a:pt x="559429" y="62933"/>
                  <a:pt x="559429" y="64098"/>
                </a:cubicBezTo>
                <a:lnTo>
                  <a:pt x="559429" y="98041"/>
                </a:lnTo>
                <a:moveTo>
                  <a:pt x="536528" y="17381"/>
                </a:moveTo>
                <a:cubicBezTo>
                  <a:pt x="536528" y="14550"/>
                  <a:pt x="537565" y="12079"/>
                  <a:pt x="539639" y="9970"/>
                </a:cubicBezTo>
                <a:cubicBezTo>
                  <a:pt x="541714" y="7860"/>
                  <a:pt x="544632" y="6804"/>
                  <a:pt x="548393" y="6804"/>
                </a:cubicBezTo>
                <a:cubicBezTo>
                  <a:pt x="551657" y="6804"/>
                  <a:pt x="554313" y="7970"/>
                  <a:pt x="556359" y="10302"/>
                </a:cubicBezTo>
                <a:cubicBezTo>
                  <a:pt x="558406" y="12634"/>
                  <a:pt x="559429" y="15245"/>
                  <a:pt x="559429" y="18133"/>
                </a:cubicBezTo>
                <a:cubicBezTo>
                  <a:pt x="559429" y="20631"/>
                  <a:pt x="558295" y="23019"/>
                  <a:pt x="556027" y="25295"/>
                </a:cubicBezTo>
                <a:cubicBezTo>
                  <a:pt x="553759" y="27572"/>
                  <a:pt x="550883" y="28710"/>
                  <a:pt x="547398" y="28710"/>
                </a:cubicBezTo>
                <a:cubicBezTo>
                  <a:pt x="544134" y="28710"/>
                  <a:pt x="541506" y="27558"/>
                  <a:pt x="539515" y="25254"/>
                </a:cubicBezTo>
                <a:cubicBezTo>
                  <a:pt x="537523" y="22949"/>
                  <a:pt x="536528" y="20325"/>
                  <a:pt x="536528" y="17381"/>
                </a:cubicBezTo>
                <a:close/>
                <a:moveTo>
                  <a:pt x="591712" y="97237"/>
                </a:moveTo>
                <a:lnTo>
                  <a:pt x="591712" y="22746"/>
                </a:lnTo>
                <a:cubicBezTo>
                  <a:pt x="591712" y="17099"/>
                  <a:pt x="591145" y="13666"/>
                  <a:pt x="590011" y="12449"/>
                </a:cubicBezTo>
                <a:cubicBezTo>
                  <a:pt x="588877" y="11231"/>
                  <a:pt x="585600" y="10400"/>
                  <a:pt x="580178" y="9957"/>
                </a:cubicBezTo>
                <a:cubicBezTo>
                  <a:pt x="579293" y="8329"/>
                  <a:pt x="579100" y="6503"/>
                  <a:pt x="579598" y="4481"/>
                </a:cubicBezTo>
                <a:cubicBezTo>
                  <a:pt x="593648" y="3928"/>
                  <a:pt x="604297" y="2434"/>
                  <a:pt x="611544" y="0"/>
                </a:cubicBezTo>
                <a:cubicBezTo>
                  <a:pt x="613369" y="0"/>
                  <a:pt x="614282" y="747"/>
                  <a:pt x="614282" y="2240"/>
                </a:cubicBezTo>
                <a:cubicBezTo>
                  <a:pt x="613950" y="6452"/>
                  <a:pt x="613784" y="12241"/>
                  <a:pt x="613784" y="19609"/>
                </a:cubicBezTo>
                <a:lnTo>
                  <a:pt x="613784" y="97227"/>
                </a:lnTo>
                <a:cubicBezTo>
                  <a:pt x="613784" y="104041"/>
                  <a:pt x="614600" y="108377"/>
                  <a:pt x="616232" y="110233"/>
                </a:cubicBezTo>
                <a:cubicBezTo>
                  <a:pt x="617864" y="112088"/>
                  <a:pt x="621418" y="113126"/>
                  <a:pt x="626895" y="113348"/>
                </a:cubicBezTo>
                <a:cubicBezTo>
                  <a:pt x="627448" y="113790"/>
                  <a:pt x="627725" y="114758"/>
                  <a:pt x="627725" y="116252"/>
                </a:cubicBezTo>
                <a:cubicBezTo>
                  <a:pt x="627725" y="117745"/>
                  <a:pt x="627448" y="118713"/>
                  <a:pt x="626895" y="119156"/>
                </a:cubicBezTo>
                <a:cubicBezTo>
                  <a:pt x="617159" y="118935"/>
                  <a:pt x="609110" y="118824"/>
                  <a:pt x="602748" y="118824"/>
                </a:cubicBezTo>
                <a:cubicBezTo>
                  <a:pt x="596165" y="118824"/>
                  <a:pt x="588117" y="118935"/>
                  <a:pt x="578602" y="119156"/>
                </a:cubicBezTo>
                <a:cubicBezTo>
                  <a:pt x="578049" y="118713"/>
                  <a:pt x="577772" y="117759"/>
                  <a:pt x="577772" y="116293"/>
                </a:cubicBezTo>
                <a:cubicBezTo>
                  <a:pt x="577772" y="114827"/>
                  <a:pt x="578049" y="113845"/>
                  <a:pt x="578602" y="113348"/>
                </a:cubicBezTo>
                <a:cubicBezTo>
                  <a:pt x="584023" y="113126"/>
                  <a:pt x="587563" y="112088"/>
                  <a:pt x="589223" y="110233"/>
                </a:cubicBezTo>
                <a:cubicBezTo>
                  <a:pt x="590883" y="108378"/>
                  <a:pt x="591712" y="104046"/>
                  <a:pt x="591712" y="97237"/>
                </a:cubicBezTo>
                <a:close/>
                <a:moveTo>
                  <a:pt x="659106" y="72025"/>
                </a:moveTo>
                <a:lnTo>
                  <a:pt x="682256" y="72025"/>
                </a:lnTo>
                <a:cubicBezTo>
                  <a:pt x="682478" y="71800"/>
                  <a:pt x="682588" y="70592"/>
                  <a:pt x="682588" y="68402"/>
                </a:cubicBezTo>
                <a:cubicBezTo>
                  <a:pt x="682588" y="62167"/>
                  <a:pt x="681482" y="57561"/>
                  <a:pt x="679269" y="54584"/>
                </a:cubicBezTo>
                <a:cubicBezTo>
                  <a:pt x="677056" y="51607"/>
                  <a:pt x="674539" y="50119"/>
                  <a:pt x="671718" y="50119"/>
                </a:cubicBezTo>
                <a:cubicBezTo>
                  <a:pt x="670446" y="50119"/>
                  <a:pt x="668911" y="50638"/>
                  <a:pt x="667113" y="51677"/>
                </a:cubicBezTo>
                <a:cubicBezTo>
                  <a:pt x="665315" y="52716"/>
                  <a:pt x="663780" y="54134"/>
                  <a:pt x="662508" y="55932"/>
                </a:cubicBezTo>
                <a:cubicBezTo>
                  <a:pt x="660461" y="59078"/>
                  <a:pt x="659327" y="64443"/>
                  <a:pt x="659106" y="72025"/>
                </a:cubicBezTo>
                <a:moveTo>
                  <a:pt x="702254" y="96889"/>
                </a:moveTo>
                <a:cubicBezTo>
                  <a:pt x="703969" y="96889"/>
                  <a:pt x="704826" y="98638"/>
                  <a:pt x="704826" y="102135"/>
                </a:cubicBezTo>
                <a:cubicBezTo>
                  <a:pt x="696418" y="114368"/>
                  <a:pt x="685824" y="120484"/>
                  <a:pt x="673046" y="120484"/>
                </a:cubicBezTo>
                <a:cubicBezTo>
                  <a:pt x="661927" y="120484"/>
                  <a:pt x="653269" y="117657"/>
                  <a:pt x="647074" y="112004"/>
                </a:cubicBezTo>
                <a:cubicBezTo>
                  <a:pt x="639827" y="105409"/>
                  <a:pt x="636204" y="96431"/>
                  <a:pt x="636204" y="85070"/>
                </a:cubicBezTo>
                <a:cubicBezTo>
                  <a:pt x="636204" y="72729"/>
                  <a:pt x="640021" y="62684"/>
                  <a:pt x="647655" y="54936"/>
                </a:cubicBezTo>
                <a:cubicBezTo>
                  <a:pt x="655289" y="47188"/>
                  <a:pt x="663918" y="43314"/>
                  <a:pt x="673544" y="43314"/>
                </a:cubicBezTo>
                <a:cubicBezTo>
                  <a:pt x="679573" y="43314"/>
                  <a:pt x="684676" y="44186"/>
                  <a:pt x="688853" y="45928"/>
                </a:cubicBezTo>
                <a:cubicBezTo>
                  <a:pt x="693030" y="47671"/>
                  <a:pt x="696169" y="50077"/>
                  <a:pt x="698271" y="53147"/>
                </a:cubicBezTo>
                <a:cubicBezTo>
                  <a:pt x="700373" y="56217"/>
                  <a:pt x="701881" y="59398"/>
                  <a:pt x="702793" y="62690"/>
                </a:cubicBezTo>
                <a:cubicBezTo>
                  <a:pt x="703706" y="65981"/>
                  <a:pt x="704162" y="69591"/>
                  <a:pt x="704162" y="73518"/>
                </a:cubicBezTo>
                <a:cubicBezTo>
                  <a:pt x="704162" y="77003"/>
                  <a:pt x="702531" y="78774"/>
                  <a:pt x="699267" y="78829"/>
                </a:cubicBezTo>
                <a:lnTo>
                  <a:pt x="658442" y="78829"/>
                </a:lnTo>
                <a:cubicBezTo>
                  <a:pt x="658442" y="79050"/>
                  <a:pt x="658414" y="79438"/>
                  <a:pt x="658359" y="79993"/>
                </a:cubicBezTo>
                <a:cubicBezTo>
                  <a:pt x="658303" y="80548"/>
                  <a:pt x="658276" y="81048"/>
                  <a:pt x="658276" y="81492"/>
                </a:cubicBezTo>
                <a:cubicBezTo>
                  <a:pt x="658276" y="89650"/>
                  <a:pt x="660143" y="95754"/>
                  <a:pt x="663877" y="99804"/>
                </a:cubicBezTo>
                <a:cubicBezTo>
                  <a:pt x="667611" y="103854"/>
                  <a:pt x="672880" y="105880"/>
                  <a:pt x="679684" y="105880"/>
                </a:cubicBezTo>
                <a:cubicBezTo>
                  <a:pt x="688867" y="105935"/>
                  <a:pt x="696390" y="102938"/>
                  <a:pt x="702254" y="9688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97DB2-111E-4D75-865F-691EF0CE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8" y="3408855"/>
            <a:ext cx="3400854" cy="1015384"/>
          </a:xfrm>
          <a:custGeom xmlns:a="http://schemas.openxmlformats.org/drawingml/2006/main">
            <a:pathLst>
              <a:path w="3400854" h="1015384">
                <a:moveTo>
                  <a:pt x="0" y="1015384"/>
                </a:moveTo>
                <a:lnTo>
                  <a:pt x="3400854" y="1015384"/>
                </a:lnTo>
                <a:lnTo>
                  <a:pt x="3400854" y="0"/>
                </a:lnTo>
                <a:lnTo>
                  <a:pt x="0" y="0"/>
                </a:lnTo>
                <a:lnTo>
                  <a:pt x="0" y="10153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66944-F534-4749-A13D-65004984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8" y="3408855"/>
            <a:ext cx="3400854" cy="1015384"/>
          </a:xfrm>
          <a:custGeom xmlns:a="http://schemas.openxmlformats.org/drawingml/2006/main">
            <a:pathLst>
              <a:path w="3400854" h="1015384" fill="none">
                <a:moveTo>
                  <a:pt x="0" y="1015384"/>
                </a:moveTo>
                <a:lnTo>
                  <a:pt x="3400854" y="1015384"/>
                </a:lnTo>
                <a:lnTo>
                  <a:pt x="3400854" y="0"/>
                </a:lnTo>
                <a:lnTo>
                  <a:pt x="0" y="0"/>
                </a:lnTo>
                <a:lnTo>
                  <a:pt x="0" y="10153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30" cap="flat">
            <a:solidFill>
              <a:srgbClr val="001D3E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D50A1-CB8C-4404-B451-356A681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22" y="3677573"/>
            <a:ext cx="469887" cy="10"/>
          </a:xfrm>
          <a:custGeom xmlns:a="http://schemas.openxmlformats.org/drawingml/2006/main">
            <a:pathLst>
              <a:path w="469887" h="1" fill="none">
                <a:moveTo>
                  <a:pt x="0" y="0"/>
                </a:moveTo>
                <a:lnTo>
                  <a:pt x="469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31" cap="flat">
            <a:solidFill>
              <a:srgbClr val="ED1C24"/>
            </a:solidFill>
            <a:custDash>
              <a:ds d="300135" sp="100000"/>
            </a:custDash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4ED4CA-35C1-4C0C-B4EA-667517B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22" y="3949465"/>
            <a:ext cx="469887" cy="10"/>
          </a:xfrm>
          <a:custGeom xmlns:a="http://schemas.openxmlformats.org/drawingml/2006/main">
            <a:pathLst>
              <a:path w="469887" h="1" fill="none">
                <a:moveTo>
                  <a:pt x="0" y="0"/>
                </a:moveTo>
                <a:lnTo>
                  <a:pt x="469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31" cap="flat">
            <a:solidFill>
              <a:srgbClr val="3D6CB4"/>
            </a:solidFill>
            <a:custDash>
              <a:ds d="300135" sp="100000"/>
            </a:custDash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794AD-5275-45B3-9527-C173518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22" y="4215013"/>
            <a:ext cx="469887" cy="10"/>
          </a:xfrm>
          <a:custGeom xmlns:a="http://schemas.openxmlformats.org/drawingml/2006/main">
            <a:pathLst>
              <a:path w="469887" h="1" fill="none">
                <a:moveTo>
                  <a:pt x="0" y="0"/>
                </a:moveTo>
                <a:lnTo>
                  <a:pt x="4698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31" cap="flat">
            <a:solidFill>
              <a:srgbClr val="FDBE10"/>
            </a:solidFill>
            <a:custDash>
              <a:ds d="300135" sp="100000"/>
            </a:custDash>
            <a:miter/>
          </a:ln>
        </p:spPr>
      </p:sp>
      <p:sp>
        <p:nvSpPr>
          <p:cNvPr id="135" name="Text Fileleakagedetectionlayer">
            <a:extLst xmlns:a="http://schemas.openxmlformats.org/drawingml/2006/main">
              <a:ext uri="{FF2B5EF4-FFF2-40B4-BE49-F238E27FC236}">
                <a16:creationId xmlns:a16="http://schemas.microsoft.com/office/drawing/2014/main" id="{86A5D266-16FE-4156-A38D-2F5E6D7B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26" y="3607446"/>
            <a:ext cx="2366409" cy="179479"/>
          </a:xfrm>
          <a:custGeom xmlns:a="http://schemas.openxmlformats.org/drawingml/2006/main">
            <a:pathLst>
              <a:path w="2366409" h="179479">
                <a:moveTo>
                  <a:pt x="44215" y="110492"/>
                </a:moveTo>
                <a:cubicBezTo>
                  <a:pt x="44215" y="114293"/>
                  <a:pt x="44605" y="117378"/>
                  <a:pt x="45384" y="119746"/>
                </a:cubicBezTo>
                <a:cubicBezTo>
                  <a:pt x="46163" y="122114"/>
                  <a:pt x="47471" y="123843"/>
                  <a:pt x="49310" y="124934"/>
                </a:cubicBezTo>
                <a:cubicBezTo>
                  <a:pt x="51148" y="126025"/>
                  <a:pt x="52909" y="126726"/>
                  <a:pt x="54591" y="127037"/>
                </a:cubicBezTo>
                <a:cubicBezTo>
                  <a:pt x="56274" y="127349"/>
                  <a:pt x="58767" y="127567"/>
                  <a:pt x="62070" y="127692"/>
                </a:cubicBezTo>
                <a:cubicBezTo>
                  <a:pt x="63067" y="128315"/>
                  <a:pt x="63565" y="129405"/>
                  <a:pt x="63565" y="130963"/>
                </a:cubicBezTo>
                <a:cubicBezTo>
                  <a:pt x="63565" y="132521"/>
                  <a:pt x="63067" y="133612"/>
                  <a:pt x="62070" y="134235"/>
                </a:cubicBezTo>
                <a:cubicBezTo>
                  <a:pt x="51849" y="133986"/>
                  <a:pt x="41504" y="133861"/>
                  <a:pt x="31035" y="133861"/>
                </a:cubicBezTo>
                <a:cubicBezTo>
                  <a:pt x="21562" y="133861"/>
                  <a:pt x="11747" y="133986"/>
                  <a:pt x="1589" y="134235"/>
                </a:cubicBezTo>
                <a:cubicBezTo>
                  <a:pt x="592" y="133737"/>
                  <a:pt x="78" y="132662"/>
                  <a:pt x="47" y="131010"/>
                </a:cubicBezTo>
                <a:cubicBezTo>
                  <a:pt x="16" y="129359"/>
                  <a:pt x="530" y="128252"/>
                  <a:pt x="1589" y="127692"/>
                </a:cubicBezTo>
                <a:cubicBezTo>
                  <a:pt x="4767" y="127567"/>
                  <a:pt x="7120" y="127349"/>
                  <a:pt x="8647" y="127037"/>
                </a:cubicBezTo>
                <a:cubicBezTo>
                  <a:pt x="10174" y="126726"/>
                  <a:pt x="11732" y="126025"/>
                  <a:pt x="13321" y="124934"/>
                </a:cubicBezTo>
                <a:cubicBezTo>
                  <a:pt x="14910" y="123841"/>
                  <a:pt x="16000" y="122126"/>
                  <a:pt x="16592" y="119787"/>
                </a:cubicBezTo>
                <a:cubicBezTo>
                  <a:pt x="17184" y="117448"/>
                  <a:pt x="17480" y="114345"/>
                  <a:pt x="17480" y="110477"/>
                </a:cubicBezTo>
                <a:lnTo>
                  <a:pt x="17480" y="33854"/>
                </a:lnTo>
                <a:cubicBezTo>
                  <a:pt x="17480" y="26183"/>
                  <a:pt x="16483" y="21427"/>
                  <a:pt x="14489" y="19587"/>
                </a:cubicBezTo>
                <a:cubicBezTo>
                  <a:pt x="12495" y="17746"/>
                  <a:pt x="7915" y="16701"/>
                  <a:pt x="748" y="16452"/>
                </a:cubicBezTo>
                <a:cubicBezTo>
                  <a:pt x="249" y="15829"/>
                  <a:pt x="0" y="14738"/>
                  <a:pt x="0" y="13180"/>
                </a:cubicBezTo>
                <a:cubicBezTo>
                  <a:pt x="0" y="11622"/>
                  <a:pt x="249" y="10532"/>
                  <a:pt x="748" y="9909"/>
                </a:cubicBezTo>
                <a:lnTo>
                  <a:pt x="30287" y="10283"/>
                </a:lnTo>
                <a:lnTo>
                  <a:pt x="87683" y="10283"/>
                </a:lnTo>
                <a:cubicBezTo>
                  <a:pt x="90986" y="10283"/>
                  <a:pt x="94133" y="10033"/>
                  <a:pt x="97124" y="9535"/>
                </a:cubicBezTo>
                <a:cubicBezTo>
                  <a:pt x="97623" y="9535"/>
                  <a:pt x="97872" y="9722"/>
                  <a:pt x="97872" y="10096"/>
                </a:cubicBezTo>
                <a:cubicBezTo>
                  <a:pt x="97997" y="10468"/>
                  <a:pt x="98184" y="12459"/>
                  <a:pt x="98433" y="16070"/>
                </a:cubicBezTo>
                <a:cubicBezTo>
                  <a:pt x="98682" y="19680"/>
                  <a:pt x="98963" y="23784"/>
                  <a:pt x="99274" y="28382"/>
                </a:cubicBezTo>
                <a:cubicBezTo>
                  <a:pt x="99586" y="32980"/>
                  <a:pt x="99866" y="36378"/>
                  <a:pt x="100115" y="38574"/>
                </a:cubicBezTo>
                <a:cubicBezTo>
                  <a:pt x="97810" y="39704"/>
                  <a:pt x="95068" y="40018"/>
                  <a:pt x="91889" y="39515"/>
                </a:cubicBezTo>
                <a:cubicBezTo>
                  <a:pt x="89459" y="31918"/>
                  <a:pt x="86748" y="26424"/>
                  <a:pt x="83757" y="23034"/>
                </a:cubicBezTo>
                <a:cubicBezTo>
                  <a:pt x="80765" y="19643"/>
                  <a:pt x="75967" y="17948"/>
                  <a:pt x="69361" y="17948"/>
                </a:cubicBezTo>
                <a:lnTo>
                  <a:pt x="52068" y="17948"/>
                </a:lnTo>
                <a:cubicBezTo>
                  <a:pt x="49886" y="17948"/>
                  <a:pt x="48032" y="18906"/>
                  <a:pt x="46506" y="20822"/>
                </a:cubicBezTo>
                <a:cubicBezTo>
                  <a:pt x="44979" y="22737"/>
                  <a:pt x="44215" y="24918"/>
                  <a:pt x="44215" y="27366"/>
                </a:cubicBezTo>
                <a:lnTo>
                  <a:pt x="44215" y="67678"/>
                </a:lnTo>
                <a:lnTo>
                  <a:pt x="59733" y="67678"/>
                </a:lnTo>
                <a:cubicBezTo>
                  <a:pt x="66339" y="67678"/>
                  <a:pt x="70841" y="66921"/>
                  <a:pt x="73240" y="65406"/>
                </a:cubicBezTo>
                <a:cubicBezTo>
                  <a:pt x="75640" y="63889"/>
                  <a:pt x="76964" y="60594"/>
                  <a:pt x="77213" y="55520"/>
                </a:cubicBezTo>
                <a:cubicBezTo>
                  <a:pt x="77836" y="54901"/>
                  <a:pt x="79239" y="54591"/>
                  <a:pt x="81420" y="54591"/>
                </a:cubicBezTo>
                <a:cubicBezTo>
                  <a:pt x="83601" y="54591"/>
                  <a:pt x="84941" y="54841"/>
                  <a:pt x="85439" y="55339"/>
                </a:cubicBezTo>
                <a:cubicBezTo>
                  <a:pt x="85190" y="63069"/>
                  <a:pt x="85065" y="68599"/>
                  <a:pt x="85065" y="71929"/>
                </a:cubicBezTo>
                <a:cubicBezTo>
                  <a:pt x="85065" y="74240"/>
                  <a:pt x="85190" y="79897"/>
                  <a:pt x="85439" y="88898"/>
                </a:cubicBezTo>
                <a:cubicBezTo>
                  <a:pt x="84941" y="89459"/>
                  <a:pt x="83601" y="89739"/>
                  <a:pt x="81420" y="89739"/>
                </a:cubicBezTo>
                <a:cubicBezTo>
                  <a:pt x="79239" y="89739"/>
                  <a:pt x="77836" y="89430"/>
                  <a:pt x="77213" y="88810"/>
                </a:cubicBezTo>
                <a:cubicBezTo>
                  <a:pt x="76964" y="84357"/>
                  <a:pt x="75593" y="81217"/>
                  <a:pt x="73100" y="79392"/>
                </a:cubicBezTo>
                <a:cubicBezTo>
                  <a:pt x="70607" y="77566"/>
                  <a:pt x="66152" y="76652"/>
                  <a:pt x="59733" y="76652"/>
                </a:cubicBezTo>
                <a:lnTo>
                  <a:pt x="44215" y="76652"/>
                </a:lnTo>
                <a:lnTo>
                  <a:pt x="44215" y="110492"/>
                </a:lnTo>
                <a:close/>
                <a:moveTo>
                  <a:pt x="147311" y="110448"/>
                </a:moveTo>
                <a:cubicBezTo>
                  <a:pt x="147311" y="118132"/>
                  <a:pt x="148075" y="122835"/>
                  <a:pt x="149601" y="124554"/>
                </a:cubicBezTo>
                <a:cubicBezTo>
                  <a:pt x="151128" y="126272"/>
                  <a:pt x="154976" y="127318"/>
                  <a:pt x="161146" y="127692"/>
                </a:cubicBezTo>
                <a:cubicBezTo>
                  <a:pt x="161645" y="128190"/>
                  <a:pt x="161894" y="129281"/>
                  <a:pt x="161894" y="130963"/>
                </a:cubicBezTo>
                <a:cubicBezTo>
                  <a:pt x="161894" y="132646"/>
                  <a:pt x="161645" y="133737"/>
                  <a:pt x="161146" y="134235"/>
                </a:cubicBezTo>
                <a:cubicBezTo>
                  <a:pt x="150178" y="133986"/>
                  <a:pt x="141422" y="133861"/>
                  <a:pt x="134879" y="133861"/>
                </a:cubicBezTo>
                <a:cubicBezTo>
                  <a:pt x="128086" y="133861"/>
                  <a:pt x="119330" y="133986"/>
                  <a:pt x="108611" y="134235"/>
                </a:cubicBezTo>
                <a:cubicBezTo>
                  <a:pt x="108113" y="133737"/>
                  <a:pt x="107863" y="132662"/>
                  <a:pt x="107863" y="131010"/>
                </a:cubicBezTo>
                <a:cubicBezTo>
                  <a:pt x="107863" y="129359"/>
                  <a:pt x="108113" y="128252"/>
                  <a:pt x="108611" y="127692"/>
                </a:cubicBezTo>
                <a:cubicBezTo>
                  <a:pt x="114718" y="127191"/>
                  <a:pt x="118551" y="126113"/>
                  <a:pt x="120109" y="124458"/>
                </a:cubicBezTo>
                <a:cubicBezTo>
                  <a:pt x="121667" y="122802"/>
                  <a:pt x="122446" y="118131"/>
                  <a:pt x="122446" y="110445"/>
                </a:cubicBezTo>
                <a:lnTo>
                  <a:pt x="122446" y="73606"/>
                </a:lnTo>
                <a:cubicBezTo>
                  <a:pt x="122446" y="68231"/>
                  <a:pt x="121714" y="64778"/>
                  <a:pt x="120249" y="63247"/>
                </a:cubicBezTo>
                <a:cubicBezTo>
                  <a:pt x="118785" y="61716"/>
                  <a:pt x="115373" y="60701"/>
                  <a:pt x="110013" y="60200"/>
                </a:cubicBezTo>
                <a:cubicBezTo>
                  <a:pt x="109265" y="57770"/>
                  <a:pt x="109141" y="55713"/>
                  <a:pt x="109639" y="54031"/>
                </a:cubicBezTo>
                <a:cubicBezTo>
                  <a:pt x="129955" y="51398"/>
                  <a:pt x="141297" y="49653"/>
                  <a:pt x="143666" y="48796"/>
                </a:cubicBezTo>
                <a:cubicBezTo>
                  <a:pt x="146595" y="48796"/>
                  <a:pt x="148059" y="49867"/>
                  <a:pt x="148059" y="52009"/>
                </a:cubicBezTo>
                <a:cubicBezTo>
                  <a:pt x="148059" y="52132"/>
                  <a:pt x="148059" y="52331"/>
                  <a:pt x="148059" y="52608"/>
                </a:cubicBezTo>
                <a:cubicBezTo>
                  <a:pt x="148059" y="52883"/>
                  <a:pt x="148028" y="53438"/>
                  <a:pt x="147966" y="54273"/>
                </a:cubicBezTo>
                <a:cubicBezTo>
                  <a:pt x="147903" y="55108"/>
                  <a:pt x="147841" y="55979"/>
                  <a:pt x="147779" y="56885"/>
                </a:cubicBezTo>
                <a:cubicBezTo>
                  <a:pt x="147716" y="57790"/>
                  <a:pt x="147654" y="58899"/>
                  <a:pt x="147592" y="60212"/>
                </a:cubicBezTo>
                <a:cubicBezTo>
                  <a:pt x="147529" y="61524"/>
                  <a:pt x="147483" y="62790"/>
                  <a:pt x="147451" y="64009"/>
                </a:cubicBezTo>
                <a:cubicBezTo>
                  <a:pt x="147420" y="65227"/>
                  <a:pt x="147389" y="66569"/>
                  <a:pt x="147358" y="68038"/>
                </a:cubicBezTo>
                <a:cubicBezTo>
                  <a:pt x="147327" y="69506"/>
                  <a:pt x="147311" y="70897"/>
                  <a:pt x="147311" y="72209"/>
                </a:cubicBezTo>
                <a:lnTo>
                  <a:pt x="147311" y="110448"/>
                </a:lnTo>
                <a:moveTo>
                  <a:pt x="121511" y="19581"/>
                </a:moveTo>
                <a:cubicBezTo>
                  <a:pt x="121511" y="16391"/>
                  <a:pt x="122680" y="13608"/>
                  <a:pt x="125017" y="11232"/>
                </a:cubicBezTo>
                <a:cubicBezTo>
                  <a:pt x="127354" y="8854"/>
                  <a:pt x="130641" y="7665"/>
                  <a:pt x="134879" y="7665"/>
                </a:cubicBezTo>
                <a:cubicBezTo>
                  <a:pt x="138555" y="7665"/>
                  <a:pt x="141547" y="8979"/>
                  <a:pt x="143852" y="11606"/>
                </a:cubicBezTo>
                <a:cubicBezTo>
                  <a:pt x="146158" y="14233"/>
                  <a:pt x="147311" y="17174"/>
                  <a:pt x="147311" y="20428"/>
                </a:cubicBezTo>
                <a:cubicBezTo>
                  <a:pt x="147311" y="23242"/>
                  <a:pt x="146034" y="25932"/>
                  <a:pt x="143479" y="28496"/>
                </a:cubicBezTo>
                <a:cubicBezTo>
                  <a:pt x="140923" y="31061"/>
                  <a:pt x="137683" y="32344"/>
                  <a:pt x="133757" y="32344"/>
                </a:cubicBezTo>
                <a:cubicBezTo>
                  <a:pt x="130080" y="32344"/>
                  <a:pt x="127120" y="31046"/>
                  <a:pt x="124876" y="28450"/>
                </a:cubicBezTo>
                <a:cubicBezTo>
                  <a:pt x="122633" y="25854"/>
                  <a:pt x="121511" y="22897"/>
                  <a:pt x="121511" y="19581"/>
                </a:cubicBezTo>
                <a:close/>
                <a:moveTo>
                  <a:pt x="183564" y="109542"/>
                </a:moveTo>
                <a:lnTo>
                  <a:pt x="183564" y="25625"/>
                </a:lnTo>
                <a:cubicBezTo>
                  <a:pt x="183564" y="19262"/>
                  <a:pt x="182925" y="15396"/>
                  <a:pt x="181648" y="14025"/>
                </a:cubicBezTo>
                <a:cubicBezTo>
                  <a:pt x="180370" y="12652"/>
                  <a:pt x="176678" y="11716"/>
                  <a:pt x="170570" y="11217"/>
                </a:cubicBezTo>
                <a:cubicBezTo>
                  <a:pt x="169573" y="9383"/>
                  <a:pt x="169355" y="7326"/>
                  <a:pt x="169916" y="5048"/>
                </a:cubicBezTo>
                <a:cubicBezTo>
                  <a:pt x="185745" y="4425"/>
                  <a:pt x="197741" y="2742"/>
                  <a:pt x="205905" y="0"/>
                </a:cubicBezTo>
                <a:cubicBezTo>
                  <a:pt x="207962" y="0"/>
                  <a:pt x="208990" y="841"/>
                  <a:pt x="208990" y="2524"/>
                </a:cubicBezTo>
                <a:cubicBezTo>
                  <a:pt x="208616" y="7268"/>
                  <a:pt x="208429" y="13790"/>
                  <a:pt x="208429" y="22090"/>
                </a:cubicBezTo>
                <a:lnTo>
                  <a:pt x="208429" y="109530"/>
                </a:lnTo>
                <a:cubicBezTo>
                  <a:pt x="208429" y="117207"/>
                  <a:pt x="209348" y="122092"/>
                  <a:pt x="211187" y="124183"/>
                </a:cubicBezTo>
                <a:cubicBezTo>
                  <a:pt x="213025" y="126273"/>
                  <a:pt x="217029" y="127442"/>
                  <a:pt x="223199" y="127692"/>
                </a:cubicBezTo>
                <a:cubicBezTo>
                  <a:pt x="223822" y="128190"/>
                  <a:pt x="224133" y="129281"/>
                  <a:pt x="224133" y="130963"/>
                </a:cubicBezTo>
                <a:cubicBezTo>
                  <a:pt x="224133" y="132646"/>
                  <a:pt x="223822" y="133737"/>
                  <a:pt x="223199" y="134235"/>
                </a:cubicBezTo>
                <a:cubicBezTo>
                  <a:pt x="212231" y="133986"/>
                  <a:pt x="203163" y="133861"/>
                  <a:pt x="195996" y="133861"/>
                </a:cubicBezTo>
                <a:cubicBezTo>
                  <a:pt x="188581" y="133861"/>
                  <a:pt x="179513" y="133986"/>
                  <a:pt x="168794" y="134235"/>
                </a:cubicBezTo>
                <a:cubicBezTo>
                  <a:pt x="168171" y="133737"/>
                  <a:pt x="167859" y="132662"/>
                  <a:pt x="167859" y="131010"/>
                </a:cubicBezTo>
                <a:cubicBezTo>
                  <a:pt x="167859" y="129359"/>
                  <a:pt x="168171" y="128252"/>
                  <a:pt x="168794" y="127692"/>
                </a:cubicBezTo>
                <a:cubicBezTo>
                  <a:pt x="174901" y="127442"/>
                  <a:pt x="178890" y="126273"/>
                  <a:pt x="180759" y="124183"/>
                </a:cubicBezTo>
                <a:cubicBezTo>
                  <a:pt x="182629" y="122094"/>
                  <a:pt x="183564" y="117213"/>
                  <a:pt x="183564" y="109542"/>
                </a:cubicBezTo>
                <a:close/>
                <a:moveTo>
                  <a:pt x="259142" y="81139"/>
                </a:moveTo>
                <a:lnTo>
                  <a:pt x="285222" y="81139"/>
                </a:lnTo>
                <a:cubicBezTo>
                  <a:pt x="285471" y="80886"/>
                  <a:pt x="285596" y="79526"/>
                  <a:pt x="285596" y="77058"/>
                </a:cubicBezTo>
                <a:cubicBezTo>
                  <a:pt x="285596" y="70034"/>
                  <a:pt x="284350" y="64845"/>
                  <a:pt x="281857" y="61491"/>
                </a:cubicBezTo>
                <a:cubicBezTo>
                  <a:pt x="279364" y="58138"/>
                  <a:pt x="276529" y="56461"/>
                  <a:pt x="273350" y="56461"/>
                </a:cubicBezTo>
                <a:cubicBezTo>
                  <a:pt x="271917" y="56461"/>
                  <a:pt x="270188" y="57046"/>
                  <a:pt x="268162" y="58217"/>
                </a:cubicBezTo>
                <a:cubicBezTo>
                  <a:pt x="266137" y="59387"/>
                  <a:pt x="264408" y="60985"/>
                  <a:pt x="262974" y="63010"/>
                </a:cubicBezTo>
                <a:cubicBezTo>
                  <a:pt x="260668" y="66555"/>
                  <a:pt x="259391" y="72598"/>
                  <a:pt x="259142" y="81139"/>
                </a:cubicBezTo>
                <a:moveTo>
                  <a:pt x="307750" y="109151"/>
                </a:moveTo>
                <a:cubicBezTo>
                  <a:pt x="309682" y="109151"/>
                  <a:pt x="310648" y="111121"/>
                  <a:pt x="310648" y="115060"/>
                </a:cubicBezTo>
                <a:cubicBezTo>
                  <a:pt x="301176" y="128841"/>
                  <a:pt x="289242" y="135731"/>
                  <a:pt x="274846" y="135731"/>
                </a:cubicBezTo>
                <a:cubicBezTo>
                  <a:pt x="262320" y="135731"/>
                  <a:pt x="252567" y="132547"/>
                  <a:pt x="245587" y="126178"/>
                </a:cubicBezTo>
                <a:cubicBezTo>
                  <a:pt x="237423" y="118749"/>
                  <a:pt x="233342" y="108635"/>
                  <a:pt x="233342" y="95836"/>
                </a:cubicBezTo>
                <a:cubicBezTo>
                  <a:pt x="233342" y="81933"/>
                  <a:pt x="237642" y="70617"/>
                  <a:pt x="246242" y="61889"/>
                </a:cubicBezTo>
                <a:cubicBezTo>
                  <a:pt x="254842" y="53160"/>
                  <a:pt x="264563" y="48796"/>
                  <a:pt x="275407" y="48796"/>
                </a:cubicBezTo>
                <a:cubicBezTo>
                  <a:pt x="282200" y="48796"/>
                  <a:pt x="287949" y="49777"/>
                  <a:pt x="292654" y="51740"/>
                </a:cubicBezTo>
                <a:cubicBezTo>
                  <a:pt x="297359" y="53703"/>
                  <a:pt x="300895" y="56414"/>
                  <a:pt x="303263" y="59873"/>
                </a:cubicBezTo>
                <a:cubicBezTo>
                  <a:pt x="305632" y="63332"/>
                  <a:pt x="307330" y="66915"/>
                  <a:pt x="308358" y="70623"/>
                </a:cubicBezTo>
                <a:cubicBezTo>
                  <a:pt x="309386" y="74331"/>
                  <a:pt x="309900" y="78397"/>
                  <a:pt x="309900" y="82822"/>
                </a:cubicBezTo>
                <a:cubicBezTo>
                  <a:pt x="309900" y="86748"/>
                  <a:pt x="308062" y="88742"/>
                  <a:pt x="304385" y="88805"/>
                </a:cubicBezTo>
                <a:lnTo>
                  <a:pt x="258394" y="88805"/>
                </a:lnTo>
                <a:cubicBezTo>
                  <a:pt x="258394" y="89054"/>
                  <a:pt x="258363" y="89491"/>
                  <a:pt x="258300" y="90116"/>
                </a:cubicBezTo>
                <a:cubicBezTo>
                  <a:pt x="258238" y="90741"/>
                  <a:pt x="258207" y="91304"/>
                  <a:pt x="258207" y="91805"/>
                </a:cubicBezTo>
                <a:cubicBezTo>
                  <a:pt x="258207" y="100995"/>
                  <a:pt x="260310" y="107871"/>
                  <a:pt x="264517" y="112434"/>
                </a:cubicBezTo>
                <a:cubicBezTo>
                  <a:pt x="268723" y="116997"/>
                  <a:pt x="274659" y="119279"/>
                  <a:pt x="282324" y="119279"/>
                </a:cubicBezTo>
                <a:cubicBezTo>
                  <a:pt x="292669" y="119341"/>
                  <a:pt x="301145" y="115965"/>
                  <a:pt x="307750" y="109151"/>
                </a:cubicBezTo>
                <a:close/>
                <a:moveTo>
                  <a:pt x="385863" y="109542"/>
                </a:moveTo>
                <a:lnTo>
                  <a:pt x="385863" y="25625"/>
                </a:lnTo>
                <a:cubicBezTo>
                  <a:pt x="385863" y="19262"/>
                  <a:pt x="385224" y="15396"/>
                  <a:pt x="383946" y="14025"/>
                </a:cubicBezTo>
                <a:cubicBezTo>
                  <a:pt x="382669" y="12652"/>
                  <a:pt x="378976" y="11716"/>
                  <a:pt x="372869" y="11217"/>
                </a:cubicBezTo>
                <a:cubicBezTo>
                  <a:pt x="371872" y="9383"/>
                  <a:pt x="371654" y="7326"/>
                  <a:pt x="372215" y="5048"/>
                </a:cubicBezTo>
                <a:cubicBezTo>
                  <a:pt x="388044" y="4425"/>
                  <a:pt x="400040" y="2742"/>
                  <a:pt x="408204" y="0"/>
                </a:cubicBezTo>
                <a:cubicBezTo>
                  <a:pt x="410261" y="0"/>
                  <a:pt x="411289" y="841"/>
                  <a:pt x="411289" y="2524"/>
                </a:cubicBezTo>
                <a:cubicBezTo>
                  <a:pt x="410915" y="7268"/>
                  <a:pt x="410728" y="13790"/>
                  <a:pt x="410728" y="22090"/>
                </a:cubicBezTo>
                <a:lnTo>
                  <a:pt x="410728" y="109530"/>
                </a:lnTo>
                <a:cubicBezTo>
                  <a:pt x="410728" y="117207"/>
                  <a:pt x="411647" y="122092"/>
                  <a:pt x="413486" y="124183"/>
                </a:cubicBezTo>
                <a:cubicBezTo>
                  <a:pt x="415324" y="126273"/>
                  <a:pt x="419328" y="127442"/>
                  <a:pt x="425498" y="127692"/>
                </a:cubicBezTo>
                <a:cubicBezTo>
                  <a:pt x="426121" y="128190"/>
                  <a:pt x="426432" y="129281"/>
                  <a:pt x="426432" y="130963"/>
                </a:cubicBezTo>
                <a:cubicBezTo>
                  <a:pt x="426432" y="132646"/>
                  <a:pt x="426121" y="133737"/>
                  <a:pt x="425498" y="134235"/>
                </a:cubicBezTo>
                <a:cubicBezTo>
                  <a:pt x="414529" y="133986"/>
                  <a:pt x="405462" y="133861"/>
                  <a:pt x="398295" y="133861"/>
                </a:cubicBezTo>
                <a:cubicBezTo>
                  <a:pt x="390879" y="133861"/>
                  <a:pt x="381812" y="133986"/>
                  <a:pt x="371093" y="134235"/>
                </a:cubicBezTo>
                <a:cubicBezTo>
                  <a:pt x="370470" y="133737"/>
                  <a:pt x="370158" y="132662"/>
                  <a:pt x="370158" y="131010"/>
                </a:cubicBezTo>
                <a:cubicBezTo>
                  <a:pt x="370158" y="129359"/>
                  <a:pt x="370470" y="128252"/>
                  <a:pt x="371093" y="127692"/>
                </a:cubicBezTo>
                <a:cubicBezTo>
                  <a:pt x="377200" y="127442"/>
                  <a:pt x="381189" y="126273"/>
                  <a:pt x="383058" y="124183"/>
                </a:cubicBezTo>
                <a:cubicBezTo>
                  <a:pt x="384928" y="122094"/>
                  <a:pt x="385863" y="117213"/>
                  <a:pt x="385863" y="109542"/>
                </a:cubicBezTo>
                <a:close/>
                <a:moveTo>
                  <a:pt x="461440" y="81139"/>
                </a:moveTo>
                <a:lnTo>
                  <a:pt x="487521" y="81139"/>
                </a:lnTo>
                <a:cubicBezTo>
                  <a:pt x="487770" y="80886"/>
                  <a:pt x="487895" y="79526"/>
                  <a:pt x="487895" y="77058"/>
                </a:cubicBezTo>
                <a:cubicBezTo>
                  <a:pt x="487895" y="70034"/>
                  <a:pt x="486648" y="64845"/>
                  <a:pt x="484156" y="61491"/>
                </a:cubicBezTo>
                <a:cubicBezTo>
                  <a:pt x="481663" y="58138"/>
                  <a:pt x="478827" y="56461"/>
                  <a:pt x="475649" y="56461"/>
                </a:cubicBezTo>
                <a:cubicBezTo>
                  <a:pt x="474216" y="56461"/>
                  <a:pt x="472486" y="57046"/>
                  <a:pt x="470461" y="58217"/>
                </a:cubicBezTo>
                <a:cubicBezTo>
                  <a:pt x="468436" y="59387"/>
                  <a:pt x="466706" y="60985"/>
                  <a:pt x="465273" y="63010"/>
                </a:cubicBezTo>
                <a:cubicBezTo>
                  <a:pt x="462967" y="66555"/>
                  <a:pt x="461690" y="72598"/>
                  <a:pt x="461440" y="81139"/>
                </a:cubicBezTo>
                <a:moveTo>
                  <a:pt x="510049" y="109151"/>
                </a:moveTo>
                <a:cubicBezTo>
                  <a:pt x="511981" y="109151"/>
                  <a:pt x="512947" y="111121"/>
                  <a:pt x="512947" y="115060"/>
                </a:cubicBezTo>
                <a:cubicBezTo>
                  <a:pt x="503475" y="128841"/>
                  <a:pt x="491540" y="135731"/>
                  <a:pt x="477145" y="135731"/>
                </a:cubicBezTo>
                <a:cubicBezTo>
                  <a:pt x="464619" y="135731"/>
                  <a:pt x="454866" y="132547"/>
                  <a:pt x="447886" y="126178"/>
                </a:cubicBezTo>
                <a:cubicBezTo>
                  <a:pt x="439722" y="118749"/>
                  <a:pt x="435640" y="108635"/>
                  <a:pt x="435640" y="95836"/>
                </a:cubicBezTo>
                <a:cubicBezTo>
                  <a:pt x="435640" y="81933"/>
                  <a:pt x="439940" y="70617"/>
                  <a:pt x="448540" y="61889"/>
                </a:cubicBezTo>
                <a:cubicBezTo>
                  <a:pt x="457140" y="53160"/>
                  <a:pt x="466862" y="48796"/>
                  <a:pt x="477706" y="48796"/>
                </a:cubicBezTo>
                <a:cubicBezTo>
                  <a:pt x="484498" y="48796"/>
                  <a:pt x="490247" y="49777"/>
                  <a:pt x="494952" y="51740"/>
                </a:cubicBezTo>
                <a:cubicBezTo>
                  <a:pt x="499658" y="53703"/>
                  <a:pt x="503194" y="56414"/>
                  <a:pt x="505562" y="59873"/>
                </a:cubicBezTo>
                <a:cubicBezTo>
                  <a:pt x="507930" y="63332"/>
                  <a:pt x="509629" y="66915"/>
                  <a:pt x="510657" y="70623"/>
                </a:cubicBezTo>
                <a:cubicBezTo>
                  <a:pt x="511685" y="74331"/>
                  <a:pt x="512199" y="78397"/>
                  <a:pt x="512199" y="82822"/>
                </a:cubicBezTo>
                <a:cubicBezTo>
                  <a:pt x="512199" y="86748"/>
                  <a:pt x="510361" y="88742"/>
                  <a:pt x="506684" y="88805"/>
                </a:cubicBezTo>
                <a:lnTo>
                  <a:pt x="460693" y="88805"/>
                </a:lnTo>
                <a:cubicBezTo>
                  <a:pt x="460693" y="89054"/>
                  <a:pt x="460661" y="89491"/>
                  <a:pt x="460599" y="90116"/>
                </a:cubicBezTo>
                <a:cubicBezTo>
                  <a:pt x="460537" y="90741"/>
                  <a:pt x="460506" y="91304"/>
                  <a:pt x="460506" y="91805"/>
                </a:cubicBezTo>
                <a:cubicBezTo>
                  <a:pt x="460506" y="100995"/>
                  <a:pt x="462609" y="107871"/>
                  <a:pt x="466815" y="112434"/>
                </a:cubicBezTo>
                <a:cubicBezTo>
                  <a:pt x="471022" y="116997"/>
                  <a:pt x="476958" y="119279"/>
                  <a:pt x="484623" y="119279"/>
                </a:cubicBezTo>
                <a:cubicBezTo>
                  <a:pt x="494968" y="119341"/>
                  <a:pt x="503443" y="115965"/>
                  <a:pt x="510049" y="109151"/>
                </a:cubicBezTo>
                <a:close/>
                <a:moveTo>
                  <a:pt x="578343" y="124607"/>
                </a:moveTo>
                <a:lnTo>
                  <a:pt x="577128" y="124700"/>
                </a:lnTo>
                <a:cubicBezTo>
                  <a:pt x="573700" y="127380"/>
                  <a:pt x="569649" y="129888"/>
                  <a:pt x="564976" y="132225"/>
                </a:cubicBezTo>
                <a:cubicBezTo>
                  <a:pt x="560302" y="134562"/>
                  <a:pt x="556687" y="135731"/>
                  <a:pt x="554132" y="135731"/>
                </a:cubicBezTo>
                <a:cubicBezTo>
                  <a:pt x="538178" y="135731"/>
                  <a:pt x="530202" y="128988"/>
                  <a:pt x="530202" y="115501"/>
                </a:cubicBezTo>
                <a:cubicBezTo>
                  <a:pt x="530202" y="108623"/>
                  <a:pt x="532944" y="103356"/>
                  <a:pt x="538428" y="99701"/>
                </a:cubicBezTo>
                <a:cubicBezTo>
                  <a:pt x="543912" y="96045"/>
                  <a:pt x="552605" y="92367"/>
                  <a:pt x="564508" y="88667"/>
                </a:cubicBezTo>
                <a:lnTo>
                  <a:pt x="577315" y="84692"/>
                </a:lnTo>
                <a:cubicBezTo>
                  <a:pt x="577315" y="73412"/>
                  <a:pt x="576037" y="65887"/>
                  <a:pt x="573482" y="62116"/>
                </a:cubicBezTo>
                <a:cubicBezTo>
                  <a:pt x="570927" y="58346"/>
                  <a:pt x="567281" y="56461"/>
                  <a:pt x="562545" y="56461"/>
                </a:cubicBezTo>
                <a:cubicBezTo>
                  <a:pt x="557560" y="56461"/>
                  <a:pt x="554880" y="57919"/>
                  <a:pt x="554506" y="60834"/>
                </a:cubicBezTo>
                <a:cubicBezTo>
                  <a:pt x="554381" y="61594"/>
                  <a:pt x="554366" y="62433"/>
                  <a:pt x="554459" y="63352"/>
                </a:cubicBezTo>
                <a:cubicBezTo>
                  <a:pt x="554553" y="64271"/>
                  <a:pt x="554662" y="65080"/>
                  <a:pt x="554786" y="65777"/>
                </a:cubicBezTo>
                <a:cubicBezTo>
                  <a:pt x="554911" y="66474"/>
                  <a:pt x="555036" y="67219"/>
                  <a:pt x="555160" y="68011"/>
                </a:cubicBezTo>
                <a:cubicBezTo>
                  <a:pt x="555285" y="68802"/>
                  <a:pt x="555347" y="69483"/>
                  <a:pt x="555347" y="70053"/>
                </a:cubicBezTo>
                <a:cubicBezTo>
                  <a:pt x="555347" y="72460"/>
                  <a:pt x="554194" y="74568"/>
                  <a:pt x="551889" y="76375"/>
                </a:cubicBezTo>
                <a:cubicBezTo>
                  <a:pt x="549583" y="78180"/>
                  <a:pt x="546778" y="79083"/>
                  <a:pt x="543475" y="79083"/>
                </a:cubicBezTo>
                <a:cubicBezTo>
                  <a:pt x="539923" y="79083"/>
                  <a:pt x="537384" y="78210"/>
                  <a:pt x="535857" y="76465"/>
                </a:cubicBezTo>
                <a:cubicBezTo>
                  <a:pt x="534330" y="74720"/>
                  <a:pt x="533567" y="72352"/>
                  <a:pt x="533567" y="69361"/>
                </a:cubicBezTo>
                <a:cubicBezTo>
                  <a:pt x="533567" y="65435"/>
                  <a:pt x="535577" y="61836"/>
                  <a:pt x="539596" y="58564"/>
                </a:cubicBezTo>
                <a:cubicBezTo>
                  <a:pt x="543616" y="55293"/>
                  <a:pt x="548305" y="52847"/>
                  <a:pt x="553665" y="51226"/>
                </a:cubicBezTo>
                <a:cubicBezTo>
                  <a:pt x="559024" y="49606"/>
                  <a:pt x="564165" y="48796"/>
                  <a:pt x="569089" y="48796"/>
                </a:cubicBezTo>
                <a:cubicBezTo>
                  <a:pt x="590900" y="48796"/>
                  <a:pt x="601806" y="59749"/>
                  <a:pt x="601806" y="81656"/>
                </a:cubicBezTo>
                <a:lnTo>
                  <a:pt x="601432" y="109390"/>
                </a:lnTo>
                <a:cubicBezTo>
                  <a:pt x="601432" y="114278"/>
                  <a:pt x="601822" y="117648"/>
                  <a:pt x="602601" y="119498"/>
                </a:cubicBezTo>
                <a:cubicBezTo>
                  <a:pt x="603380" y="121346"/>
                  <a:pt x="604766" y="122270"/>
                  <a:pt x="606760" y="122270"/>
                </a:cubicBezTo>
                <a:cubicBezTo>
                  <a:pt x="609814" y="122270"/>
                  <a:pt x="612494" y="121361"/>
                  <a:pt x="614800" y="119544"/>
                </a:cubicBezTo>
                <a:cubicBezTo>
                  <a:pt x="617105" y="121515"/>
                  <a:pt x="618258" y="123358"/>
                  <a:pt x="618258" y="125074"/>
                </a:cubicBezTo>
                <a:cubicBezTo>
                  <a:pt x="610718" y="132241"/>
                  <a:pt x="602367" y="135793"/>
                  <a:pt x="593206" y="135731"/>
                </a:cubicBezTo>
                <a:cubicBezTo>
                  <a:pt x="584544" y="135793"/>
                  <a:pt x="579589" y="132085"/>
                  <a:pt x="578343" y="124607"/>
                </a:cubicBezTo>
                <a:moveTo>
                  <a:pt x="577315" y="92135"/>
                </a:moveTo>
                <a:lnTo>
                  <a:pt x="567312" y="95281"/>
                </a:lnTo>
                <a:cubicBezTo>
                  <a:pt x="564134" y="96274"/>
                  <a:pt x="561532" y="97422"/>
                  <a:pt x="559507" y="98725"/>
                </a:cubicBezTo>
                <a:cubicBezTo>
                  <a:pt x="557482" y="100026"/>
                  <a:pt x="556048" y="101498"/>
                  <a:pt x="555207" y="103142"/>
                </a:cubicBezTo>
                <a:cubicBezTo>
                  <a:pt x="554366" y="104785"/>
                  <a:pt x="553820" y="106243"/>
                  <a:pt x="553571" y="107515"/>
                </a:cubicBezTo>
                <a:cubicBezTo>
                  <a:pt x="553322" y="108787"/>
                  <a:pt x="553197" y="110508"/>
                  <a:pt x="553197" y="112680"/>
                </a:cubicBezTo>
                <a:cubicBezTo>
                  <a:pt x="553197" y="116025"/>
                  <a:pt x="554085" y="118803"/>
                  <a:pt x="555861" y="121014"/>
                </a:cubicBezTo>
                <a:cubicBezTo>
                  <a:pt x="557637" y="123222"/>
                  <a:pt x="560457" y="124326"/>
                  <a:pt x="564321" y="124326"/>
                </a:cubicBezTo>
                <a:cubicBezTo>
                  <a:pt x="567250" y="124326"/>
                  <a:pt x="571581" y="121980"/>
                  <a:pt x="577315" y="117286"/>
                </a:cubicBezTo>
                <a:lnTo>
                  <a:pt x="577315" y="92135"/>
                </a:lnTo>
                <a:close/>
                <a:moveTo>
                  <a:pt x="638626" y="109542"/>
                </a:moveTo>
                <a:lnTo>
                  <a:pt x="638626" y="25625"/>
                </a:lnTo>
                <a:cubicBezTo>
                  <a:pt x="638626" y="19262"/>
                  <a:pt x="637987" y="15396"/>
                  <a:pt x="636710" y="14025"/>
                </a:cubicBezTo>
                <a:cubicBezTo>
                  <a:pt x="635432" y="12652"/>
                  <a:pt x="631740" y="11716"/>
                  <a:pt x="625633" y="11217"/>
                </a:cubicBezTo>
                <a:cubicBezTo>
                  <a:pt x="624635" y="9383"/>
                  <a:pt x="624417" y="7326"/>
                  <a:pt x="624978" y="5048"/>
                </a:cubicBezTo>
                <a:cubicBezTo>
                  <a:pt x="640807" y="4425"/>
                  <a:pt x="652804" y="2742"/>
                  <a:pt x="660967" y="0"/>
                </a:cubicBezTo>
                <a:cubicBezTo>
                  <a:pt x="663024" y="0"/>
                  <a:pt x="664052" y="841"/>
                  <a:pt x="664052" y="2524"/>
                </a:cubicBezTo>
                <a:cubicBezTo>
                  <a:pt x="663678" y="7270"/>
                  <a:pt x="663491" y="13797"/>
                  <a:pt x="663491" y="22105"/>
                </a:cubicBezTo>
                <a:lnTo>
                  <a:pt x="663491" y="86187"/>
                </a:lnTo>
                <a:cubicBezTo>
                  <a:pt x="666233" y="86187"/>
                  <a:pt x="669427" y="85578"/>
                  <a:pt x="673073" y="84358"/>
                </a:cubicBezTo>
                <a:cubicBezTo>
                  <a:pt x="676719" y="83139"/>
                  <a:pt x="679196" y="81951"/>
                  <a:pt x="680504" y="80795"/>
                </a:cubicBezTo>
                <a:cubicBezTo>
                  <a:pt x="681813" y="79638"/>
                  <a:pt x="683137" y="78372"/>
                  <a:pt x="684477" y="76997"/>
                </a:cubicBezTo>
                <a:cubicBezTo>
                  <a:pt x="685817" y="75622"/>
                  <a:pt x="687188" y="74090"/>
                  <a:pt x="688590" y="72402"/>
                </a:cubicBezTo>
                <a:cubicBezTo>
                  <a:pt x="689993" y="70714"/>
                  <a:pt x="691379" y="68900"/>
                  <a:pt x="692750" y="66963"/>
                </a:cubicBezTo>
                <a:cubicBezTo>
                  <a:pt x="695305" y="63150"/>
                  <a:pt x="695975" y="60602"/>
                  <a:pt x="694760" y="59321"/>
                </a:cubicBezTo>
                <a:cubicBezTo>
                  <a:pt x="693545" y="58039"/>
                  <a:pt x="690257" y="57211"/>
                  <a:pt x="684898" y="56835"/>
                </a:cubicBezTo>
                <a:cubicBezTo>
                  <a:pt x="684399" y="56336"/>
                  <a:pt x="684150" y="55246"/>
                  <a:pt x="684150" y="53563"/>
                </a:cubicBezTo>
                <a:cubicBezTo>
                  <a:pt x="684150" y="51881"/>
                  <a:pt x="684399" y="50790"/>
                  <a:pt x="684898" y="50291"/>
                </a:cubicBezTo>
                <a:cubicBezTo>
                  <a:pt x="694370" y="50541"/>
                  <a:pt x="702098" y="50665"/>
                  <a:pt x="708081" y="50665"/>
                </a:cubicBezTo>
                <a:cubicBezTo>
                  <a:pt x="716618" y="50665"/>
                  <a:pt x="723723" y="50541"/>
                  <a:pt x="729394" y="50291"/>
                </a:cubicBezTo>
                <a:cubicBezTo>
                  <a:pt x="729892" y="50790"/>
                  <a:pt x="730142" y="51881"/>
                  <a:pt x="730142" y="53563"/>
                </a:cubicBezTo>
                <a:cubicBezTo>
                  <a:pt x="730142" y="55246"/>
                  <a:pt x="729892" y="56336"/>
                  <a:pt x="729394" y="56835"/>
                </a:cubicBezTo>
                <a:cubicBezTo>
                  <a:pt x="727026" y="57084"/>
                  <a:pt x="724876" y="57428"/>
                  <a:pt x="722944" y="57866"/>
                </a:cubicBezTo>
                <a:cubicBezTo>
                  <a:pt x="721012" y="58304"/>
                  <a:pt x="719158" y="59039"/>
                  <a:pt x="717382" y="60072"/>
                </a:cubicBezTo>
                <a:cubicBezTo>
                  <a:pt x="715606" y="61102"/>
                  <a:pt x="714281" y="61820"/>
                  <a:pt x="713409" y="62227"/>
                </a:cubicBezTo>
                <a:cubicBezTo>
                  <a:pt x="712536" y="62634"/>
                  <a:pt x="711243" y="63713"/>
                  <a:pt x="709530" y="65464"/>
                </a:cubicBezTo>
                <a:cubicBezTo>
                  <a:pt x="707816" y="67213"/>
                  <a:pt x="706850" y="68182"/>
                  <a:pt x="706632" y="68371"/>
                </a:cubicBezTo>
                <a:cubicBezTo>
                  <a:pt x="706414" y="68558"/>
                  <a:pt x="705339" y="69712"/>
                  <a:pt x="703407" y="71832"/>
                </a:cubicBezTo>
                <a:lnTo>
                  <a:pt x="693965" y="82314"/>
                </a:lnTo>
                <a:cubicBezTo>
                  <a:pt x="693218" y="83186"/>
                  <a:pt x="693404" y="84465"/>
                  <a:pt x="694526" y="86149"/>
                </a:cubicBezTo>
                <a:lnTo>
                  <a:pt x="716681" y="118899"/>
                </a:lnTo>
                <a:cubicBezTo>
                  <a:pt x="717304" y="119773"/>
                  <a:pt x="717911" y="120600"/>
                  <a:pt x="718503" y="121379"/>
                </a:cubicBezTo>
                <a:cubicBezTo>
                  <a:pt x="719095" y="122158"/>
                  <a:pt x="719750" y="122844"/>
                  <a:pt x="720466" y="123438"/>
                </a:cubicBezTo>
                <a:cubicBezTo>
                  <a:pt x="721183" y="124030"/>
                  <a:pt x="721760" y="124513"/>
                  <a:pt x="722196" y="124887"/>
                </a:cubicBezTo>
                <a:cubicBezTo>
                  <a:pt x="722632" y="125261"/>
                  <a:pt x="723224" y="125604"/>
                  <a:pt x="723972" y="125916"/>
                </a:cubicBezTo>
                <a:cubicBezTo>
                  <a:pt x="724720" y="126227"/>
                  <a:pt x="725296" y="126445"/>
                  <a:pt x="725701" y="126570"/>
                </a:cubicBezTo>
                <a:cubicBezTo>
                  <a:pt x="726106" y="126695"/>
                  <a:pt x="726792" y="126850"/>
                  <a:pt x="727758" y="127037"/>
                </a:cubicBezTo>
                <a:cubicBezTo>
                  <a:pt x="728724" y="127224"/>
                  <a:pt x="729331" y="127318"/>
                  <a:pt x="729581" y="127318"/>
                </a:cubicBezTo>
                <a:cubicBezTo>
                  <a:pt x="729830" y="127318"/>
                  <a:pt x="730562" y="127380"/>
                  <a:pt x="731777" y="127505"/>
                </a:cubicBezTo>
                <a:cubicBezTo>
                  <a:pt x="732993" y="127629"/>
                  <a:pt x="733787" y="127692"/>
                  <a:pt x="734161" y="127692"/>
                </a:cubicBezTo>
                <a:cubicBezTo>
                  <a:pt x="734784" y="128190"/>
                  <a:pt x="735096" y="129281"/>
                  <a:pt x="735096" y="130963"/>
                </a:cubicBezTo>
                <a:cubicBezTo>
                  <a:pt x="735096" y="132646"/>
                  <a:pt x="734784" y="133737"/>
                  <a:pt x="734161" y="134235"/>
                </a:cubicBezTo>
                <a:cubicBezTo>
                  <a:pt x="724689" y="133986"/>
                  <a:pt x="716120" y="133861"/>
                  <a:pt x="708455" y="133861"/>
                </a:cubicBezTo>
                <a:lnTo>
                  <a:pt x="693124" y="134235"/>
                </a:lnTo>
                <a:lnTo>
                  <a:pt x="692750" y="133861"/>
                </a:lnTo>
                <a:lnTo>
                  <a:pt x="692750" y="128907"/>
                </a:lnTo>
                <a:cubicBezTo>
                  <a:pt x="692750" y="126601"/>
                  <a:pt x="691753" y="123267"/>
                  <a:pt x="689759" y="118905"/>
                </a:cubicBezTo>
                <a:cubicBezTo>
                  <a:pt x="687578" y="114293"/>
                  <a:pt x="683215" y="107158"/>
                  <a:pt x="676672" y="97498"/>
                </a:cubicBezTo>
                <a:cubicBezTo>
                  <a:pt x="674989" y="95068"/>
                  <a:pt x="670596" y="93852"/>
                  <a:pt x="663491" y="93852"/>
                </a:cubicBezTo>
                <a:lnTo>
                  <a:pt x="663491" y="109557"/>
                </a:lnTo>
                <a:cubicBezTo>
                  <a:pt x="663491" y="116973"/>
                  <a:pt x="664161" y="121756"/>
                  <a:pt x="665501" y="123906"/>
                </a:cubicBezTo>
                <a:cubicBezTo>
                  <a:pt x="666841" y="126056"/>
                  <a:pt x="669162" y="127318"/>
                  <a:pt x="672465" y="127692"/>
                </a:cubicBezTo>
                <a:cubicBezTo>
                  <a:pt x="673088" y="128190"/>
                  <a:pt x="673416" y="129281"/>
                  <a:pt x="673447" y="130963"/>
                </a:cubicBezTo>
                <a:cubicBezTo>
                  <a:pt x="673478" y="132646"/>
                  <a:pt x="673151" y="133737"/>
                  <a:pt x="672465" y="134235"/>
                </a:cubicBezTo>
                <a:cubicBezTo>
                  <a:pt x="666358" y="133986"/>
                  <a:pt x="659223" y="133861"/>
                  <a:pt x="651059" y="133861"/>
                </a:cubicBezTo>
                <a:cubicBezTo>
                  <a:pt x="643643" y="133861"/>
                  <a:pt x="634575" y="133986"/>
                  <a:pt x="623856" y="134235"/>
                </a:cubicBezTo>
                <a:cubicBezTo>
                  <a:pt x="623233" y="133737"/>
                  <a:pt x="622922" y="132662"/>
                  <a:pt x="622922" y="131010"/>
                </a:cubicBezTo>
                <a:cubicBezTo>
                  <a:pt x="622922" y="129359"/>
                  <a:pt x="623233" y="128252"/>
                  <a:pt x="623856" y="127692"/>
                </a:cubicBezTo>
                <a:cubicBezTo>
                  <a:pt x="629964" y="127442"/>
                  <a:pt x="633952" y="126273"/>
                  <a:pt x="635822" y="124183"/>
                </a:cubicBezTo>
                <a:cubicBezTo>
                  <a:pt x="637691" y="122094"/>
                  <a:pt x="638626" y="117213"/>
                  <a:pt x="638626" y="109542"/>
                </a:cubicBezTo>
                <a:close/>
                <a:moveTo>
                  <a:pt x="793411" y="124607"/>
                </a:moveTo>
                <a:lnTo>
                  <a:pt x="792196" y="124700"/>
                </a:lnTo>
                <a:cubicBezTo>
                  <a:pt x="788768" y="127380"/>
                  <a:pt x="784717" y="129888"/>
                  <a:pt x="780043" y="132225"/>
                </a:cubicBezTo>
                <a:cubicBezTo>
                  <a:pt x="775369" y="134562"/>
                  <a:pt x="771755" y="135731"/>
                  <a:pt x="769200" y="135731"/>
                </a:cubicBezTo>
                <a:cubicBezTo>
                  <a:pt x="753246" y="135731"/>
                  <a:pt x="745269" y="128988"/>
                  <a:pt x="745269" y="115501"/>
                </a:cubicBezTo>
                <a:cubicBezTo>
                  <a:pt x="745269" y="108623"/>
                  <a:pt x="748011" y="103356"/>
                  <a:pt x="753495" y="99701"/>
                </a:cubicBezTo>
                <a:cubicBezTo>
                  <a:pt x="758980" y="96045"/>
                  <a:pt x="767673" y="92367"/>
                  <a:pt x="779576" y="88667"/>
                </a:cubicBezTo>
                <a:lnTo>
                  <a:pt x="792383" y="84692"/>
                </a:lnTo>
                <a:cubicBezTo>
                  <a:pt x="792383" y="73412"/>
                  <a:pt x="791105" y="65887"/>
                  <a:pt x="788550" y="62116"/>
                </a:cubicBezTo>
                <a:cubicBezTo>
                  <a:pt x="785995" y="58346"/>
                  <a:pt x="782349" y="56461"/>
                  <a:pt x="777613" y="56461"/>
                </a:cubicBezTo>
                <a:cubicBezTo>
                  <a:pt x="772627" y="56461"/>
                  <a:pt x="769948" y="57919"/>
                  <a:pt x="769574" y="60834"/>
                </a:cubicBezTo>
                <a:cubicBezTo>
                  <a:pt x="769449" y="61594"/>
                  <a:pt x="769434" y="62433"/>
                  <a:pt x="769527" y="63352"/>
                </a:cubicBezTo>
                <a:cubicBezTo>
                  <a:pt x="769621" y="64271"/>
                  <a:pt x="769730" y="65080"/>
                  <a:pt x="769854" y="65777"/>
                </a:cubicBezTo>
                <a:cubicBezTo>
                  <a:pt x="769979" y="66474"/>
                  <a:pt x="770103" y="67219"/>
                  <a:pt x="770228" y="68011"/>
                </a:cubicBezTo>
                <a:cubicBezTo>
                  <a:pt x="770353" y="68802"/>
                  <a:pt x="770415" y="69483"/>
                  <a:pt x="770415" y="70053"/>
                </a:cubicBezTo>
                <a:cubicBezTo>
                  <a:pt x="770415" y="72460"/>
                  <a:pt x="769262" y="74568"/>
                  <a:pt x="766956" y="76375"/>
                </a:cubicBezTo>
                <a:cubicBezTo>
                  <a:pt x="764651" y="78180"/>
                  <a:pt x="761846" y="79083"/>
                  <a:pt x="758543" y="79083"/>
                </a:cubicBezTo>
                <a:cubicBezTo>
                  <a:pt x="754991" y="79083"/>
                  <a:pt x="752452" y="78210"/>
                  <a:pt x="750925" y="76465"/>
                </a:cubicBezTo>
                <a:cubicBezTo>
                  <a:pt x="749398" y="74720"/>
                  <a:pt x="748635" y="72352"/>
                  <a:pt x="748635" y="69361"/>
                </a:cubicBezTo>
                <a:cubicBezTo>
                  <a:pt x="748635" y="65435"/>
                  <a:pt x="750644" y="61836"/>
                  <a:pt x="754664" y="58564"/>
                </a:cubicBezTo>
                <a:cubicBezTo>
                  <a:pt x="758684" y="55293"/>
                  <a:pt x="763373" y="52847"/>
                  <a:pt x="768732" y="51226"/>
                </a:cubicBezTo>
                <a:cubicBezTo>
                  <a:pt x="774092" y="49606"/>
                  <a:pt x="779233" y="48796"/>
                  <a:pt x="784156" y="48796"/>
                </a:cubicBezTo>
                <a:cubicBezTo>
                  <a:pt x="805968" y="48796"/>
                  <a:pt x="816874" y="59749"/>
                  <a:pt x="816874" y="81656"/>
                </a:cubicBezTo>
                <a:lnTo>
                  <a:pt x="816500" y="109390"/>
                </a:lnTo>
                <a:cubicBezTo>
                  <a:pt x="816500" y="114278"/>
                  <a:pt x="816889" y="117648"/>
                  <a:pt x="817668" y="119498"/>
                </a:cubicBezTo>
                <a:cubicBezTo>
                  <a:pt x="818447" y="121346"/>
                  <a:pt x="819834" y="122270"/>
                  <a:pt x="821828" y="122270"/>
                </a:cubicBezTo>
                <a:cubicBezTo>
                  <a:pt x="824882" y="122270"/>
                  <a:pt x="827562" y="121361"/>
                  <a:pt x="829867" y="119544"/>
                </a:cubicBezTo>
                <a:cubicBezTo>
                  <a:pt x="832173" y="121515"/>
                  <a:pt x="833326" y="123358"/>
                  <a:pt x="833326" y="125074"/>
                </a:cubicBezTo>
                <a:cubicBezTo>
                  <a:pt x="825785" y="132241"/>
                  <a:pt x="817435" y="135793"/>
                  <a:pt x="808274" y="135731"/>
                </a:cubicBezTo>
                <a:cubicBezTo>
                  <a:pt x="799612" y="135793"/>
                  <a:pt x="794657" y="132085"/>
                  <a:pt x="793411" y="124607"/>
                </a:cubicBezTo>
                <a:moveTo>
                  <a:pt x="792383" y="92135"/>
                </a:moveTo>
                <a:lnTo>
                  <a:pt x="782380" y="95281"/>
                </a:lnTo>
                <a:cubicBezTo>
                  <a:pt x="779202" y="96274"/>
                  <a:pt x="776600" y="97422"/>
                  <a:pt x="774575" y="98725"/>
                </a:cubicBezTo>
                <a:cubicBezTo>
                  <a:pt x="772549" y="100026"/>
                  <a:pt x="771116" y="101498"/>
                  <a:pt x="770275" y="103142"/>
                </a:cubicBezTo>
                <a:cubicBezTo>
                  <a:pt x="769434" y="104785"/>
                  <a:pt x="768888" y="106243"/>
                  <a:pt x="768639" y="107515"/>
                </a:cubicBezTo>
                <a:cubicBezTo>
                  <a:pt x="768390" y="108787"/>
                  <a:pt x="768265" y="110508"/>
                  <a:pt x="768265" y="112680"/>
                </a:cubicBezTo>
                <a:cubicBezTo>
                  <a:pt x="768265" y="116025"/>
                  <a:pt x="769153" y="118803"/>
                  <a:pt x="770929" y="121014"/>
                </a:cubicBezTo>
                <a:cubicBezTo>
                  <a:pt x="772705" y="123222"/>
                  <a:pt x="775525" y="124326"/>
                  <a:pt x="779389" y="124326"/>
                </a:cubicBezTo>
                <a:cubicBezTo>
                  <a:pt x="782318" y="124326"/>
                  <a:pt x="786649" y="121980"/>
                  <a:pt x="792383" y="117286"/>
                </a:cubicBezTo>
                <a:lnTo>
                  <a:pt x="792383" y="92135"/>
                </a:lnTo>
                <a:close/>
                <a:moveTo>
                  <a:pt x="888870" y="78598"/>
                </a:moveTo>
                <a:cubicBezTo>
                  <a:pt x="888870" y="63778"/>
                  <a:pt x="884601" y="56399"/>
                  <a:pt x="876064" y="56461"/>
                </a:cubicBezTo>
                <a:cubicBezTo>
                  <a:pt x="872262" y="56461"/>
                  <a:pt x="869489" y="57900"/>
                  <a:pt x="867744" y="60779"/>
                </a:cubicBezTo>
                <a:cubicBezTo>
                  <a:pt x="865999" y="63657"/>
                  <a:pt x="865127" y="68526"/>
                  <a:pt x="865127" y="75385"/>
                </a:cubicBezTo>
                <a:cubicBezTo>
                  <a:pt x="865127" y="91062"/>
                  <a:pt x="869583" y="98900"/>
                  <a:pt x="878494" y="98900"/>
                </a:cubicBezTo>
                <a:cubicBezTo>
                  <a:pt x="881548" y="98900"/>
                  <a:pt x="884041" y="97554"/>
                  <a:pt x="885972" y="94860"/>
                </a:cubicBezTo>
                <a:cubicBezTo>
                  <a:pt x="887904" y="92165"/>
                  <a:pt x="888870" y="86744"/>
                  <a:pt x="888870" y="78598"/>
                </a:cubicBezTo>
                <a:moveTo>
                  <a:pt x="866809" y="138722"/>
                </a:moveTo>
                <a:cubicBezTo>
                  <a:pt x="863133" y="138722"/>
                  <a:pt x="860328" y="138348"/>
                  <a:pt x="858396" y="137600"/>
                </a:cubicBezTo>
                <a:cubicBezTo>
                  <a:pt x="856963" y="140183"/>
                  <a:pt x="856277" y="145160"/>
                  <a:pt x="856340" y="152534"/>
                </a:cubicBezTo>
                <a:cubicBezTo>
                  <a:pt x="856340" y="157700"/>
                  <a:pt x="858350" y="162205"/>
                  <a:pt x="862369" y="166047"/>
                </a:cubicBezTo>
                <a:cubicBezTo>
                  <a:pt x="866389" y="169891"/>
                  <a:pt x="871452" y="171813"/>
                  <a:pt x="877559" y="171813"/>
                </a:cubicBezTo>
                <a:cubicBezTo>
                  <a:pt x="882296" y="171813"/>
                  <a:pt x="886642" y="171561"/>
                  <a:pt x="890600" y="171057"/>
                </a:cubicBezTo>
                <a:cubicBezTo>
                  <a:pt x="894557" y="170552"/>
                  <a:pt x="897875" y="169544"/>
                  <a:pt x="900555" y="168030"/>
                </a:cubicBezTo>
                <a:cubicBezTo>
                  <a:pt x="903546" y="166328"/>
                  <a:pt x="905852" y="163760"/>
                  <a:pt x="907473" y="160324"/>
                </a:cubicBezTo>
                <a:cubicBezTo>
                  <a:pt x="909093" y="156891"/>
                  <a:pt x="909903" y="153314"/>
                  <a:pt x="909903" y="149595"/>
                </a:cubicBezTo>
                <a:cubicBezTo>
                  <a:pt x="909903" y="142346"/>
                  <a:pt x="895538" y="138722"/>
                  <a:pt x="866809" y="138722"/>
                </a:cubicBezTo>
                <a:moveTo>
                  <a:pt x="922709" y="58144"/>
                </a:moveTo>
                <a:cubicBezTo>
                  <a:pt x="920528" y="58144"/>
                  <a:pt x="918612" y="57458"/>
                  <a:pt x="916961" y="56087"/>
                </a:cubicBezTo>
                <a:cubicBezTo>
                  <a:pt x="915309" y="54714"/>
                  <a:pt x="914234" y="53265"/>
                  <a:pt x="913736" y="51740"/>
                </a:cubicBezTo>
                <a:cubicBezTo>
                  <a:pt x="912988" y="50214"/>
                  <a:pt x="911773" y="49481"/>
                  <a:pt x="910090" y="49544"/>
                </a:cubicBezTo>
                <a:cubicBezTo>
                  <a:pt x="909093" y="49544"/>
                  <a:pt x="907410" y="50252"/>
                  <a:pt x="905042" y="51667"/>
                </a:cubicBezTo>
                <a:cubicBezTo>
                  <a:pt x="902674" y="53083"/>
                  <a:pt x="901116" y="54253"/>
                  <a:pt x="900368" y="55176"/>
                </a:cubicBezTo>
                <a:cubicBezTo>
                  <a:pt x="908283" y="61571"/>
                  <a:pt x="912240" y="69196"/>
                  <a:pt x="912240" y="78049"/>
                </a:cubicBezTo>
                <a:cubicBezTo>
                  <a:pt x="912240" y="86090"/>
                  <a:pt x="909108" y="92853"/>
                  <a:pt x="902845" y="98339"/>
                </a:cubicBezTo>
                <a:cubicBezTo>
                  <a:pt x="896582" y="103823"/>
                  <a:pt x="888154" y="106565"/>
                  <a:pt x="877559" y="106565"/>
                </a:cubicBezTo>
                <a:cubicBezTo>
                  <a:pt x="871141" y="106565"/>
                  <a:pt x="866467" y="105845"/>
                  <a:pt x="863538" y="104404"/>
                </a:cubicBezTo>
                <a:cubicBezTo>
                  <a:pt x="863413" y="104659"/>
                  <a:pt x="863055" y="105392"/>
                  <a:pt x="862463" y="106603"/>
                </a:cubicBezTo>
                <a:cubicBezTo>
                  <a:pt x="861871" y="107815"/>
                  <a:pt x="861434" y="108883"/>
                  <a:pt x="861154" y="109808"/>
                </a:cubicBezTo>
                <a:cubicBezTo>
                  <a:pt x="860873" y="110731"/>
                  <a:pt x="860733" y="111671"/>
                  <a:pt x="860733" y="112627"/>
                </a:cubicBezTo>
                <a:cubicBezTo>
                  <a:pt x="860733" y="118058"/>
                  <a:pt x="863600" y="120774"/>
                  <a:pt x="869333" y="120774"/>
                </a:cubicBezTo>
                <a:cubicBezTo>
                  <a:pt x="878930" y="120774"/>
                  <a:pt x="888886" y="121275"/>
                  <a:pt x="899200" y="122276"/>
                </a:cubicBezTo>
                <a:cubicBezTo>
                  <a:pt x="909513" y="123275"/>
                  <a:pt x="916353" y="124868"/>
                  <a:pt x="919718" y="127055"/>
                </a:cubicBezTo>
                <a:cubicBezTo>
                  <a:pt x="926075" y="131429"/>
                  <a:pt x="929253" y="137272"/>
                  <a:pt x="929253" y="144585"/>
                </a:cubicBezTo>
                <a:cubicBezTo>
                  <a:pt x="929253" y="154536"/>
                  <a:pt x="923286" y="162840"/>
                  <a:pt x="911352" y="169494"/>
                </a:cubicBezTo>
                <a:cubicBezTo>
                  <a:pt x="899418" y="176150"/>
                  <a:pt x="886378" y="179479"/>
                  <a:pt x="872231" y="179479"/>
                </a:cubicBezTo>
                <a:cubicBezTo>
                  <a:pt x="858708" y="179479"/>
                  <a:pt x="848924" y="177391"/>
                  <a:pt x="842879" y="173216"/>
                </a:cubicBezTo>
                <a:cubicBezTo>
                  <a:pt x="837893" y="169788"/>
                  <a:pt x="835432" y="163463"/>
                  <a:pt x="835494" y="154239"/>
                </a:cubicBezTo>
                <a:cubicBezTo>
                  <a:pt x="835494" y="152432"/>
                  <a:pt x="837301" y="149363"/>
                  <a:pt x="840916" y="145032"/>
                </a:cubicBezTo>
                <a:cubicBezTo>
                  <a:pt x="844530" y="140701"/>
                  <a:pt x="848269" y="137382"/>
                  <a:pt x="852133" y="135076"/>
                </a:cubicBezTo>
                <a:cubicBezTo>
                  <a:pt x="848456" y="133955"/>
                  <a:pt x="845839" y="132179"/>
                  <a:pt x="844281" y="129748"/>
                </a:cubicBezTo>
                <a:cubicBezTo>
                  <a:pt x="842598" y="127193"/>
                  <a:pt x="841757" y="124264"/>
                  <a:pt x="841757" y="120961"/>
                </a:cubicBezTo>
                <a:cubicBezTo>
                  <a:pt x="841757" y="119113"/>
                  <a:pt x="843424" y="116149"/>
                  <a:pt x="846758" y="112069"/>
                </a:cubicBezTo>
                <a:cubicBezTo>
                  <a:pt x="850092" y="107989"/>
                  <a:pt x="853473" y="104451"/>
                  <a:pt x="856901" y="101456"/>
                </a:cubicBezTo>
                <a:cubicBezTo>
                  <a:pt x="852414" y="98989"/>
                  <a:pt x="848830" y="95505"/>
                  <a:pt x="846151" y="91004"/>
                </a:cubicBezTo>
                <a:cubicBezTo>
                  <a:pt x="843471" y="86502"/>
                  <a:pt x="842131" y="81876"/>
                  <a:pt x="842131" y="77129"/>
                </a:cubicBezTo>
                <a:cubicBezTo>
                  <a:pt x="842131" y="67966"/>
                  <a:pt x="846462" y="60548"/>
                  <a:pt x="855125" y="54875"/>
                </a:cubicBezTo>
                <a:cubicBezTo>
                  <a:pt x="861356" y="50760"/>
                  <a:pt x="868897" y="48733"/>
                  <a:pt x="877746" y="48796"/>
                </a:cubicBezTo>
                <a:cubicBezTo>
                  <a:pt x="885661" y="48796"/>
                  <a:pt x="891020" y="49572"/>
                  <a:pt x="893825" y="51124"/>
                </a:cubicBezTo>
                <a:cubicBezTo>
                  <a:pt x="897003" y="48275"/>
                  <a:pt x="900991" y="45648"/>
                  <a:pt x="905790" y="43243"/>
                </a:cubicBezTo>
                <a:cubicBezTo>
                  <a:pt x="910588" y="40837"/>
                  <a:pt x="914951" y="39635"/>
                  <a:pt x="918877" y="39635"/>
                </a:cubicBezTo>
                <a:cubicBezTo>
                  <a:pt x="922304" y="39635"/>
                  <a:pt x="925218" y="40658"/>
                  <a:pt x="927617" y="42705"/>
                </a:cubicBezTo>
                <a:cubicBezTo>
                  <a:pt x="930016" y="44750"/>
                  <a:pt x="931216" y="46796"/>
                  <a:pt x="931216" y="48843"/>
                </a:cubicBezTo>
                <a:cubicBezTo>
                  <a:pt x="931154" y="55043"/>
                  <a:pt x="928318" y="58144"/>
                  <a:pt x="922709" y="58144"/>
                </a:cubicBezTo>
                <a:close/>
                <a:moveTo>
                  <a:pt x="965608" y="81139"/>
                </a:moveTo>
                <a:lnTo>
                  <a:pt x="991688" y="81139"/>
                </a:lnTo>
                <a:cubicBezTo>
                  <a:pt x="991938" y="80886"/>
                  <a:pt x="992062" y="79526"/>
                  <a:pt x="992062" y="77058"/>
                </a:cubicBezTo>
                <a:cubicBezTo>
                  <a:pt x="992062" y="70034"/>
                  <a:pt x="990816" y="64845"/>
                  <a:pt x="988323" y="61491"/>
                </a:cubicBezTo>
                <a:cubicBezTo>
                  <a:pt x="985830" y="58138"/>
                  <a:pt x="982995" y="56461"/>
                  <a:pt x="979816" y="56461"/>
                </a:cubicBezTo>
                <a:cubicBezTo>
                  <a:pt x="978383" y="56461"/>
                  <a:pt x="976654" y="57046"/>
                  <a:pt x="974628" y="58217"/>
                </a:cubicBezTo>
                <a:cubicBezTo>
                  <a:pt x="972603" y="59387"/>
                  <a:pt x="970874" y="60985"/>
                  <a:pt x="969440" y="63010"/>
                </a:cubicBezTo>
                <a:cubicBezTo>
                  <a:pt x="967135" y="66555"/>
                  <a:pt x="965857" y="72598"/>
                  <a:pt x="965608" y="81139"/>
                </a:cubicBezTo>
                <a:moveTo>
                  <a:pt x="1014217" y="109151"/>
                </a:moveTo>
                <a:cubicBezTo>
                  <a:pt x="1016148" y="109151"/>
                  <a:pt x="1017114" y="111121"/>
                  <a:pt x="1017114" y="115060"/>
                </a:cubicBezTo>
                <a:cubicBezTo>
                  <a:pt x="1007642" y="128841"/>
                  <a:pt x="995708" y="135731"/>
                  <a:pt x="981312" y="135731"/>
                </a:cubicBezTo>
                <a:cubicBezTo>
                  <a:pt x="968786" y="135731"/>
                  <a:pt x="959033" y="132547"/>
                  <a:pt x="952053" y="126178"/>
                </a:cubicBezTo>
                <a:cubicBezTo>
                  <a:pt x="943890" y="118749"/>
                  <a:pt x="939808" y="108635"/>
                  <a:pt x="939808" y="95836"/>
                </a:cubicBezTo>
                <a:cubicBezTo>
                  <a:pt x="939808" y="81933"/>
                  <a:pt x="944108" y="70617"/>
                  <a:pt x="952708" y="61889"/>
                </a:cubicBezTo>
                <a:cubicBezTo>
                  <a:pt x="961308" y="53160"/>
                  <a:pt x="971030" y="48796"/>
                  <a:pt x="981873" y="48796"/>
                </a:cubicBezTo>
                <a:cubicBezTo>
                  <a:pt x="988666" y="48796"/>
                  <a:pt x="994415" y="49777"/>
                  <a:pt x="999120" y="51740"/>
                </a:cubicBezTo>
                <a:cubicBezTo>
                  <a:pt x="1003825" y="53703"/>
                  <a:pt x="1007361" y="56414"/>
                  <a:pt x="1009730" y="59873"/>
                </a:cubicBezTo>
                <a:cubicBezTo>
                  <a:pt x="1012098" y="63332"/>
                  <a:pt x="1013796" y="66915"/>
                  <a:pt x="1014824" y="70623"/>
                </a:cubicBezTo>
                <a:cubicBezTo>
                  <a:pt x="1015852" y="74331"/>
                  <a:pt x="1016367" y="78397"/>
                  <a:pt x="1016367" y="82822"/>
                </a:cubicBezTo>
                <a:cubicBezTo>
                  <a:pt x="1016367" y="86748"/>
                  <a:pt x="1014528" y="88742"/>
                  <a:pt x="1010851" y="88805"/>
                </a:cubicBezTo>
                <a:lnTo>
                  <a:pt x="964860" y="88805"/>
                </a:lnTo>
                <a:cubicBezTo>
                  <a:pt x="964860" y="89054"/>
                  <a:pt x="964829" y="89491"/>
                  <a:pt x="964766" y="90116"/>
                </a:cubicBezTo>
                <a:cubicBezTo>
                  <a:pt x="964704" y="90741"/>
                  <a:pt x="964673" y="91304"/>
                  <a:pt x="964673" y="91805"/>
                </a:cubicBezTo>
                <a:cubicBezTo>
                  <a:pt x="964673" y="100995"/>
                  <a:pt x="966776" y="107871"/>
                  <a:pt x="970983" y="112434"/>
                </a:cubicBezTo>
                <a:cubicBezTo>
                  <a:pt x="975189" y="116997"/>
                  <a:pt x="981125" y="119279"/>
                  <a:pt x="988790" y="119279"/>
                </a:cubicBezTo>
                <a:cubicBezTo>
                  <a:pt x="999135" y="119341"/>
                  <a:pt x="1007611" y="115965"/>
                  <a:pt x="1014217" y="109151"/>
                </a:cubicBezTo>
                <a:close/>
                <a:moveTo>
                  <a:pt x="1143993" y="115592"/>
                </a:moveTo>
                <a:cubicBezTo>
                  <a:pt x="1143993" y="115027"/>
                  <a:pt x="1143977" y="114479"/>
                  <a:pt x="1143946" y="113947"/>
                </a:cubicBezTo>
                <a:cubicBezTo>
                  <a:pt x="1143915" y="113414"/>
                  <a:pt x="1143899" y="112881"/>
                  <a:pt x="1143899" y="112349"/>
                </a:cubicBezTo>
                <a:cubicBezTo>
                  <a:pt x="1143899" y="111816"/>
                  <a:pt x="1143899" y="111267"/>
                  <a:pt x="1143899" y="110702"/>
                </a:cubicBezTo>
                <a:lnTo>
                  <a:pt x="1143899" y="63323"/>
                </a:lnTo>
                <a:cubicBezTo>
                  <a:pt x="1141780" y="60441"/>
                  <a:pt x="1139615" y="58577"/>
                  <a:pt x="1137402" y="57732"/>
                </a:cubicBezTo>
                <a:cubicBezTo>
                  <a:pt x="1135190" y="56885"/>
                  <a:pt x="1132557" y="56461"/>
                  <a:pt x="1129504" y="56461"/>
                </a:cubicBezTo>
                <a:cubicBezTo>
                  <a:pt x="1123396" y="56461"/>
                  <a:pt x="1118691" y="59219"/>
                  <a:pt x="1115388" y="64734"/>
                </a:cubicBezTo>
                <a:cubicBezTo>
                  <a:pt x="1112210" y="69998"/>
                  <a:pt x="1110590" y="78333"/>
                  <a:pt x="1110527" y="89739"/>
                </a:cubicBezTo>
                <a:cubicBezTo>
                  <a:pt x="1110527" y="100519"/>
                  <a:pt x="1112132" y="108760"/>
                  <a:pt x="1115342" y="114464"/>
                </a:cubicBezTo>
                <a:cubicBezTo>
                  <a:pt x="1118551" y="120167"/>
                  <a:pt x="1122648" y="123018"/>
                  <a:pt x="1127634" y="123018"/>
                </a:cubicBezTo>
                <a:cubicBezTo>
                  <a:pt x="1128195" y="123018"/>
                  <a:pt x="1129176" y="122783"/>
                  <a:pt x="1130579" y="122314"/>
                </a:cubicBezTo>
                <a:cubicBezTo>
                  <a:pt x="1131981" y="121842"/>
                  <a:pt x="1133492" y="121246"/>
                  <a:pt x="1135112" y="120526"/>
                </a:cubicBezTo>
                <a:cubicBezTo>
                  <a:pt x="1136733" y="119805"/>
                  <a:pt x="1138384" y="118991"/>
                  <a:pt x="1140067" y="118084"/>
                </a:cubicBezTo>
                <a:cubicBezTo>
                  <a:pt x="1141749" y="117174"/>
                  <a:pt x="1143058" y="116344"/>
                  <a:pt x="1143993" y="115592"/>
                </a:cubicBezTo>
                <a:moveTo>
                  <a:pt x="1144554" y="124607"/>
                </a:moveTo>
                <a:lnTo>
                  <a:pt x="1142964" y="124607"/>
                </a:lnTo>
                <a:cubicBezTo>
                  <a:pt x="1139786" y="126806"/>
                  <a:pt x="1135673" y="129210"/>
                  <a:pt x="1130625" y="131819"/>
                </a:cubicBezTo>
                <a:cubicBezTo>
                  <a:pt x="1125577" y="134427"/>
                  <a:pt x="1121901" y="135731"/>
                  <a:pt x="1119595" y="135731"/>
                </a:cubicBezTo>
                <a:cubicBezTo>
                  <a:pt x="1114609" y="135731"/>
                  <a:pt x="1110590" y="135135"/>
                  <a:pt x="1107536" y="133943"/>
                </a:cubicBezTo>
                <a:cubicBezTo>
                  <a:pt x="1104482" y="132751"/>
                  <a:pt x="1101024" y="130651"/>
                  <a:pt x="1097160" y="127642"/>
                </a:cubicBezTo>
                <a:cubicBezTo>
                  <a:pt x="1092673" y="124193"/>
                  <a:pt x="1089323" y="119553"/>
                  <a:pt x="1087111" y="113722"/>
                </a:cubicBezTo>
                <a:cubicBezTo>
                  <a:pt x="1084899" y="107890"/>
                  <a:pt x="1083793" y="101869"/>
                  <a:pt x="1083793" y="95661"/>
                </a:cubicBezTo>
                <a:cubicBezTo>
                  <a:pt x="1083793" y="83051"/>
                  <a:pt x="1088420" y="72087"/>
                  <a:pt x="1097674" y="62771"/>
                </a:cubicBezTo>
                <a:cubicBezTo>
                  <a:pt x="1106928" y="53454"/>
                  <a:pt x="1117725" y="48796"/>
                  <a:pt x="1130064" y="48796"/>
                </a:cubicBezTo>
                <a:cubicBezTo>
                  <a:pt x="1135175" y="48796"/>
                  <a:pt x="1139786" y="49512"/>
                  <a:pt x="1143899" y="50946"/>
                </a:cubicBezTo>
                <a:lnTo>
                  <a:pt x="1143899" y="25873"/>
                </a:lnTo>
                <a:cubicBezTo>
                  <a:pt x="1143899" y="19359"/>
                  <a:pt x="1143260" y="15460"/>
                  <a:pt x="1141983" y="14177"/>
                </a:cubicBezTo>
                <a:cubicBezTo>
                  <a:pt x="1140705" y="12891"/>
                  <a:pt x="1137013" y="11967"/>
                  <a:pt x="1130906" y="11404"/>
                </a:cubicBezTo>
                <a:cubicBezTo>
                  <a:pt x="1129909" y="9572"/>
                  <a:pt x="1129690" y="7391"/>
                  <a:pt x="1130251" y="4861"/>
                </a:cubicBezTo>
                <a:cubicBezTo>
                  <a:pt x="1146080" y="4261"/>
                  <a:pt x="1158077" y="2641"/>
                  <a:pt x="1166241" y="0"/>
                </a:cubicBezTo>
                <a:cubicBezTo>
                  <a:pt x="1168297" y="0"/>
                  <a:pt x="1169325" y="810"/>
                  <a:pt x="1169325" y="2430"/>
                </a:cubicBezTo>
                <a:cubicBezTo>
                  <a:pt x="1168951" y="7174"/>
                  <a:pt x="1168765" y="13697"/>
                  <a:pt x="1168765" y="21997"/>
                </a:cubicBezTo>
                <a:lnTo>
                  <a:pt x="1168765" y="108318"/>
                </a:lnTo>
                <a:cubicBezTo>
                  <a:pt x="1168765" y="113810"/>
                  <a:pt x="1169559" y="117539"/>
                  <a:pt x="1171148" y="119506"/>
                </a:cubicBezTo>
                <a:cubicBezTo>
                  <a:pt x="1172737" y="121473"/>
                  <a:pt x="1176087" y="122706"/>
                  <a:pt x="1181197" y="123205"/>
                </a:cubicBezTo>
                <a:cubicBezTo>
                  <a:pt x="1181945" y="125635"/>
                  <a:pt x="1182070" y="127692"/>
                  <a:pt x="1181571" y="129374"/>
                </a:cubicBezTo>
                <a:cubicBezTo>
                  <a:pt x="1170728" y="130829"/>
                  <a:pt x="1160133" y="132948"/>
                  <a:pt x="1149788" y="135731"/>
                </a:cubicBezTo>
                <a:cubicBezTo>
                  <a:pt x="1146984" y="135731"/>
                  <a:pt x="1145520" y="134663"/>
                  <a:pt x="1145395" y="132526"/>
                </a:cubicBezTo>
                <a:cubicBezTo>
                  <a:pt x="1145083" y="130263"/>
                  <a:pt x="1144803" y="127623"/>
                  <a:pt x="1144554" y="124607"/>
                </a:cubicBezTo>
                <a:close/>
                <a:moveTo>
                  <a:pt x="1216610" y="81139"/>
                </a:moveTo>
                <a:lnTo>
                  <a:pt x="1242690" y="81139"/>
                </a:lnTo>
                <a:cubicBezTo>
                  <a:pt x="1242940" y="80886"/>
                  <a:pt x="1243064" y="79526"/>
                  <a:pt x="1243064" y="77058"/>
                </a:cubicBezTo>
                <a:cubicBezTo>
                  <a:pt x="1243064" y="70034"/>
                  <a:pt x="1241818" y="64845"/>
                  <a:pt x="1239325" y="61491"/>
                </a:cubicBezTo>
                <a:cubicBezTo>
                  <a:pt x="1236832" y="58138"/>
                  <a:pt x="1233997" y="56461"/>
                  <a:pt x="1230819" y="56461"/>
                </a:cubicBezTo>
                <a:cubicBezTo>
                  <a:pt x="1229385" y="56461"/>
                  <a:pt x="1227656" y="57046"/>
                  <a:pt x="1225631" y="58217"/>
                </a:cubicBezTo>
                <a:cubicBezTo>
                  <a:pt x="1223605" y="59387"/>
                  <a:pt x="1221876" y="60985"/>
                  <a:pt x="1220443" y="63010"/>
                </a:cubicBezTo>
                <a:cubicBezTo>
                  <a:pt x="1218137" y="66555"/>
                  <a:pt x="1216859" y="72598"/>
                  <a:pt x="1216610" y="81139"/>
                </a:cubicBezTo>
                <a:moveTo>
                  <a:pt x="1265219" y="109151"/>
                </a:moveTo>
                <a:cubicBezTo>
                  <a:pt x="1267151" y="109151"/>
                  <a:pt x="1268117" y="111121"/>
                  <a:pt x="1268117" y="115060"/>
                </a:cubicBezTo>
                <a:cubicBezTo>
                  <a:pt x="1258644" y="128841"/>
                  <a:pt x="1246710" y="135731"/>
                  <a:pt x="1232314" y="135731"/>
                </a:cubicBezTo>
                <a:cubicBezTo>
                  <a:pt x="1219788" y="135731"/>
                  <a:pt x="1210035" y="132547"/>
                  <a:pt x="1203056" y="126178"/>
                </a:cubicBezTo>
                <a:cubicBezTo>
                  <a:pt x="1194892" y="118749"/>
                  <a:pt x="1190810" y="108635"/>
                  <a:pt x="1190810" y="95836"/>
                </a:cubicBezTo>
                <a:cubicBezTo>
                  <a:pt x="1190810" y="81933"/>
                  <a:pt x="1195110" y="70617"/>
                  <a:pt x="1203710" y="61889"/>
                </a:cubicBezTo>
                <a:cubicBezTo>
                  <a:pt x="1212310" y="53160"/>
                  <a:pt x="1222032" y="48796"/>
                  <a:pt x="1232875" y="48796"/>
                </a:cubicBezTo>
                <a:cubicBezTo>
                  <a:pt x="1239668" y="48796"/>
                  <a:pt x="1245417" y="49777"/>
                  <a:pt x="1250122" y="51740"/>
                </a:cubicBezTo>
                <a:cubicBezTo>
                  <a:pt x="1254827" y="53703"/>
                  <a:pt x="1258364" y="56414"/>
                  <a:pt x="1260732" y="59873"/>
                </a:cubicBezTo>
                <a:cubicBezTo>
                  <a:pt x="1263100" y="63332"/>
                  <a:pt x="1264798" y="66915"/>
                  <a:pt x="1265826" y="70623"/>
                </a:cubicBezTo>
                <a:cubicBezTo>
                  <a:pt x="1266855" y="74331"/>
                  <a:pt x="1267369" y="78397"/>
                  <a:pt x="1267369" y="82822"/>
                </a:cubicBezTo>
                <a:cubicBezTo>
                  <a:pt x="1267369" y="86748"/>
                  <a:pt x="1265530" y="88742"/>
                  <a:pt x="1261854" y="88805"/>
                </a:cubicBezTo>
                <a:lnTo>
                  <a:pt x="1215862" y="88805"/>
                </a:lnTo>
                <a:cubicBezTo>
                  <a:pt x="1215862" y="89054"/>
                  <a:pt x="1215831" y="89491"/>
                  <a:pt x="1215769" y="90116"/>
                </a:cubicBezTo>
                <a:cubicBezTo>
                  <a:pt x="1215706" y="90741"/>
                  <a:pt x="1215675" y="91304"/>
                  <a:pt x="1215675" y="91805"/>
                </a:cubicBezTo>
                <a:cubicBezTo>
                  <a:pt x="1215675" y="100995"/>
                  <a:pt x="1217778" y="107871"/>
                  <a:pt x="1221985" y="112434"/>
                </a:cubicBezTo>
                <a:cubicBezTo>
                  <a:pt x="1226191" y="116997"/>
                  <a:pt x="1232127" y="119279"/>
                  <a:pt x="1239793" y="119279"/>
                </a:cubicBezTo>
                <a:cubicBezTo>
                  <a:pt x="1250138" y="119341"/>
                  <a:pt x="1258613" y="115965"/>
                  <a:pt x="1265219" y="109151"/>
                </a:cubicBezTo>
                <a:close/>
                <a:moveTo>
                  <a:pt x="1289017" y="50665"/>
                </a:moveTo>
                <a:lnTo>
                  <a:pt x="1294345" y="50665"/>
                </a:lnTo>
                <a:cubicBezTo>
                  <a:pt x="1294345" y="37806"/>
                  <a:pt x="1295061" y="30445"/>
                  <a:pt x="1296495" y="28581"/>
                </a:cubicBezTo>
                <a:cubicBezTo>
                  <a:pt x="1296869" y="28084"/>
                  <a:pt x="1297632" y="27588"/>
                  <a:pt x="1298785" y="27091"/>
                </a:cubicBezTo>
                <a:cubicBezTo>
                  <a:pt x="1299938" y="26593"/>
                  <a:pt x="1301356" y="26080"/>
                  <a:pt x="1303038" y="25552"/>
                </a:cubicBezTo>
                <a:cubicBezTo>
                  <a:pt x="1304721" y="25024"/>
                  <a:pt x="1305905" y="24604"/>
                  <a:pt x="1306590" y="24293"/>
                </a:cubicBezTo>
                <a:cubicBezTo>
                  <a:pt x="1308086" y="23671"/>
                  <a:pt x="1310221" y="22958"/>
                  <a:pt x="1312994" y="22151"/>
                </a:cubicBezTo>
                <a:cubicBezTo>
                  <a:pt x="1315767" y="21343"/>
                  <a:pt x="1317496" y="20939"/>
                  <a:pt x="1318182" y="20939"/>
                </a:cubicBezTo>
                <a:cubicBezTo>
                  <a:pt x="1319179" y="20939"/>
                  <a:pt x="1319677" y="21498"/>
                  <a:pt x="1319677" y="22616"/>
                </a:cubicBezTo>
                <a:cubicBezTo>
                  <a:pt x="1319304" y="28581"/>
                  <a:pt x="1318961" y="35788"/>
                  <a:pt x="1318649" y="44236"/>
                </a:cubicBezTo>
                <a:lnTo>
                  <a:pt x="1318462" y="50665"/>
                </a:lnTo>
                <a:lnTo>
                  <a:pt x="1340897" y="50665"/>
                </a:lnTo>
                <a:cubicBezTo>
                  <a:pt x="1341894" y="50665"/>
                  <a:pt x="1342393" y="51043"/>
                  <a:pt x="1342393" y="51799"/>
                </a:cubicBezTo>
                <a:lnTo>
                  <a:pt x="1342393" y="57840"/>
                </a:lnTo>
                <a:cubicBezTo>
                  <a:pt x="1342393" y="59538"/>
                  <a:pt x="1340866" y="60387"/>
                  <a:pt x="1337812" y="60387"/>
                </a:cubicBezTo>
                <a:lnTo>
                  <a:pt x="1318462" y="60387"/>
                </a:lnTo>
                <a:cubicBezTo>
                  <a:pt x="1318462" y="67542"/>
                  <a:pt x="1318493" y="76907"/>
                  <a:pt x="1318556" y="88480"/>
                </a:cubicBezTo>
                <a:cubicBezTo>
                  <a:pt x="1318618" y="100054"/>
                  <a:pt x="1318649" y="107055"/>
                  <a:pt x="1318649" y="109484"/>
                </a:cubicBezTo>
                <a:cubicBezTo>
                  <a:pt x="1318649" y="113963"/>
                  <a:pt x="1319459" y="117214"/>
                  <a:pt x="1321080" y="119238"/>
                </a:cubicBezTo>
                <a:cubicBezTo>
                  <a:pt x="1322700" y="121259"/>
                  <a:pt x="1324725" y="122270"/>
                  <a:pt x="1327156" y="122270"/>
                </a:cubicBezTo>
                <a:cubicBezTo>
                  <a:pt x="1332141" y="122270"/>
                  <a:pt x="1335756" y="121367"/>
                  <a:pt x="1337999" y="119562"/>
                </a:cubicBezTo>
                <a:cubicBezTo>
                  <a:pt x="1340305" y="121500"/>
                  <a:pt x="1341458" y="123312"/>
                  <a:pt x="1341458" y="124998"/>
                </a:cubicBezTo>
                <a:cubicBezTo>
                  <a:pt x="1339401" y="127822"/>
                  <a:pt x="1335834" y="130317"/>
                  <a:pt x="1330755" y="132482"/>
                </a:cubicBezTo>
                <a:cubicBezTo>
                  <a:pt x="1325676" y="134648"/>
                  <a:pt x="1320581" y="135731"/>
                  <a:pt x="1315471" y="135731"/>
                </a:cubicBezTo>
                <a:cubicBezTo>
                  <a:pt x="1309114" y="135731"/>
                  <a:pt x="1303817" y="133955"/>
                  <a:pt x="1299580" y="130402"/>
                </a:cubicBezTo>
                <a:cubicBezTo>
                  <a:pt x="1295778" y="127100"/>
                  <a:pt x="1293846" y="121553"/>
                  <a:pt x="1293784" y="113763"/>
                </a:cubicBezTo>
                <a:cubicBezTo>
                  <a:pt x="1293784" y="94881"/>
                  <a:pt x="1293971" y="77089"/>
                  <a:pt x="1294345" y="60387"/>
                </a:cubicBezTo>
                <a:lnTo>
                  <a:pt x="1281912" y="60387"/>
                </a:lnTo>
                <a:cubicBezTo>
                  <a:pt x="1281289" y="60387"/>
                  <a:pt x="1280977" y="59978"/>
                  <a:pt x="1280977" y="59160"/>
                </a:cubicBezTo>
                <a:lnTo>
                  <a:pt x="1280977" y="53592"/>
                </a:lnTo>
                <a:cubicBezTo>
                  <a:pt x="1283159" y="51641"/>
                  <a:pt x="1285838" y="50665"/>
                  <a:pt x="1289017" y="50665"/>
                </a:cubicBezTo>
                <a:close/>
                <a:moveTo>
                  <a:pt x="1378016" y="81139"/>
                </a:moveTo>
                <a:lnTo>
                  <a:pt x="1404097" y="81139"/>
                </a:lnTo>
                <a:cubicBezTo>
                  <a:pt x="1404346" y="80886"/>
                  <a:pt x="1404471" y="79526"/>
                  <a:pt x="1404471" y="77058"/>
                </a:cubicBezTo>
                <a:cubicBezTo>
                  <a:pt x="1404471" y="70034"/>
                  <a:pt x="1403224" y="64845"/>
                  <a:pt x="1400732" y="61491"/>
                </a:cubicBezTo>
                <a:cubicBezTo>
                  <a:pt x="1398239" y="58138"/>
                  <a:pt x="1395403" y="56461"/>
                  <a:pt x="1392225" y="56461"/>
                </a:cubicBezTo>
                <a:cubicBezTo>
                  <a:pt x="1390792" y="56461"/>
                  <a:pt x="1389062" y="57046"/>
                  <a:pt x="1387037" y="58217"/>
                </a:cubicBezTo>
                <a:cubicBezTo>
                  <a:pt x="1385012" y="59387"/>
                  <a:pt x="1383282" y="60985"/>
                  <a:pt x="1381849" y="63010"/>
                </a:cubicBezTo>
                <a:cubicBezTo>
                  <a:pt x="1379543" y="66555"/>
                  <a:pt x="1378266" y="72598"/>
                  <a:pt x="1378016" y="81139"/>
                </a:cubicBezTo>
                <a:moveTo>
                  <a:pt x="1426625" y="109151"/>
                </a:moveTo>
                <a:cubicBezTo>
                  <a:pt x="1428557" y="109151"/>
                  <a:pt x="1429523" y="111121"/>
                  <a:pt x="1429523" y="115060"/>
                </a:cubicBezTo>
                <a:cubicBezTo>
                  <a:pt x="1420051" y="128841"/>
                  <a:pt x="1408116" y="135731"/>
                  <a:pt x="1393721" y="135731"/>
                </a:cubicBezTo>
                <a:cubicBezTo>
                  <a:pt x="1381195" y="135731"/>
                  <a:pt x="1371442" y="132547"/>
                  <a:pt x="1364462" y="126178"/>
                </a:cubicBezTo>
                <a:cubicBezTo>
                  <a:pt x="1356298" y="118749"/>
                  <a:pt x="1352216" y="108635"/>
                  <a:pt x="1352216" y="95836"/>
                </a:cubicBezTo>
                <a:cubicBezTo>
                  <a:pt x="1352216" y="81933"/>
                  <a:pt x="1356516" y="70617"/>
                  <a:pt x="1365116" y="61889"/>
                </a:cubicBezTo>
                <a:cubicBezTo>
                  <a:pt x="1373716" y="53160"/>
                  <a:pt x="1383438" y="48796"/>
                  <a:pt x="1394282" y="48796"/>
                </a:cubicBezTo>
                <a:cubicBezTo>
                  <a:pt x="1401074" y="48796"/>
                  <a:pt x="1406823" y="49777"/>
                  <a:pt x="1411528" y="51740"/>
                </a:cubicBezTo>
                <a:cubicBezTo>
                  <a:pt x="1416234" y="53703"/>
                  <a:pt x="1419770" y="56414"/>
                  <a:pt x="1422138" y="59873"/>
                </a:cubicBezTo>
                <a:cubicBezTo>
                  <a:pt x="1424506" y="63332"/>
                  <a:pt x="1426205" y="66915"/>
                  <a:pt x="1427233" y="70623"/>
                </a:cubicBezTo>
                <a:cubicBezTo>
                  <a:pt x="1428261" y="74331"/>
                  <a:pt x="1428775" y="78397"/>
                  <a:pt x="1428775" y="82822"/>
                </a:cubicBezTo>
                <a:cubicBezTo>
                  <a:pt x="1428775" y="86748"/>
                  <a:pt x="1426937" y="88742"/>
                  <a:pt x="1423260" y="88805"/>
                </a:cubicBezTo>
                <a:lnTo>
                  <a:pt x="1377269" y="88805"/>
                </a:lnTo>
                <a:cubicBezTo>
                  <a:pt x="1377269" y="89054"/>
                  <a:pt x="1377237" y="89491"/>
                  <a:pt x="1377175" y="90116"/>
                </a:cubicBezTo>
                <a:cubicBezTo>
                  <a:pt x="1377113" y="90741"/>
                  <a:pt x="1377082" y="91304"/>
                  <a:pt x="1377082" y="91805"/>
                </a:cubicBezTo>
                <a:cubicBezTo>
                  <a:pt x="1377082" y="100995"/>
                  <a:pt x="1379185" y="107871"/>
                  <a:pt x="1383391" y="112434"/>
                </a:cubicBezTo>
                <a:cubicBezTo>
                  <a:pt x="1387598" y="116997"/>
                  <a:pt x="1393534" y="119279"/>
                  <a:pt x="1401199" y="119279"/>
                </a:cubicBezTo>
                <a:cubicBezTo>
                  <a:pt x="1411544" y="119341"/>
                  <a:pt x="1420019" y="115965"/>
                  <a:pt x="1426625" y="109151"/>
                </a:cubicBezTo>
                <a:close/>
                <a:moveTo>
                  <a:pt x="1518153" y="117099"/>
                </a:moveTo>
                <a:cubicBezTo>
                  <a:pt x="1514476" y="122494"/>
                  <a:pt x="1509631" y="126948"/>
                  <a:pt x="1503617" y="130461"/>
                </a:cubicBezTo>
                <a:cubicBezTo>
                  <a:pt x="1497603" y="133974"/>
                  <a:pt x="1491792" y="135731"/>
                  <a:pt x="1486184" y="135731"/>
                </a:cubicBezTo>
                <a:cubicBezTo>
                  <a:pt x="1473284" y="135731"/>
                  <a:pt x="1463344" y="132407"/>
                  <a:pt x="1456364" y="125761"/>
                </a:cubicBezTo>
                <a:cubicBezTo>
                  <a:pt x="1448449" y="118300"/>
                  <a:pt x="1444492" y="108080"/>
                  <a:pt x="1444492" y="95100"/>
                </a:cubicBezTo>
                <a:cubicBezTo>
                  <a:pt x="1444492" y="81374"/>
                  <a:pt x="1448636" y="70226"/>
                  <a:pt x="1456925" y="61655"/>
                </a:cubicBezTo>
                <a:cubicBezTo>
                  <a:pt x="1465213" y="53082"/>
                  <a:pt x="1475215" y="48796"/>
                  <a:pt x="1486931" y="48796"/>
                </a:cubicBezTo>
                <a:cubicBezTo>
                  <a:pt x="1496653" y="48796"/>
                  <a:pt x="1504287" y="50893"/>
                  <a:pt x="1509834" y="55088"/>
                </a:cubicBezTo>
                <a:cubicBezTo>
                  <a:pt x="1515380" y="59281"/>
                  <a:pt x="1518153" y="63800"/>
                  <a:pt x="1518153" y="68645"/>
                </a:cubicBezTo>
                <a:cubicBezTo>
                  <a:pt x="1518153" y="71689"/>
                  <a:pt x="1517172" y="74221"/>
                  <a:pt x="1515209" y="76240"/>
                </a:cubicBezTo>
                <a:cubicBezTo>
                  <a:pt x="1513246" y="78260"/>
                  <a:pt x="1510722" y="79270"/>
                  <a:pt x="1507637" y="79270"/>
                </a:cubicBezTo>
                <a:cubicBezTo>
                  <a:pt x="1504552" y="79270"/>
                  <a:pt x="1501872" y="78402"/>
                  <a:pt x="1499598" y="76667"/>
                </a:cubicBezTo>
                <a:cubicBezTo>
                  <a:pt x="1497323" y="74932"/>
                  <a:pt x="1496061" y="72771"/>
                  <a:pt x="1495812" y="70185"/>
                </a:cubicBezTo>
                <a:cubicBezTo>
                  <a:pt x="1495438" y="66461"/>
                  <a:pt x="1494378" y="63243"/>
                  <a:pt x="1492634" y="60530"/>
                </a:cubicBezTo>
                <a:cubicBezTo>
                  <a:pt x="1490889" y="57817"/>
                  <a:pt x="1488427" y="56461"/>
                  <a:pt x="1485249" y="56461"/>
                </a:cubicBezTo>
                <a:cubicBezTo>
                  <a:pt x="1474655" y="56461"/>
                  <a:pt x="1469357" y="67116"/>
                  <a:pt x="1469357" y="88425"/>
                </a:cubicBezTo>
                <a:cubicBezTo>
                  <a:pt x="1469357" y="98579"/>
                  <a:pt x="1471944" y="106727"/>
                  <a:pt x="1477116" y="112869"/>
                </a:cubicBezTo>
                <a:cubicBezTo>
                  <a:pt x="1482289" y="119012"/>
                  <a:pt x="1488583" y="122083"/>
                  <a:pt x="1495999" y="122083"/>
                </a:cubicBezTo>
                <a:cubicBezTo>
                  <a:pt x="1501234" y="122083"/>
                  <a:pt x="1507808" y="118417"/>
                  <a:pt x="1515723" y="111085"/>
                </a:cubicBezTo>
                <a:cubicBezTo>
                  <a:pt x="1517343" y="111147"/>
                  <a:pt x="1518153" y="113152"/>
                  <a:pt x="1518153" y="117099"/>
                </a:cubicBezTo>
                <a:close/>
                <a:moveTo>
                  <a:pt x="1536362" y="50665"/>
                </a:moveTo>
                <a:lnTo>
                  <a:pt x="1541690" y="50665"/>
                </a:lnTo>
                <a:cubicBezTo>
                  <a:pt x="1541690" y="37806"/>
                  <a:pt x="1542407" y="30445"/>
                  <a:pt x="1543840" y="28581"/>
                </a:cubicBezTo>
                <a:cubicBezTo>
                  <a:pt x="1544214" y="28084"/>
                  <a:pt x="1544977" y="27588"/>
                  <a:pt x="1546130" y="27091"/>
                </a:cubicBezTo>
                <a:cubicBezTo>
                  <a:pt x="1547283" y="26593"/>
                  <a:pt x="1548701" y="26080"/>
                  <a:pt x="1550383" y="25552"/>
                </a:cubicBezTo>
                <a:cubicBezTo>
                  <a:pt x="1552066" y="25024"/>
                  <a:pt x="1553250" y="24604"/>
                  <a:pt x="1553936" y="24293"/>
                </a:cubicBezTo>
                <a:cubicBezTo>
                  <a:pt x="1555431" y="23671"/>
                  <a:pt x="1557566" y="22958"/>
                  <a:pt x="1560339" y="22151"/>
                </a:cubicBezTo>
                <a:cubicBezTo>
                  <a:pt x="1563112" y="21343"/>
                  <a:pt x="1564841" y="20939"/>
                  <a:pt x="1565527" y="20939"/>
                </a:cubicBezTo>
                <a:cubicBezTo>
                  <a:pt x="1566524" y="20939"/>
                  <a:pt x="1567023" y="21498"/>
                  <a:pt x="1567023" y="22616"/>
                </a:cubicBezTo>
                <a:cubicBezTo>
                  <a:pt x="1566649" y="28581"/>
                  <a:pt x="1566306" y="35788"/>
                  <a:pt x="1565994" y="44236"/>
                </a:cubicBezTo>
                <a:lnTo>
                  <a:pt x="1565807" y="50665"/>
                </a:lnTo>
                <a:lnTo>
                  <a:pt x="1588242" y="50665"/>
                </a:lnTo>
                <a:cubicBezTo>
                  <a:pt x="1589239" y="50665"/>
                  <a:pt x="1589738" y="51043"/>
                  <a:pt x="1589738" y="51799"/>
                </a:cubicBezTo>
                <a:lnTo>
                  <a:pt x="1589738" y="57840"/>
                </a:lnTo>
                <a:cubicBezTo>
                  <a:pt x="1589738" y="59538"/>
                  <a:pt x="1588211" y="60387"/>
                  <a:pt x="1585157" y="60387"/>
                </a:cubicBezTo>
                <a:lnTo>
                  <a:pt x="1565807" y="60387"/>
                </a:lnTo>
                <a:cubicBezTo>
                  <a:pt x="1565807" y="67542"/>
                  <a:pt x="1565839" y="76907"/>
                  <a:pt x="1565901" y="88480"/>
                </a:cubicBezTo>
                <a:cubicBezTo>
                  <a:pt x="1565963" y="100054"/>
                  <a:pt x="1565994" y="107055"/>
                  <a:pt x="1565994" y="109484"/>
                </a:cubicBezTo>
                <a:cubicBezTo>
                  <a:pt x="1565994" y="113963"/>
                  <a:pt x="1566805" y="117214"/>
                  <a:pt x="1568425" y="119238"/>
                </a:cubicBezTo>
                <a:cubicBezTo>
                  <a:pt x="1570045" y="121259"/>
                  <a:pt x="1572071" y="122270"/>
                  <a:pt x="1574501" y="122270"/>
                </a:cubicBezTo>
                <a:cubicBezTo>
                  <a:pt x="1579486" y="122270"/>
                  <a:pt x="1583101" y="121367"/>
                  <a:pt x="1585344" y="119562"/>
                </a:cubicBezTo>
                <a:cubicBezTo>
                  <a:pt x="1587650" y="121500"/>
                  <a:pt x="1588803" y="123312"/>
                  <a:pt x="1588803" y="124998"/>
                </a:cubicBezTo>
                <a:cubicBezTo>
                  <a:pt x="1586747" y="127822"/>
                  <a:pt x="1583179" y="130317"/>
                  <a:pt x="1578100" y="132482"/>
                </a:cubicBezTo>
                <a:cubicBezTo>
                  <a:pt x="1573021" y="134648"/>
                  <a:pt x="1567926" y="135731"/>
                  <a:pt x="1562816" y="135731"/>
                </a:cubicBezTo>
                <a:cubicBezTo>
                  <a:pt x="1556460" y="135731"/>
                  <a:pt x="1551162" y="133955"/>
                  <a:pt x="1546925" y="130402"/>
                </a:cubicBezTo>
                <a:cubicBezTo>
                  <a:pt x="1543123" y="127100"/>
                  <a:pt x="1541191" y="121553"/>
                  <a:pt x="1541129" y="113763"/>
                </a:cubicBezTo>
                <a:cubicBezTo>
                  <a:pt x="1541129" y="94881"/>
                  <a:pt x="1541316" y="77089"/>
                  <a:pt x="1541690" y="60387"/>
                </a:cubicBezTo>
                <a:lnTo>
                  <a:pt x="1529257" y="60387"/>
                </a:lnTo>
                <a:cubicBezTo>
                  <a:pt x="1528634" y="60387"/>
                  <a:pt x="1528323" y="59978"/>
                  <a:pt x="1528323" y="59160"/>
                </a:cubicBezTo>
                <a:lnTo>
                  <a:pt x="1528323" y="53592"/>
                </a:lnTo>
                <a:cubicBezTo>
                  <a:pt x="1530504" y="51641"/>
                  <a:pt x="1533183" y="50665"/>
                  <a:pt x="1536362" y="50665"/>
                </a:cubicBezTo>
                <a:close/>
                <a:moveTo>
                  <a:pt x="1636859" y="110448"/>
                </a:moveTo>
                <a:cubicBezTo>
                  <a:pt x="1636859" y="118132"/>
                  <a:pt x="1637623" y="122835"/>
                  <a:pt x="1639149" y="124554"/>
                </a:cubicBezTo>
                <a:cubicBezTo>
                  <a:pt x="1640676" y="126272"/>
                  <a:pt x="1644524" y="127318"/>
                  <a:pt x="1650694" y="127692"/>
                </a:cubicBezTo>
                <a:cubicBezTo>
                  <a:pt x="1651193" y="128190"/>
                  <a:pt x="1651442" y="129281"/>
                  <a:pt x="1651442" y="130963"/>
                </a:cubicBezTo>
                <a:cubicBezTo>
                  <a:pt x="1651442" y="132646"/>
                  <a:pt x="1651193" y="133737"/>
                  <a:pt x="1650694" y="134235"/>
                </a:cubicBezTo>
                <a:cubicBezTo>
                  <a:pt x="1639726" y="133986"/>
                  <a:pt x="1630970" y="133861"/>
                  <a:pt x="1624427" y="133861"/>
                </a:cubicBezTo>
                <a:cubicBezTo>
                  <a:pt x="1617634" y="133861"/>
                  <a:pt x="1608878" y="133986"/>
                  <a:pt x="1598159" y="134235"/>
                </a:cubicBezTo>
                <a:cubicBezTo>
                  <a:pt x="1597661" y="133737"/>
                  <a:pt x="1597411" y="132662"/>
                  <a:pt x="1597411" y="131010"/>
                </a:cubicBezTo>
                <a:cubicBezTo>
                  <a:pt x="1597411" y="129359"/>
                  <a:pt x="1597661" y="128252"/>
                  <a:pt x="1598159" y="127692"/>
                </a:cubicBezTo>
                <a:cubicBezTo>
                  <a:pt x="1604266" y="127191"/>
                  <a:pt x="1608099" y="126113"/>
                  <a:pt x="1609657" y="124458"/>
                </a:cubicBezTo>
                <a:cubicBezTo>
                  <a:pt x="1611215" y="122802"/>
                  <a:pt x="1611994" y="118131"/>
                  <a:pt x="1611994" y="110445"/>
                </a:cubicBezTo>
                <a:lnTo>
                  <a:pt x="1611994" y="73606"/>
                </a:lnTo>
                <a:cubicBezTo>
                  <a:pt x="1611994" y="68231"/>
                  <a:pt x="1611262" y="64778"/>
                  <a:pt x="1609797" y="63247"/>
                </a:cubicBezTo>
                <a:cubicBezTo>
                  <a:pt x="1608333" y="61716"/>
                  <a:pt x="1604921" y="60701"/>
                  <a:pt x="1599561" y="60200"/>
                </a:cubicBezTo>
                <a:cubicBezTo>
                  <a:pt x="1598813" y="57770"/>
                  <a:pt x="1598689" y="55713"/>
                  <a:pt x="1599187" y="54031"/>
                </a:cubicBezTo>
                <a:cubicBezTo>
                  <a:pt x="1619503" y="51398"/>
                  <a:pt x="1630845" y="49653"/>
                  <a:pt x="1633214" y="48796"/>
                </a:cubicBezTo>
                <a:cubicBezTo>
                  <a:pt x="1636143" y="48796"/>
                  <a:pt x="1637607" y="49867"/>
                  <a:pt x="1637607" y="52009"/>
                </a:cubicBezTo>
                <a:cubicBezTo>
                  <a:pt x="1637607" y="52132"/>
                  <a:pt x="1637607" y="52331"/>
                  <a:pt x="1637607" y="52608"/>
                </a:cubicBezTo>
                <a:cubicBezTo>
                  <a:pt x="1637607" y="52883"/>
                  <a:pt x="1637576" y="53438"/>
                  <a:pt x="1637514" y="54273"/>
                </a:cubicBezTo>
                <a:cubicBezTo>
                  <a:pt x="1637451" y="55108"/>
                  <a:pt x="1637389" y="55979"/>
                  <a:pt x="1637327" y="56885"/>
                </a:cubicBezTo>
                <a:cubicBezTo>
                  <a:pt x="1637264" y="57790"/>
                  <a:pt x="1637202" y="58899"/>
                  <a:pt x="1637140" y="60212"/>
                </a:cubicBezTo>
                <a:cubicBezTo>
                  <a:pt x="1637077" y="61524"/>
                  <a:pt x="1637031" y="62790"/>
                  <a:pt x="1636999" y="64009"/>
                </a:cubicBezTo>
                <a:cubicBezTo>
                  <a:pt x="1636968" y="65227"/>
                  <a:pt x="1636937" y="66569"/>
                  <a:pt x="1636906" y="68038"/>
                </a:cubicBezTo>
                <a:cubicBezTo>
                  <a:pt x="1636875" y="69506"/>
                  <a:pt x="1636859" y="70897"/>
                  <a:pt x="1636859" y="72209"/>
                </a:cubicBezTo>
                <a:lnTo>
                  <a:pt x="1636859" y="110448"/>
                </a:lnTo>
                <a:moveTo>
                  <a:pt x="1611059" y="19581"/>
                </a:moveTo>
                <a:cubicBezTo>
                  <a:pt x="1611059" y="16391"/>
                  <a:pt x="1612228" y="13608"/>
                  <a:pt x="1614565" y="11232"/>
                </a:cubicBezTo>
                <a:cubicBezTo>
                  <a:pt x="1616902" y="8854"/>
                  <a:pt x="1620189" y="7665"/>
                  <a:pt x="1624427" y="7665"/>
                </a:cubicBezTo>
                <a:cubicBezTo>
                  <a:pt x="1628103" y="7665"/>
                  <a:pt x="1631095" y="8979"/>
                  <a:pt x="1633401" y="11606"/>
                </a:cubicBezTo>
                <a:cubicBezTo>
                  <a:pt x="1635706" y="14233"/>
                  <a:pt x="1636859" y="17174"/>
                  <a:pt x="1636859" y="20428"/>
                </a:cubicBezTo>
                <a:cubicBezTo>
                  <a:pt x="1636859" y="23242"/>
                  <a:pt x="1635582" y="25932"/>
                  <a:pt x="1633027" y="28496"/>
                </a:cubicBezTo>
                <a:cubicBezTo>
                  <a:pt x="1630472" y="31061"/>
                  <a:pt x="1627231" y="32344"/>
                  <a:pt x="1623305" y="32344"/>
                </a:cubicBezTo>
                <a:cubicBezTo>
                  <a:pt x="1619628" y="32344"/>
                  <a:pt x="1616668" y="31046"/>
                  <a:pt x="1614424" y="28450"/>
                </a:cubicBezTo>
                <a:cubicBezTo>
                  <a:pt x="1612181" y="25854"/>
                  <a:pt x="1611059" y="22897"/>
                  <a:pt x="1611059" y="19581"/>
                </a:cubicBezTo>
                <a:close/>
                <a:moveTo>
                  <a:pt x="1703449" y="56461"/>
                </a:moveTo>
                <a:cubicBezTo>
                  <a:pt x="1692855" y="56461"/>
                  <a:pt x="1687558" y="67623"/>
                  <a:pt x="1687558" y="89947"/>
                </a:cubicBezTo>
                <a:cubicBezTo>
                  <a:pt x="1687558" y="98837"/>
                  <a:pt x="1689443" y="107413"/>
                  <a:pt x="1693214" y="115674"/>
                </a:cubicBezTo>
                <a:cubicBezTo>
                  <a:pt x="1696984" y="123935"/>
                  <a:pt x="1702390" y="128066"/>
                  <a:pt x="1709432" y="128066"/>
                </a:cubicBezTo>
                <a:cubicBezTo>
                  <a:pt x="1713670" y="128066"/>
                  <a:pt x="1717378" y="125780"/>
                  <a:pt x="1720556" y="121209"/>
                </a:cubicBezTo>
                <a:cubicBezTo>
                  <a:pt x="1723734" y="116637"/>
                  <a:pt x="1725323" y="109117"/>
                  <a:pt x="1725323" y="98649"/>
                </a:cubicBezTo>
                <a:cubicBezTo>
                  <a:pt x="1725323" y="85469"/>
                  <a:pt x="1723329" y="75142"/>
                  <a:pt x="1719341" y="67670"/>
                </a:cubicBezTo>
                <a:cubicBezTo>
                  <a:pt x="1715352" y="60197"/>
                  <a:pt x="1710055" y="56461"/>
                  <a:pt x="1703449" y="56461"/>
                </a:cubicBezTo>
                <a:moveTo>
                  <a:pt x="1660823" y="94203"/>
                </a:moveTo>
                <a:cubicBezTo>
                  <a:pt x="1660823" y="81408"/>
                  <a:pt x="1664313" y="70984"/>
                  <a:pt x="1671293" y="62931"/>
                </a:cubicBezTo>
                <a:cubicBezTo>
                  <a:pt x="1679519" y="53445"/>
                  <a:pt x="1691266" y="48733"/>
                  <a:pt x="1706534" y="48796"/>
                </a:cubicBezTo>
                <a:cubicBezTo>
                  <a:pt x="1720431" y="48796"/>
                  <a:pt x="1731509" y="52883"/>
                  <a:pt x="1739766" y="61056"/>
                </a:cubicBezTo>
                <a:cubicBezTo>
                  <a:pt x="1748023" y="69230"/>
                  <a:pt x="1752152" y="79711"/>
                  <a:pt x="1752152" y="92500"/>
                </a:cubicBezTo>
                <a:cubicBezTo>
                  <a:pt x="1752152" y="106286"/>
                  <a:pt x="1747789" y="117078"/>
                  <a:pt x="1739065" y="124876"/>
                </a:cubicBezTo>
                <a:cubicBezTo>
                  <a:pt x="1730901" y="132175"/>
                  <a:pt x="1719995" y="135793"/>
                  <a:pt x="1706347" y="135731"/>
                </a:cubicBezTo>
                <a:cubicBezTo>
                  <a:pt x="1693323" y="135731"/>
                  <a:pt x="1682479" y="131912"/>
                  <a:pt x="1673817" y="124274"/>
                </a:cubicBezTo>
                <a:cubicBezTo>
                  <a:pt x="1665154" y="116636"/>
                  <a:pt x="1660823" y="106612"/>
                  <a:pt x="1660823" y="94203"/>
                </a:cubicBezTo>
                <a:close/>
                <a:moveTo>
                  <a:pt x="1803663" y="110492"/>
                </a:moveTo>
                <a:cubicBezTo>
                  <a:pt x="1803663" y="118032"/>
                  <a:pt x="1804239" y="122691"/>
                  <a:pt x="1805392" y="124467"/>
                </a:cubicBezTo>
                <a:cubicBezTo>
                  <a:pt x="1806545" y="126243"/>
                  <a:pt x="1809272" y="127318"/>
                  <a:pt x="1813572" y="127692"/>
                </a:cubicBezTo>
                <a:cubicBezTo>
                  <a:pt x="1814070" y="128190"/>
                  <a:pt x="1814335" y="129281"/>
                  <a:pt x="1814366" y="130963"/>
                </a:cubicBezTo>
                <a:cubicBezTo>
                  <a:pt x="1814397" y="132646"/>
                  <a:pt x="1814132" y="133737"/>
                  <a:pt x="1813572" y="134235"/>
                </a:cubicBezTo>
                <a:cubicBezTo>
                  <a:pt x="1802603" y="133986"/>
                  <a:pt x="1795156" y="133861"/>
                  <a:pt x="1791230" y="133861"/>
                </a:cubicBezTo>
                <a:cubicBezTo>
                  <a:pt x="1784438" y="133861"/>
                  <a:pt x="1775682" y="133986"/>
                  <a:pt x="1764963" y="134235"/>
                </a:cubicBezTo>
                <a:cubicBezTo>
                  <a:pt x="1764464" y="133737"/>
                  <a:pt x="1764215" y="132662"/>
                  <a:pt x="1764215" y="131010"/>
                </a:cubicBezTo>
                <a:cubicBezTo>
                  <a:pt x="1764215" y="129359"/>
                  <a:pt x="1764464" y="128252"/>
                  <a:pt x="1764963" y="127692"/>
                </a:cubicBezTo>
                <a:cubicBezTo>
                  <a:pt x="1771070" y="127193"/>
                  <a:pt x="1774903" y="126118"/>
                  <a:pt x="1776461" y="124467"/>
                </a:cubicBezTo>
                <a:cubicBezTo>
                  <a:pt x="1778019" y="122815"/>
                  <a:pt x="1778798" y="118157"/>
                  <a:pt x="1778798" y="110492"/>
                </a:cubicBezTo>
                <a:lnTo>
                  <a:pt x="1778798" y="74689"/>
                </a:lnTo>
                <a:cubicBezTo>
                  <a:pt x="1778798" y="69330"/>
                  <a:pt x="1778065" y="65887"/>
                  <a:pt x="1776601" y="64360"/>
                </a:cubicBezTo>
                <a:cubicBezTo>
                  <a:pt x="1775136" y="62833"/>
                  <a:pt x="1771724" y="61820"/>
                  <a:pt x="1766365" y="61322"/>
                </a:cubicBezTo>
                <a:cubicBezTo>
                  <a:pt x="1765617" y="58891"/>
                  <a:pt x="1765461" y="56835"/>
                  <a:pt x="1765898" y="55152"/>
                </a:cubicBezTo>
                <a:cubicBezTo>
                  <a:pt x="1776741" y="53698"/>
                  <a:pt x="1787335" y="51579"/>
                  <a:pt x="1797680" y="48796"/>
                </a:cubicBezTo>
                <a:cubicBezTo>
                  <a:pt x="1800485" y="48796"/>
                  <a:pt x="1801980" y="49893"/>
                  <a:pt x="1802167" y="52088"/>
                </a:cubicBezTo>
                <a:cubicBezTo>
                  <a:pt x="1802728" y="55911"/>
                  <a:pt x="1803133" y="60048"/>
                  <a:pt x="1803382" y="64500"/>
                </a:cubicBezTo>
                <a:cubicBezTo>
                  <a:pt x="1818588" y="53968"/>
                  <a:pt x="1829214" y="48733"/>
                  <a:pt x="1835259" y="48796"/>
                </a:cubicBezTo>
                <a:cubicBezTo>
                  <a:pt x="1852209" y="48796"/>
                  <a:pt x="1860685" y="59016"/>
                  <a:pt x="1860685" y="79457"/>
                </a:cubicBezTo>
                <a:lnTo>
                  <a:pt x="1860685" y="109370"/>
                </a:lnTo>
                <a:cubicBezTo>
                  <a:pt x="1860685" y="117160"/>
                  <a:pt x="1861620" y="122098"/>
                  <a:pt x="1863489" y="124186"/>
                </a:cubicBezTo>
                <a:cubicBezTo>
                  <a:pt x="1865359" y="126274"/>
                  <a:pt x="1869347" y="127442"/>
                  <a:pt x="1875454" y="127692"/>
                </a:cubicBezTo>
                <a:cubicBezTo>
                  <a:pt x="1876078" y="128190"/>
                  <a:pt x="1876389" y="129281"/>
                  <a:pt x="1876389" y="130963"/>
                </a:cubicBezTo>
                <a:cubicBezTo>
                  <a:pt x="1876389" y="132646"/>
                  <a:pt x="1876078" y="133737"/>
                  <a:pt x="1875454" y="134235"/>
                </a:cubicBezTo>
                <a:cubicBezTo>
                  <a:pt x="1864486" y="133986"/>
                  <a:pt x="1855419" y="133861"/>
                  <a:pt x="1848252" y="133861"/>
                </a:cubicBezTo>
                <a:cubicBezTo>
                  <a:pt x="1843391" y="133861"/>
                  <a:pt x="1835601" y="133986"/>
                  <a:pt x="1824883" y="134235"/>
                </a:cubicBezTo>
                <a:cubicBezTo>
                  <a:pt x="1824259" y="133737"/>
                  <a:pt x="1823948" y="132662"/>
                  <a:pt x="1823948" y="131010"/>
                </a:cubicBezTo>
                <a:cubicBezTo>
                  <a:pt x="1823948" y="129359"/>
                  <a:pt x="1824259" y="128252"/>
                  <a:pt x="1824883" y="127692"/>
                </a:cubicBezTo>
                <a:cubicBezTo>
                  <a:pt x="1829120" y="127442"/>
                  <a:pt x="1832002" y="126212"/>
                  <a:pt x="1833529" y="123999"/>
                </a:cubicBezTo>
                <a:cubicBezTo>
                  <a:pt x="1835056" y="121787"/>
                  <a:pt x="1835820" y="116910"/>
                  <a:pt x="1835820" y="109370"/>
                </a:cubicBezTo>
                <a:lnTo>
                  <a:pt x="1835820" y="77400"/>
                </a:lnTo>
                <a:cubicBezTo>
                  <a:pt x="1835820" y="67803"/>
                  <a:pt x="1831364" y="63004"/>
                  <a:pt x="1822452" y="63004"/>
                </a:cubicBezTo>
                <a:cubicBezTo>
                  <a:pt x="1818651" y="63004"/>
                  <a:pt x="1812388" y="65996"/>
                  <a:pt x="1803663" y="71978"/>
                </a:cubicBezTo>
                <a:lnTo>
                  <a:pt x="1803663" y="72352"/>
                </a:lnTo>
                <a:lnTo>
                  <a:pt x="1803663" y="110492"/>
                </a:lnTo>
                <a:close/>
                <a:moveTo>
                  <a:pt x="1946742" y="109542"/>
                </a:moveTo>
                <a:lnTo>
                  <a:pt x="1946742" y="25625"/>
                </a:lnTo>
                <a:cubicBezTo>
                  <a:pt x="1946742" y="19262"/>
                  <a:pt x="1946103" y="15396"/>
                  <a:pt x="1944826" y="14025"/>
                </a:cubicBezTo>
                <a:cubicBezTo>
                  <a:pt x="1943548" y="12652"/>
                  <a:pt x="1939856" y="11716"/>
                  <a:pt x="1933749" y="11217"/>
                </a:cubicBezTo>
                <a:cubicBezTo>
                  <a:pt x="1932752" y="9383"/>
                  <a:pt x="1932533" y="7326"/>
                  <a:pt x="1933094" y="5048"/>
                </a:cubicBezTo>
                <a:cubicBezTo>
                  <a:pt x="1948923" y="4425"/>
                  <a:pt x="1960920" y="2742"/>
                  <a:pt x="1969084" y="0"/>
                </a:cubicBezTo>
                <a:cubicBezTo>
                  <a:pt x="1971140" y="0"/>
                  <a:pt x="1972168" y="841"/>
                  <a:pt x="1972168" y="2524"/>
                </a:cubicBezTo>
                <a:cubicBezTo>
                  <a:pt x="1971794" y="7268"/>
                  <a:pt x="1971607" y="13790"/>
                  <a:pt x="1971607" y="22090"/>
                </a:cubicBezTo>
                <a:lnTo>
                  <a:pt x="1971607" y="109530"/>
                </a:lnTo>
                <a:cubicBezTo>
                  <a:pt x="1971607" y="117207"/>
                  <a:pt x="1972527" y="122092"/>
                  <a:pt x="1974365" y="124183"/>
                </a:cubicBezTo>
                <a:cubicBezTo>
                  <a:pt x="1976204" y="126273"/>
                  <a:pt x="1980208" y="127442"/>
                  <a:pt x="1986377" y="127692"/>
                </a:cubicBezTo>
                <a:cubicBezTo>
                  <a:pt x="1987000" y="128190"/>
                  <a:pt x="1987312" y="129281"/>
                  <a:pt x="1987312" y="130963"/>
                </a:cubicBezTo>
                <a:cubicBezTo>
                  <a:pt x="1987312" y="132646"/>
                  <a:pt x="1987000" y="133737"/>
                  <a:pt x="1986377" y="134235"/>
                </a:cubicBezTo>
                <a:cubicBezTo>
                  <a:pt x="1975409" y="133986"/>
                  <a:pt x="1966342" y="133861"/>
                  <a:pt x="1959175" y="133861"/>
                </a:cubicBezTo>
                <a:cubicBezTo>
                  <a:pt x="1951759" y="133861"/>
                  <a:pt x="1942691" y="133986"/>
                  <a:pt x="1931973" y="134235"/>
                </a:cubicBezTo>
                <a:cubicBezTo>
                  <a:pt x="1931349" y="133737"/>
                  <a:pt x="1931038" y="132662"/>
                  <a:pt x="1931038" y="131010"/>
                </a:cubicBezTo>
                <a:cubicBezTo>
                  <a:pt x="1931038" y="129359"/>
                  <a:pt x="1931349" y="128252"/>
                  <a:pt x="1931973" y="127692"/>
                </a:cubicBezTo>
                <a:cubicBezTo>
                  <a:pt x="1938080" y="127442"/>
                  <a:pt x="1942068" y="126273"/>
                  <a:pt x="1943938" y="124183"/>
                </a:cubicBezTo>
                <a:cubicBezTo>
                  <a:pt x="1945807" y="122094"/>
                  <a:pt x="1946742" y="117213"/>
                  <a:pt x="1946742" y="109542"/>
                </a:cubicBezTo>
                <a:close/>
                <a:moveTo>
                  <a:pt x="2045970" y="124607"/>
                </a:moveTo>
                <a:lnTo>
                  <a:pt x="2044755" y="124700"/>
                </a:lnTo>
                <a:cubicBezTo>
                  <a:pt x="2041327" y="127380"/>
                  <a:pt x="2037276" y="129888"/>
                  <a:pt x="2032602" y="132225"/>
                </a:cubicBezTo>
                <a:cubicBezTo>
                  <a:pt x="2027929" y="134562"/>
                  <a:pt x="2024314" y="135731"/>
                  <a:pt x="2021759" y="135731"/>
                </a:cubicBezTo>
                <a:cubicBezTo>
                  <a:pt x="2005805" y="135731"/>
                  <a:pt x="1997828" y="128988"/>
                  <a:pt x="1997828" y="115501"/>
                </a:cubicBezTo>
                <a:cubicBezTo>
                  <a:pt x="1997828" y="108623"/>
                  <a:pt x="2000571" y="103356"/>
                  <a:pt x="2006055" y="99701"/>
                </a:cubicBezTo>
                <a:cubicBezTo>
                  <a:pt x="2011539" y="96045"/>
                  <a:pt x="2020232" y="92367"/>
                  <a:pt x="2032135" y="88667"/>
                </a:cubicBezTo>
                <a:lnTo>
                  <a:pt x="2044942" y="84692"/>
                </a:lnTo>
                <a:cubicBezTo>
                  <a:pt x="2044942" y="73412"/>
                  <a:pt x="2043664" y="65887"/>
                  <a:pt x="2041109" y="62116"/>
                </a:cubicBezTo>
                <a:cubicBezTo>
                  <a:pt x="2038554" y="58346"/>
                  <a:pt x="2034908" y="56461"/>
                  <a:pt x="2030172" y="56461"/>
                </a:cubicBezTo>
                <a:cubicBezTo>
                  <a:pt x="2025187" y="56461"/>
                  <a:pt x="2022507" y="57919"/>
                  <a:pt x="2022133" y="60834"/>
                </a:cubicBezTo>
                <a:cubicBezTo>
                  <a:pt x="2022008" y="61594"/>
                  <a:pt x="2021993" y="62433"/>
                  <a:pt x="2022086" y="63352"/>
                </a:cubicBezTo>
                <a:cubicBezTo>
                  <a:pt x="2022180" y="64271"/>
                  <a:pt x="2022289" y="65080"/>
                  <a:pt x="2022413" y="65777"/>
                </a:cubicBezTo>
                <a:cubicBezTo>
                  <a:pt x="2022538" y="66474"/>
                  <a:pt x="2022663" y="67219"/>
                  <a:pt x="2022787" y="68011"/>
                </a:cubicBezTo>
                <a:cubicBezTo>
                  <a:pt x="2022912" y="68802"/>
                  <a:pt x="2022974" y="69483"/>
                  <a:pt x="2022974" y="70053"/>
                </a:cubicBezTo>
                <a:cubicBezTo>
                  <a:pt x="2022974" y="72460"/>
                  <a:pt x="2021821" y="74568"/>
                  <a:pt x="2019515" y="76375"/>
                </a:cubicBezTo>
                <a:cubicBezTo>
                  <a:pt x="2017210" y="78180"/>
                  <a:pt x="2014405" y="79083"/>
                  <a:pt x="2011102" y="79083"/>
                </a:cubicBezTo>
                <a:cubicBezTo>
                  <a:pt x="2007550" y="79083"/>
                  <a:pt x="2005011" y="78210"/>
                  <a:pt x="2003484" y="76465"/>
                </a:cubicBezTo>
                <a:cubicBezTo>
                  <a:pt x="2001957" y="74720"/>
                  <a:pt x="2001194" y="72352"/>
                  <a:pt x="2001194" y="69361"/>
                </a:cubicBezTo>
                <a:cubicBezTo>
                  <a:pt x="2001194" y="65435"/>
                  <a:pt x="2003203" y="61836"/>
                  <a:pt x="2007223" y="58564"/>
                </a:cubicBezTo>
                <a:cubicBezTo>
                  <a:pt x="2011243" y="55293"/>
                  <a:pt x="2015932" y="52847"/>
                  <a:pt x="2021292" y="51226"/>
                </a:cubicBezTo>
                <a:cubicBezTo>
                  <a:pt x="2026651" y="49606"/>
                  <a:pt x="2031792" y="48796"/>
                  <a:pt x="2036716" y="48796"/>
                </a:cubicBezTo>
                <a:cubicBezTo>
                  <a:pt x="2058527" y="48796"/>
                  <a:pt x="2069433" y="59749"/>
                  <a:pt x="2069433" y="81656"/>
                </a:cubicBezTo>
                <a:lnTo>
                  <a:pt x="2069059" y="109390"/>
                </a:lnTo>
                <a:cubicBezTo>
                  <a:pt x="2069059" y="114278"/>
                  <a:pt x="2069449" y="117648"/>
                  <a:pt x="2070228" y="119498"/>
                </a:cubicBezTo>
                <a:cubicBezTo>
                  <a:pt x="2071007" y="121346"/>
                  <a:pt x="2072393" y="122270"/>
                  <a:pt x="2074387" y="122270"/>
                </a:cubicBezTo>
                <a:cubicBezTo>
                  <a:pt x="2077441" y="122270"/>
                  <a:pt x="2080121" y="121361"/>
                  <a:pt x="2082427" y="119544"/>
                </a:cubicBezTo>
                <a:cubicBezTo>
                  <a:pt x="2084732" y="121515"/>
                  <a:pt x="2085885" y="123358"/>
                  <a:pt x="2085885" y="125074"/>
                </a:cubicBezTo>
                <a:cubicBezTo>
                  <a:pt x="2078345" y="132241"/>
                  <a:pt x="2069994" y="135793"/>
                  <a:pt x="2060833" y="135731"/>
                </a:cubicBezTo>
                <a:cubicBezTo>
                  <a:pt x="2052171" y="135793"/>
                  <a:pt x="2047216" y="132085"/>
                  <a:pt x="2045970" y="124607"/>
                </a:cubicBezTo>
                <a:moveTo>
                  <a:pt x="2044942" y="92135"/>
                </a:moveTo>
                <a:lnTo>
                  <a:pt x="2034939" y="95281"/>
                </a:lnTo>
                <a:cubicBezTo>
                  <a:pt x="2031761" y="96274"/>
                  <a:pt x="2029159" y="97422"/>
                  <a:pt x="2027134" y="98725"/>
                </a:cubicBezTo>
                <a:cubicBezTo>
                  <a:pt x="2025109" y="100026"/>
                  <a:pt x="2023675" y="101498"/>
                  <a:pt x="2022834" y="103142"/>
                </a:cubicBezTo>
                <a:cubicBezTo>
                  <a:pt x="2021993" y="104785"/>
                  <a:pt x="2021447" y="106243"/>
                  <a:pt x="2021198" y="107515"/>
                </a:cubicBezTo>
                <a:cubicBezTo>
                  <a:pt x="2020949" y="108787"/>
                  <a:pt x="2020824" y="110508"/>
                  <a:pt x="2020824" y="112680"/>
                </a:cubicBezTo>
                <a:cubicBezTo>
                  <a:pt x="2020824" y="116025"/>
                  <a:pt x="2021712" y="118803"/>
                  <a:pt x="2023488" y="121014"/>
                </a:cubicBezTo>
                <a:cubicBezTo>
                  <a:pt x="2025264" y="123222"/>
                  <a:pt x="2028084" y="124326"/>
                  <a:pt x="2031948" y="124326"/>
                </a:cubicBezTo>
                <a:cubicBezTo>
                  <a:pt x="2034877" y="124326"/>
                  <a:pt x="2039208" y="121980"/>
                  <a:pt x="2044942" y="117286"/>
                </a:cubicBezTo>
                <a:lnTo>
                  <a:pt x="2044942" y="92135"/>
                </a:lnTo>
                <a:close/>
                <a:moveTo>
                  <a:pt x="2133436" y="166070"/>
                </a:moveTo>
                <a:cubicBezTo>
                  <a:pt x="2130881" y="170573"/>
                  <a:pt x="2127048" y="174043"/>
                  <a:pt x="2121938" y="176482"/>
                </a:cubicBezTo>
                <a:cubicBezTo>
                  <a:pt x="2119259" y="177732"/>
                  <a:pt x="2115613" y="178357"/>
                  <a:pt x="2111001" y="178357"/>
                </a:cubicBezTo>
                <a:cubicBezTo>
                  <a:pt x="2107948" y="178357"/>
                  <a:pt x="2105455" y="177198"/>
                  <a:pt x="2103523" y="174881"/>
                </a:cubicBezTo>
                <a:cubicBezTo>
                  <a:pt x="2101965" y="173066"/>
                  <a:pt x="2101217" y="170499"/>
                  <a:pt x="2101279" y="167180"/>
                </a:cubicBezTo>
                <a:cubicBezTo>
                  <a:pt x="2101279" y="164990"/>
                  <a:pt x="2102323" y="162970"/>
                  <a:pt x="2104411" y="161122"/>
                </a:cubicBezTo>
                <a:cubicBezTo>
                  <a:pt x="2106499" y="159276"/>
                  <a:pt x="2109256" y="158353"/>
                  <a:pt x="2112684" y="158353"/>
                </a:cubicBezTo>
                <a:cubicBezTo>
                  <a:pt x="2113432" y="158353"/>
                  <a:pt x="2114460" y="158477"/>
                  <a:pt x="2115769" y="158726"/>
                </a:cubicBezTo>
                <a:cubicBezTo>
                  <a:pt x="2117077" y="158976"/>
                  <a:pt x="2118293" y="159100"/>
                  <a:pt x="2119414" y="159100"/>
                </a:cubicBezTo>
                <a:cubicBezTo>
                  <a:pt x="2121907" y="159100"/>
                  <a:pt x="2123886" y="158367"/>
                  <a:pt x="2125350" y="156901"/>
                </a:cubicBezTo>
                <a:cubicBezTo>
                  <a:pt x="2126815" y="155436"/>
                  <a:pt x="2128232" y="153051"/>
                  <a:pt x="2129603" y="149744"/>
                </a:cubicBezTo>
                <a:lnTo>
                  <a:pt x="2134184" y="139172"/>
                </a:lnTo>
                <a:cubicBezTo>
                  <a:pt x="2134309" y="138175"/>
                  <a:pt x="2134433" y="137488"/>
                  <a:pt x="2134558" y="137112"/>
                </a:cubicBezTo>
                <a:cubicBezTo>
                  <a:pt x="2134682" y="136739"/>
                  <a:pt x="2134464" y="136037"/>
                  <a:pt x="2133903" y="135006"/>
                </a:cubicBezTo>
                <a:cubicBezTo>
                  <a:pt x="2133343" y="133978"/>
                  <a:pt x="2132891" y="133246"/>
                  <a:pt x="2132548" y="132810"/>
                </a:cubicBezTo>
                <a:cubicBezTo>
                  <a:pt x="2132205" y="132373"/>
                  <a:pt x="2131598" y="131579"/>
                  <a:pt x="2130725" y="130426"/>
                </a:cubicBezTo>
                <a:cubicBezTo>
                  <a:pt x="2129853" y="129271"/>
                  <a:pt x="2129198" y="128350"/>
                  <a:pt x="2128762" y="127662"/>
                </a:cubicBezTo>
                <a:lnTo>
                  <a:pt x="2104084" y="70962"/>
                </a:lnTo>
                <a:cubicBezTo>
                  <a:pt x="2101404" y="64975"/>
                  <a:pt x="2099270" y="61218"/>
                  <a:pt x="2097681" y="59689"/>
                </a:cubicBezTo>
                <a:cubicBezTo>
                  <a:pt x="2096091" y="58160"/>
                  <a:pt x="2093178" y="57209"/>
                  <a:pt x="2088940" y="56835"/>
                </a:cubicBezTo>
                <a:cubicBezTo>
                  <a:pt x="2088442" y="56336"/>
                  <a:pt x="2088193" y="55246"/>
                  <a:pt x="2088193" y="53563"/>
                </a:cubicBezTo>
                <a:cubicBezTo>
                  <a:pt x="2088193" y="51881"/>
                  <a:pt x="2088442" y="50790"/>
                  <a:pt x="2088940" y="50291"/>
                </a:cubicBezTo>
                <a:cubicBezTo>
                  <a:pt x="2094050" y="50541"/>
                  <a:pt x="2101155" y="50665"/>
                  <a:pt x="2110253" y="50665"/>
                </a:cubicBezTo>
                <a:cubicBezTo>
                  <a:pt x="2117794" y="50665"/>
                  <a:pt x="2126269" y="50541"/>
                  <a:pt x="2135680" y="50291"/>
                </a:cubicBezTo>
                <a:cubicBezTo>
                  <a:pt x="2136178" y="50790"/>
                  <a:pt x="2136427" y="51881"/>
                  <a:pt x="2136427" y="53563"/>
                </a:cubicBezTo>
                <a:cubicBezTo>
                  <a:pt x="2136427" y="55246"/>
                  <a:pt x="2136178" y="56336"/>
                  <a:pt x="2135680" y="56835"/>
                </a:cubicBezTo>
                <a:cubicBezTo>
                  <a:pt x="2130320" y="57209"/>
                  <a:pt x="2127391" y="58378"/>
                  <a:pt x="2126893" y="60343"/>
                </a:cubicBezTo>
                <a:cubicBezTo>
                  <a:pt x="2126394" y="62308"/>
                  <a:pt x="2127235" y="65225"/>
                  <a:pt x="2129417" y="69092"/>
                </a:cubicBezTo>
                <a:lnTo>
                  <a:pt x="2147177" y="109139"/>
                </a:lnTo>
                <a:cubicBezTo>
                  <a:pt x="2147364" y="109451"/>
                  <a:pt x="2147458" y="109700"/>
                  <a:pt x="2147458" y="109887"/>
                </a:cubicBezTo>
                <a:cubicBezTo>
                  <a:pt x="2147458" y="109762"/>
                  <a:pt x="2147489" y="109638"/>
                  <a:pt x="2147551" y="109513"/>
                </a:cubicBezTo>
                <a:lnTo>
                  <a:pt x="2167275" y="65257"/>
                </a:lnTo>
                <a:cubicBezTo>
                  <a:pt x="2168148" y="64008"/>
                  <a:pt x="2168428" y="62870"/>
                  <a:pt x="2168117" y="61842"/>
                </a:cubicBezTo>
                <a:cubicBezTo>
                  <a:pt x="2167805" y="60812"/>
                  <a:pt x="2167493" y="60001"/>
                  <a:pt x="2167182" y="59408"/>
                </a:cubicBezTo>
                <a:cubicBezTo>
                  <a:pt x="2166870" y="58816"/>
                  <a:pt x="2166107" y="58333"/>
                  <a:pt x="2164892" y="57960"/>
                </a:cubicBezTo>
                <a:cubicBezTo>
                  <a:pt x="2163676" y="57584"/>
                  <a:pt x="2162617" y="57333"/>
                  <a:pt x="2161713" y="57209"/>
                </a:cubicBezTo>
                <a:cubicBezTo>
                  <a:pt x="2160810" y="57084"/>
                  <a:pt x="2159610" y="56960"/>
                  <a:pt x="2158114" y="56835"/>
                </a:cubicBezTo>
                <a:cubicBezTo>
                  <a:pt x="2157491" y="56336"/>
                  <a:pt x="2157180" y="55246"/>
                  <a:pt x="2157180" y="53563"/>
                </a:cubicBezTo>
                <a:cubicBezTo>
                  <a:pt x="2157180" y="51881"/>
                  <a:pt x="2157491" y="50790"/>
                  <a:pt x="2158114" y="50291"/>
                </a:cubicBezTo>
                <a:cubicBezTo>
                  <a:pt x="2167587" y="50541"/>
                  <a:pt x="2174349" y="50665"/>
                  <a:pt x="2178399" y="50665"/>
                </a:cubicBezTo>
                <a:cubicBezTo>
                  <a:pt x="2181079" y="50665"/>
                  <a:pt x="2185597" y="50541"/>
                  <a:pt x="2191954" y="50291"/>
                </a:cubicBezTo>
                <a:cubicBezTo>
                  <a:pt x="2192452" y="50790"/>
                  <a:pt x="2192701" y="51881"/>
                  <a:pt x="2192701" y="53563"/>
                </a:cubicBezTo>
                <a:cubicBezTo>
                  <a:pt x="2192701" y="55246"/>
                  <a:pt x="2192452" y="56336"/>
                  <a:pt x="2191954" y="56835"/>
                </a:cubicBezTo>
                <a:cubicBezTo>
                  <a:pt x="2188651" y="57084"/>
                  <a:pt x="2185628" y="58394"/>
                  <a:pt x="2182886" y="60764"/>
                </a:cubicBezTo>
                <a:cubicBezTo>
                  <a:pt x="2180144" y="63134"/>
                  <a:pt x="2177994" y="65848"/>
                  <a:pt x="2176436" y="68905"/>
                </a:cubicBezTo>
                <a:cubicBezTo>
                  <a:pt x="2165343" y="92421"/>
                  <a:pt x="2153752" y="118806"/>
                  <a:pt x="2141662" y="148061"/>
                </a:cubicBezTo>
                <a:cubicBezTo>
                  <a:pt x="2138609" y="155814"/>
                  <a:pt x="2135867" y="161817"/>
                  <a:pt x="2133436" y="166070"/>
                </a:cubicBezTo>
                <a:close/>
                <a:moveTo>
                  <a:pt x="2226418" y="81139"/>
                </a:moveTo>
                <a:lnTo>
                  <a:pt x="2252499" y="81139"/>
                </a:lnTo>
                <a:cubicBezTo>
                  <a:pt x="2252748" y="80886"/>
                  <a:pt x="2252873" y="79526"/>
                  <a:pt x="2252873" y="77058"/>
                </a:cubicBezTo>
                <a:cubicBezTo>
                  <a:pt x="2252873" y="70034"/>
                  <a:pt x="2251626" y="64845"/>
                  <a:pt x="2249133" y="61491"/>
                </a:cubicBezTo>
                <a:cubicBezTo>
                  <a:pt x="2246641" y="58138"/>
                  <a:pt x="2243805" y="56461"/>
                  <a:pt x="2240627" y="56461"/>
                </a:cubicBezTo>
                <a:cubicBezTo>
                  <a:pt x="2239194" y="56461"/>
                  <a:pt x="2237464" y="57046"/>
                  <a:pt x="2235439" y="58217"/>
                </a:cubicBezTo>
                <a:cubicBezTo>
                  <a:pt x="2233414" y="59387"/>
                  <a:pt x="2231684" y="60985"/>
                  <a:pt x="2230251" y="63010"/>
                </a:cubicBezTo>
                <a:cubicBezTo>
                  <a:pt x="2227945" y="66555"/>
                  <a:pt x="2226667" y="72598"/>
                  <a:pt x="2226418" y="81139"/>
                </a:cubicBezTo>
                <a:moveTo>
                  <a:pt x="2275027" y="109151"/>
                </a:moveTo>
                <a:cubicBezTo>
                  <a:pt x="2276959" y="109151"/>
                  <a:pt x="2277925" y="111121"/>
                  <a:pt x="2277925" y="115060"/>
                </a:cubicBezTo>
                <a:cubicBezTo>
                  <a:pt x="2268452" y="128841"/>
                  <a:pt x="2256518" y="135731"/>
                  <a:pt x="2242123" y="135731"/>
                </a:cubicBezTo>
                <a:cubicBezTo>
                  <a:pt x="2229596" y="135731"/>
                  <a:pt x="2219844" y="132547"/>
                  <a:pt x="2212864" y="126178"/>
                </a:cubicBezTo>
                <a:cubicBezTo>
                  <a:pt x="2204700" y="118749"/>
                  <a:pt x="2200618" y="108635"/>
                  <a:pt x="2200618" y="95836"/>
                </a:cubicBezTo>
                <a:cubicBezTo>
                  <a:pt x="2200618" y="81933"/>
                  <a:pt x="2204918" y="70617"/>
                  <a:pt x="2213518" y="61889"/>
                </a:cubicBezTo>
                <a:cubicBezTo>
                  <a:pt x="2222118" y="53160"/>
                  <a:pt x="2231840" y="48796"/>
                  <a:pt x="2242683" y="48796"/>
                </a:cubicBezTo>
                <a:cubicBezTo>
                  <a:pt x="2249476" y="48796"/>
                  <a:pt x="2255225" y="49777"/>
                  <a:pt x="2259930" y="51740"/>
                </a:cubicBezTo>
                <a:cubicBezTo>
                  <a:pt x="2264635" y="53703"/>
                  <a:pt x="2268172" y="56414"/>
                  <a:pt x="2270540" y="59873"/>
                </a:cubicBezTo>
                <a:cubicBezTo>
                  <a:pt x="2272908" y="63332"/>
                  <a:pt x="2274606" y="66915"/>
                  <a:pt x="2275635" y="70623"/>
                </a:cubicBezTo>
                <a:cubicBezTo>
                  <a:pt x="2276663" y="74331"/>
                  <a:pt x="2277177" y="78397"/>
                  <a:pt x="2277177" y="82822"/>
                </a:cubicBezTo>
                <a:cubicBezTo>
                  <a:pt x="2277177" y="86748"/>
                  <a:pt x="2275339" y="88742"/>
                  <a:pt x="2271662" y="88805"/>
                </a:cubicBezTo>
                <a:lnTo>
                  <a:pt x="2225670" y="88805"/>
                </a:lnTo>
                <a:cubicBezTo>
                  <a:pt x="2225670" y="89054"/>
                  <a:pt x="2225639" y="89491"/>
                  <a:pt x="2225577" y="90116"/>
                </a:cubicBezTo>
                <a:cubicBezTo>
                  <a:pt x="2225515" y="90741"/>
                  <a:pt x="2225483" y="91304"/>
                  <a:pt x="2225483" y="91805"/>
                </a:cubicBezTo>
                <a:cubicBezTo>
                  <a:pt x="2225483" y="100995"/>
                  <a:pt x="2227587" y="107871"/>
                  <a:pt x="2231793" y="112434"/>
                </a:cubicBezTo>
                <a:cubicBezTo>
                  <a:pt x="2236000" y="116997"/>
                  <a:pt x="2241936" y="119279"/>
                  <a:pt x="2249601" y="119279"/>
                </a:cubicBezTo>
                <a:cubicBezTo>
                  <a:pt x="2259946" y="119341"/>
                  <a:pt x="2268421" y="115965"/>
                  <a:pt x="2275027" y="109151"/>
                </a:cubicBezTo>
                <a:close/>
                <a:moveTo>
                  <a:pt x="2330420" y="82471"/>
                </a:moveTo>
                <a:lnTo>
                  <a:pt x="2330420" y="110465"/>
                </a:lnTo>
                <a:cubicBezTo>
                  <a:pt x="2330420" y="118142"/>
                  <a:pt x="2331184" y="122839"/>
                  <a:pt x="2332710" y="124557"/>
                </a:cubicBezTo>
                <a:cubicBezTo>
                  <a:pt x="2334237" y="126273"/>
                  <a:pt x="2338054" y="127318"/>
                  <a:pt x="2344162" y="127692"/>
                </a:cubicBezTo>
                <a:cubicBezTo>
                  <a:pt x="2344660" y="128190"/>
                  <a:pt x="2344925" y="129281"/>
                  <a:pt x="2344956" y="130963"/>
                </a:cubicBezTo>
                <a:cubicBezTo>
                  <a:pt x="2344987" y="132646"/>
                  <a:pt x="2344722" y="133737"/>
                  <a:pt x="2344162" y="134235"/>
                </a:cubicBezTo>
                <a:cubicBezTo>
                  <a:pt x="2333193" y="133986"/>
                  <a:pt x="2324469" y="133861"/>
                  <a:pt x="2317988" y="133861"/>
                </a:cubicBezTo>
                <a:cubicBezTo>
                  <a:pt x="2311195" y="133861"/>
                  <a:pt x="2302439" y="133986"/>
                  <a:pt x="2291720" y="134235"/>
                </a:cubicBezTo>
                <a:cubicBezTo>
                  <a:pt x="2291222" y="133737"/>
                  <a:pt x="2290972" y="132662"/>
                  <a:pt x="2290972" y="131010"/>
                </a:cubicBezTo>
                <a:cubicBezTo>
                  <a:pt x="2290972" y="129359"/>
                  <a:pt x="2291222" y="128252"/>
                  <a:pt x="2291720" y="127692"/>
                </a:cubicBezTo>
                <a:cubicBezTo>
                  <a:pt x="2297827" y="127193"/>
                  <a:pt x="2301660" y="126116"/>
                  <a:pt x="2303218" y="124461"/>
                </a:cubicBezTo>
                <a:cubicBezTo>
                  <a:pt x="2304776" y="122803"/>
                  <a:pt x="2305555" y="118131"/>
                  <a:pt x="2305555" y="110445"/>
                </a:cubicBezTo>
                <a:lnTo>
                  <a:pt x="2305555" y="74540"/>
                </a:lnTo>
                <a:cubicBezTo>
                  <a:pt x="2305555" y="69165"/>
                  <a:pt x="2304791" y="65681"/>
                  <a:pt x="2303265" y="64088"/>
                </a:cubicBezTo>
                <a:cubicBezTo>
                  <a:pt x="2301738" y="62495"/>
                  <a:pt x="2298357" y="61448"/>
                  <a:pt x="2293122" y="60948"/>
                </a:cubicBezTo>
                <a:cubicBezTo>
                  <a:pt x="2292374" y="58642"/>
                  <a:pt x="2292219" y="56648"/>
                  <a:pt x="2292655" y="54965"/>
                </a:cubicBezTo>
                <a:cubicBezTo>
                  <a:pt x="2300071" y="54229"/>
                  <a:pt x="2310665" y="52173"/>
                  <a:pt x="2324438" y="48796"/>
                </a:cubicBezTo>
                <a:cubicBezTo>
                  <a:pt x="2327117" y="48796"/>
                  <a:pt x="2328613" y="49886"/>
                  <a:pt x="2328925" y="52068"/>
                </a:cubicBezTo>
                <a:cubicBezTo>
                  <a:pt x="2329548" y="58299"/>
                  <a:pt x="2329984" y="63316"/>
                  <a:pt x="2330233" y="67118"/>
                </a:cubicBezTo>
                <a:lnTo>
                  <a:pt x="2330981" y="67118"/>
                </a:lnTo>
                <a:cubicBezTo>
                  <a:pt x="2339519" y="54841"/>
                  <a:pt x="2347122" y="48733"/>
                  <a:pt x="2353790" y="48796"/>
                </a:cubicBezTo>
                <a:cubicBezTo>
                  <a:pt x="2357093" y="48796"/>
                  <a:pt x="2360022" y="49929"/>
                  <a:pt x="2362577" y="52196"/>
                </a:cubicBezTo>
                <a:cubicBezTo>
                  <a:pt x="2365132" y="54461"/>
                  <a:pt x="2366409" y="56866"/>
                  <a:pt x="2366409" y="59411"/>
                </a:cubicBezTo>
                <a:cubicBezTo>
                  <a:pt x="2366409" y="63322"/>
                  <a:pt x="2365288" y="66612"/>
                  <a:pt x="2363044" y="69282"/>
                </a:cubicBezTo>
                <a:cubicBezTo>
                  <a:pt x="2360801" y="71952"/>
                  <a:pt x="2358246" y="73287"/>
                  <a:pt x="2355379" y="73287"/>
                </a:cubicBezTo>
                <a:cubicBezTo>
                  <a:pt x="2351328" y="73287"/>
                  <a:pt x="2348243" y="72242"/>
                  <a:pt x="2346125" y="70153"/>
                </a:cubicBezTo>
                <a:cubicBezTo>
                  <a:pt x="2345875" y="69907"/>
                  <a:pt x="2345533" y="69569"/>
                  <a:pt x="2345096" y="69139"/>
                </a:cubicBezTo>
                <a:cubicBezTo>
                  <a:pt x="2344660" y="68709"/>
                  <a:pt x="2344317" y="68371"/>
                  <a:pt x="2344068" y="68125"/>
                </a:cubicBezTo>
                <a:cubicBezTo>
                  <a:pt x="2343819" y="67878"/>
                  <a:pt x="2343507" y="67616"/>
                  <a:pt x="2343133" y="67340"/>
                </a:cubicBezTo>
                <a:cubicBezTo>
                  <a:pt x="2342759" y="67063"/>
                  <a:pt x="2342417" y="66863"/>
                  <a:pt x="2342105" y="66741"/>
                </a:cubicBezTo>
                <a:cubicBezTo>
                  <a:pt x="2341793" y="66618"/>
                  <a:pt x="2341451" y="66557"/>
                  <a:pt x="2341077" y="66557"/>
                </a:cubicBezTo>
                <a:cubicBezTo>
                  <a:pt x="2339269" y="66557"/>
                  <a:pt x="2337244" y="67649"/>
                  <a:pt x="2335001" y="69834"/>
                </a:cubicBezTo>
                <a:cubicBezTo>
                  <a:pt x="2333505" y="71270"/>
                  <a:pt x="2332368" y="72940"/>
                  <a:pt x="2331589" y="74844"/>
                </a:cubicBezTo>
                <a:cubicBezTo>
                  <a:pt x="2330810" y="76747"/>
                  <a:pt x="2330420" y="79289"/>
                  <a:pt x="2330420" y="8247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Dataconsistencylayer">
            <a:extLst xmlns:a="http://schemas.openxmlformats.org/drawingml/2006/main">
              <a:ext uri="{FF2B5EF4-FFF2-40B4-BE49-F238E27FC236}">
                <a16:creationId xmlns:a16="http://schemas.microsoft.com/office/drawing/2014/main" id="{6150BD1C-EED3-4922-96BC-A9210626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458" y="3881867"/>
            <a:ext cx="1943592" cy="178109"/>
          </a:xfrm>
          <a:custGeom xmlns:a="http://schemas.openxmlformats.org/drawingml/2006/main">
            <a:pathLst>
              <a:path w="1943592" h="178109">
                <a:moveTo>
                  <a:pt x="43967" y="111155"/>
                </a:moveTo>
                <a:cubicBezTo>
                  <a:pt x="43967" y="117300"/>
                  <a:pt x="45274" y="121377"/>
                  <a:pt x="47888" y="123384"/>
                </a:cubicBezTo>
                <a:cubicBezTo>
                  <a:pt x="50502" y="125391"/>
                  <a:pt x="55325" y="126394"/>
                  <a:pt x="62357" y="126394"/>
                </a:cubicBezTo>
                <a:cubicBezTo>
                  <a:pt x="66278" y="126394"/>
                  <a:pt x="70183" y="125564"/>
                  <a:pt x="74072" y="123903"/>
                </a:cubicBezTo>
                <a:cubicBezTo>
                  <a:pt x="77962" y="122240"/>
                  <a:pt x="81727" y="119668"/>
                  <a:pt x="85367" y="116187"/>
                </a:cubicBezTo>
                <a:cubicBezTo>
                  <a:pt x="89008" y="112706"/>
                  <a:pt x="91980" y="107783"/>
                  <a:pt x="94282" y="101418"/>
                </a:cubicBezTo>
                <a:cubicBezTo>
                  <a:pt x="96585" y="95050"/>
                  <a:pt x="97736" y="87696"/>
                  <a:pt x="97736" y="79355"/>
                </a:cubicBezTo>
                <a:cubicBezTo>
                  <a:pt x="97736" y="72708"/>
                  <a:pt x="97503" y="66813"/>
                  <a:pt x="97036" y="61671"/>
                </a:cubicBezTo>
                <a:cubicBezTo>
                  <a:pt x="96569" y="56528"/>
                  <a:pt x="95480" y="51071"/>
                  <a:pt x="93769" y="45300"/>
                </a:cubicBezTo>
                <a:cubicBezTo>
                  <a:pt x="92057" y="39530"/>
                  <a:pt x="89770" y="34748"/>
                  <a:pt x="86908" y="30954"/>
                </a:cubicBezTo>
                <a:cubicBezTo>
                  <a:pt x="84045" y="27160"/>
                  <a:pt x="79969" y="24008"/>
                  <a:pt x="74679" y="21499"/>
                </a:cubicBezTo>
                <a:cubicBezTo>
                  <a:pt x="69389" y="18991"/>
                  <a:pt x="63104" y="17736"/>
                  <a:pt x="55823" y="17736"/>
                </a:cubicBezTo>
                <a:cubicBezTo>
                  <a:pt x="47919" y="17736"/>
                  <a:pt x="43967" y="22565"/>
                  <a:pt x="43967" y="32223"/>
                </a:cubicBezTo>
                <a:lnTo>
                  <a:pt x="43967" y="111155"/>
                </a:lnTo>
                <a:moveTo>
                  <a:pt x="30805" y="133675"/>
                </a:moveTo>
                <a:lnTo>
                  <a:pt x="1307" y="134049"/>
                </a:lnTo>
                <a:cubicBezTo>
                  <a:pt x="436" y="133426"/>
                  <a:pt x="0" y="132322"/>
                  <a:pt x="0" y="130735"/>
                </a:cubicBezTo>
                <a:cubicBezTo>
                  <a:pt x="0" y="129148"/>
                  <a:pt x="436" y="128074"/>
                  <a:pt x="1307" y="127514"/>
                </a:cubicBezTo>
                <a:cubicBezTo>
                  <a:pt x="4481" y="127390"/>
                  <a:pt x="6846" y="127172"/>
                  <a:pt x="8401" y="126861"/>
                </a:cubicBezTo>
                <a:cubicBezTo>
                  <a:pt x="9957" y="126550"/>
                  <a:pt x="11529" y="125850"/>
                  <a:pt x="13115" y="124761"/>
                </a:cubicBezTo>
                <a:cubicBezTo>
                  <a:pt x="14702" y="123670"/>
                  <a:pt x="15776" y="121956"/>
                  <a:pt x="16336" y="119621"/>
                </a:cubicBezTo>
                <a:cubicBezTo>
                  <a:pt x="16896" y="117285"/>
                  <a:pt x="17176" y="114186"/>
                  <a:pt x="17176" y="110324"/>
                </a:cubicBezTo>
                <a:lnTo>
                  <a:pt x="17176" y="33620"/>
                </a:lnTo>
                <a:cubicBezTo>
                  <a:pt x="17176" y="29820"/>
                  <a:pt x="16896" y="26737"/>
                  <a:pt x="16336" y="24370"/>
                </a:cubicBezTo>
                <a:cubicBezTo>
                  <a:pt x="15776" y="22003"/>
                  <a:pt x="14702" y="20275"/>
                  <a:pt x="13115" y="19186"/>
                </a:cubicBezTo>
                <a:cubicBezTo>
                  <a:pt x="11529" y="18095"/>
                  <a:pt x="9973" y="17394"/>
                  <a:pt x="8448" y="17083"/>
                </a:cubicBezTo>
                <a:cubicBezTo>
                  <a:pt x="6923" y="16772"/>
                  <a:pt x="4543" y="16554"/>
                  <a:pt x="1307" y="16429"/>
                </a:cubicBezTo>
                <a:cubicBezTo>
                  <a:pt x="436" y="15807"/>
                  <a:pt x="0" y="14687"/>
                  <a:pt x="0" y="13069"/>
                </a:cubicBezTo>
                <a:cubicBezTo>
                  <a:pt x="0" y="11451"/>
                  <a:pt x="436" y="10393"/>
                  <a:pt x="1307" y="9895"/>
                </a:cubicBezTo>
                <a:cubicBezTo>
                  <a:pt x="15807" y="10144"/>
                  <a:pt x="25640" y="10268"/>
                  <a:pt x="30805" y="10268"/>
                </a:cubicBezTo>
                <a:cubicBezTo>
                  <a:pt x="33108" y="10268"/>
                  <a:pt x="37091" y="10237"/>
                  <a:pt x="42754" y="10175"/>
                </a:cubicBezTo>
                <a:cubicBezTo>
                  <a:pt x="48417" y="10113"/>
                  <a:pt x="53022" y="10082"/>
                  <a:pt x="56569" y="10082"/>
                </a:cubicBezTo>
                <a:cubicBezTo>
                  <a:pt x="79097" y="10082"/>
                  <a:pt x="96398" y="16141"/>
                  <a:pt x="108471" y="28258"/>
                </a:cubicBezTo>
                <a:cubicBezTo>
                  <a:pt x="120544" y="40374"/>
                  <a:pt x="126581" y="55808"/>
                  <a:pt x="126581" y="74559"/>
                </a:cubicBezTo>
                <a:cubicBezTo>
                  <a:pt x="126581" y="84147"/>
                  <a:pt x="125181" y="92770"/>
                  <a:pt x="122380" y="100429"/>
                </a:cubicBezTo>
                <a:cubicBezTo>
                  <a:pt x="119580" y="108087"/>
                  <a:pt x="115815" y="113940"/>
                  <a:pt x="111085" y="117987"/>
                </a:cubicBezTo>
                <a:cubicBezTo>
                  <a:pt x="98825" y="128695"/>
                  <a:pt x="82396" y="134049"/>
                  <a:pt x="61797" y="134049"/>
                </a:cubicBezTo>
                <a:cubicBezTo>
                  <a:pt x="59245" y="134049"/>
                  <a:pt x="54080" y="133987"/>
                  <a:pt x="46301" y="133862"/>
                </a:cubicBezTo>
                <a:cubicBezTo>
                  <a:pt x="38522" y="133738"/>
                  <a:pt x="33357" y="133675"/>
                  <a:pt x="30805" y="133675"/>
                </a:cubicBezTo>
                <a:close/>
                <a:moveTo>
                  <a:pt x="192169" y="124434"/>
                </a:moveTo>
                <a:lnTo>
                  <a:pt x="190956" y="124527"/>
                </a:lnTo>
                <a:cubicBezTo>
                  <a:pt x="187533" y="127203"/>
                  <a:pt x="183488" y="129708"/>
                  <a:pt x="178820" y="132042"/>
                </a:cubicBezTo>
                <a:cubicBezTo>
                  <a:pt x="174153" y="134375"/>
                  <a:pt x="170544" y="135542"/>
                  <a:pt x="167992" y="135542"/>
                </a:cubicBezTo>
                <a:cubicBezTo>
                  <a:pt x="152060" y="135542"/>
                  <a:pt x="144095" y="128809"/>
                  <a:pt x="144095" y="115341"/>
                </a:cubicBezTo>
                <a:cubicBezTo>
                  <a:pt x="144095" y="108472"/>
                  <a:pt x="146833" y="103213"/>
                  <a:pt x="152309" y="99562"/>
                </a:cubicBezTo>
                <a:cubicBezTo>
                  <a:pt x="157786" y="95912"/>
                  <a:pt x="166467" y="92239"/>
                  <a:pt x="178354" y="88544"/>
                </a:cubicBezTo>
                <a:lnTo>
                  <a:pt x="191142" y="84574"/>
                </a:lnTo>
                <a:cubicBezTo>
                  <a:pt x="191142" y="73310"/>
                  <a:pt x="189867" y="65795"/>
                  <a:pt x="187315" y="62030"/>
                </a:cubicBezTo>
                <a:cubicBezTo>
                  <a:pt x="184764" y="58265"/>
                  <a:pt x="181123" y="56383"/>
                  <a:pt x="176393" y="56383"/>
                </a:cubicBezTo>
                <a:cubicBezTo>
                  <a:pt x="171415" y="56383"/>
                  <a:pt x="168739" y="57838"/>
                  <a:pt x="168365" y="60750"/>
                </a:cubicBezTo>
                <a:cubicBezTo>
                  <a:pt x="168241" y="61508"/>
                  <a:pt x="168225" y="62346"/>
                  <a:pt x="168319" y="63264"/>
                </a:cubicBezTo>
                <a:cubicBezTo>
                  <a:pt x="168412" y="64182"/>
                  <a:pt x="168521" y="64989"/>
                  <a:pt x="168645" y="65685"/>
                </a:cubicBezTo>
                <a:cubicBezTo>
                  <a:pt x="168770" y="66382"/>
                  <a:pt x="168894" y="67126"/>
                  <a:pt x="169019" y="67917"/>
                </a:cubicBezTo>
                <a:cubicBezTo>
                  <a:pt x="169143" y="68707"/>
                  <a:pt x="169206" y="69386"/>
                  <a:pt x="169206" y="69956"/>
                </a:cubicBezTo>
                <a:cubicBezTo>
                  <a:pt x="169206" y="72360"/>
                  <a:pt x="168054" y="74464"/>
                  <a:pt x="165752" y="76269"/>
                </a:cubicBezTo>
                <a:cubicBezTo>
                  <a:pt x="163449" y="78072"/>
                  <a:pt x="160649" y="78973"/>
                  <a:pt x="157350" y="78973"/>
                </a:cubicBezTo>
                <a:cubicBezTo>
                  <a:pt x="153803" y="78973"/>
                  <a:pt x="151267" y="78102"/>
                  <a:pt x="149742" y="76359"/>
                </a:cubicBezTo>
                <a:cubicBezTo>
                  <a:pt x="148218" y="74617"/>
                  <a:pt x="147455" y="72252"/>
                  <a:pt x="147455" y="69265"/>
                </a:cubicBezTo>
                <a:cubicBezTo>
                  <a:pt x="147455" y="65344"/>
                  <a:pt x="149462" y="61750"/>
                  <a:pt x="153476" y="58483"/>
                </a:cubicBezTo>
                <a:cubicBezTo>
                  <a:pt x="157490" y="55216"/>
                  <a:pt x="162173" y="52773"/>
                  <a:pt x="167525" y="51155"/>
                </a:cubicBezTo>
                <a:cubicBezTo>
                  <a:pt x="172877" y="49537"/>
                  <a:pt x="178011" y="48728"/>
                  <a:pt x="182928" y="48728"/>
                </a:cubicBezTo>
                <a:cubicBezTo>
                  <a:pt x="204709" y="48728"/>
                  <a:pt x="215600" y="59666"/>
                  <a:pt x="215600" y="81543"/>
                </a:cubicBezTo>
                <a:lnTo>
                  <a:pt x="215226" y="109238"/>
                </a:lnTo>
                <a:cubicBezTo>
                  <a:pt x="215226" y="114120"/>
                  <a:pt x="215615" y="117484"/>
                  <a:pt x="216393" y="119332"/>
                </a:cubicBezTo>
                <a:cubicBezTo>
                  <a:pt x="217171" y="121177"/>
                  <a:pt x="218556" y="122100"/>
                  <a:pt x="220547" y="122100"/>
                </a:cubicBezTo>
                <a:cubicBezTo>
                  <a:pt x="223597" y="122100"/>
                  <a:pt x="226273" y="121193"/>
                  <a:pt x="228575" y="119378"/>
                </a:cubicBezTo>
                <a:cubicBezTo>
                  <a:pt x="230878" y="121347"/>
                  <a:pt x="232029" y="123187"/>
                  <a:pt x="232029" y="124901"/>
                </a:cubicBezTo>
                <a:cubicBezTo>
                  <a:pt x="224499" y="132057"/>
                  <a:pt x="216160" y="135605"/>
                  <a:pt x="207012" y="135542"/>
                </a:cubicBezTo>
                <a:cubicBezTo>
                  <a:pt x="198361" y="135605"/>
                  <a:pt x="193414" y="131902"/>
                  <a:pt x="192169" y="124434"/>
                </a:cubicBezTo>
                <a:moveTo>
                  <a:pt x="191142" y="92007"/>
                </a:moveTo>
                <a:lnTo>
                  <a:pt x="181154" y="95149"/>
                </a:lnTo>
                <a:cubicBezTo>
                  <a:pt x="177980" y="96140"/>
                  <a:pt x="175382" y="97287"/>
                  <a:pt x="173360" y="98588"/>
                </a:cubicBezTo>
                <a:cubicBezTo>
                  <a:pt x="171337" y="99887"/>
                  <a:pt x="169906" y="101357"/>
                  <a:pt x="169065" y="102999"/>
                </a:cubicBezTo>
                <a:cubicBezTo>
                  <a:pt x="168225" y="104640"/>
                  <a:pt x="167681" y="106096"/>
                  <a:pt x="167432" y="107366"/>
                </a:cubicBezTo>
                <a:cubicBezTo>
                  <a:pt x="167183" y="108636"/>
                  <a:pt x="167058" y="110355"/>
                  <a:pt x="167058" y="112523"/>
                </a:cubicBezTo>
                <a:cubicBezTo>
                  <a:pt x="167058" y="115864"/>
                  <a:pt x="167945" y="118638"/>
                  <a:pt x="169719" y="120846"/>
                </a:cubicBezTo>
                <a:cubicBezTo>
                  <a:pt x="171493" y="123051"/>
                  <a:pt x="174309" y="124154"/>
                  <a:pt x="178167" y="124154"/>
                </a:cubicBezTo>
                <a:cubicBezTo>
                  <a:pt x="181092" y="124154"/>
                  <a:pt x="185417" y="121810"/>
                  <a:pt x="191142" y="117123"/>
                </a:cubicBezTo>
                <a:lnTo>
                  <a:pt x="191142" y="92007"/>
                </a:lnTo>
                <a:close/>
                <a:moveTo>
                  <a:pt x="244414" y="50595"/>
                </a:moveTo>
                <a:lnTo>
                  <a:pt x="249735" y="50595"/>
                </a:lnTo>
                <a:cubicBezTo>
                  <a:pt x="249735" y="37754"/>
                  <a:pt x="250451" y="30403"/>
                  <a:pt x="251882" y="28541"/>
                </a:cubicBezTo>
                <a:cubicBezTo>
                  <a:pt x="252256" y="28045"/>
                  <a:pt x="253018" y="27550"/>
                  <a:pt x="254169" y="27054"/>
                </a:cubicBezTo>
                <a:cubicBezTo>
                  <a:pt x="255320" y="26556"/>
                  <a:pt x="256736" y="26043"/>
                  <a:pt x="258417" y="25516"/>
                </a:cubicBezTo>
                <a:cubicBezTo>
                  <a:pt x="260097" y="24989"/>
                  <a:pt x="261279" y="24570"/>
                  <a:pt x="261964" y="24259"/>
                </a:cubicBezTo>
                <a:cubicBezTo>
                  <a:pt x="263457" y="23639"/>
                  <a:pt x="265589" y="22926"/>
                  <a:pt x="268358" y="22121"/>
                </a:cubicBezTo>
                <a:cubicBezTo>
                  <a:pt x="271128" y="21314"/>
                  <a:pt x="272854" y="20910"/>
                  <a:pt x="273539" y="20910"/>
                </a:cubicBezTo>
                <a:cubicBezTo>
                  <a:pt x="274535" y="20910"/>
                  <a:pt x="275033" y="21468"/>
                  <a:pt x="275033" y="22585"/>
                </a:cubicBezTo>
                <a:cubicBezTo>
                  <a:pt x="274659" y="28541"/>
                  <a:pt x="274317" y="35738"/>
                  <a:pt x="274006" y="44174"/>
                </a:cubicBezTo>
                <a:lnTo>
                  <a:pt x="273819" y="50595"/>
                </a:lnTo>
                <a:lnTo>
                  <a:pt x="296223" y="50595"/>
                </a:lnTo>
                <a:cubicBezTo>
                  <a:pt x="297218" y="50595"/>
                  <a:pt x="297716" y="50972"/>
                  <a:pt x="297716" y="51727"/>
                </a:cubicBezTo>
                <a:lnTo>
                  <a:pt x="297716" y="57760"/>
                </a:lnTo>
                <a:cubicBezTo>
                  <a:pt x="297716" y="59455"/>
                  <a:pt x="296192" y="60303"/>
                  <a:pt x="293142" y="60303"/>
                </a:cubicBezTo>
                <a:lnTo>
                  <a:pt x="273819" y="60303"/>
                </a:lnTo>
                <a:cubicBezTo>
                  <a:pt x="273819" y="67448"/>
                  <a:pt x="273850" y="76800"/>
                  <a:pt x="273912" y="88357"/>
                </a:cubicBezTo>
                <a:cubicBezTo>
                  <a:pt x="273975" y="99915"/>
                  <a:pt x="274006" y="106907"/>
                  <a:pt x="274006" y="109332"/>
                </a:cubicBezTo>
                <a:cubicBezTo>
                  <a:pt x="274006" y="113805"/>
                  <a:pt x="274815" y="117052"/>
                  <a:pt x="276433" y="119072"/>
                </a:cubicBezTo>
                <a:cubicBezTo>
                  <a:pt x="278051" y="121091"/>
                  <a:pt x="280073" y="122100"/>
                  <a:pt x="282501" y="122100"/>
                </a:cubicBezTo>
                <a:cubicBezTo>
                  <a:pt x="287479" y="122100"/>
                  <a:pt x="291089" y="121199"/>
                  <a:pt x="293329" y="119396"/>
                </a:cubicBezTo>
                <a:cubicBezTo>
                  <a:pt x="295632" y="121331"/>
                  <a:pt x="296783" y="123141"/>
                  <a:pt x="296783" y="124825"/>
                </a:cubicBezTo>
                <a:cubicBezTo>
                  <a:pt x="294729" y="127645"/>
                  <a:pt x="291166" y="130136"/>
                  <a:pt x="286094" y="132298"/>
                </a:cubicBezTo>
                <a:cubicBezTo>
                  <a:pt x="281022" y="134461"/>
                  <a:pt x="275935" y="135542"/>
                  <a:pt x="270832" y="135542"/>
                </a:cubicBezTo>
                <a:cubicBezTo>
                  <a:pt x="264484" y="135542"/>
                  <a:pt x="259194" y="133769"/>
                  <a:pt x="254963" y="130221"/>
                </a:cubicBezTo>
                <a:cubicBezTo>
                  <a:pt x="251166" y="126923"/>
                  <a:pt x="249237" y="121384"/>
                  <a:pt x="249175" y="113605"/>
                </a:cubicBezTo>
                <a:cubicBezTo>
                  <a:pt x="249175" y="94749"/>
                  <a:pt x="249362" y="76982"/>
                  <a:pt x="249735" y="60303"/>
                </a:cubicBezTo>
                <a:lnTo>
                  <a:pt x="237320" y="60303"/>
                </a:lnTo>
                <a:cubicBezTo>
                  <a:pt x="236697" y="60303"/>
                  <a:pt x="236386" y="59895"/>
                  <a:pt x="236386" y="59078"/>
                </a:cubicBezTo>
                <a:lnTo>
                  <a:pt x="236386" y="53518"/>
                </a:lnTo>
                <a:cubicBezTo>
                  <a:pt x="238564" y="51569"/>
                  <a:pt x="241240" y="50595"/>
                  <a:pt x="244414" y="50595"/>
                </a:cubicBezTo>
                <a:close/>
                <a:moveTo>
                  <a:pt x="357233" y="124434"/>
                </a:moveTo>
                <a:lnTo>
                  <a:pt x="356019" y="124527"/>
                </a:lnTo>
                <a:cubicBezTo>
                  <a:pt x="352596" y="127203"/>
                  <a:pt x="348551" y="129708"/>
                  <a:pt x="343884" y="132042"/>
                </a:cubicBezTo>
                <a:cubicBezTo>
                  <a:pt x="339216" y="134375"/>
                  <a:pt x="335607" y="135542"/>
                  <a:pt x="333055" y="135542"/>
                </a:cubicBezTo>
                <a:cubicBezTo>
                  <a:pt x="317124" y="135542"/>
                  <a:pt x="309158" y="128809"/>
                  <a:pt x="309158" y="115341"/>
                </a:cubicBezTo>
                <a:cubicBezTo>
                  <a:pt x="309158" y="108472"/>
                  <a:pt x="311896" y="103213"/>
                  <a:pt x="317373" y="99562"/>
                </a:cubicBezTo>
                <a:cubicBezTo>
                  <a:pt x="322849" y="95912"/>
                  <a:pt x="331531" y="92239"/>
                  <a:pt x="343417" y="88544"/>
                </a:cubicBezTo>
                <a:lnTo>
                  <a:pt x="356206" y="84574"/>
                </a:lnTo>
                <a:cubicBezTo>
                  <a:pt x="356206" y="73310"/>
                  <a:pt x="354930" y="65795"/>
                  <a:pt x="352378" y="62030"/>
                </a:cubicBezTo>
                <a:cubicBezTo>
                  <a:pt x="349827" y="58265"/>
                  <a:pt x="346186" y="56383"/>
                  <a:pt x="341457" y="56383"/>
                </a:cubicBezTo>
                <a:cubicBezTo>
                  <a:pt x="336478" y="56383"/>
                  <a:pt x="333802" y="57838"/>
                  <a:pt x="333429" y="60750"/>
                </a:cubicBezTo>
                <a:cubicBezTo>
                  <a:pt x="333304" y="61508"/>
                  <a:pt x="333289" y="62346"/>
                  <a:pt x="333382" y="63264"/>
                </a:cubicBezTo>
                <a:cubicBezTo>
                  <a:pt x="333475" y="64182"/>
                  <a:pt x="333584" y="64989"/>
                  <a:pt x="333709" y="65685"/>
                </a:cubicBezTo>
                <a:cubicBezTo>
                  <a:pt x="333833" y="66382"/>
                  <a:pt x="333958" y="67126"/>
                  <a:pt x="334082" y="67917"/>
                </a:cubicBezTo>
                <a:cubicBezTo>
                  <a:pt x="334207" y="68707"/>
                  <a:pt x="334269" y="69386"/>
                  <a:pt x="334269" y="69956"/>
                </a:cubicBezTo>
                <a:cubicBezTo>
                  <a:pt x="334269" y="72360"/>
                  <a:pt x="333118" y="74464"/>
                  <a:pt x="330815" y="76269"/>
                </a:cubicBezTo>
                <a:cubicBezTo>
                  <a:pt x="328512" y="78072"/>
                  <a:pt x="325712" y="78973"/>
                  <a:pt x="322414" y="78973"/>
                </a:cubicBezTo>
                <a:cubicBezTo>
                  <a:pt x="318866" y="78973"/>
                  <a:pt x="316330" y="78102"/>
                  <a:pt x="314806" y="76359"/>
                </a:cubicBezTo>
                <a:cubicBezTo>
                  <a:pt x="313281" y="74617"/>
                  <a:pt x="312519" y="72252"/>
                  <a:pt x="312519" y="69265"/>
                </a:cubicBezTo>
                <a:cubicBezTo>
                  <a:pt x="312519" y="65344"/>
                  <a:pt x="314526" y="61750"/>
                  <a:pt x="318540" y="58483"/>
                </a:cubicBezTo>
                <a:cubicBezTo>
                  <a:pt x="322554" y="55216"/>
                  <a:pt x="327237" y="52773"/>
                  <a:pt x="332589" y="51155"/>
                </a:cubicBezTo>
                <a:cubicBezTo>
                  <a:pt x="337941" y="49537"/>
                  <a:pt x="343075" y="48728"/>
                  <a:pt x="347991" y="48728"/>
                </a:cubicBezTo>
                <a:cubicBezTo>
                  <a:pt x="369772" y="48728"/>
                  <a:pt x="380663" y="59666"/>
                  <a:pt x="380663" y="81543"/>
                </a:cubicBezTo>
                <a:lnTo>
                  <a:pt x="380290" y="109238"/>
                </a:lnTo>
                <a:cubicBezTo>
                  <a:pt x="380290" y="114120"/>
                  <a:pt x="380679" y="117484"/>
                  <a:pt x="381457" y="119332"/>
                </a:cubicBezTo>
                <a:cubicBezTo>
                  <a:pt x="382235" y="121177"/>
                  <a:pt x="383619" y="122100"/>
                  <a:pt x="385611" y="122100"/>
                </a:cubicBezTo>
                <a:cubicBezTo>
                  <a:pt x="388660" y="122100"/>
                  <a:pt x="391336" y="121193"/>
                  <a:pt x="393639" y="119378"/>
                </a:cubicBezTo>
                <a:cubicBezTo>
                  <a:pt x="395941" y="121347"/>
                  <a:pt x="397093" y="123187"/>
                  <a:pt x="397093" y="124901"/>
                </a:cubicBezTo>
                <a:cubicBezTo>
                  <a:pt x="389562" y="132057"/>
                  <a:pt x="381223" y="135605"/>
                  <a:pt x="372075" y="135542"/>
                </a:cubicBezTo>
                <a:cubicBezTo>
                  <a:pt x="363425" y="135605"/>
                  <a:pt x="358477" y="131902"/>
                  <a:pt x="357233" y="124434"/>
                </a:cubicBezTo>
                <a:moveTo>
                  <a:pt x="356206" y="92007"/>
                </a:moveTo>
                <a:lnTo>
                  <a:pt x="346217" y="95149"/>
                </a:lnTo>
                <a:cubicBezTo>
                  <a:pt x="343044" y="96140"/>
                  <a:pt x="340445" y="97287"/>
                  <a:pt x="338423" y="98588"/>
                </a:cubicBezTo>
                <a:cubicBezTo>
                  <a:pt x="336400" y="99887"/>
                  <a:pt x="334969" y="101357"/>
                  <a:pt x="334129" y="102999"/>
                </a:cubicBezTo>
                <a:cubicBezTo>
                  <a:pt x="333289" y="104640"/>
                  <a:pt x="332744" y="106096"/>
                  <a:pt x="332495" y="107366"/>
                </a:cubicBezTo>
                <a:cubicBezTo>
                  <a:pt x="332246" y="108636"/>
                  <a:pt x="332122" y="110355"/>
                  <a:pt x="332122" y="112523"/>
                </a:cubicBezTo>
                <a:cubicBezTo>
                  <a:pt x="332122" y="115864"/>
                  <a:pt x="333009" y="118638"/>
                  <a:pt x="334782" y="120846"/>
                </a:cubicBezTo>
                <a:cubicBezTo>
                  <a:pt x="336556" y="123051"/>
                  <a:pt x="339372" y="124154"/>
                  <a:pt x="343230" y="124154"/>
                </a:cubicBezTo>
                <a:cubicBezTo>
                  <a:pt x="346155" y="124154"/>
                  <a:pt x="350480" y="121810"/>
                  <a:pt x="356206" y="117123"/>
                </a:cubicBezTo>
                <a:lnTo>
                  <a:pt x="356206" y="92007"/>
                </a:lnTo>
                <a:close/>
                <a:moveTo>
                  <a:pt x="528942" y="116937"/>
                </a:moveTo>
                <a:cubicBezTo>
                  <a:pt x="525271" y="122324"/>
                  <a:pt x="520432" y="126771"/>
                  <a:pt x="514427" y="130280"/>
                </a:cubicBezTo>
                <a:cubicBezTo>
                  <a:pt x="508421" y="133788"/>
                  <a:pt x="502618" y="135542"/>
                  <a:pt x="497017" y="135542"/>
                </a:cubicBezTo>
                <a:cubicBezTo>
                  <a:pt x="484135" y="135542"/>
                  <a:pt x="474209" y="132224"/>
                  <a:pt x="467239" y="125586"/>
                </a:cubicBezTo>
                <a:cubicBezTo>
                  <a:pt x="459335" y="118136"/>
                  <a:pt x="455384" y="107930"/>
                  <a:pt x="455384" y="94968"/>
                </a:cubicBezTo>
                <a:cubicBezTo>
                  <a:pt x="455384" y="81261"/>
                  <a:pt x="459522" y="70128"/>
                  <a:pt x="467799" y="61569"/>
                </a:cubicBezTo>
                <a:cubicBezTo>
                  <a:pt x="476076" y="53008"/>
                  <a:pt x="486064" y="48728"/>
                  <a:pt x="497764" y="48728"/>
                </a:cubicBezTo>
                <a:cubicBezTo>
                  <a:pt x="507472" y="48728"/>
                  <a:pt x="515096" y="50823"/>
                  <a:pt x="520634" y="55012"/>
                </a:cubicBezTo>
                <a:cubicBezTo>
                  <a:pt x="526173" y="59199"/>
                  <a:pt x="528942" y="63711"/>
                  <a:pt x="528942" y="68550"/>
                </a:cubicBezTo>
                <a:cubicBezTo>
                  <a:pt x="528942" y="71590"/>
                  <a:pt x="527962" y="74118"/>
                  <a:pt x="526002" y="76135"/>
                </a:cubicBezTo>
                <a:cubicBezTo>
                  <a:pt x="524042" y="78151"/>
                  <a:pt x="521521" y="79160"/>
                  <a:pt x="518441" y="79160"/>
                </a:cubicBezTo>
                <a:cubicBezTo>
                  <a:pt x="515360" y="79160"/>
                  <a:pt x="512684" y="78293"/>
                  <a:pt x="510413" y="76561"/>
                </a:cubicBezTo>
                <a:cubicBezTo>
                  <a:pt x="508141" y="74828"/>
                  <a:pt x="506881" y="72670"/>
                  <a:pt x="506632" y="70087"/>
                </a:cubicBezTo>
                <a:cubicBezTo>
                  <a:pt x="506259" y="66369"/>
                  <a:pt x="505201" y="63155"/>
                  <a:pt x="503458" y="60446"/>
                </a:cubicBezTo>
                <a:cubicBezTo>
                  <a:pt x="501716" y="57737"/>
                  <a:pt x="499257" y="56383"/>
                  <a:pt x="496084" y="56383"/>
                </a:cubicBezTo>
                <a:cubicBezTo>
                  <a:pt x="485504" y="56383"/>
                  <a:pt x="480214" y="67022"/>
                  <a:pt x="480214" y="88302"/>
                </a:cubicBezTo>
                <a:cubicBezTo>
                  <a:pt x="480214" y="98442"/>
                  <a:pt x="482797" y="106579"/>
                  <a:pt x="487962" y="112713"/>
                </a:cubicBezTo>
                <a:cubicBezTo>
                  <a:pt x="493128" y="118847"/>
                  <a:pt x="499413" y="121913"/>
                  <a:pt x="506819" y="121913"/>
                </a:cubicBezTo>
                <a:cubicBezTo>
                  <a:pt x="512046" y="121913"/>
                  <a:pt x="518612" y="118252"/>
                  <a:pt x="526515" y="110930"/>
                </a:cubicBezTo>
                <a:cubicBezTo>
                  <a:pt x="528133" y="110993"/>
                  <a:pt x="528942" y="112995"/>
                  <a:pt x="528942" y="116937"/>
                </a:cubicBezTo>
                <a:close/>
                <a:moveTo>
                  <a:pt x="585070" y="56383"/>
                </a:moveTo>
                <a:cubicBezTo>
                  <a:pt x="574491" y="56383"/>
                  <a:pt x="569201" y="67529"/>
                  <a:pt x="569201" y="89822"/>
                </a:cubicBezTo>
                <a:cubicBezTo>
                  <a:pt x="569201" y="98700"/>
                  <a:pt x="571084" y="107264"/>
                  <a:pt x="574849" y="115513"/>
                </a:cubicBezTo>
                <a:cubicBezTo>
                  <a:pt x="578614" y="123763"/>
                  <a:pt x="584012" y="127888"/>
                  <a:pt x="591045" y="127888"/>
                </a:cubicBezTo>
                <a:cubicBezTo>
                  <a:pt x="595276" y="127888"/>
                  <a:pt x="598979" y="125606"/>
                  <a:pt x="602153" y="121041"/>
                </a:cubicBezTo>
                <a:cubicBezTo>
                  <a:pt x="605327" y="116475"/>
                  <a:pt x="606914" y="108965"/>
                  <a:pt x="606914" y="98512"/>
                </a:cubicBezTo>
                <a:cubicBezTo>
                  <a:pt x="606914" y="85350"/>
                  <a:pt x="604923" y="75038"/>
                  <a:pt x="600940" y="67576"/>
                </a:cubicBezTo>
                <a:cubicBezTo>
                  <a:pt x="596957" y="60114"/>
                  <a:pt x="591667" y="56383"/>
                  <a:pt x="585070" y="56383"/>
                </a:cubicBezTo>
                <a:moveTo>
                  <a:pt x="542503" y="94072"/>
                </a:moveTo>
                <a:cubicBezTo>
                  <a:pt x="542503" y="81295"/>
                  <a:pt x="545988" y="70886"/>
                  <a:pt x="552958" y="62844"/>
                </a:cubicBezTo>
                <a:cubicBezTo>
                  <a:pt x="561173" y="53371"/>
                  <a:pt x="572904" y="48666"/>
                  <a:pt x="588151" y="48728"/>
                </a:cubicBezTo>
                <a:cubicBezTo>
                  <a:pt x="602029" y="48728"/>
                  <a:pt x="613091" y="52809"/>
                  <a:pt x="621336" y="60971"/>
                </a:cubicBezTo>
                <a:cubicBezTo>
                  <a:pt x="629582" y="69133"/>
                  <a:pt x="633705" y="79600"/>
                  <a:pt x="633705" y="92371"/>
                </a:cubicBezTo>
                <a:cubicBezTo>
                  <a:pt x="633705" y="106138"/>
                  <a:pt x="629349" y="116915"/>
                  <a:pt x="620636" y="124702"/>
                </a:cubicBezTo>
                <a:cubicBezTo>
                  <a:pt x="612484" y="131991"/>
                  <a:pt x="601593" y="135605"/>
                  <a:pt x="587964" y="135542"/>
                </a:cubicBezTo>
                <a:cubicBezTo>
                  <a:pt x="574958" y="135542"/>
                  <a:pt x="564129" y="131729"/>
                  <a:pt x="555479" y="124101"/>
                </a:cubicBezTo>
                <a:cubicBezTo>
                  <a:pt x="546828" y="116474"/>
                  <a:pt x="542503" y="106464"/>
                  <a:pt x="542503" y="94072"/>
                </a:cubicBezTo>
                <a:close/>
                <a:moveTo>
                  <a:pt x="684285" y="110338"/>
                </a:moveTo>
                <a:cubicBezTo>
                  <a:pt x="684285" y="117868"/>
                  <a:pt x="684860" y="122520"/>
                  <a:pt x="686012" y="124294"/>
                </a:cubicBezTo>
                <a:cubicBezTo>
                  <a:pt x="687163" y="126067"/>
                  <a:pt x="689885" y="127141"/>
                  <a:pt x="694180" y="127514"/>
                </a:cubicBezTo>
                <a:cubicBezTo>
                  <a:pt x="694677" y="128012"/>
                  <a:pt x="694942" y="129101"/>
                  <a:pt x="694973" y="130782"/>
                </a:cubicBezTo>
                <a:cubicBezTo>
                  <a:pt x="695004" y="132462"/>
                  <a:pt x="694740" y="133551"/>
                  <a:pt x="694180" y="134049"/>
                </a:cubicBezTo>
                <a:cubicBezTo>
                  <a:pt x="683227" y="133800"/>
                  <a:pt x="675790" y="133675"/>
                  <a:pt x="671869" y="133675"/>
                </a:cubicBezTo>
                <a:cubicBezTo>
                  <a:pt x="665086" y="133675"/>
                  <a:pt x="656342" y="133800"/>
                  <a:pt x="645638" y="134049"/>
                </a:cubicBezTo>
                <a:cubicBezTo>
                  <a:pt x="645140" y="133551"/>
                  <a:pt x="644891" y="132477"/>
                  <a:pt x="644891" y="130828"/>
                </a:cubicBezTo>
                <a:cubicBezTo>
                  <a:pt x="644891" y="129179"/>
                  <a:pt x="645140" y="128074"/>
                  <a:pt x="645638" y="127514"/>
                </a:cubicBezTo>
                <a:cubicBezTo>
                  <a:pt x="651737" y="127016"/>
                  <a:pt x="655564" y="125943"/>
                  <a:pt x="657120" y="124294"/>
                </a:cubicBezTo>
                <a:cubicBezTo>
                  <a:pt x="658676" y="122645"/>
                  <a:pt x="659454" y="117993"/>
                  <a:pt x="659454" y="110338"/>
                </a:cubicBezTo>
                <a:lnTo>
                  <a:pt x="659454" y="74586"/>
                </a:lnTo>
                <a:cubicBezTo>
                  <a:pt x="659454" y="69234"/>
                  <a:pt x="658723" y="65795"/>
                  <a:pt x="657260" y="64271"/>
                </a:cubicBezTo>
                <a:cubicBezTo>
                  <a:pt x="655798" y="62746"/>
                  <a:pt x="652390" y="61735"/>
                  <a:pt x="647038" y="61237"/>
                </a:cubicBezTo>
                <a:cubicBezTo>
                  <a:pt x="646292" y="58810"/>
                  <a:pt x="646136" y="56756"/>
                  <a:pt x="646572" y="55076"/>
                </a:cubicBezTo>
                <a:cubicBezTo>
                  <a:pt x="657400" y="53623"/>
                  <a:pt x="667980" y="51507"/>
                  <a:pt x="678310" y="48728"/>
                </a:cubicBezTo>
                <a:cubicBezTo>
                  <a:pt x="681111" y="48728"/>
                  <a:pt x="682604" y="49824"/>
                  <a:pt x="682791" y="52016"/>
                </a:cubicBezTo>
                <a:cubicBezTo>
                  <a:pt x="683351" y="55833"/>
                  <a:pt x="683756" y="59965"/>
                  <a:pt x="684005" y="64411"/>
                </a:cubicBezTo>
                <a:cubicBezTo>
                  <a:pt x="699189" y="53893"/>
                  <a:pt x="709800" y="48666"/>
                  <a:pt x="715836" y="48728"/>
                </a:cubicBezTo>
                <a:cubicBezTo>
                  <a:pt x="732764" y="48728"/>
                  <a:pt x="741227" y="58934"/>
                  <a:pt x="741227" y="79346"/>
                </a:cubicBezTo>
                <a:lnTo>
                  <a:pt x="741227" y="109218"/>
                </a:lnTo>
                <a:cubicBezTo>
                  <a:pt x="741227" y="116997"/>
                  <a:pt x="742161" y="121929"/>
                  <a:pt x="744028" y="124014"/>
                </a:cubicBezTo>
                <a:cubicBezTo>
                  <a:pt x="745895" y="126099"/>
                  <a:pt x="749878" y="127265"/>
                  <a:pt x="755976" y="127514"/>
                </a:cubicBezTo>
                <a:cubicBezTo>
                  <a:pt x="756599" y="128012"/>
                  <a:pt x="756910" y="129101"/>
                  <a:pt x="756910" y="130782"/>
                </a:cubicBezTo>
                <a:cubicBezTo>
                  <a:pt x="756910" y="132462"/>
                  <a:pt x="756599" y="133551"/>
                  <a:pt x="755976" y="134049"/>
                </a:cubicBezTo>
                <a:cubicBezTo>
                  <a:pt x="745023" y="133800"/>
                  <a:pt x="735969" y="133675"/>
                  <a:pt x="728812" y="133675"/>
                </a:cubicBezTo>
                <a:cubicBezTo>
                  <a:pt x="723958" y="133675"/>
                  <a:pt x="716179" y="133800"/>
                  <a:pt x="705475" y="134049"/>
                </a:cubicBezTo>
                <a:cubicBezTo>
                  <a:pt x="704852" y="133551"/>
                  <a:pt x="704541" y="132477"/>
                  <a:pt x="704541" y="130828"/>
                </a:cubicBezTo>
                <a:cubicBezTo>
                  <a:pt x="704541" y="129179"/>
                  <a:pt x="704852" y="128074"/>
                  <a:pt x="705475" y="127514"/>
                </a:cubicBezTo>
                <a:cubicBezTo>
                  <a:pt x="709707" y="127265"/>
                  <a:pt x="712585" y="126036"/>
                  <a:pt x="714109" y="123827"/>
                </a:cubicBezTo>
                <a:cubicBezTo>
                  <a:pt x="715634" y="121618"/>
                  <a:pt x="716397" y="116748"/>
                  <a:pt x="716397" y="109218"/>
                </a:cubicBezTo>
                <a:lnTo>
                  <a:pt x="716397" y="77293"/>
                </a:lnTo>
                <a:cubicBezTo>
                  <a:pt x="716397" y="67709"/>
                  <a:pt x="711947" y="62917"/>
                  <a:pt x="703048" y="62917"/>
                </a:cubicBezTo>
                <a:cubicBezTo>
                  <a:pt x="699251" y="62917"/>
                  <a:pt x="692997" y="65904"/>
                  <a:pt x="684285" y="71879"/>
                </a:cubicBezTo>
                <a:lnTo>
                  <a:pt x="684285" y="72252"/>
                </a:lnTo>
                <a:lnTo>
                  <a:pt x="684285" y="110338"/>
                </a:lnTo>
                <a:close/>
                <a:moveTo>
                  <a:pt x="767547" y="105426"/>
                </a:moveTo>
                <a:cubicBezTo>
                  <a:pt x="770348" y="104801"/>
                  <a:pt x="772899" y="104677"/>
                  <a:pt x="775202" y="105052"/>
                </a:cubicBezTo>
                <a:cubicBezTo>
                  <a:pt x="777131" y="111978"/>
                  <a:pt x="780134" y="117515"/>
                  <a:pt x="784210" y="121665"/>
                </a:cubicBezTo>
                <a:cubicBezTo>
                  <a:pt x="788286" y="125814"/>
                  <a:pt x="792565" y="127888"/>
                  <a:pt x="797045" y="127888"/>
                </a:cubicBezTo>
                <a:cubicBezTo>
                  <a:pt x="799846" y="127888"/>
                  <a:pt x="802428" y="127046"/>
                  <a:pt x="804793" y="125362"/>
                </a:cubicBezTo>
                <a:cubicBezTo>
                  <a:pt x="807158" y="123675"/>
                  <a:pt x="808341" y="121367"/>
                  <a:pt x="808341" y="118436"/>
                </a:cubicBezTo>
                <a:cubicBezTo>
                  <a:pt x="808341" y="111384"/>
                  <a:pt x="805073" y="106423"/>
                  <a:pt x="798539" y="103553"/>
                </a:cubicBezTo>
                <a:cubicBezTo>
                  <a:pt x="789889" y="99623"/>
                  <a:pt x="782514" y="94345"/>
                  <a:pt x="776415" y="87722"/>
                </a:cubicBezTo>
                <a:cubicBezTo>
                  <a:pt x="772495" y="83391"/>
                  <a:pt x="770503" y="78625"/>
                  <a:pt x="770441" y="73425"/>
                </a:cubicBezTo>
                <a:cubicBezTo>
                  <a:pt x="770441" y="67977"/>
                  <a:pt x="772619" y="63026"/>
                  <a:pt x="776975" y="58570"/>
                </a:cubicBezTo>
                <a:cubicBezTo>
                  <a:pt x="783448" y="52009"/>
                  <a:pt x="792036" y="48728"/>
                  <a:pt x="802740" y="48728"/>
                </a:cubicBezTo>
                <a:cubicBezTo>
                  <a:pt x="810021" y="48728"/>
                  <a:pt x="817178" y="50182"/>
                  <a:pt x="824210" y="53089"/>
                </a:cubicBezTo>
                <a:cubicBezTo>
                  <a:pt x="825890" y="58906"/>
                  <a:pt x="826699" y="65619"/>
                  <a:pt x="826637" y="73229"/>
                </a:cubicBezTo>
                <a:cubicBezTo>
                  <a:pt x="824957" y="74353"/>
                  <a:pt x="822467" y="74665"/>
                  <a:pt x="819169" y="74166"/>
                </a:cubicBezTo>
                <a:cubicBezTo>
                  <a:pt x="814315" y="62310"/>
                  <a:pt x="808341" y="56383"/>
                  <a:pt x="801246" y="56383"/>
                </a:cubicBezTo>
                <a:cubicBezTo>
                  <a:pt x="798570" y="56383"/>
                  <a:pt x="796361" y="57147"/>
                  <a:pt x="794618" y="58676"/>
                </a:cubicBezTo>
                <a:cubicBezTo>
                  <a:pt x="792876" y="60204"/>
                  <a:pt x="792005" y="62123"/>
                  <a:pt x="792005" y="64431"/>
                </a:cubicBezTo>
                <a:cubicBezTo>
                  <a:pt x="792005" y="71483"/>
                  <a:pt x="795458" y="76444"/>
                  <a:pt x="802366" y="79314"/>
                </a:cubicBezTo>
                <a:cubicBezTo>
                  <a:pt x="812261" y="83620"/>
                  <a:pt x="819667" y="88549"/>
                  <a:pt x="824583" y="94101"/>
                </a:cubicBezTo>
                <a:cubicBezTo>
                  <a:pt x="828504" y="98469"/>
                  <a:pt x="830464" y="103960"/>
                  <a:pt x="830464" y="110574"/>
                </a:cubicBezTo>
                <a:cubicBezTo>
                  <a:pt x="830464" y="118457"/>
                  <a:pt x="827026" y="124588"/>
                  <a:pt x="820149" y="128970"/>
                </a:cubicBezTo>
                <a:cubicBezTo>
                  <a:pt x="813272" y="133352"/>
                  <a:pt x="805696" y="135542"/>
                  <a:pt x="797419" y="135542"/>
                </a:cubicBezTo>
                <a:cubicBezTo>
                  <a:pt x="787710" y="135542"/>
                  <a:pt x="778842" y="134089"/>
                  <a:pt x="770814" y="131181"/>
                </a:cubicBezTo>
                <a:cubicBezTo>
                  <a:pt x="769507" y="125792"/>
                  <a:pt x="768418" y="117207"/>
                  <a:pt x="767547" y="105426"/>
                </a:cubicBezTo>
                <a:close/>
                <a:moveTo>
                  <a:pt x="884316" y="110294"/>
                </a:moveTo>
                <a:cubicBezTo>
                  <a:pt x="884316" y="117968"/>
                  <a:pt x="885078" y="122664"/>
                  <a:pt x="886603" y="124381"/>
                </a:cubicBezTo>
                <a:cubicBezTo>
                  <a:pt x="888127" y="126097"/>
                  <a:pt x="891970" y="127141"/>
                  <a:pt x="898131" y="127514"/>
                </a:cubicBezTo>
                <a:cubicBezTo>
                  <a:pt x="898629" y="128012"/>
                  <a:pt x="898878" y="129101"/>
                  <a:pt x="898878" y="130782"/>
                </a:cubicBezTo>
                <a:cubicBezTo>
                  <a:pt x="898878" y="132462"/>
                  <a:pt x="898629" y="133551"/>
                  <a:pt x="898131" y="134049"/>
                </a:cubicBezTo>
                <a:cubicBezTo>
                  <a:pt x="887178" y="133800"/>
                  <a:pt x="878435" y="133675"/>
                  <a:pt x="871900" y="133675"/>
                </a:cubicBezTo>
                <a:cubicBezTo>
                  <a:pt x="865117" y="133675"/>
                  <a:pt x="856373" y="133800"/>
                  <a:pt x="845669" y="134049"/>
                </a:cubicBezTo>
                <a:cubicBezTo>
                  <a:pt x="845171" y="133551"/>
                  <a:pt x="844922" y="132477"/>
                  <a:pt x="844922" y="130828"/>
                </a:cubicBezTo>
                <a:cubicBezTo>
                  <a:pt x="844922" y="129179"/>
                  <a:pt x="845171" y="128074"/>
                  <a:pt x="845669" y="127514"/>
                </a:cubicBezTo>
                <a:cubicBezTo>
                  <a:pt x="851768" y="127015"/>
                  <a:pt x="855595" y="125938"/>
                  <a:pt x="857151" y="124285"/>
                </a:cubicBezTo>
                <a:cubicBezTo>
                  <a:pt x="858707" y="122632"/>
                  <a:pt x="859485" y="117968"/>
                  <a:pt x="859485" y="110292"/>
                </a:cubicBezTo>
                <a:lnTo>
                  <a:pt x="859485" y="73503"/>
                </a:lnTo>
                <a:cubicBezTo>
                  <a:pt x="859485" y="68136"/>
                  <a:pt x="858754" y="64688"/>
                  <a:pt x="857291" y="63159"/>
                </a:cubicBezTo>
                <a:cubicBezTo>
                  <a:pt x="855829" y="61631"/>
                  <a:pt x="852421" y="60616"/>
                  <a:pt x="847069" y="60117"/>
                </a:cubicBezTo>
                <a:cubicBezTo>
                  <a:pt x="846323" y="57690"/>
                  <a:pt x="846198" y="55636"/>
                  <a:pt x="846696" y="53956"/>
                </a:cubicBezTo>
                <a:cubicBezTo>
                  <a:pt x="866984" y="51326"/>
                  <a:pt x="878310" y="49584"/>
                  <a:pt x="880675" y="48728"/>
                </a:cubicBezTo>
                <a:cubicBezTo>
                  <a:pt x="883600" y="48728"/>
                  <a:pt x="885062" y="49798"/>
                  <a:pt x="885062" y="51937"/>
                </a:cubicBezTo>
                <a:cubicBezTo>
                  <a:pt x="885062" y="52059"/>
                  <a:pt x="885062" y="52259"/>
                  <a:pt x="885062" y="52535"/>
                </a:cubicBezTo>
                <a:cubicBezTo>
                  <a:pt x="885062" y="52809"/>
                  <a:pt x="885031" y="53363"/>
                  <a:pt x="884969" y="54198"/>
                </a:cubicBezTo>
                <a:cubicBezTo>
                  <a:pt x="884907" y="55032"/>
                  <a:pt x="884845" y="55901"/>
                  <a:pt x="884782" y="56806"/>
                </a:cubicBezTo>
                <a:cubicBezTo>
                  <a:pt x="884720" y="57710"/>
                  <a:pt x="884658" y="58817"/>
                  <a:pt x="884596" y="60128"/>
                </a:cubicBezTo>
                <a:cubicBezTo>
                  <a:pt x="884533" y="61439"/>
                  <a:pt x="884487" y="62703"/>
                  <a:pt x="884456" y="63921"/>
                </a:cubicBezTo>
                <a:cubicBezTo>
                  <a:pt x="884424" y="65136"/>
                  <a:pt x="884393" y="66477"/>
                  <a:pt x="884362" y="67943"/>
                </a:cubicBezTo>
                <a:cubicBezTo>
                  <a:pt x="884331" y="69410"/>
                  <a:pt x="884316" y="70798"/>
                  <a:pt x="884316" y="72109"/>
                </a:cubicBezTo>
                <a:lnTo>
                  <a:pt x="884316" y="110294"/>
                </a:lnTo>
                <a:moveTo>
                  <a:pt x="858551" y="19554"/>
                </a:moveTo>
                <a:cubicBezTo>
                  <a:pt x="858551" y="16368"/>
                  <a:pt x="859718" y="13589"/>
                  <a:pt x="862052" y="11216"/>
                </a:cubicBezTo>
                <a:cubicBezTo>
                  <a:pt x="864386" y="8842"/>
                  <a:pt x="867668" y="7655"/>
                  <a:pt x="871900" y="7655"/>
                </a:cubicBezTo>
                <a:cubicBezTo>
                  <a:pt x="875572" y="7655"/>
                  <a:pt x="878559" y="8966"/>
                  <a:pt x="880862" y="11590"/>
                </a:cubicBezTo>
                <a:cubicBezTo>
                  <a:pt x="883164" y="14213"/>
                  <a:pt x="884316" y="17150"/>
                  <a:pt x="884316" y="20400"/>
                </a:cubicBezTo>
                <a:cubicBezTo>
                  <a:pt x="884316" y="23210"/>
                  <a:pt x="883040" y="25896"/>
                  <a:pt x="880488" y="28457"/>
                </a:cubicBezTo>
                <a:cubicBezTo>
                  <a:pt x="877937" y="31018"/>
                  <a:pt x="874701" y="32299"/>
                  <a:pt x="870780" y="32299"/>
                </a:cubicBezTo>
                <a:cubicBezTo>
                  <a:pt x="867108" y="32299"/>
                  <a:pt x="864152" y="31002"/>
                  <a:pt x="861912" y="28410"/>
                </a:cubicBezTo>
                <a:cubicBezTo>
                  <a:pt x="859671" y="25818"/>
                  <a:pt x="858551" y="22866"/>
                  <a:pt x="858551" y="19554"/>
                </a:cubicBezTo>
                <a:close/>
                <a:moveTo>
                  <a:pt x="910625" y="105426"/>
                </a:moveTo>
                <a:cubicBezTo>
                  <a:pt x="913426" y="104801"/>
                  <a:pt x="915977" y="104677"/>
                  <a:pt x="918280" y="105052"/>
                </a:cubicBezTo>
                <a:cubicBezTo>
                  <a:pt x="920209" y="111978"/>
                  <a:pt x="923212" y="117515"/>
                  <a:pt x="927288" y="121665"/>
                </a:cubicBezTo>
                <a:cubicBezTo>
                  <a:pt x="931364" y="125814"/>
                  <a:pt x="935643" y="127888"/>
                  <a:pt x="940123" y="127888"/>
                </a:cubicBezTo>
                <a:cubicBezTo>
                  <a:pt x="942924" y="127888"/>
                  <a:pt x="945507" y="127046"/>
                  <a:pt x="947871" y="125362"/>
                </a:cubicBezTo>
                <a:cubicBezTo>
                  <a:pt x="950236" y="123675"/>
                  <a:pt x="951419" y="121367"/>
                  <a:pt x="951419" y="118436"/>
                </a:cubicBezTo>
                <a:cubicBezTo>
                  <a:pt x="951419" y="111384"/>
                  <a:pt x="948151" y="106423"/>
                  <a:pt x="941617" y="103553"/>
                </a:cubicBezTo>
                <a:cubicBezTo>
                  <a:pt x="932967" y="99623"/>
                  <a:pt x="925592" y="94345"/>
                  <a:pt x="919493" y="87722"/>
                </a:cubicBezTo>
                <a:cubicBezTo>
                  <a:pt x="915573" y="83391"/>
                  <a:pt x="913581" y="78625"/>
                  <a:pt x="913519" y="73425"/>
                </a:cubicBezTo>
                <a:cubicBezTo>
                  <a:pt x="913519" y="67977"/>
                  <a:pt x="915697" y="63026"/>
                  <a:pt x="920053" y="58570"/>
                </a:cubicBezTo>
                <a:cubicBezTo>
                  <a:pt x="926526" y="52009"/>
                  <a:pt x="935114" y="48728"/>
                  <a:pt x="945818" y="48728"/>
                </a:cubicBezTo>
                <a:cubicBezTo>
                  <a:pt x="953099" y="48728"/>
                  <a:pt x="960256" y="50182"/>
                  <a:pt x="967288" y="53089"/>
                </a:cubicBezTo>
                <a:cubicBezTo>
                  <a:pt x="968968" y="58906"/>
                  <a:pt x="969777" y="65619"/>
                  <a:pt x="969715" y="73229"/>
                </a:cubicBezTo>
                <a:cubicBezTo>
                  <a:pt x="968035" y="74353"/>
                  <a:pt x="965545" y="74665"/>
                  <a:pt x="962247" y="74166"/>
                </a:cubicBezTo>
                <a:cubicBezTo>
                  <a:pt x="957393" y="62310"/>
                  <a:pt x="951419" y="56383"/>
                  <a:pt x="944324" y="56383"/>
                </a:cubicBezTo>
                <a:cubicBezTo>
                  <a:pt x="941648" y="56383"/>
                  <a:pt x="939439" y="57147"/>
                  <a:pt x="937696" y="58676"/>
                </a:cubicBezTo>
                <a:cubicBezTo>
                  <a:pt x="935954" y="60204"/>
                  <a:pt x="935083" y="62123"/>
                  <a:pt x="935083" y="64431"/>
                </a:cubicBezTo>
                <a:cubicBezTo>
                  <a:pt x="935083" y="71483"/>
                  <a:pt x="938536" y="76444"/>
                  <a:pt x="945444" y="79314"/>
                </a:cubicBezTo>
                <a:cubicBezTo>
                  <a:pt x="955339" y="83620"/>
                  <a:pt x="962745" y="88549"/>
                  <a:pt x="967661" y="94101"/>
                </a:cubicBezTo>
                <a:cubicBezTo>
                  <a:pt x="971582" y="98469"/>
                  <a:pt x="973542" y="103960"/>
                  <a:pt x="973542" y="110574"/>
                </a:cubicBezTo>
                <a:cubicBezTo>
                  <a:pt x="973542" y="118457"/>
                  <a:pt x="970104" y="124588"/>
                  <a:pt x="963227" y="128970"/>
                </a:cubicBezTo>
                <a:cubicBezTo>
                  <a:pt x="956351" y="133352"/>
                  <a:pt x="948774" y="135542"/>
                  <a:pt x="940497" y="135542"/>
                </a:cubicBezTo>
                <a:cubicBezTo>
                  <a:pt x="930789" y="135542"/>
                  <a:pt x="921920" y="134089"/>
                  <a:pt x="913892" y="131181"/>
                </a:cubicBezTo>
                <a:cubicBezTo>
                  <a:pt x="912586" y="125792"/>
                  <a:pt x="911496" y="117207"/>
                  <a:pt x="910625" y="105426"/>
                </a:cubicBezTo>
                <a:close/>
                <a:moveTo>
                  <a:pt x="995095" y="50595"/>
                </a:moveTo>
                <a:lnTo>
                  <a:pt x="1000416" y="50595"/>
                </a:lnTo>
                <a:cubicBezTo>
                  <a:pt x="1000416" y="37754"/>
                  <a:pt x="1001131" y="30403"/>
                  <a:pt x="1002563" y="28541"/>
                </a:cubicBezTo>
                <a:cubicBezTo>
                  <a:pt x="1002936" y="28045"/>
                  <a:pt x="1003698" y="27550"/>
                  <a:pt x="1004850" y="27054"/>
                </a:cubicBezTo>
                <a:cubicBezTo>
                  <a:pt x="1006001" y="26556"/>
                  <a:pt x="1007417" y="26043"/>
                  <a:pt x="1009097" y="25516"/>
                </a:cubicBezTo>
                <a:cubicBezTo>
                  <a:pt x="1010777" y="24989"/>
                  <a:pt x="1011960" y="24570"/>
                  <a:pt x="1012644" y="24259"/>
                </a:cubicBezTo>
                <a:cubicBezTo>
                  <a:pt x="1014138" y="23639"/>
                  <a:pt x="1016269" y="22926"/>
                  <a:pt x="1019039" y="22121"/>
                </a:cubicBezTo>
                <a:cubicBezTo>
                  <a:pt x="1021808" y="21314"/>
                  <a:pt x="1023535" y="20910"/>
                  <a:pt x="1024220" y="20910"/>
                </a:cubicBezTo>
                <a:cubicBezTo>
                  <a:pt x="1025215" y="20910"/>
                  <a:pt x="1025713" y="21468"/>
                  <a:pt x="1025713" y="22585"/>
                </a:cubicBezTo>
                <a:cubicBezTo>
                  <a:pt x="1025340" y="28541"/>
                  <a:pt x="1024997" y="35738"/>
                  <a:pt x="1024686" y="44174"/>
                </a:cubicBezTo>
                <a:lnTo>
                  <a:pt x="1024500" y="50595"/>
                </a:lnTo>
                <a:lnTo>
                  <a:pt x="1046903" y="50595"/>
                </a:lnTo>
                <a:cubicBezTo>
                  <a:pt x="1047899" y="50595"/>
                  <a:pt x="1048397" y="50972"/>
                  <a:pt x="1048397" y="51727"/>
                </a:cubicBezTo>
                <a:lnTo>
                  <a:pt x="1048397" y="57760"/>
                </a:lnTo>
                <a:cubicBezTo>
                  <a:pt x="1048397" y="59455"/>
                  <a:pt x="1046872" y="60303"/>
                  <a:pt x="1043823" y="60303"/>
                </a:cubicBezTo>
                <a:lnTo>
                  <a:pt x="1024500" y="60303"/>
                </a:lnTo>
                <a:cubicBezTo>
                  <a:pt x="1024500" y="67448"/>
                  <a:pt x="1024531" y="76800"/>
                  <a:pt x="1024593" y="88357"/>
                </a:cubicBezTo>
                <a:cubicBezTo>
                  <a:pt x="1024655" y="99915"/>
                  <a:pt x="1024686" y="106907"/>
                  <a:pt x="1024686" y="109332"/>
                </a:cubicBezTo>
                <a:cubicBezTo>
                  <a:pt x="1024686" y="113805"/>
                  <a:pt x="1025495" y="117052"/>
                  <a:pt x="1027113" y="119072"/>
                </a:cubicBezTo>
                <a:cubicBezTo>
                  <a:pt x="1028731" y="121091"/>
                  <a:pt x="1030754" y="122100"/>
                  <a:pt x="1033181" y="122100"/>
                </a:cubicBezTo>
                <a:cubicBezTo>
                  <a:pt x="1038160" y="122100"/>
                  <a:pt x="1041769" y="121199"/>
                  <a:pt x="1044009" y="119396"/>
                </a:cubicBezTo>
                <a:cubicBezTo>
                  <a:pt x="1046312" y="121331"/>
                  <a:pt x="1047463" y="123141"/>
                  <a:pt x="1047463" y="124825"/>
                </a:cubicBezTo>
                <a:cubicBezTo>
                  <a:pt x="1045410" y="127645"/>
                  <a:pt x="1041847" y="130136"/>
                  <a:pt x="1036775" y="132298"/>
                </a:cubicBezTo>
                <a:cubicBezTo>
                  <a:pt x="1031703" y="134461"/>
                  <a:pt x="1026616" y="135542"/>
                  <a:pt x="1021512" y="135542"/>
                </a:cubicBezTo>
                <a:cubicBezTo>
                  <a:pt x="1015165" y="135542"/>
                  <a:pt x="1009875" y="133769"/>
                  <a:pt x="1005643" y="130221"/>
                </a:cubicBezTo>
                <a:cubicBezTo>
                  <a:pt x="1001847" y="126923"/>
                  <a:pt x="999918" y="121384"/>
                  <a:pt x="999856" y="113605"/>
                </a:cubicBezTo>
                <a:cubicBezTo>
                  <a:pt x="999856" y="94749"/>
                  <a:pt x="1000042" y="76982"/>
                  <a:pt x="1000416" y="60303"/>
                </a:cubicBezTo>
                <a:lnTo>
                  <a:pt x="988000" y="60303"/>
                </a:lnTo>
                <a:cubicBezTo>
                  <a:pt x="987378" y="60303"/>
                  <a:pt x="987067" y="59895"/>
                  <a:pt x="987067" y="59078"/>
                </a:cubicBezTo>
                <a:lnTo>
                  <a:pt x="987067" y="53518"/>
                </a:lnTo>
                <a:cubicBezTo>
                  <a:pt x="989245" y="51569"/>
                  <a:pt x="991921" y="50595"/>
                  <a:pt x="995095" y="50595"/>
                </a:cubicBezTo>
                <a:close/>
                <a:moveTo>
                  <a:pt x="1084296" y="81027"/>
                </a:moveTo>
                <a:lnTo>
                  <a:pt x="1110340" y="81027"/>
                </a:lnTo>
                <a:cubicBezTo>
                  <a:pt x="1110589" y="80774"/>
                  <a:pt x="1110714" y="79415"/>
                  <a:pt x="1110714" y="76951"/>
                </a:cubicBezTo>
                <a:cubicBezTo>
                  <a:pt x="1110714" y="69937"/>
                  <a:pt x="1109469" y="64755"/>
                  <a:pt x="1106980" y="61406"/>
                </a:cubicBezTo>
                <a:cubicBezTo>
                  <a:pt x="1104491" y="58057"/>
                  <a:pt x="1101659" y="56383"/>
                  <a:pt x="1098485" y="56383"/>
                </a:cubicBezTo>
                <a:cubicBezTo>
                  <a:pt x="1097054" y="56383"/>
                  <a:pt x="1095327" y="56967"/>
                  <a:pt x="1093304" y="58136"/>
                </a:cubicBezTo>
                <a:cubicBezTo>
                  <a:pt x="1091282" y="59305"/>
                  <a:pt x="1089555" y="60900"/>
                  <a:pt x="1088123" y="62923"/>
                </a:cubicBezTo>
                <a:cubicBezTo>
                  <a:pt x="1085821" y="66462"/>
                  <a:pt x="1084545" y="72497"/>
                  <a:pt x="1084296" y="81027"/>
                </a:cubicBezTo>
                <a:moveTo>
                  <a:pt x="1132837" y="108999"/>
                </a:moveTo>
                <a:cubicBezTo>
                  <a:pt x="1134767" y="108999"/>
                  <a:pt x="1135731" y="110966"/>
                  <a:pt x="1135731" y="114901"/>
                </a:cubicBezTo>
                <a:cubicBezTo>
                  <a:pt x="1126272" y="128662"/>
                  <a:pt x="1114354" y="135542"/>
                  <a:pt x="1099979" y="135542"/>
                </a:cubicBezTo>
                <a:cubicBezTo>
                  <a:pt x="1087470" y="135542"/>
                  <a:pt x="1077731" y="132363"/>
                  <a:pt x="1070761" y="126003"/>
                </a:cubicBezTo>
                <a:cubicBezTo>
                  <a:pt x="1062608" y="118584"/>
                  <a:pt x="1058532" y="108484"/>
                  <a:pt x="1058532" y="95703"/>
                </a:cubicBezTo>
                <a:cubicBezTo>
                  <a:pt x="1058532" y="81819"/>
                  <a:pt x="1062826" y="70519"/>
                  <a:pt x="1071414" y="61803"/>
                </a:cubicBezTo>
                <a:cubicBezTo>
                  <a:pt x="1080002" y="53086"/>
                  <a:pt x="1089710" y="48728"/>
                  <a:pt x="1100539" y="48728"/>
                </a:cubicBezTo>
                <a:cubicBezTo>
                  <a:pt x="1107322" y="48728"/>
                  <a:pt x="1113063" y="49708"/>
                  <a:pt x="1117762" y="51669"/>
                </a:cubicBezTo>
                <a:cubicBezTo>
                  <a:pt x="1122460" y="53629"/>
                  <a:pt x="1125992" y="56336"/>
                  <a:pt x="1128357" y="59790"/>
                </a:cubicBezTo>
                <a:cubicBezTo>
                  <a:pt x="1130722" y="63244"/>
                  <a:pt x="1132417" y="66822"/>
                  <a:pt x="1133444" y="70525"/>
                </a:cubicBezTo>
                <a:cubicBezTo>
                  <a:pt x="1134471" y="74228"/>
                  <a:pt x="1134984" y="78288"/>
                  <a:pt x="1134984" y="82707"/>
                </a:cubicBezTo>
                <a:cubicBezTo>
                  <a:pt x="1134984" y="86628"/>
                  <a:pt x="1133149" y="88619"/>
                  <a:pt x="1129477" y="88681"/>
                </a:cubicBezTo>
                <a:lnTo>
                  <a:pt x="1083549" y="88681"/>
                </a:lnTo>
                <a:cubicBezTo>
                  <a:pt x="1083549" y="88930"/>
                  <a:pt x="1083518" y="89367"/>
                  <a:pt x="1083456" y="89991"/>
                </a:cubicBezTo>
                <a:cubicBezTo>
                  <a:pt x="1083394" y="90615"/>
                  <a:pt x="1083363" y="91177"/>
                  <a:pt x="1083363" y="91677"/>
                </a:cubicBezTo>
                <a:cubicBezTo>
                  <a:pt x="1083363" y="100855"/>
                  <a:pt x="1085463" y="107722"/>
                  <a:pt x="1089664" y="112278"/>
                </a:cubicBezTo>
                <a:cubicBezTo>
                  <a:pt x="1093864" y="116835"/>
                  <a:pt x="1099792" y="119113"/>
                  <a:pt x="1107447" y="119113"/>
                </a:cubicBezTo>
                <a:cubicBezTo>
                  <a:pt x="1117777" y="119175"/>
                  <a:pt x="1126241" y="115804"/>
                  <a:pt x="1132837" y="108999"/>
                </a:cubicBezTo>
                <a:close/>
                <a:moveTo>
                  <a:pt x="1187504" y="110338"/>
                </a:moveTo>
                <a:cubicBezTo>
                  <a:pt x="1187504" y="117868"/>
                  <a:pt x="1188080" y="122520"/>
                  <a:pt x="1189231" y="124294"/>
                </a:cubicBezTo>
                <a:cubicBezTo>
                  <a:pt x="1190382" y="126067"/>
                  <a:pt x="1193105" y="127141"/>
                  <a:pt x="1197399" y="127514"/>
                </a:cubicBezTo>
                <a:cubicBezTo>
                  <a:pt x="1197897" y="128012"/>
                  <a:pt x="1198161" y="129101"/>
                  <a:pt x="1198193" y="130782"/>
                </a:cubicBezTo>
                <a:cubicBezTo>
                  <a:pt x="1198224" y="132462"/>
                  <a:pt x="1197959" y="133551"/>
                  <a:pt x="1197399" y="134049"/>
                </a:cubicBezTo>
                <a:cubicBezTo>
                  <a:pt x="1186446" y="133800"/>
                  <a:pt x="1179009" y="133675"/>
                  <a:pt x="1175089" y="133675"/>
                </a:cubicBezTo>
                <a:cubicBezTo>
                  <a:pt x="1168305" y="133675"/>
                  <a:pt x="1159562" y="133800"/>
                  <a:pt x="1148858" y="134049"/>
                </a:cubicBezTo>
                <a:cubicBezTo>
                  <a:pt x="1148360" y="133551"/>
                  <a:pt x="1148111" y="132477"/>
                  <a:pt x="1148111" y="130828"/>
                </a:cubicBezTo>
                <a:cubicBezTo>
                  <a:pt x="1148111" y="129179"/>
                  <a:pt x="1148360" y="128074"/>
                  <a:pt x="1148858" y="127514"/>
                </a:cubicBezTo>
                <a:cubicBezTo>
                  <a:pt x="1154957" y="127016"/>
                  <a:pt x="1158784" y="125943"/>
                  <a:pt x="1160340" y="124294"/>
                </a:cubicBezTo>
                <a:cubicBezTo>
                  <a:pt x="1161895" y="122645"/>
                  <a:pt x="1162673" y="117993"/>
                  <a:pt x="1162673" y="110338"/>
                </a:cubicBezTo>
                <a:lnTo>
                  <a:pt x="1162673" y="74586"/>
                </a:lnTo>
                <a:cubicBezTo>
                  <a:pt x="1162673" y="69234"/>
                  <a:pt x="1161942" y="65795"/>
                  <a:pt x="1160480" y="64271"/>
                </a:cubicBezTo>
                <a:cubicBezTo>
                  <a:pt x="1159017" y="62746"/>
                  <a:pt x="1155610" y="61735"/>
                  <a:pt x="1150258" y="61237"/>
                </a:cubicBezTo>
                <a:cubicBezTo>
                  <a:pt x="1149511" y="58810"/>
                  <a:pt x="1149356" y="56756"/>
                  <a:pt x="1149791" y="55076"/>
                </a:cubicBezTo>
                <a:cubicBezTo>
                  <a:pt x="1160620" y="53623"/>
                  <a:pt x="1171199" y="51507"/>
                  <a:pt x="1181530" y="48728"/>
                </a:cubicBezTo>
                <a:cubicBezTo>
                  <a:pt x="1184330" y="48728"/>
                  <a:pt x="1185824" y="49824"/>
                  <a:pt x="1186011" y="52016"/>
                </a:cubicBezTo>
                <a:cubicBezTo>
                  <a:pt x="1186571" y="55833"/>
                  <a:pt x="1186975" y="59965"/>
                  <a:pt x="1187224" y="64411"/>
                </a:cubicBezTo>
                <a:cubicBezTo>
                  <a:pt x="1202409" y="53893"/>
                  <a:pt x="1213019" y="48666"/>
                  <a:pt x="1219056" y="48728"/>
                </a:cubicBezTo>
                <a:cubicBezTo>
                  <a:pt x="1235983" y="48728"/>
                  <a:pt x="1244447" y="58934"/>
                  <a:pt x="1244447" y="79346"/>
                </a:cubicBezTo>
                <a:lnTo>
                  <a:pt x="1244447" y="109218"/>
                </a:lnTo>
                <a:cubicBezTo>
                  <a:pt x="1244447" y="116997"/>
                  <a:pt x="1245380" y="121929"/>
                  <a:pt x="1247247" y="124014"/>
                </a:cubicBezTo>
                <a:cubicBezTo>
                  <a:pt x="1249114" y="126099"/>
                  <a:pt x="1253097" y="127265"/>
                  <a:pt x="1259196" y="127514"/>
                </a:cubicBezTo>
                <a:cubicBezTo>
                  <a:pt x="1259818" y="128012"/>
                  <a:pt x="1260129" y="129101"/>
                  <a:pt x="1260129" y="130782"/>
                </a:cubicBezTo>
                <a:cubicBezTo>
                  <a:pt x="1260129" y="132462"/>
                  <a:pt x="1259818" y="133551"/>
                  <a:pt x="1259196" y="134049"/>
                </a:cubicBezTo>
                <a:cubicBezTo>
                  <a:pt x="1248243" y="133800"/>
                  <a:pt x="1239188" y="133675"/>
                  <a:pt x="1232031" y="133675"/>
                </a:cubicBezTo>
                <a:cubicBezTo>
                  <a:pt x="1227177" y="133675"/>
                  <a:pt x="1219398" y="133800"/>
                  <a:pt x="1208694" y="134049"/>
                </a:cubicBezTo>
                <a:cubicBezTo>
                  <a:pt x="1208072" y="133551"/>
                  <a:pt x="1207761" y="132477"/>
                  <a:pt x="1207761" y="130828"/>
                </a:cubicBezTo>
                <a:cubicBezTo>
                  <a:pt x="1207761" y="129179"/>
                  <a:pt x="1208072" y="128074"/>
                  <a:pt x="1208694" y="127514"/>
                </a:cubicBezTo>
                <a:cubicBezTo>
                  <a:pt x="1212926" y="127265"/>
                  <a:pt x="1215804" y="126036"/>
                  <a:pt x="1217329" y="123827"/>
                </a:cubicBezTo>
                <a:cubicBezTo>
                  <a:pt x="1218854" y="121618"/>
                  <a:pt x="1219616" y="116748"/>
                  <a:pt x="1219616" y="109218"/>
                </a:cubicBezTo>
                <a:lnTo>
                  <a:pt x="1219616" y="77293"/>
                </a:lnTo>
                <a:cubicBezTo>
                  <a:pt x="1219616" y="67709"/>
                  <a:pt x="1215166" y="62917"/>
                  <a:pt x="1206267" y="62917"/>
                </a:cubicBezTo>
                <a:cubicBezTo>
                  <a:pt x="1202471" y="62917"/>
                  <a:pt x="1196217" y="65904"/>
                  <a:pt x="1187504" y="71879"/>
                </a:cubicBezTo>
                <a:lnTo>
                  <a:pt x="1187504" y="72252"/>
                </a:lnTo>
                <a:lnTo>
                  <a:pt x="1187504" y="110338"/>
                </a:lnTo>
                <a:close/>
                <a:moveTo>
                  <a:pt x="1342272" y="116937"/>
                </a:moveTo>
                <a:cubicBezTo>
                  <a:pt x="1338600" y="122324"/>
                  <a:pt x="1333761" y="126771"/>
                  <a:pt x="1327756" y="130280"/>
                </a:cubicBezTo>
                <a:cubicBezTo>
                  <a:pt x="1321751" y="133788"/>
                  <a:pt x="1315947" y="135542"/>
                  <a:pt x="1310346" y="135542"/>
                </a:cubicBezTo>
                <a:cubicBezTo>
                  <a:pt x="1297464" y="135542"/>
                  <a:pt x="1287538" y="132224"/>
                  <a:pt x="1280568" y="125586"/>
                </a:cubicBezTo>
                <a:cubicBezTo>
                  <a:pt x="1272665" y="118136"/>
                  <a:pt x="1268713" y="107930"/>
                  <a:pt x="1268713" y="94968"/>
                </a:cubicBezTo>
                <a:cubicBezTo>
                  <a:pt x="1268713" y="81261"/>
                  <a:pt x="1272851" y="70128"/>
                  <a:pt x="1281128" y="61569"/>
                </a:cubicBezTo>
                <a:cubicBezTo>
                  <a:pt x="1289405" y="53008"/>
                  <a:pt x="1299394" y="48728"/>
                  <a:pt x="1311093" y="48728"/>
                </a:cubicBezTo>
                <a:cubicBezTo>
                  <a:pt x="1320802" y="48728"/>
                  <a:pt x="1328425" y="50823"/>
                  <a:pt x="1333964" y="55012"/>
                </a:cubicBezTo>
                <a:cubicBezTo>
                  <a:pt x="1339502" y="59199"/>
                  <a:pt x="1342272" y="63711"/>
                  <a:pt x="1342272" y="68550"/>
                </a:cubicBezTo>
                <a:cubicBezTo>
                  <a:pt x="1342272" y="71590"/>
                  <a:pt x="1341292" y="74118"/>
                  <a:pt x="1339331" y="76135"/>
                </a:cubicBezTo>
                <a:cubicBezTo>
                  <a:pt x="1337371" y="78151"/>
                  <a:pt x="1334851" y="79160"/>
                  <a:pt x="1331770" y="79160"/>
                </a:cubicBezTo>
                <a:cubicBezTo>
                  <a:pt x="1328690" y="79160"/>
                  <a:pt x="1326014" y="78293"/>
                  <a:pt x="1323742" y="76561"/>
                </a:cubicBezTo>
                <a:cubicBezTo>
                  <a:pt x="1321471" y="74828"/>
                  <a:pt x="1320210" y="72670"/>
                  <a:pt x="1319961" y="70087"/>
                </a:cubicBezTo>
                <a:cubicBezTo>
                  <a:pt x="1319588" y="66369"/>
                  <a:pt x="1318530" y="63155"/>
                  <a:pt x="1316788" y="60446"/>
                </a:cubicBezTo>
                <a:cubicBezTo>
                  <a:pt x="1315045" y="57737"/>
                  <a:pt x="1312587" y="56383"/>
                  <a:pt x="1309413" y="56383"/>
                </a:cubicBezTo>
                <a:cubicBezTo>
                  <a:pt x="1298833" y="56383"/>
                  <a:pt x="1293544" y="67022"/>
                  <a:pt x="1293544" y="88302"/>
                </a:cubicBezTo>
                <a:cubicBezTo>
                  <a:pt x="1293544" y="98442"/>
                  <a:pt x="1296126" y="106579"/>
                  <a:pt x="1301292" y="112713"/>
                </a:cubicBezTo>
                <a:cubicBezTo>
                  <a:pt x="1306457" y="118847"/>
                  <a:pt x="1312742" y="121913"/>
                  <a:pt x="1320148" y="121913"/>
                </a:cubicBezTo>
                <a:cubicBezTo>
                  <a:pt x="1325376" y="121913"/>
                  <a:pt x="1331941" y="118252"/>
                  <a:pt x="1339845" y="110930"/>
                </a:cubicBezTo>
                <a:cubicBezTo>
                  <a:pt x="1341463" y="110993"/>
                  <a:pt x="1342272" y="112995"/>
                  <a:pt x="1342272" y="116937"/>
                </a:cubicBezTo>
                <a:close/>
                <a:moveTo>
                  <a:pt x="1395039" y="165840"/>
                </a:moveTo>
                <a:cubicBezTo>
                  <a:pt x="1392488" y="170336"/>
                  <a:pt x="1388661" y="173802"/>
                  <a:pt x="1383558" y="176237"/>
                </a:cubicBezTo>
                <a:cubicBezTo>
                  <a:pt x="1380882" y="177485"/>
                  <a:pt x="1377241" y="178109"/>
                  <a:pt x="1372636" y="178109"/>
                </a:cubicBezTo>
                <a:cubicBezTo>
                  <a:pt x="1369586" y="178109"/>
                  <a:pt x="1367097" y="176952"/>
                  <a:pt x="1365168" y="174638"/>
                </a:cubicBezTo>
                <a:cubicBezTo>
                  <a:pt x="1363612" y="172825"/>
                  <a:pt x="1362865" y="170262"/>
                  <a:pt x="1362927" y="166948"/>
                </a:cubicBezTo>
                <a:cubicBezTo>
                  <a:pt x="1362927" y="164760"/>
                  <a:pt x="1363970" y="162744"/>
                  <a:pt x="1366055" y="160898"/>
                </a:cubicBezTo>
                <a:cubicBezTo>
                  <a:pt x="1368139" y="159055"/>
                  <a:pt x="1370893" y="158133"/>
                  <a:pt x="1374316" y="158133"/>
                </a:cubicBezTo>
                <a:cubicBezTo>
                  <a:pt x="1375063" y="158133"/>
                  <a:pt x="1376090" y="158257"/>
                  <a:pt x="1377397" y="158506"/>
                </a:cubicBezTo>
                <a:cubicBezTo>
                  <a:pt x="1378703" y="158755"/>
                  <a:pt x="1379917" y="158880"/>
                  <a:pt x="1381037" y="158880"/>
                </a:cubicBezTo>
                <a:cubicBezTo>
                  <a:pt x="1383526" y="158880"/>
                  <a:pt x="1385502" y="158147"/>
                  <a:pt x="1386965" y="156683"/>
                </a:cubicBezTo>
                <a:cubicBezTo>
                  <a:pt x="1388427" y="155220"/>
                  <a:pt x="1389843" y="152838"/>
                  <a:pt x="1391212" y="149536"/>
                </a:cubicBezTo>
                <a:lnTo>
                  <a:pt x="1395786" y="138979"/>
                </a:lnTo>
                <a:cubicBezTo>
                  <a:pt x="1395911" y="137983"/>
                  <a:pt x="1396035" y="137297"/>
                  <a:pt x="1396160" y="136922"/>
                </a:cubicBezTo>
                <a:cubicBezTo>
                  <a:pt x="1396284" y="136549"/>
                  <a:pt x="1396066" y="135848"/>
                  <a:pt x="1395506" y="134819"/>
                </a:cubicBezTo>
                <a:cubicBezTo>
                  <a:pt x="1394946" y="133792"/>
                  <a:pt x="1394495" y="133061"/>
                  <a:pt x="1394153" y="132625"/>
                </a:cubicBezTo>
                <a:cubicBezTo>
                  <a:pt x="1393810" y="132190"/>
                  <a:pt x="1393204" y="131396"/>
                  <a:pt x="1392332" y="130245"/>
                </a:cubicBezTo>
                <a:cubicBezTo>
                  <a:pt x="1391461" y="129092"/>
                  <a:pt x="1390808" y="128172"/>
                  <a:pt x="1390372" y="127485"/>
                </a:cubicBezTo>
                <a:lnTo>
                  <a:pt x="1365728" y="70863"/>
                </a:lnTo>
                <a:cubicBezTo>
                  <a:pt x="1363052" y="64885"/>
                  <a:pt x="1360920" y="61133"/>
                  <a:pt x="1359334" y="59606"/>
                </a:cubicBezTo>
                <a:cubicBezTo>
                  <a:pt x="1357747" y="58079"/>
                  <a:pt x="1354837" y="57129"/>
                  <a:pt x="1350605" y="56756"/>
                </a:cubicBezTo>
                <a:cubicBezTo>
                  <a:pt x="1350108" y="56258"/>
                  <a:pt x="1349859" y="55169"/>
                  <a:pt x="1349859" y="53489"/>
                </a:cubicBezTo>
                <a:cubicBezTo>
                  <a:pt x="1349859" y="51809"/>
                  <a:pt x="1350108" y="50719"/>
                  <a:pt x="1350605" y="50222"/>
                </a:cubicBezTo>
                <a:cubicBezTo>
                  <a:pt x="1355709" y="50471"/>
                  <a:pt x="1362803" y="50595"/>
                  <a:pt x="1371889" y="50595"/>
                </a:cubicBezTo>
                <a:cubicBezTo>
                  <a:pt x="1379419" y="50595"/>
                  <a:pt x="1387883" y="50471"/>
                  <a:pt x="1397280" y="50222"/>
                </a:cubicBezTo>
                <a:cubicBezTo>
                  <a:pt x="1397778" y="50719"/>
                  <a:pt x="1398027" y="51809"/>
                  <a:pt x="1398027" y="53489"/>
                </a:cubicBezTo>
                <a:cubicBezTo>
                  <a:pt x="1398027" y="55169"/>
                  <a:pt x="1397778" y="56258"/>
                  <a:pt x="1397280" y="56756"/>
                </a:cubicBezTo>
                <a:cubicBezTo>
                  <a:pt x="1391928" y="57129"/>
                  <a:pt x="1389003" y="58297"/>
                  <a:pt x="1388505" y="60260"/>
                </a:cubicBezTo>
                <a:cubicBezTo>
                  <a:pt x="1388007" y="62222"/>
                  <a:pt x="1388847" y="65134"/>
                  <a:pt x="1391025" y="68996"/>
                </a:cubicBezTo>
                <a:lnTo>
                  <a:pt x="1408762" y="108988"/>
                </a:lnTo>
                <a:cubicBezTo>
                  <a:pt x="1408948" y="109299"/>
                  <a:pt x="1409042" y="109548"/>
                  <a:pt x="1409042" y="109734"/>
                </a:cubicBezTo>
                <a:cubicBezTo>
                  <a:pt x="1409042" y="109610"/>
                  <a:pt x="1409073" y="109485"/>
                  <a:pt x="1409135" y="109361"/>
                </a:cubicBezTo>
                <a:lnTo>
                  <a:pt x="1428832" y="65166"/>
                </a:lnTo>
                <a:cubicBezTo>
                  <a:pt x="1429703" y="63920"/>
                  <a:pt x="1429983" y="62783"/>
                  <a:pt x="1429672" y="61756"/>
                </a:cubicBezTo>
                <a:cubicBezTo>
                  <a:pt x="1429361" y="60727"/>
                  <a:pt x="1429050" y="59917"/>
                  <a:pt x="1428738" y="59326"/>
                </a:cubicBezTo>
                <a:cubicBezTo>
                  <a:pt x="1428427" y="58735"/>
                  <a:pt x="1427665" y="58253"/>
                  <a:pt x="1426451" y="57879"/>
                </a:cubicBezTo>
                <a:cubicBezTo>
                  <a:pt x="1425238" y="57504"/>
                  <a:pt x="1424180" y="57254"/>
                  <a:pt x="1423277" y="57129"/>
                </a:cubicBezTo>
                <a:cubicBezTo>
                  <a:pt x="1422375" y="57005"/>
                  <a:pt x="1421177" y="56880"/>
                  <a:pt x="1419684" y="56756"/>
                </a:cubicBezTo>
                <a:cubicBezTo>
                  <a:pt x="1419061" y="56258"/>
                  <a:pt x="1418750" y="55169"/>
                  <a:pt x="1418750" y="53489"/>
                </a:cubicBezTo>
                <a:cubicBezTo>
                  <a:pt x="1418750" y="51809"/>
                  <a:pt x="1419061" y="50719"/>
                  <a:pt x="1419684" y="50222"/>
                </a:cubicBezTo>
                <a:cubicBezTo>
                  <a:pt x="1429143" y="50471"/>
                  <a:pt x="1435895" y="50595"/>
                  <a:pt x="1439940" y="50595"/>
                </a:cubicBezTo>
                <a:cubicBezTo>
                  <a:pt x="1442616" y="50595"/>
                  <a:pt x="1447128" y="50471"/>
                  <a:pt x="1453476" y="50222"/>
                </a:cubicBezTo>
                <a:cubicBezTo>
                  <a:pt x="1453974" y="50719"/>
                  <a:pt x="1454223" y="51809"/>
                  <a:pt x="1454223" y="53489"/>
                </a:cubicBezTo>
                <a:cubicBezTo>
                  <a:pt x="1454223" y="55169"/>
                  <a:pt x="1453974" y="56258"/>
                  <a:pt x="1453476" y="56756"/>
                </a:cubicBezTo>
                <a:cubicBezTo>
                  <a:pt x="1450177" y="57005"/>
                  <a:pt x="1447159" y="58313"/>
                  <a:pt x="1444421" y="60680"/>
                </a:cubicBezTo>
                <a:cubicBezTo>
                  <a:pt x="1441683" y="63046"/>
                  <a:pt x="1439536" y="65756"/>
                  <a:pt x="1437980" y="68810"/>
                </a:cubicBezTo>
                <a:cubicBezTo>
                  <a:pt x="1426902" y="92293"/>
                  <a:pt x="1415327" y="118641"/>
                  <a:pt x="1403254" y="147856"/>
                </a:cubicBezTo>
                <a:cubicBezTo>
                  <a:pt x="1400205" y="155598"/>
                  <a:pt x="1397467" y="161592"/>
                  <a:pt x="1395039" y="165840"/>
                </a:cubicBezTo>
                <a:close/>
                <a:moveTo>
                  <a:pt x="1525348" y="109390"/>
                </a:moveTo>
                <a:lnTo>
                  <a:pt x="1525348" y="25589"/>
                </a:lnTo>
                <a:cubicBezTo>
                  <a:pt x="1525348" y="19236"/>
                  <a:pt x="1524710" y="15374"/>
                  <a:pt x="1523435" y="14005"/>
                </a:cubicBezTo>
                <a:cubicBezTo>
                  <a:pt x="1522159" y="12634"/>
                  <a:pt x="1518472" y="11700"/>
                  <a:pt x="1512373" y="11202"/>
                </a:cubicBezTo>
                <a:cubicBezTo>
                  <a:pt x="1511377" y="9370"/>
                  <a:pt x="1511159" y="7316"/>
                  <a:pt x="1511719" y="5041"/>
                </a:cubicBezTo>
                <a:cubicBezTo>
                  <a:pt x="1527527" y="4419"/>
                  <a:pt x="1539506" y="2738"/>
                  <a:pt x="1547659" y="0"/>
                </a:cubicBezTo>
                <a:cubicBezTo>
                  <a:pt x="1549712" y="0"/>
                  <a:pt x="1550739" y="840"/>
                  <a:pt x="1550739" y="2520"/>
                </a:cubicBezTo>
                <a:cubicBezTo>
                  <a:pt x="1550366" y="7258"/>
                  <a:pt x="1550179" y="13771"/>
                  <a:pt x="1550179" y="22059"/>
                </a:cubicBezTo>
                <a:lnTo>
                  <a:pt x="1550179" y="109378"/>
                </a:lnTo>
                <a:cubicBezTo>
                  <a:pt x="1550179" y="117045"/>
                  <a:pt x="1551097" y="121922"/>
                  <a:pt x="1552933" y="124011"/>
                </a:cubicBezTo>
                <a:cubicBezTo>
                  <a:pt x="1554769" y="126098"/>
                  <a:pt x="1558767" y="127265"/>
                  <a:pt x="1564928" y="127514"/>
                </a:cubicBezTo>
                <a:cubicBezTo>
                  <a:pt x="1565551" y="128012"/>
                  <a:pt x="1565862" y="129101"/>
                  <a:pt x="1565862" y="130782"/>
                </a:cubicBezTo>
                <a:cubicBezTo>
                  <a:pt x="1565862" y="132462"/>
                  <a:pt x="1565551" y="133551"/>
                  <a:pt x="1564928" y="134049"/>
                </a:cubicBezTo>
                <a:cubicBezTo>
                  <a:pt x="1553975" y="133800"/>
                  <a:pt x="1544920" y="133675"/>
                  <a:pt x="1537764" y="133675"/>
                </a:cubicBezTo>
                <a:cubicBezTo>
                  <a:pt x="1530358" y="133675"/>
                  <a:pt x="1521303" y="133800"/>
                  <a:pt x="1510599" y="134049"/>
                </a:cubicBezTo>
                <a:cubicBezTo>
                  <a:pt x="1509977" y="133551"/>
                  <a:pt x="1509666" y="132477"/>
                  <a:pt x="1509666" y="130828"/>
                </a:cubicBezTo>
                <a:cubicBezTo>
                  <a:pt x="1509666" y="129179"/>
                  <a:pt x="1509977" y="128074"/>
                  <a:pt x="1510599" y="127514"/>
                </a:cubicBezTo>
                <a:cubicBezTo>
                  <a:pt x="1516698" y="127265"/>
                  <a:pt x="1520681" y="126098"/>
                  <a:pt x="1522548" y="124011"/>
                </a:cubicBezTo>
                <a:cubicBezTo>
                  <a:pt x="1524415" y="121924"/>
                  <a:pt x="1525348" y="117051"/>
                  <a:pt x="1525348" y="109390"/>
                </a:cubicBezTo>
                <a:close/>
                <a:moveTo>
                  <a:pt x="1624764" y="124434"/>
                </a:moveTo>
                <a:lnTo>
                  <a:pt x="1623550" y="124527"/>
                </a:lnTo>
                <a:cubicBezTo>
                  <a:pt x="1620127" y="127203"/>
                  <a:pt x="1616082" y="129708"/>
                  <a:pt x="1611415" y="132042"/>
                </a:cubicBezTo>
                <a:cubicBezTo>
                  <a:pt x="1606747" y="134375"/>
                  <a:pt x="1603138" y="135542"/>
                  <a:pt x="1600586" y="135542"/>
                </a:cubicBezTo>
                <a:cubicBezTo>
                  <a:pt x="1584655" y="135542"/>
                  <a:pt x="1576689" y="128809"/>
                  <a:pt x="1576689" y="115341"/>
                </a:cubicBezTo>
                <a:cubicBezTo>
                  <a:pt x="1576689" y="108472"/>
                  <a:pt x="1579427" y="103213"/>
                  <a:pt x="1584904" y="99562"/>
                </a:cubicBezTo>
                <a:cubicBezTo>
                  <a:pt x="1590380" y="95912"/>
                  <a:pt x="1599062" y="92239"/>
                  <a:pt x="1610948" y="88544"/>
                </a:cubicBezTo>
                <a:lnTo>
                  <a:pt x="1623737" y="84574"/>
                </a:lnTo>
                <a:cubicBezTo>
                  <a:pt x="1623737" y="73310"/>
                  <a:pt x="1622461" y="65795"/>
                  <a:pt x="1619909" y="62030"/>
                </a:cubicBezTo>
                <a:cubicBezTo>
                  <a:pt x="1617358" y="58265"/>
                  <a:pt x="1613717" y="56383"/>
                  <a:pt x="1608988" y="56383"/>
                </a:cubicBezTo>
                <a:cubicBezTo>
                  <a:pt x="1604009" y="56383"/>
                  <a:pt x="1601333" y="57838"/>
                  <a:pt x="1600960" y="60750"/>
                </a:cubicBezTo>
                <a:cubicBezTo>
                  <a:pt x="1600835" y="61508"/>
                  <a:pt x="1600820" y="62346"/>
                  <a:pt x="1600913" y="63264"/>
                </a:cubicBezTo>
                <a:cubicBezTo>
                  <a:pt x="1601006" y="64182"/>
                  <a:pt x="1601115" y="64989"/>
                  <a:pt x="1601240" y="65685"/>
                </a:cubicBezTo>
                <a:cubicBezTo>
                  <a:pt x="1601364" y="66382"/>
                  <a:pt x="1601489" y="67126"/>
                  <a:pt x="1601613" y="67917"/>
                </a:cubicBezTo>
                <a:cubicBezTo>
                  <a:pt x="1601738" y="68707"/>
                  <a:pt x="1601800" y="69386"/>
                  <a:pt x="1601800" y="69956"/>
                </a:cubicBezTo>
                <a:cubicBezTo>
                  <a:pt x="1601800" y="72360"/>
                  <a:pt x="1600649" y="74464"/>
                  <a:pt x="1598346" y="76269"/>
                </a:cubicBezTo>
                <a:cubicBezTo>
                  <a:pt x="1596043" y="78072"/>
                  <a:pt x="1593243" y="78973"/>
                  <a:pt x="1589945" y="78973"/>
                </a:cubicBezTo>
                <a:cubicBezTo>
                  <a:pt x="1586397" y="78973"/>
                  <a:pt x="1583861" y="78102"/>
                  <a:pt x="1582337" y="76359"/>
                </a:cubicBezTo>
                <a:cubicBezTo>
                  <a:pt x="1580812" y="74617"/>
                  <a:pt x="1580050" y="72252"/>
                  <a:pt x="1580050" y="69265"/>
                </a:cubicBezTo>
                <a:cubicBezTo>
                  <a:pt x="1580050" y="65344"/>
                  <a:pt x="1582057" y="61750"/>
                  <a:pt x="1586071" y="58483"/>
                </a:cubicBezTo>
                <a:cubicBezTo>
                  <a:pt x="1590085" y="55216"/>
                  <a:pt x="1594768" y="52773"/>
                  <a:pt x="1600120" y="51155"/>
                </a:cubicBezTo>
                <a:cubicBezTo>
                  <a:pt x="1605472" y="49537"/>
                  <a:pt x="1610606" y="48728"/>
                  <a:pt x="1615522" y="48728"/>
                </a:cubicBezTo>
                <a:cubicBezTo>
                  <a:pt x="1637303" y="48728"/>
                  <a:pt x="1648194" y="59666"/>
                  <a:pt x="1648194" y="81543"/>
                </a:cubicBezTo>
                <a:lnTo>
                  <a:pt x="1647821" y="109238"/>
                </a:lnTo>
                <a:cubicBezTo>
                  <a:pt x="1647821" y="114120"/>
                  <a:pt x="1648210" y="117484"/>
                  <a:pt x="1648988" y="119332"/>
                </a:cubicBezTo>
                <a:cubicBezTo>
                  <a:pt x="1649766" y="121177"/>
                  <a:pt x="1651150" y="122100"/>
                  <a:pt x="1653142" y="122100"/>
                </a:cubicBezTo>
                <a:cubicBezTo>
                  <a:pt x="1656191" y="122100"/>
                  <a:pt x="1658867" y="121193"/>
                  <a:pt x="1661170" y="119378"/>
                </a:cubicBezTo>
                <a:cubicBezTo>
                  <a:pt x="1663472" y="121347"/>
                  <a:pt x="1664624" y="123187"/>
                  <a:pt x="1664624" y="124901"/>
                </a:cubicBezTo>
                <a:cubicBezTo>
                  <a:pt x="1657093" y="132057"/>
                  <a:pt x="1648754" y="135605"/>
                  <a:pt x="1639606" y="135542"/>
                </a:cubicBezTo>
                <a:cubicBezTo>
                  <a:pt x="1630956" y="135605"/>
                  <a:pt x="1626008" y="131902"/>
                  <a:pt x="1624764" y="124434"/>
                </a:cubicBezTo>
                <a:moveTo>
                  <a:pt x="1623737" y="92007"/>
                </a:moveTo>
                <a:lnTo>
                  <a:pt x="1613748" y="95149"/>
                </a:lnTo>
                <a:cubicBezTo>
                  <a:pt x="1610575" y="96140"/>
                  <a:pt x="1607976" y="97287"/>
                  <a:pt x="1605954" y="98588"/>
                </a:cubicBezTo>
                <a:cubicBezTo>
                  <a:pt x="1603931" y="99887"/>
                  <a:pt x="1602500" y="101357"/>
                  <a:pt x="1601660" y="102999"/>
                </a:cubicBezTo>
                <a:cubicBezTo>
                  <a:pt x="1600820" y="104640"/>
                  <a:pt x="1600275" y="106096"/>
                  <a:pt x="1600026" y="107366"/>
                </a:cubicBezTo>
                <a:cubicBezTo>
                  <a:pt x="1599777" y="108636"/>
                  <a:pt x="1599653" y="110355"/>
                  <a:pt x="1599653" y="112523"/>
                </a:cubicBezTo>
                <a:cubicBezTo>
                  <a:pt x="1599653" y="115864"/>
                  <a:pt x="1600540" y="118638"/>
                  <a:pt x="1602313" y="120846"/>
                </a:cubicBezTo>
                <a:cubicBezTo>
                  <a:pt x="1604087" y="123051"/>
                  <a:pt x="1606903" y="124154"/>
                  <a:pt x="1610761" y="124154"/>
                </a:cubicBezTo>
                <a:cubicBezTo>
                  <a:pt x="1613686" y="124154"/>
                  <a:pt x="1618011" y="121810"/>
                  <a:pt x="1623737" y="117123"/>
                </a:cubicBezTo>
                <a:lnTo>
                  <a:pt x="1623737" y="92007"/>
                </a:lnTo>
                <a:close/>
                <a:moveTo>
                  <a:pt x="1711267" y="165840"/>
                </a:moveTo>
                <a:cubicBezTo>
                  <a:pt x="1708716" y="170336"/>
                  <a:pt x="1704888" y="173802"/>
                  <a:pt x="1699785" y="176237"/>
                </a:cubicBezTo>
                <a:cubicBezTo>
                  <a:pt x="1697109" y="177485"/>
                  <a:pt x="1693469" y="178109"/>
                  <a:pt x="1688864" y="178109"/>
                </a:cubicBezTo>
                <a:cubicBezTo>
                  <a:pt x="1685814" y="178109"/>
                  <a:pt x="1683325" y="176952"/>
                  <a:pt x="1681396" y="174638"/>
                </a:cubicBezTo>
                <a:cubicBezTo>
                  <a:pt x="1679840" y="172825"/>
                  <a:pt x="1679093" y="170262"/>
                  <a:pt x="1679155" y="166948"/>
                </a:cubicBezTo>
                <a:cubicBezTo>
                  <a:pt x="1679155" y="164760"/>
                  <a:pt x="1680198" y="162744"/>
                  <a:pt x="1682282" y="160898"/>
                </a:cubicBezTo>
                <a:cubicBezTo>
                  <a:pt x="1684367" y="159055"/>
                  <a:pt x="1687121" y="158133"/>
                  <a:pt x="1690544" y="158133"/>
                </a:cubicBezTo>
                <a:cubicBezTo>
                  <a:pt x="1691291" y="158133"/>
                  <a:pt x="1692317" y="158257"/>
                  <a:pt x="1693624" y="158506"/>
                </a:cubicBezTo>
                <a:cubicBezTo>
                  <a:pt x="1694931" y="158755"/>
                  <a:pt x="1696145" y="158880"/>
                  <a:pt x="1697265" y="158880"/>
                </a:cubicBezTo>
                <a:cubicBezTo>
                  <a:pt x="1699754" y="158880"/>
                  <a:pt x="1701730" y="158147"/>
                  <a:pt x="1703193" y="156683"/>
                </a:cubicBezTo>
                <a:cubicBezTo>
                  <a:pt x="1704655" y="155220"/>
                  <a:pt x="1706071" y="152838"/>
                  <a:pt x="1707440" y="149536"/>
                </a:cubicBezTo>
                <a:lnTo>
                  <a:pt x="1712014" y="138979"/>
                </a:lnTo>
                <a:cubicBezTo>
                  <a:pt x="1712139" y="137983"/>
                  <a:pt x="1712263" y="137297"/>
                  <a:pt x="1712387" y="136922"/>
                </a:cubicBezTo>
                <a:cubicBezTo>
                  <a:pt x="1712512" y="136549"/>
                  <a:pt x="1712294" y="135848"/>
                  <a:pt x="1711734" y="134819"/>
                </a:cubicBezTo>
                <a:cubicBezTo>
                  <a:pt x="1711174" y="133792"/>
                  <a:pt x="1710723" y="133061"/>
                  <a:pt x="1710380" y="132625"/>
                </a:cubicBezTo>
                <a:cubicBezTo>
                  <a:pt x="1710038" y="132190"/>
                  <a:pt x="1709431" y="131396"/>
                  <a:pt x="1708560" y="130245"/>
                </a:cubicBezTo>
                <a:cubicBezTo>
                  <a:pt x="1707689" y="129092"/>
                  <a:pt x="1707035" y="128172"/>
                  <a:pt x="1706600" y="127485"/>
                </a:cubicBezTo>
                <a:lnTo>
                  <a:pt x="1681956" y="70863"/>
                </a:lnTo>
                <a:cubicBezTo>
                  <a:pt x="1679280" y="64885"/>
                  <a:pt x="1677148" y="61133"/>
                  <a:pt x="1675561" y="59606"/>
                </a:cubicBezTo>
                <a:cubicBezTo>
                  <a:pt x="1673974" y="58079"/>
                  <a:pt x="1671065" y="57129"/>
                  <a:pt x="1666833" y="56756"/>
                </a:cubicBezTo>
                <a:cubicBezTo>
                  <a:pt x="1666335" y="56258"/>
                  <a:pt x="1666086" y="55169"/>
                  <a:pt x="1666086" y="53489"/>
                </a:cubicBezTo>
                <a:cubicBezTo>
                  <a:pt x="1666086" y="51809"/>
                  <a:pt x="1666335" y="50719"/>
                  <a:pt x="1666833" y="50222"/>
                </a:cubicBezTo>
                <a:cubicBezTo>
                  <a:pt x="1671936" y="50471"/>
                  <a:pt x="1679031" y="50595"/>
                  <a:pt x="1688117" y="50595"/>
                </a:cubicBezTo>
                <a:cubicBezTo>
                  <a:pt x="1695647" y="50595"/>
                  <a:pt x="1704111" y="50471"/>
                  <a:pt x="1713508" y="50222"/>
                </a:cubicBezTo>
                <a:cubicBezTo>
                  <a:pt x="1714005" y="50719"/>
                  <a:pt x="1714254" y="51809"/>
                  <a:pt x="1714254" y="53489"/>
                </a:cubicBezTo>
                <a:cubicBezTo>
                  <a:pt x="1714254" y="55169"/>
                  <a:pt x="1714005" y="56258"/>
                  <a:pt x="1713508" y="56756"/>
                </a:cubicBezTo>
                <a:cubicBezTo>
                  <a:pt x="1708156" y="57129"/>
                  <a:pt x="1705231" y="58297"/>
                  <a:pt x="1704733" y="60260"/>
                </a:cubicBezTo>
                <a:cubicBezTo>
                  <a:pt x="1704235" y="62222"/>
                  <a:pt x="1705075" y="65134"/>
                  <a:pt x="1707253" y="68996"/>
                </a:cubicBezTo>
                <a:lnTo>
                  <a:pt x="1724990" y="108988"/>
                </a:lnTo>
                <a:cubicBezTo>
                  <a:pt x="1725176" y="109299"/>
                  <a:pt x="1725270" y="109548"/>
                  <a:pt x="1725270" y="109734"/>
                </a:cubicBezTo>
                <a:cubicBezTo>
                  <a:pt x="1725270" y="109610"/>
                  <a:pt x="1725301" y="109485"/>
                  <a:pt x="1725363" y="109361"/>
                </a:cubicBezTo>
                <a:lnTo>
                  <a:pt x="1745059" y="65166"/>
                </a:lnTo>
                <a:cubicBezTo>
                  <a:pt x="1745931" y="63920"/>
                  <a:pt x="1746211" y="62783"/>
                  <a:pt x="1745900" y="61756"/>
                </a:cubicBezTo>
                <a:cubicBezTo>
                  <a:pt x="1745588" y="60727"/>
                  <a:pt x="1745277" y="59917"/>
                  <a:pt x="1744966" y="59326"/>
                </a:cubicBezTo>
                <a:cubicBezTo>
                  <a:pt x="1744655" y="58735"/>
                  <a:pt x="1743893" y="58253"/>
                  <a:pt x="1742679" y="57879"/>
                </a:cubicBezTo>
                <a:cubicBezTo>
                  <a:pt x="1741466" y="57504"/>
                  <a:pt x="1740408" y="57254"/>
                  <a:pt x="1739505" y="57129"/>
                </a:cubicBezTo>
                <a:cubicBezTo>
                  <a:pt x="1738603" y="57005"/>
                  <a:pt x="1737405" y="56880"/>
                  <a:pt x="1735911" y="56756"/>
                </a:cubicBezTo>
                <a:cubicBezTo>
                  <a:pt x="1735289" y="56258"/>
                  <a:pt x="1734978" y="55169"/>
                  <a:pt x="1734978" y="53489"/>
                </a:cubicBezTo>
                <a:cubicBezTo>
                  <a:pt x="1734978" y="51809"/>
                  <a:pt x="1735289" y="50719"/>
                  <a:pt x="1735911" y="50222"/>
                </a:cubicBezTo>
                <a:cubicBezTo>
                  <a:pt x="1745371" y="50471"/>
                  <a:pt x="1752123" y="50595"/>
                  <a:pt x="1756168" y="50595"/>
                </a:cubicBezTo>
                <a:cubicBezTo>
                  <a:pt x="1758844" y="50595"/>
                  <a:pt x="1763356" y="50471"/>
                  <a:pt x="1769704" y="50222"/>
                </a:cubicBezTo>
                <a:cubicBezTo>
                  <a:pt x="1770201" y="50719"/>
                  <a:pt x="1770450" y="51809"/>
                  <a:pt x="1770450" y="53489"/>
                </a:cubicBezTo>
                <a:cubicBezTo>
                  <a:pt x="1770450" y="55169"/>
                  <a:pt x="1770201" y="56258"/>
                  <a:pt x="1769704" y="56756"/>
                </a:cubicBezTo>
                <a:cubicBezTo>
                  <a:pt x="1766405" y="57005"/>
                  <a:pt x="1763387" y="58313"/>
                  <a:pt x="1760649" y="60680"/>
                </a:cubicBezTo>
                <a:cubicBezTo>
                  <a:pt x="1757911" y="63046"/>
                  <a:pt x="1755763" y="65756"/>
                  <a:pt x="1754208" y="68810"/>
                </a:cubicBezTo>
                <a:cubicBezTo>
                  <a:pt x="1743130" y="92293"/>
                  <a:pt x="1731555" y="118641"/>
                  <a:pt x="1719482" y="147856"/>
                </a:cubicBezTo>
                <a:cubicBezTo>
                  <a:pt x="1716433" y="155598"/>
                  <a:pt x="1713694" y="161592"/>
                  <a:pt x="1711267" y="165840"/>
                </a:cubicBezTo>
                <a:close/>
                <a:moveTo>
                  <a:pt x="1804445" y="81027"/>
                </a:moveTo>
                <a:lnTo>
                  <a:pt x="1830489" y="81027"/>
                </a:lnTo>
                <a:cubicBezTo>
                  <a:pt x="1830738" y="80774"/>
                  <a:pt x="1830863" y="79415"/>
                  <a:pt x="1830863" y="76951"/>
                </a:cubicBezTo>
                <a:cubicBezTo>
                  <a:pt x="1830863" y="69937"/>
                  <a:pt x="1829618" y="64755"/>
                  <a:pt x="1827129" y="61406"/>
                </a:cubicBezTo>
                <a:cubicBezTo>
                  <a:pt x="1824640" y="58057"/>
                  <a:pt x="1821808" y="56383"/>
                  <a:pt x="1818634" y="56383"/>
                </a:cubicBezTo>
                <a:cubicBezTo>
                  <a:pt x="1817203" y="56383"/>
                  <a:pt x="1815476" y="56967"/>
                  <a:pt x="1813453" y="58136"/>
                </a:cubicBezTo>
                <a:cubicBezTo>
                  <a:pt x="1811431" y="59305"/>
                  <a:pt x="1809704" y="60900"/>
                  <a:pt x="1808272" y="62923"/>
                </a:cubicBezTo>
                <a:cubicBezTo>
                  <a:pt x="1805970" y="66462"/>
                  <a:pt x="1804694" y="72497"/>
                  <a:pt x="1804445" y="81027"/>
                </a:cubicBezTo>
                <a:moveTo>
                  <a:pt x="1852987" y="108999"/>
                </a:moveTo>
                <a:cubicBezTo>
                  <a:pt x="1854916" y="108999"/>
                  <a:pt x="1855880" y="110966"/>
                  <a:pt x="1855880" y="114901"/>
                </a:cubicBezTo>
                <a:cubicBezTo>
                  <a:pt x="1846421" y="128662"/>
                  <a:pt x="1834503" y="135542"/>
                  <a:pt x="1820128" y="135542"/>
                </a:cubicBezTo>
                <a:cubicBezTo>
                  <a:pt x="1807619" y="135542"/>
                  <a:pt x="1797880" y="132363"/>
                  <a:pt x="1790910" y="126003"/>
                </a:cubicBezTo>
                <a:cubicBezTo>
                  <a:pt x="1782757" y="118584"/>
                  <a:pt x="1778681" y="108484"/>
                  <a:pt x="1778681" y="95703"/>
                </a:cubicBezTo>
                <a:cubicBezTo>
                  <a:pt x="1778681" y="81819"/>
                  <a:pt x="1782975" y="70519"/>
                  <a:pt x="1791563" y="61803"/>
                </a:cubicBezTo>
                <a:cubicBezTo>
                  <a:pt x="1800151" y="53086"/>
                  <a:pt x="1809859" y="48728"/>
                  <a:pt x="1820688" y="48728"/>
                </a:cubicBezTo>
                <a:cubicBezTo>
                  <a:pt x="1827471" y="48728"/>
                  <a:pt x="1833212" y="49708"/>
                  <a:pt x="1837911" y="51669"/>
                </a:cubicBezTo>
                <a:cubicBezTo>
                  <a:pt x="1842609" y="53629"/>
                  <a:pt x="1846141" y="56336"/>
                  <a:pt x="1848506" y="59790"/>
                </a:cubicBezTo>
                <a:cubicBezTo>
                  <a:pt x="1850871" y="63244"/>
                  <a:pt x="1852566" y="66822"/>
                  <a:pt x="1853593" y="70525"/>
                </a:cubicBezTo>
                <a:cubicBezTo>
                  <a:pt x="1854620" y="74228"/>
                  <a:pt x="1855134" y="78288"/>
                  <a:pt x="1855134" y="82707"/>
                </a:cubicBezTo>
                <a:cubicBezTo>
                  <a:pt x="1855134" y="86628"/>
                  <a:pt x="1853298" y="88619"/>
                  <a:pt x="1849626" y="88681"/>
                </a:cubicBezTo>
                <a:lnTo>
                  <a:pt x="1803698" y="88681"/>
                </a:lnTo>
                <a:cubicBezTo>
                  <a:pt x="1803698" y="88930"/>
                  <a:pt x="1803667" y="89367"/>
                  <a:pt x="1803605" y="89991"/>
                </a:cubicBezTo>
                <a:cubicBezTo>
                  <a:pt x="1803543" y="90615"/>
                  <a:pt x="1803512" y="91177"/>
                  <a:pt x="1803512" y="91677"/>
                </a:cubicBezTo>
                <a:cubicBezTo>
                  <a:pt x="1803512" y="100855"/>
                  <a:pt x="1805612" y="107722"/>
                  <a:pt x="1809813" y="112278"/>
                </a:cubicBezTo>
                <a:cubicBezTo>
                  <a:pt x="1814013" y="116835"/>
                  <a:pt x="1819941" y="119113"/>
                  <a:pt x="1827596" y="119113"/>
                </a:cubicBezTo>
                <a:cubicBezTo>
                  <a:pt x="1837926" y="119175"/>
                  <a:pt x="1846390" y="115804"/>
                  <a:pt x="1852987" y="108999"/>
                </a:cubicBezTo>
                <a:close/>
                <a:moveTo>
                  <a:pt x="1907653" y="82357"/>
                </a:moveTo>
                <a:lnTo>
                  <a:pt x="1907653" y="110312"/>
                </a:lnTo>
                <a:cubicBezTo>
                  <a:pt x="1907653" y="117978"/>
                  <a:pt x="1908415" y="122669"/>
                  <a:pt x="1909940" y="124384"/>
                </a:cubicBezTo>
                <a:cubicBezTo>
                  <a:pt x="1911465" y="126098"/>
                  <a:pt x="1915277" y="127141"/>
                  <a:pt x="1921375" y="127514"/>
                </a:cubicBezTo>
                <a:cubicBezTo>
                  <a:pt x="1921873" y="128012"/>
                  <a:pt x="1922138" y="129101"/>
                  <a:pt x="1922169" y="130782"/>
                </a:cubicBezTo>
                <a:cubicBezTo>
                  <a:pt x="1922200" y="132462"/>
                  <a:pt x="1921935" y="133551"/>
                  <a:pt x="1921375" y="134049"/>
                </a:cubicBezTo>
                <a:cubicBezTo>
                  <a:pt x="1910422" y="133800"/>
                  <a:pt x="1901710" y="133675"/>
                  <a:pt x="1895238" y="133675"/>
                </a:cubicBezTo>
                <a:cubicBezTo>
                  <a:pt x="1888454" y="133675"/>
                  <a:pt x="1879711" y="133800"/>
                  <a:pt x="1869007" y="134049"/>
                </a:cubicBezTo>
                <a:cubicBezTo>
                  <a:pt x="1868509" y="133551"/>
                  <a:pt x="1868260" y="132477"/>
                  <a:pt x="1868260" y="130828"/>
                </a:cubicBezTo>
                <a:cubicBezTo>
                  <a:pt x="1868260" y="129179"/>
                  <a:pt x="1868509" y="128074"/>
                  <a:pt x="1869007" y="127514"/>
                </a:cubicBezTo>
                <a:cubicBezTo>
                  <a:pt x="1875105" y="127016"/>
                  <a:pt x="1878933" y="125941"/>
                  <a:pt x="1880489" y="124288"/>
                </a:cubicBezTo>
                <a:cubicBezTo>
                  <a:pt x="1882044" y="122633"/>
                  <a:pt x="1882822" y="117968"/>
                  <a:pt x="1882822" y="110292"/>
                </a:cubicBezTo>
                <a:lnTo>
                  <a:pt x="1882822" y="74437"/>
                </a:lnTo>
                <a:cubicBezTo>
                  <a:pt x="1882822" y="69069"/>
                  <a:pt x="1882060" y="65590"/>
                  <a:pt x="1880535" y="63999"/>
                </a:cubicBezTo>
                <a:cubicBezTo>
                  <a:pt x="1879011" y="62408"/>
                  <a:pt x="1875634" y="61363"/>
                  <a:pt x="1870407" y="60863"/>
                </a:cubicBezTo>
                <a:cubicBezTo>
                  <a:pt x="1869660" y="58561"/>
                  <a:pt x="1869505" y="56569"/>
                  <a:pt x="1869940" y="54889"/>
                </a:cubicBezTo>
                <a:cubicBezTo>
                  <a:pt x="1877346" y="54154"/>
                  <a:pt x="1887925" y="52100"/>
                  <a:pt x="1901679" y="48728"/>
                </a:cubicBezTo>
                <a:cubicBezTo>
                  <a:pt x="1904355" y="48728"/>
                  <a:pt x="1905848" y="49817"/>
                  <a:pt x="1906159" y="51995"/>
                </a:cubicBezTo>
                <a:cubicBezTo>
                  <a:pt x="1906782" y="58218"/>
                  <a:pt x="1907217" y="63228"/>
                  <a:pt x="1907466" y="67024"/>
                </a:cubicBezTo>
                <a:lnTo>
                  <a:pt x="1908213" y="67024"/>
                </a:lnTo>
                <a:cubicBezTo>
                  <a:pt x="1916739" y="54765"/>
                  <a:pt x="1924331" y="48666"/>
                  <a:pt x="1930990" y="48728"/>
                </a:cubicBezTo>
                <a:cubicBezTo>
                  <a:pt x="1934289" y="48728"/>
                  <a:pt x="1937213" y="49860"/>
                  <a:pt x="1939765" y="52124"/>
                </a:cubicBezTo>
                <a:cubicBezTo>
                  <a:pt x="1942317" y="54385"/>
                  <a:pt x="1943592" y="56787"/>
                  <a:pt x="1943592" y="59329"/>
                </a:cubicBezTo>
                <a:cubicBezTo>
                  <a:pt x="1943592" y="63234"/>
                  <a:pt x="1942472" y="66520"/>
                  <a:pt x="1940232" y="69186"/>
                </a:cubicBezTo>
                <a:cubicBezTo>
                  <a:pt x="1937991" y="71852"/>
                  <a:pt x="1935440" y="73185"/>
                  <a:pt x="1932577" y="73185"/>
                </a:cubicBezTo>
                <a:cubicBezTo>
                  <a:pt x="1928532" y="73185"/>
                  <a:pt x="1925452" y="72142"/>
                  <a:pt x="1923336" y="70055"/>
                </a:cubicBezTo>
                <a:cubicBezTo>
                  <a:pt x="1923087" y="69810"/>
                  <a:pt x="1922744" y="69473"/>
                  <a:pt x="1922309" y="69043"/>
                </a:cubicBezTo>
                <a:cubicBezTo>
                  <a:pt x="1921873" y="68613"/>
                  <a:pt x="1921531" y="68276"/>
                  <a:pt x="1921282" y="68031"/>
                </a:cubicBezTo>
                <a:cubicBezTo>
                  <a:pt x="1921033" y="67784"/>
                  <a:pt x="1920722" y="67522"/>
                  <a:pt x="1920348" y="67246"/>
                </a:cubicBezTo>
                <a:cubicBezTo>
                  <a:pt x="1919975" y="66970"/>
                  <a:pt x="1919633" y="66771"/>
                  <a:pt x="1919322" y="66648"/>
                </a:cubicBezTo>
                <a:cubicBezTo>
                  <a:pt x="1919010" y="66526"/>
                  <a:pt x="1918668" y="66464"/>
                  <a:pt x="1918295" y="66464"/>
                </a:cubicBezTo>
                <a:cubicBezTo>
                  <a:pt x="1916490" y="66464"/>
                  <a:pt x="1914467" y="67555"/>
                  <a:pt x="1912227" y="69737"/>
                </a:cubicBezTo>
                <a:cubicBezTo>
                  <a:pt x="1910734" y="71171"/>
                  <a:pt x="1909598" y="72838"/>
                  <a:pt x="1908820" y="74740"/>
                </a:cubicBezTo>
                <a:cubicBezTo>
                  <a:pt x="1908042" y="76640"/>
                  <a:pt x="1907653" y="79179"/>
                  <a:pt x="1907653" y="8235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API-authorizedtestinglayer">
            <a:extLst xmlns:a="http://schemas.openxmlformats.org/drawingml/2006/main">
              <a:ext uri="{FF2B5EF4-FFF2-40B4-BE49-F238E27FC236}">
                <a16:creationId xmlns:a16="http://schemas.microsoft.com/office/drawing/2014/main" id="{CC8AE8D2-3DE0-4EC8-B88F-870C666D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80" y="4148562"/>
            <a:ext cx="2458334" cy="179230"/>
          </a:xfrm>
          <a:custGeom xmlns:a="http://schemas.openxmlformats.org/drawingml/2006/main">
            <a:pathLst>
              <a:path w="2458334" h="179230">
                <a:moveTo>
                  <a:pt x="51809" y="79533"/>
                </a:moveTo>
                <a:lnTo>
                  <a:pt x="80840" y="79533"/>
                </a:lnTo>
                <a:lnTo>
                  <a:pt x="65251" y="34142"/>
                </a:lnTo>
                <a:lnTo>
                  <a:pt x="63944" y="34142"/>
                </a:lnTo>
                <a:lnTo>
                  <a:pt x="46954" y="77007"/>
                </a:lnTo>
                <a:cubicBezTo>
                  <a:pt x="46768" y="77380"/>
                  <a:pt x="46705" y="77724"/>
                  <a:pt x="46768" y="78037"/>
                </a:cubicBezTo>
                <a:cubicBezTo>
                  <a:pt x="46830" y="78348"/>
                  <a:pt x="46954" y="78598"/>
                  <a:pt x="47141" y="78786"/>
                </a:cubicBezTo>
                <a:cubicBezTo>
                  <a:pt x="47328" y="78973"/>
                  <a:pt x="47639" y="79129"/>
                  <a:pt x="48075" y="79253"/>
                </a:cubicBezTo>
                <a:cubicBezTo>
                  <a:pt x="48510" y="79378"/>
                  <a:pt x="49024" y="79455"/>
                  <a:pt x="49615" y="79486"/>
                </a:cubicBezTo>
                <a:cubicBezTo>
                  <a:pt x="50206" y="79518"/>
                  <a:pt x="50937" y="79533"/>
                  <a:pt x="51809" y="79533"/>
                </a:cubicBezTo>
                <a:moveTo>
                  <a:pt x="31178" y="118573"/>
                </a:moveTo>
                <a:cubicBezTo>
                  <a:pt x="31054" y="119816"/>
                  <a:pt x="30867" y="120919"/>
                  <a:pt x="30618" y="121881"/>
                </a:cubicBezTo>
                <a:cubicBezTo>
                  <a:pt x="30369" y="122842"/>
                  <a:pt x="30712" y="123649"/>
                  <a:pt x="31645" y="124303"/>
                </a:cubicBezTo>
                <a:cubicBezTo>
                  <a:pt x="32579" y="124954"/>
                  <a:pt x="33341" y="125467"/>
                  <a:pt x="33932" y="125840"/>
                </a:cubicBezTo>
                <a:cubicBezTo>
                  <a:pt x="34523" y="126211"/>
                  <a:pt x="35581" y="126522"/>
                  <a:pt x="37106" y="126770"/>
                </a:cubicBezTo>
                <a:cubicBezTo>
                  <a:pt x="38631" y="127017"/>
                  <a:pt x="39813" y="127172"/>
                  <a:pt x="40653" y="127234"/>
                </a:cubicBezTo>
                <a:cubicBezTo>
                  <a:pt x="41494" y="127297"/>
                  <a:pt x="42723" y="127390"/>
                  <a:pt x="44341" y="127514"/>
                </a:cubicBezTo>
                <a:cubicBezTo>
                  <a:pt x="44839" y="128012"/>
                  <a:pt x="45087" y="129101"/>
                  <a:pt x="45087" y="130782"/>
                </a:cubicBezTo>
                <a:cubicBezTo>
                  <a:pt x="45087" y="132462"/>
                  <a:pt x="44839" y="133551"/>
                  <a:pt x="44341" y="134049"/>
                </a:cubicBezTo>
                <a:cubicBezTo>
                  <a:pt x="34881" y="133800"/>
                  <a:pt x="26418" y="133675"/>
                  <a:pt x="18950" y="133675"/>
                </a:cubicBezTo>
                <a:cubicBezTo>
                  <a:pt x="16398" y="133675"/>
                  <a:pt x="10393" y="133800"/>
                  <a:pt x="933" y="134049"/>
                </a:cubicBezTo>
                <a:cubicBezTo>
                  <a:pt x="311" y="133551"/>
                  <a:pt x="0" y="132477"/>
                  <a:pt x="0" y="130828"/>
                </a:cubicBezTo>
                <a:cubicBezTo>
                  <a:pt x="0" y="129179"/>
                  <a:pt x="311" y="128074"/>
                  <a:pt x="933" y="127514"/>
                </a:cubicBezTo>
                <a:cubicBezTo>
                  <a:pt x="4232" y="127265"/>
                  <a:pt x="6814" y="126892"/>
                  <a:pt x="8681" y="126394"/>
                </a:cubicBezTo>
                <a:cubicBezTo>
                  <a:pt x="10548" y="125894"/>
                  <a:pt x="12540" y="124694"/>
                  <a:pt x="14656" y="122794"/>
                </a:cubicBezTo>
                <a:cubicBezTo>
                  <a:pt x="16772" y="120892"/>
                  <a:pt x="18576" y="118009"/>
                  <a:pt x="20070" y="114145"/>
                </a:cubicBezTo>
                <a:lnTo>
                  <a:pt x="61517" y="16173"/>
                </a:lnTo>
                <a:cubicBezTo>
                  <a:pt x="66246" y="16173"/>
                  <a:pt x="73279" y="13333"/>
                  <a:pt x="82614" y="7655"/>
                </a:cubicBezTo>
                <a:lnTo>
                  <a:pt x="122007" y="117231"/>
                </a:lnTo>
                <a:cubicBezTo>
                  <a:pt x="122629" y="119163"/>
                  <a:pt x="123485" y="120767"/>
                  <a:pt x="124574" y="122045"/>
                </a:cubicBezTo>
                <a:cubicBezTo>
                  <a:pt x="125663" y="123322"/>
                  <a:pt x="126519" y="124273"/>
                  <a:pt x="127141" y="124898"/>
                </a:cubicBezTo>
                <a:cubicBezTo>
                  <a:pt x="127763" y="125520"/>
                  <a:pt x="129101" y="126050"/>
                  <a:pt x="131155" y="126488"/>
                </a:cubicBezTo>
                <a:cubicBezTo>
                  <a:pt x="133209" y="126923"/>
                  <a:pt x="134391" y="127141"/>
                  <a:pt x="134702" y="127141"/>
                </a:cubicBezTo>
                <a:cubicBezTo>
                  <a:pt x="135013" y="127141"/>
                  <a:pt x="136507" y="127265"/>
                  <a:pt x="139183" y="127514"/>
                </a:cubicBezTo>
                <a:cubicBezTo>
                  <a:pt x="139681" y="128012"/>
                  <a:pt x="139930" y="129101"/>
                  <a:pt x="139930" y="130782"/>
                </a:cubicBezTo>
                <a:cubicBezTo>
                  <a:pt x="139930" y="132462"/>
                  <a:pt x="139681" y="133551"/>
                  <a:pt x="139183" y="134049"/>
                </a:cubicBezTo>
                <a:cubicBezTo>
                  <a:pt x="129724" y="133800"/>
                  <a:pt x="121198" y="133675"/>
                  <a:pt x="113605" y="133675"/>
                </a:cubicBezTo>
                <a:cubicBezTo>
                  <a:pt x="101221" y="133675"/>
                  <a:pt x="90299" y="133800"/>
                  <a:pt x="80840" y="134049"/>
                </a:cubicBezTo>
                <a:cubicBezTo>
                  <a:pt x="80218" y="133551"/>
                  <a:pt x="79907" y="132477"/>
                  <a:pt x="79907" y="130828"/>
                </a:cubicBezTo>
                <a:cubicBezTo>
                  <a:pt x="79907" y="129179"/>
                  <a:pt x="80218" y="128074"/>
                  <a:pt x="80840" y="127514"/>
                </a:cubicBezTo>
                <a:cubicBezTo>
                  <a:pt x="81587" y="127514"/>
                  <a:pt x="82583" y="127483"/>
                  <a:pt x="83827" y="127421"/>
                </a:cubicBezTo>
                <a:cubicBezTo>
                  <a:pt x="85072" y="127359"/>
                  <a:pt x="86036" y="127297"/>
                  <a:pt x="86721" y="127234"/>
                </a:cubicBezTo>
                <a:cubicBezTo>
                  <a:pt x="87406" y="127172"/>
                  <a:pt x="88230" y="127110"/>
                  <a:pt x="89195" y="127048"/>
                </a:cubicBezTo>
                <a:cubicBezTo>
                  <a:pt x="90159" y="126985"/>
                  <a:pt x="90891" y="126862"/>
                  <a:pt x="91388" y="126677"/>
                </a:cubicBezTo>
                <a:cubicBezTo>
                  <a:pt x="91886" y="126490"/>
                  <a:pt x="92462" y="126304"/>
                  <a:pt x="93115" y="126117"/>
                </a:cubicBezTo>
                <a:cubicBezTo>
                  <a:pt x="93769" y="125930"/>
                  <a:pt x="94251" y="125651"/>
                  <a:pt x="94562" y="125280"/>
                </a:cubicBezTo>
                <a:cubicBezTo>
                  <a:pt x="94873" y="124906"/>
                  <a:pt x="95122" y="124456"/>
                  <a:pt x="95309" y="123929"/>
                </a:cubicBezTo>
                <a:cubicBezTo>
                  <a:pt x="95496" y="123402"/>
                  <a:pt x="95558" y="122828"/>
                  <a:pt x="95496" y="122208"/>
                </a:cubicBezTo>
                <a:cubicBezTo>
                  <a:pt x="95434" y="121586"/>
                  <a:pt x="95278" y="120840"/>
                  <a:pt x="95029" y="119971"/>
                </a:cubicBezTo>
                <a:lnTo>
                  <a:pt x="84294" y="88868"/>
                </a:lnTo>
                <a:lnTo>
                  <a:pt x="47981" y="88868"/>
                </a:lnTo>
                <a:cubicBezTo>
                  <a:pt x="45679" y="88868"/>
                  <a:pt x="44123" y="89086"/>
                  <a:pt x="43314" y="89521"/>
                </a:cubicBezTo>
                <a:cubicBezTo>
                  <a:pt x="42505" y="89955"/>
                  <a:pt x="41820" y="90823"/>
                  <a:pt x="41260" y="92126"/>
                </a:cubicBezTo>
                <a:lnTo>
                  <a:pt x="31178" y="118573"/>
                </a:lnTo>
                <a:close/>
                <a:moveTo>
                  <a:pt x="207321" y="8588"/>
                </a:moveTo>
                <a:cubicBezTo>
                  <a:pt x="221448" y="8588"/>
                  <a:pt x="232089" y="10662"/>
                  <a:pt x="239246" y="14810"/>
                </a:cubicBezTo>
                <a:cubicBezTo>
                  <a:pt x="249079" y="20629"/>
                  <a:pt x="253964" y="29327"/>
                  <a:pt x="253902" y="40904"/>
                </a:cubicBezTo>
                <a:cubicBezTo>
                  <a:pt x="253902" y="54092"/>
                  <a:pt x="249639" y="64152"/>
                  <a:pt x="241113" y="71085"/>
                </a:cubicBezTo>
                <a:cubicBezTo>
                  <a:pt x="233708" y="77153"/>
                  <a:pt x="221603" y="80218"/>
                  <a:pt x="204801" y="80280"/>
                </a:cubicBezTo>
                <a:cubicBezTo>
                  <a:pt x="202996" y="80280"/>
                  <a:pt x="200755" y="80102"/>
                  <a:pt x="198079" y="79746"/>
                </a:cubicBezTo>
                <a:cubicBezTo>
                  <a:pt x="195528" y="78144"/>
                  <a:pt x="194252" y="75583"/>
                  <a:pt x="194252" y="72065"/>
                </a:cubicBezTo>
                <a:cubicBezTo>
                  <a:pt x="196928" y="72439"/>
                  <a:pt x="200133" y="72625"/>
                  <a:pt x="203867" y="72625"/>
                </a:cubicBezTo>
                <a:cubicBezTo>
                  <a:pt x="211646" y="72625"/>
                  <a:pt x="217123" y="70409"/>
                  <a:pt x="220296" y="65977"/>
                </a:cubicBezTo>
                <a:cubicBezTo>
                  <a:pt x="223470" y="61543"/>
                  <a:pt x="225057" y="54300"/>
                  <a:pt x="225057" y="44247"/>
                </a:cubicBezTo>
                <a:cubicBezTo>
                  <a:pt x="225057" y="25578"/>
                  <a:pt x="217091" y="16243"/>
                  <a:pt x="201160" y="16243"/>
                </a:cubicBezTo>
                <a:cubicBezTo>
                  <a:pt x="196306" y="16243"/>
                  <a:pt x="193179" y="17381"/>
                  <a:pt x="191778" y="19659"/>
                </a:cubicBezTo>
                <a:cubicBezTo>
                  <a:pt x="190378" y="21936"/>
                  <a:pt x="189678" y="26475"/>
                  <a:pt x="189678" y="33276"/>
                </a:cubicBezTo>
                <a:lnTo>
                  <a:pt x="189678" y="110294"/>
                </a:lnTo>
                <a:cubicBezTo>
                  <a:pt x="189678" y="114100"/>
                  <a:pt x="189974" y="117189"/>
                  <a:pt x="190565" y="119559"/>
                </a:cubicBezTo>
                <a:cubicBezTo>
                  <a:pt x="191156" y="121930"/>
                  <a:pt x="192245" y="123662"/>
                  <a:pt x="193832" y="124755"/>
                </a:cubicBezTo>
                <a:cubicBezTo>
                  <a:pt x="195419" y="125846"/>
                  <a:pt x="196975" y="126548"/>
                  <a:pt x="198499" y="126861"/>
                </a:cubicBezTo>
                <a:cubicBezTo>
                  <a:pt x="200024" y="127172"/>
                  <a:pt x="202373" y="127390"/>
                  <a:pt x="205547" y="127514"/>
                </a:cubicBezTo>
                <a:cubicBezTo>
                  <a:pt x="206419" y="128137"/>
                  <a:pt x="206870" y="129226"/>
                  <a:pt x="206901" y="130782"/>
                </a:cubicBezTo>
                <a:cubicBezTo>
                  <a:pt x="206932" y="132337"/>
                  <a:pt x="206481" y="133426"/>
                  <a:pt x="205547" y="134049"/>
                </a:cubicBezTo>
                <a:cubicBezTo>
                  <a:pt x="195341" y="133800"/>
                  <a:pt x="185664" y="133675"/>
                  <a:pt x="176516" y="133675"/>
                </a:cubicBezTo>
                <a:cubicBezTo>
                  <a:pt x="167057" y="133675"/>
                  <a:pt x="157224" y="133800"/>
                  <a:pt x="147018" y="134049"/>
                </a:cubicBezTo>
                <a:cubicBezTo>
                  <a:pt x="146146" y="133426"/>
                  <a:pt x="145711" y="132322"/>
                  <a:pt x="145711" y="130735"/>
                </a:cubicBezTo>
                <a:cubicBezTo>
                  <a:pt x="145711" y="129148"/>
                  <a:pt x="146146" y="128074"/>
                  <a:pt x="147018" y="127514"/>
                </a:cubicBezTo>
                <a:cubicBezTo>
                  <a:pt x="150192" y="127390"/>
                  <a:pt x="152556" y="127172"/>
                  <a:pt x="154112" y="126861"/>
                </a:cubicBezTo>
                <a:cubicBezTo>
                  <a:pt x="155668" y="126548"/>
                  <a:pt x="157239" y="125846"/>
                  <a:pt x="158826" y="124755"/>
                </a:cubicBezTo>
                <a:cubicBezTo>
                  <a:pt x="160413" y="123662"/>
                  <a:pt x="161487" y="121946"/>
                  <a:pt x="162047" y="119606"/>
                </a:cubicBezTo>
                <a:cubicBezTo>
                  <a:pt x="162607" y="117266"/>
                  <a:pt x="162887" y="114163"/>
                  <a:pt x="162887" y="110294"/>
                </a:cubicBezTo>
                <a:lnTo>
                  <a:pt x="162887" y="33463"/>
                </a:lnTo>
                <a:cubicBezTo>
                  <a:pt x="162887" y="29657"/>
                  <a:pt x="162607" y="26568"/>
                  <a:pt x="162047" y="24198"/>
                </a:cubicBezTo>
                <a:cubicBezTo>
                  <a:pt x="161487" y="21827"/>
                  <a:pt x="160413" y="20096"/>
                  <a:pt x="158826" y="19005"/>
                </a:cubicBezTo>
                <a:cubicBezTo>
                  <a:pt x="157239" y="17912"/>
                  <a:pt x="155684" y="17210"/>
                  <a:pt x="154159" y="16899"/>
                </a:cubicBezTo>
                <a:cubicBezTo>
                  <a:pt x="152634" y="16586"/>
                  <a:pt x="150254" y="16367"/>
                  <a:pt x="147018" y="16243"/>
                </a:cubicBezTo>
                <a:cubicBezTo>
                  <a:pt x="146146" y="15638"/>
                  <a:pt x="145711" y="14550"/>
                  <a:pt x="145711" y="12978"/>
                </a:cubicBezTo>
                <a:cubicBezTo>
                  <a:pt x="145711" y="11407"/>
                  <a:pt x="146146" y="10379"/>
                  <a:pt x="147018" y="9895"/>
                </a:cubicBezTo>
                <a:cubicBezTo>
                  <a:pt x="149569" y="9895"/>
                  <a:pt x="159620" y="9677"/>
                  <a:pt x="177169" y="9242"/>
                </a:cubicBezTo>
                <a:cubicBezTo>
                  <a:pt x="194719" y="8806"/>
                  <a:pt x="204769" y="8588"/>
                  <a:pt x="207321" y="8588"/>
                </a:cubicBezTo>
                <a:close/>
                <a:moveTo>
                  <a:pt x="280309" y="33620"/>
                </a:moveTo>
                <a:cubicBezTo>
                  <a:pt x="280309" y="29820"/>
                  <a:pt x="280028" y="26737"/>
                  <a:pt x="279468" y="24370"/>
                </a:cubicBezTo>
                <a:cubicBezTo>
                  <a:pt x="278908" y="22003"/>
                  <a:pt x="277835" y="20275"/>
                  <a:pt x="276248" y="19186"/>
                </a:cubicBezTo>
                <a:cubicBezTo>
                  <a:pt x="274661" y="18095"/>
                  <a:pt x="273105" y="17394"/>
                  <a:pt x="271580" y="17083"/>
                </a:cubicBezTo>
                <a:cubicBezTo>
                  <a:pt x="270056" y="16772"/>
                  <a:pt x="267675" y="16554"/>
                  <a:pt x="264439" y="16429"/>
                </a:cubicBezTo>
                <a:cubicBezTo>
                  <a:pt x="263568" y="15807"/>
                  <a:pt x="263132" y="14687"/>
                  <a:pt x="263132" y="13069"/>
                </a:cubicBezTo>
                <a:cubicBezTo>
                  <a:pt x="263132" y="11451"/>
                  <a:pt x="263568" y="10393"/>
                  <a:pt x="264439" y="9895"/>
                </a:cubicBezTo>
                <a:cubicBezTo>
                  <a:pt x="274645" y="10144"/>
                  <a:pt x="284478" y="10268"/>
                  <a:pt x="293937" y="10268"/>
                </a:cubicBezTo>
                <a:cubicBezTo>
                  <a:pt x="303086" y="10268"/>
                  <a:pt x="312763" y="10144"/>
                  <a:pt x="322969" y="9895"/>
                </a:cubicBezTo>
                <a:cubicBezTo>
                  <a:pt x="323840" y="10393"/>
                  <a:pt x="324291" y="11435"/>
                  <a:pt x="324322" y="13022"/>
                </a:cubicBezTo>
                <a:cubicBezTo>
                  <a:pt x="324354" y="14609"/>
                  <a:pt x="323902" y="15745"/>
                  <a:pt x="322969" y="16429"/>
                </a:cubicBezTo>
                <a:cubicBezTo>
                  <a:pt x="319795" y="16554"/>
                  <a:pt x="317446" y="16772"/>
                  <a:pt x="315921" y="17083"/>
                </a:cubicBezTo>
                <a:cubicBezTo>
                  <a:pt x="314396" y="17394"/>
                  <a:pt x="312841" y="18095"/>
                  <a:pt x="311254" y="19186"/>
                </a:cubicBezTo>
                <a:cubicBezTo>
                  <a:pt x="309667" y="20275"/>
                  <a:pt x="308578" y="21988"/>
                  <a:pt x="307986" y="24323"/>
                </a:cubicBezTo>
                <a:cubicBezTo>
                  <a:pt x="307395" y="26659"/>
                  <a:pt x="307100" y="29758"/>
                  <a:pt x="307100" y="33620"/>
                </a:cubicBezTo>
                <a:lnTo>
                  <a:pt x="307100" y="110324"/>
                </a:lnTo>
                <a:cubicBezTo>
                  <a:pt x="307100" y="114124"/>
                  <a:pt x="307395" y="117207"/>
                  <a:pt x="307986" y="119574"/>
                </a:cubicBezTo>
                <a:cubicBezTo>
                  <a:pt x="308578" y="121941"/>
                  <a:pt x="309667" y="123670"/>
                  <a:pt x="311254" y="124761"/>
                </a:cubicBezTo>
                <a:cubicBezTo>
                  <a:pt x="312841" y="125850"/>
                  <a:pt x="314396" y="126550"/>
                  <a:pt x="315921" y="126861"/>
                </a:cubicBezTo>
                <a:cubicBezTo>
                  <a:pt x="317446" y="127172"/>
                  <a:pt x="319795" y="127390"/>
                  <a:pt x="322969" y="127514"/>
                </a:cubicBezTo>
                <a:cubicBezTo>
                  <a:pt x="323840" y="128137"/>
                  <a:pt x="324291" y="129226"/>
                  <a:pt x="324322" y="130782"/>
                </a:cubicBezTo>
                <a:cubicBezTo>
                  <a:pt x="324354" y="132337"/>
                  <a:pt x="323902" y="133426"/>
                  <a:pt x="322969" y="134049"/>
                </a:cubicBezTo>
                <a:cubicBezTo>
                  <a:pt x="312763" y="133800"/>
                  <a:pt x="303086" y="133675"/>
                  <a:pt x="293937" y="133675"/>
                </a:cubicBezTo>
                <a:cubicBezTo>
                  <a:pt x="284478" y="133675"/>
                  <a:pt x="274645" y="133800"/>
                  <a:pt x="264439" y="134049"/>
                </a:cubicBezTo>
                <a:cubicBezTo>
                  <a:pt x="263568" y="133426"/>
                  <a:pt x="263132" y="132322"/>
                  <a:pt x="263132" y="130735"/>
                </a:cubicBezTo>
                <a:cubicBezTo>
                  <a:pt x="263132" y="129148"/>
                  <a:pt x="263568" y="128074"/>
                  <a:pt x="264439" y="127514"/>
                </a:cubicBezTo>
                <a:cubicBezTo>
                  <a:pt x="267613" y="127390"/>
                  <a:pt x="269978" y="127172"/>
                  <a:pt x="271534" y="126861"/>
                </a:cubicBezTo>
                <a:cubicBezTo>
                  <a:pt x="273090" y="126550"/>
                  <a:pt x="274661" y="125850"/>
                  <a:pt x="276248" y="124761"/>
                </a:cubicBezTo>
                <a:cubicBezTo>
                  <a:pt x="277835" y="123670"/>
                  <a:pt x="278908" y="121956"/>
                  <a:pt x="279468" y="119621"/>
                </a:cubicBezTo>
                <a:cubicBezTo>
                  <a:pt x="280028" y="117285"/>
                  <a:pt x="280309" y="114186"/>
                  <a:pt x="280309" y="110324"/>
                </a:cubicBezTo>
                <a:lnTo>
                  <a:pt x="280309" y="33620"/>
                </a:lnTo>
                <a:close/>
                <a:moveTo>
                  <a:pt x="380941" y="92602"/>
                </a:moveTo>
                <a:lnTo>
                  <a:pt x="343135" y="92602"/>
                </a:lnTo>
                <a:cubicBezTo>
                  <a:pt x="338405" y="92602"/>
                  <a:pt x="336040" y="91264"/>
                  <a:pt x="336040" y="88588"/>
                </a:cubicBezTo>
                <a:cubicBezTo>
                  <a:pt x="336040" y="86783"/>
                  <a:pt x="337020" y="84481"/>
                  <a:pt x="338981" y="81680"/>
                </a:cubicBezTo>
                <a:cubicBezTo>
                  <a:pt x="340941" y="78880"/>
                  <a:pt x="342886" y="77479"/>
                  <a:pt x="344815" y="77479"/>
                </a:cubicBezTo>
                <a:lnTo>
                  <a:pt x="383088" y="77479"/>
                </a:lnTo>
                <a:cubicBezTo>
                  <a:pt x="387693" y="77479"/>
                  <a:pt x="389965" y="78817"/>
                  <a:pt x="389902" y="81493"/>
                </a:cubicBezTo>
                <a:cubicBezTo>
                  <a:pt x="389902" y="83049"/>
                  <a:pt x="388891" y="85290"/>
                  <a:pt x="386869" y="88215"/>
                </a:cubicBezTo>
                <a:cubicBezTo>
                  <a:pt x="384846" y="91139"/>
                  <a:pt x="382870" y="92602"/>
                  <a:pt x="380941" y="92602"/>
                </a:cubicBezTo>
                <a:close/>
                <a:moveTo>
                  <a:pt x="453715" y="124434"/>
                </a:moveTo>
                <a:lnTo>
                  <a:pt x="452501" y="124527"/>
                </a:lnTo>
                <a:cubicBezTo>
                  <a:pt x="449079" y="127203"/>
                  <a:pt x="445034" y="129708"/>
                  <a:pt x="440366" y="132042"/>
                </a:cubicBezTo>
                <a:cubicBezTo>
                  <a:pt x="435699" y="134375"/>
                  <a:pt x="432089" y="135542"/>
                  <a:pt x="429538" y="135542"/>
                </a:cubicBezTo>
                <a:cubicBezTo>
                  <a:pt x="413606" y="135542"/>
                  <a:pt x="405640" y="128809"/>
                  <a:pt x="405640" y="115341"/>
                </a:cubicBezTo>
                <a:cubicBezTo>
                  <a:pt x="405640" y="108472"/>
                  <a:pt x="408379" y="103213"/>
                  <a:pt x="413855" y="99562"/>
                </a:cubicBezTo>
                <a:cubicBezTo>
                  <a:pt x="419332" y="95912"/>
                  <a:pt x="428013" y="92239"/>
                  <a:pt x="439899" y="88544"/>
                </a:cubicBezTo>
                <a:lnTo>
                  <a:pt x="452688" y="84574"/>
                </a:lnTo>
                <a:cubicBezTo>
                  <a:pt x="452688" y="73310"/>
                  <a:pt x="451412" y="65795"/>
                  <a:pt x="448861" y="62030"/>
                </a:cubicBezTo>
                <a:cubicBezTo>
                  <a:pt x="446309" y="58265"/>
                  <a:pt x="442669" y="56383"/>
                  <a:pt x="437939" y="56383"/>
                </a:cubicBezTo>
                <a:cubicBezTo>
                  <a:pt x="432960" y="56383"/>
                  <a:pt x="430284" y="57838"/>
                  <a:pt x="429911" y="60750"/>
                </a:cubicBezTo>
                <a:cubicBezTo>
                  <a:pt x="429787" y="61508"/>
                  <a:pt x="429771" y="62346"/>
                  <a:pt x="429864" y="63264"/>
                </a:cubicBezTo>
                <a:cubicBezTo>
                  <a:pt x="429958" y="64182"/>
                  <a:pt x="430067" y="64989"/>
                  <a:pt x="430191" y="65685"/>
                </a:cubicBezTo>
                <a:cubicBezTo>
                  <a:pt x="430316" y="66382"/>
                  <a:pt x="430440" y="67126"/>
                  <a:pt x="430565" y="67917"/>
                </a:cubicBezTo>
                <a:cubicBezTo>
                  <a:pt x="430689" y="68707"/>
                  <a:pt x="430751" y="69386"/>
                  <a:pt x="430751" y="69956"/>
                </a:cubicBezTo>
                <a:cubicBezTo>
                  <a:pt x="430751" y="72360"/>
                  <a:pt x="429600" y="74464"/>
                  <a:pt x="427297" y="76269"/>
                </a:cubicBezTo>
                <a:cubicBezTo>
                  <a:pt x="424995" y="78072"/>
                  <a:pt x="422194" y="78973"/>
                  <a:pt x="418896" y="78973"/>
                </a:cubicBezTo>
                <a:cubicBezTo>
                  <a:pt x="415349" y="78973"/>
                  <a:pt x="412813" y="78102"/>
                  <a:pt x="411288" y="76359"/>
                </a:cubicBezTo>
                <a:cubicBezTo>
                  <a:pt x="409763" y="74617"/>
                  <a:pt x="409001" y="72252"/>
                  <a:pt x="409001" y="69265"/>
                </a:cubicBezTo>
                <a:cubicBezTo>
                  <a:pt x="409001" y="65344"/>
                  <a:pt x="411008" y="61750"/>
                  <a:pt x="415022" y="58483"/>
                </a:cubicBezTo>
                <a:cubicBezTo>
                  <a:pt x="419036" y="55216"/>
                  <a:pt x="423719" y="52773"/>
                  <a:pt x="429071" y="51155"/>
                </a:cubicBezTo>
                <a:cubicBezTo>
                  <a:pt x="434423" y="49537"/>
                  <a:pt x="439557" y="48728"/>
                  <a:pt x="444473" y="48728"/>
                </a:cubicBezTo>
                <a:cubicBezTo>
                  <a:pt x="466255" y="48728"/>
                  <a:pt x="477146" y="59666"/>
                  <a:pt x="477146" y="81543"/>
                </a:cubicBezTo>
                <a:lnTo>
                  <a:pt x="476772" y="109238"/>
                </a:lnTo>
                <a:cubicBezTo>
                  <a:pt x="476772" y="114120"/>
                  <a:pt x="477161" y="117484"/>
                  <a:pt x="477939" y="119332"/>
                </a:cubicBezTo>
                <a:cubicBezTo>
                  <a:pt x="478717" y="121177"/>
                  <a:pt x="480102" y="122100"/>
                  <a:pt x="482093" y="122100"/>
                </a:cubicBezTo>
                <a:cubicBezTo>
                  <a:pt x="485142" y="122100"/>
                  <a:pt x="487818" y="121193"/>
                  <a:pt x="490121" y="119378"/>
                </a:cubicBezTo>
                <a:cubicBezTo>
                  <a:pt x="492424" y="121347"/>
                  <a:pt x="493575" y="123187"/>
                  <a:pt x="493575" y="124901"/>
                </a:cubicBezTo>
                <a:cubicBezTo>
                  <a:pt x="486045" y="132057"/>
                  <a:pt x="477706" y="135605"/>
                  <a:pt x="468557" y="135542"/>
                </a:cubicBezTo>
                <a:cubicBezTo>
                  <a:pt x="459907" y="135605"/>
                  <a:pt x="454960" y="131902"/>
                  <a:pt x="453715" y="124434"/>
                </a:cubicBezTo>
                <a:moveTo>
                  <a:pt x="452688" y="92007"/>
                </a:moveTo>
                <a:lnTo>
                  <a:pt x="442700" y="95149"/>
                </a:lnTo>
                <a:cubicBezTo>
                  <a:pt x="439526" y="96140"/>
                  <a:pt x="436928" y="97287"/>
                  <a:pt x="434905" y="98588"/>
                </a:cubicBezTo>
                <a:cubicBezTo>
                  <a:pt x="432883" y="99887"/>
                  <a:pt x="431451" y="101357"/>
                  <a:pt x="430611" y="102999"/>
                </a:cubicBezTo>
                <a:cubicBezTo>
                  <a:pt x="429771" y="104640"/>
                  <a:pt x="429227" y="106096"/>
                  <a:pt x="428978" y="107366"/>
                </a:cubicBezTo>
                <a:cubicBezTo>
                  <a:pt x="428729" y="108636"/>
                  <a:pt x="428604" y="110355"/>
                  <a:pt x="428604" y="112523"/>
                </a:cubicBezTo>
                <a:cubicBezTo>
                  <a:pt x="428604" y="115864"/>
                  <a:pt x="429491" y="118638"/>
                  <a:pt x="431265" y="120846"/>
                </a:cubicBezTo>
                <a:cubicBezTo>
                  <a:pt x="433038" y="123051"/>
                  <a:pt x="435854" y="124154"/>
                  <a:pt x="439713" y="124154"/>
                </a:cubicBezTo>
                <a:cubicBezTo>
                  <a:pt x="442638" y="124154"/>
                  <a:pt x="446963" y="121810"/>
                  <a:pt x="452688" y="117123"/>
                </a:cubicBezTo>
                <a:lnTo>
                  <a:pt x="452688" y="92007"/>
                </a:lnTo>
                <a:close/>
                <a:moveTo>
                  <a:pt x="592980" y="108191"/>
                </a:moveTo>
                <a:cubicBezTo>
                  <a:pt x="592980" y="113668"/>
                  <a:pt x="593789" y="117386"/>
                  <a:pt x="595407" y="119346"/>
                </a:cubicBezTo>
                <a:cubicBezTo>
                  <a:pt x="597025" y="121307"/>
                  <a:pt x="600386" y="122536"/>
                  <a:pt x="605489" y="123034"/>
                </a:cubicBezTo>
                <a:cubicBezTo>
                  <a:pt x="606235" y="125461"/>
                  <a:pt x="606360" y="127514"/>
                  <a:pt x="605862" y="129195"/>
                </a:cubicBezTo>
                <a:cubicBezTo>
                  <a:pt x="595034" y="130647"/>
                  <a:pt x="584454" y="132763"/>
                  <a:pt x="574123" y="135542"/>
                </a:cubicBezTo>
                <a:cubicBezTo>
                  <a:pt x="571323" y="135542"/>
                  <a:pt x="569861" y="134476"/>
                  <a:pt x="569736" y="132342"/>
                </a:cubicBezTo>
                <a:cubicBezTo>
                  <a:pt x="569425" y="129896"/>
                  <a:pt x="569114" y="127073"/>
                  <a:pt x="568803" y="123874"/>
                </a:cubicBezTo>
                <a:cubicBezTo>
                  <a:pt x="563015" y="127135"/>
                  <a:pt x="557103" y="129896"/>
                  <a:pt x="551066" y="132156"/>
                </a:cubicBezTo>
                <a:cubicBezTo>
                  <a:pt x="545030" y="134413"/>
                  <a:pt x="540331" y="135542"/>
                  <a:pt x="536971" y="135542"/>
                </a:cubicBezTo>
                <a:cubicBezTo>
                  <a:pt x="520666" y="135542"/>
                  <a:pt x="512513" y="125336"/>
                  <a:pt x="512513" y="104924"/>
                </a:cubicBezTo>
                <a:lnTo>
                  <a:pt x="512513" y="75052"/>
                </a:lnTo>
                <a:cubicBezTo>
                  <a:pt x="512513" y="67522"/>
                  <a:pt x="511595" y="62653"/>
                  <a:pt x="509760" y="60443"/>
                </a:cubicBezTo>
                <a:cubicBezTo>
                  <a:pt x="507924" y="58234"/>
                  <a:pt x="504579" y="57005"/>
                  <a:pt x="499725" y="56756"/>
                </a:cubicBezTo>
                <a:cubicBezTo>
                  <a:pt x="499227" y="56258"/>
                  <a:pt x="498978" y="55169"/>
                  <a:pt x="498978" y="53489"/>
                </a:cubicBezTo>
                <a:cubicBezTo>
                  <a:pt x="498978" y="51809"/>
                  <a:pt x="499227" y="50719"/>
                  <a:pt x="499725" y="50222"/>
                </a:cubicBezTo>
                <a:cubicBezTo>
                  <a:pt x="510677" y="50471"/>
                  <a:pt x="519079" y="50595"/>
                  <a:pt x="524929" y="50595"/>
                </a:cubicBezTo>
                <a:cubicBezTo>
                  <a:pt x="527605" y="50595"/>
                  <a:pt x="531245" y="50471"/>
                  <a:pt x="535850" y="50222"/>
                </a:cubicBezTo>
                <a:cubicBezTo>
                  <a:pt x="537095" y="51466"/>
                  <a:pt x="537749" y="53644"/>
                  <a:pt x="537811" y="56756"/>
                </a:cubicBezTo>
                <a:cubicBezTo>
                  <a:pt x="537811" y="57254"/>
                  <a:pt x="537749" y="58841"/>
                  <a:pt x="537624" y="61517"/>
                </a:cubicBezTo>
                <a:cubicBezTo>
                  <a:pt x="537500" y="64193"/>
                  <a:pt x="537437" y="68705"/>
                  <a:pt x="537437" y="75052"/>
                </a:cubicBezTo>
                <a:lnTo>
                  <a:pt x="537437" y="106978"/>
                </a:lnTo>
                <a:cubicBezTo>
                  <a:pt x="537437" y="113076"/>
                  <a:pt x="538511" y="116997"/>
                  <a:pt x="540658" y="118740"/>
                </a:cubicBezTo>
                <a:cubicBezTo>
                  <a:pt x="542805" y="120482"/>
                  <a:pt x="546181" y="121353"/>
                  <a:pt x="550786" y="121353"/>
                </a:cubicBezTo>
                <a:cubicBezTo>
                  <a:pt x="556947" y="121353"/>
                  <a:pt x="562797" y="119642"/>
                  <a:pt x="568336" y="116219"/>
                </a:cubicBezTo>
                <a:cubicBezTo>
                  <a:pt x="568274" y="115223"/>
                  <a:pt x="568227" y="114243"/>
                  <a:pt x="568196" y="113279"/>
                </a:cubicBezTo>
                <a:cubicBezTo>
                  <a:pt x="568165" y="112314"/>
                  <a:pt x="568149" y="111396"/>
                  <a:pt x="568149" y="110525"/>
                </a:cubicBezTo>
                <a:lnTo>
                  <a:pt x="568149" y="75052"/>
                </a:lnTo>
                <a:cubicBezTo>
                  <a:pt x="568149" y="67398"/>
                  <a:pt x="567325" y="62559"/>
                  <a:pt x="565675" y="60537"/>
                </a:cubicBezTo>
                <a:cubicBezTo>
                  <a:pt x="564026" y="58514"/>
                  <a:pt x="560588" y="57254"/>
                  <a:pt x="555360" y="56756"/>
                </a:cubicBezTo>
                <a:cubicBezTo>
                  <a:pt x="554738" y="56258"/>
                  <a:pt x="554427" y="55169"/>
                  <a:pt x="554427" y="53489"/>
                </a:cubicBezTo>
                <a:cubicBezTo>
                  <a:pt x="554427" y="51809"/>
                  <a:pt x="554738" y="50719"/>
                  <a:pt x="555360" y="50222"/>
                </a:cubicBezTo>
                <a:cubicBezTo>
                  <a:pt x="566313" y="50471"/>
                  <a:pt x="574715" y="50595"/>
                  <a:pt x="580565" y="50595"/>
                </a:cubicBezTo>
                <a:cubicBezTo>
                  <a:pt x="582992" y="50595"/>
                  <a:pt x="586632" y="50471"/>
                  <a:pt x="591486" y="50222"/>
                </a:cubicBezTo>
                <a:cubicBezTo>
                  <a:pt x="592731" y="51466"/>
                  <a:pt x="593384" y="53644"/>
                  <a:pt x="593447" y="56756"/>
                </a:cubicBezTo>
                <a:cubicBezTo>
                  <a:pt x="593447" y="57254"/>
                  <a:pt x="593369" y="58841"/>
                  <a:pt x="593213" y="61517"/>
                </a:cubicBezTo>
                <a:cubicBezTo>
                  <a:pt x="593058" y="64193"/>
                  <a:pt x="592980" y="68705"/>
                  <a:pt x="592980" y="75052"/>
                </a:cubicBezTo>
                <a:lnTo>
                  <a:pt x="592980" y="108191"/>
                </a:lnTo>
                <a:close/>
                <a:moveTo>
                  <a:pt x="621929" y="50595"/>
                </a:moveTo>
                <a:lnTo>
                  <a:pt x="627249" y="50595"/>
                </a:lnTo>
                <a:cubicBezTo>
                  <a:pt x="627249" y="37754"/>
                  <a:pt x="627965" y="30403"/>
                  <a:pt x="629397" y="28541"/>
                </a:cubicBezTo>
                <a:cubicBezTo>
                  <a:pt x="629770" y="28045"/>
                  <a:pt x="630532" y="27550"/>
                  <a:pt x="631684" y="27054"/>
                </a:cubicBezTo>
                <a:cubicBezTo>
                  <a:pt x="632835" y="26556"/>
                  <a:pt x="634251" y="26043"/>
                  <a:pt x="635931" y="25516"/>
                </a:cubicBezTo>
                <a:cubicBezTo>
                  <a:pt x="637611" y="24989"/>
                  <a:pt x="638794" y="24570"/>
                  <a:pt x="639478" y="24259"/>
                </a:cubicBezTo>
                <a:cubicBezTo>
                  <a:pt x="640972" y="23639"/>
                  <a:pt x="643103" y="22926"/>
                  <a:pt x="645873" y="22121"/>
                </a:cubicBezTo>
                <a:cubicBezTo>
                  <a:pt x="648642" y="21314"/>
                  <a:pt x="650369" y="20910"/>
                  <a:pt x="651053" y="20910"/>
                </a:cubicBezTo>
                <a:cubicBezTo>
                  <a:pt x="652049" y="20910"/>
                  <a:pt x="652547" y="21468"/>
                  <a:pt x="652547" y="22585"/>
                </a:cubicBezTo>
                <a:cubicBezTo>
                  <a:pt x="652174" y="28541"/>
                  <a:pt x="651831" y="35738"/>
                  <a:pt x="651520" y="44174"/>
                </a:cubicBezTo>
                <a:lnTo>
                  <a:pt x="651333" y="50595"/>
                </a:lnTo>
                <a:lnTo>
                  <a:pt x="673737" y="50595"/>
                </a:lnTo>
                <a:cubicBezTo>
                  <a:pt x="674733" y="50595"/>
                  <a:pt x="675231" y="50972"/>
                  <a:pt x="675231" y="51727"/>
                </a:cubicBezTo>
                <a:lnTo>
                  <a:pt x="675231" y="57760"/>
                </a:lnTo>
                <a:cubicBezTo>
                  <a:pt x="675231" y="59455"/>
                  <a:pt x="673706" y="60303"/>
                  <a:pt x="670657" y="60303"/>
                </a:cubicBezTo>
                <a:lnTo>
                  <a:pt x="651333" y="60303"/>
                </a:lnTo>
                <a:cubicBezTo>
                  <a:pt x="651333" y="67448"/>
                  <a:pt x="651365" y="76800"/>
                  <a:pt x="651427" y="88357"/>
                </a:cubicBezTo>
                <a:cubicBezTo>
                  <a:pt x="651489" y="99915"/>
                  <a:pt x="651520" y="106907"/>
                  <a:pt x="651520" y="109332"/>
                </a:cubicBezTo>
                <a:cubicBezTo>
                  <a:pt x="651520" y="113805"/>
                  <a:pt x="652329" y="117052"/>
                  <a:pt x="653947" y="119072"/>
                </a:cubicBezTo>
                <a:cubicBezTo>
                  <a:pt x="655565" y="121091"/>
                  <a:pt x="657588" y="122100"/>
                  <a:pt x="660015" y="122100"/>
                </a:cubicBezTo>
                <a:cubicBezTo>
                  <a:pt x="664993" y="122100"/>
                  <a:pt x="668603" y="121199"/>
                  <a:pt x="670843" y="119396"/>
                </a:cubicBezTo>
                <a:cubicBezTo>
                  <a:pt x="673146" y="121331"/>
                  <a:pt x="674297" y="123141"/>
                  <a:pt x="674297" y="124825"/>
                </a:cubicBezTo>
                <a:cubicBezTo>
                  <a:pt x="672244" y="127645"/>
                  <a:pt x="668681" y="130136"/>
                  <a:pt x="663609" y="132298"/>
                </a:cubicBezTo>
                <a:cubicBezTo>
                  <a:pt x="658537" y="134461"/>
                  <a:pt x="653449" y="135542"/>
                  <a:pt x="648346" y="135542"/>
                </a:cubicBezTo>
                <a:cubicBezTo>
                  <a:pt x="641999" y="135542"/>
                  <a:pt x="636709" y="133769"/>
                  <a:pt x="632477" y="130221"/>
                </a:cubicBezTo>
                <a:cubicBezTo>
                  <a:pt x="628681" y="126923"/>
                  <a:pt x="626752" y="121384"/>
                  <a:pt x="626689" y="113605"/>
                </a:cubicBezTo>
                <a:cubicBezTo>
                  <a:pt x="626689" y="94749"/>
                  <a:pt x="626876" y="76982"/>
                  <a:pt x="627249" y="60303"/>
                </a:cubicBezTo>
                <a:lnTo>
                  <a:pt x="614834" y="60303"/>
                </a:lnTo>
                <a:cubicBezTo>
                  <a:pt x="614212" y="60303"/>
                  <a:pt x="613901" y="59895"/>
                  <a:pt x="613901" y="59078"/>
                </a:cubicBezTo>
                <a:lnTo>
                  <a:pt x="613901" y="53518"/>
                </a:lnTo>
                <a:cubicBezTo>
                  <a:pt x="616079" y="51569"/>
                  <a:pt x="618755" y="50595"/>
                  <a:pt x="621929" y="50595"/>
                </a:cubicBezTo>
                <a:close/>
                <a:moveTo>
                  <a:pt x="779277" y="109218"/>
                </a:moveTo>
                <a:cubicBezTo>
                  <a:pt x="779277" y="116997"/>
                  <a:pt x="780210" y="121929"/>
                  <a:pt x="782077" y="124014"/>
                </a:cubicBezTo>
                <a:cubicBezTo>
                  <a:pt x="783944" y="126099"/>
                  <a:pt x="787927" y="127265"/>
                  <a:pt x="794026" y="127514"/>
                </a:cubicBezTo>
                <a:cubicBezTo>
                  <a:pt x="794648" y="128012"/>
                  <a:pt x="794959" y="129101"/>
                  <a:pt x="794959" y="130782"/>
                </a:cubicBezTo>
                <a:cubicBezTo>
                  <a:pt x="794959" y="132462"/>
                  <a:pt x="794648" y="133551"/>
                  <a:pt x="794026" y="134049"/>
                </a:cubicBezTo>
                <a:cubicBezTo>
                  <a:pt x="783073" y="133800"/>
                  <a:pt x="774018" y="133675"/>
                  <a:pt x="766861" y="133675"/>
                </a:cubicBezTo>
                <a:cubicBezTo>
                  <a:pt x="762007" y="133675"/>
                  <a:pt x="754228" y="133800"/>
                  <a:pt x="743524" y="134049"/>
                </a:cubicBezTo>
                <a:cubicBezTo>
                  <a:pt x="742902" y="133551"/>
                  <a:pt x="742591" y="132477"/>
                  <a:pt x="742591" y="130828"/>
                </a:cubicBezTo>
                <a:cubicBezTo>
                  <a:pt x="742591" y="129179"/>
                  <a:pt x="742902" y="128074"/>
                  <a:pt x="743524" y="127514"/>
                </a:cubicBezTo>
                <a:cubicBezTo>
                  <a:pt x="747756" y="127265"/>
                  <a:pt x="750634" y="126036"/>
                  <a:pt x="752159" y="123827"/>
                </a:cubicBezTo>
                <a:cubicBezTo>
                  <a:pt x="753683" y="121618"/>
                  <a:pt x="754446" y="116748"/>
                  <a:pt x="754446" y="109218"/>
                </a:cubicBezTo>
                <a:lnTo>
                  <a:pt x="754446" y="77293"/>
                </a:lnTo>
                <a:cubicBezTo>
                  <a:pt x="754446" y="67709"/>
                  <a:pt x="749685" y="62917"/>
                  <a:pt x="740163" y="62917"/>
                </a:cubicBezTo>
                <a:cubicBezTo>
                  <a:pt x="735994" y="62917"/>
                  <a:pt x="730051" y="65375"/>
                  <a:pt x="722334" y="70292"/>
                </a:cubicBezTo>
                <a:lnTo>
                  <a:pt x="722334" y="109405"/>
                </a:lnTo>
                <a:cubicBezTo>
                  <a:pt x="722334" y="116935"/>
                  <a:pt x="723065" y="121773"/>
                  <a:pt x="724528" y="123920"/>
                </a:cubicBezTo>
                <a:cubicBezTo>
                  <a:pt x="725990" y="126067"/>
                  <a:pt x="728899" y="127265"/>
                  <a:pt x="733256" y="127514"/>
                </a:cubicBezTo>
                <a:cubicBezTo>
                  <a:pt x="733878" y="128012"/>
                  <a:pt x="734189" y="129101"/>
                  <a:pt x="734189" y="130782"/>
                </a:cubicBezTo>
                <a:cubicBezTo>
                  <a:pt x="734189" y="132462"/>
                  <a:pt x="733878" y="133551"/>
                  <a:pt x="733256" y="134049"/>
                </a:cubicBezTo>
                <a:cubicBezTo>
                  <a:pt x="722303" y="133800"/>
                  <a:pt x="714524" y="133675"/>
                  <a:pt x="709918" y="133675"/>
                </a:cubicBezTo>
                <a:cubicBezTo>
                  <a:pt x="702513" y="133675"/>
                  <a:pt x="693458" y="133800"/>
                  <a:pt x="682754" y="134049"/>
                </a:cubicBezTo>
                <a:cubicBezTo>
                  <a:pt x="682132" y="133551"/>
                  <a:pt x="681821" y="132477"/>
                  <a:pt x="681821" y="130828"/>
                </a:cubicBezTo>
                <a:cubicBezTo>
                  <a:pt x="681821" y="129179"/>
                  <a:pt x="682132" y="128074"/>
                  <a:pt x="682754" y="127514"/>
                </a:cubicBezTo>
                <a:cubicBezTo>
                  <a:pt x="688853" y="127265"/>
                  <a:pt x="692836" y="126098"/>
                  <a:pt x="694703" y="124011"/>
                </a:cubicBezTo>
                <a:cubicBezTo>
                  <a:pt x="696570" y="121924"/>
                  <a:pt x="697503" y="117051"/>
                  <a:pt x="697503" y="109390"/>
                </a:cubicBezTo>
                <a:lnTo>
                  <a:pt x="697503" y="25589"/>
                </a:lnTo>
                <a:cubicBezTo>
                  <a:pt x="697503" y="19236"/>
                  <a:pt x="696865" y="15374"/>
                  <a:pt x="695589" y="14005"/>
                </a:cubicBezTo>
                <a:cubicBezTo>
                  <a:pt x="694314" y="12634"/>
                  <a:pt x="690626" y="11700"/>
                  <a:pt x="684528" y="11202"/>
                </a:cubicBezTo>
                <a:cubicBezTo>
                  <a:pt x="683532" y="9370"/>
                  <a:pt x="683314" y="7316"/>
                  <a:pt x="683874" y="5041"/>
                </a:cubicBezTo>
                <a:cubicBezTo>
                  <a:pt x="699681" y="4419"/>
                  <a:pt x="711661" y="2738"/>
                  <a:pt x="719813" y="0"/>
                </a:cubicBezTo>
                <a:cubicBezTo>
                  <a:pt x="721867" y="0"/>
                  <a:pt x="722894" y="840"/>
                  <a:pt x="722894" y="2520"/>
                </a:cubicBezTo>
                <a:cubicBezTo>
                  <a:pt x="722521" y="7264"/>
                  <a:pt x="722334" y="13787"/>
                  <a:pt x="722334" y="22092"/>
                </a:cubicBezTo>
                <a:lnTo>
                  <a:pt x="722334" y="62634"/>
                </a:lnTo>
                <a:cubicBezTo>
                  <a:pt x="736958" y="53363"/>
                  <a:pt x="747476" y="48728"/>
                  <a:pt x="753886" y="48728"/>
                </a:cubicBezTo>
                <a:cubicBezTo>
                  <a:pt x="770813" y="48728"/>
                  <a:pt x="779277" y="58934"/>
                  <a:pt x="779277" y="79346"/>
                </a:cubicBezTo>
                <a:lnTo>
                  <a:pt x="779277" y="109218"/>
                </a:lnTo>
                <a:close/>
                <a:moveTo>
                  <a:pt x="846406" y="56383"/>
                </a:moveTo>
                <a:cubicBezTo>
                  <a:pt x="835826" y="56383"/>
                  <a:pt x="830536" y="67529"/>
                  <a:pt x="830536" y="89822"/>
                </a:cubicBezTo>
                <a:cubicBezTo>
                  <a:pt x="830536" y="98700"/>
                  <a:pt x="832419" y="107264"/>
                  <a:pt x="836184" y="115513"/>
                </a:cubicBezTo>
                <a:cubicBezTo>
                  <a:pt x="839949" y="123763"/>
                  <a:pt x="845348" y="127888"/>
                  <a:pt x="852380" y="127888"/>
                </a:cubicBezTo>
                <a:cubicBezTo>
                  <a:pt x="856612" y="127888"/>
                  <a:pt x="860315" y="125606"/>
                  <a:pt x="863488" y="121041"/>
                </a:cubicBezTo>
                <a:cubicBezTo>
                  <a:pt x="866662" y="116475"/>
                  <a:pt x="868249" y="108965"/>
                  <a:pt x="868249" y="98512"/>
                </a:cubicBezTo>
                <a:cubicBezTo>
                  <a:pt x="868249" y="85350"/>
                  <a:pt x="866258" y="75038"/>
                  <a:pt x="862275" y="67576"/>
                </a:cubicBezTo>
                <a:cubicBezTo>
                  <a:pt x="858292" y="60114"/>
                  <a:pt x="853002" y="56383"/>
                  <a:pt x="846406" y="56383"/>
                </a:cubicBezTo>
                <a:moveTo>
                  <a:pt x="803839" y="94072"/>
                </a:moveTo>
                <a:cubicBezTo>
                  <a:pt x="803839" y="81295"/>
                  <a:pt x="807324" y="70886"/>
                  <a:pt x="814294" y="62844"/>
                </a:cubicBezTo>
                <a:cubicBezTo>
                  <a:pt x="822508" y="53371"/>
                  <a:pt x="834239" y="48666"/>
                  <a:pt x="849486" y="48728"/>
                </a:cubicBezTo>
                <a:cubicBezTo>
                  <a:pt x="863364" y="48728"/>
                  <a:pt x="874426" y="52809"/>
                  <a:pt x="882672" y="60971"/>
                </a:cubicBezTo>
                <a:cubicBezTo>
                  <a:pt x="890917" y="69133"/>
                  <a:pt x="895040" y="79600"/>
                  <a:pt x="895040" y="92371"/>
                </a:cubicBezTo>
                <a:cubicBezTo>
                  <a:pt x="895040" y="106138"/>
                  <a:pt x="890684" y="116915"/>
                  <a:pt x="881971" y="124702"/>
                </a:cubicBezTo>
                <a:cubicBezTo>
                  <a:pt x="873819" y="131991"/>
                  <a:pt x="862928" y="135605"/>
                  <a:pt x="849299" y="135542"/>
                </a:cubicBezTo>
                <a:cubicBezTo>
                  <a:pt x="836293" y="135542"/>
                  <a:pt x="825464" y="131729"/>
                  <a:pt x="816814" y="124101"/>
                </a:cubicBezTo>
                <a:cubicBezTo>
                  <a:pt x="808164" y="116474"/>
                  <a:pt x="803839" y="106464"/>
                  <a:pt x="803839" y="94072"/>
                </a:cubicBezTo>
                <a:close/>
                <a:moveTo>
                  <a:pt x="945715" y="82357"/>
                </a:moveTo>
                <a:lnTo>
                  <a:pt x="945715" y="110312"/>
                </a:lnTo>
                <a:cubicBezTo>
                  <a:pt x="945715" y="117978"/>
                  <a:pt x="946478" y="122669"/>
                  <a:pt x="948002" y="124384"/>
                </a:cubicBezTo>
                <a:cubicBezTo>
                  <a:pt x="949527" y="126098"/>
                  <a:pt x="953339" y="127141"/>
                  <a:pt x="959438" y="127514"/>
                </a:cubicBezTo>
                <a:cubicBezTo>
                  <a:pt x="959936" y="128012"/>
                  <a:pt x="960200" y="129101"/>
                  <a:pt x="960231" y="130782"/>
                </a:cubicBezTo>
                <a:cubicBezTo>
                  <a:pt x="960262" y="132462"/>
                  <a:pt x="959998" y="133551"/>
                  <a:pt x="959438" y="134049"/>
                </a:cubicBezTo>
                <a:cubicBezTo>
                  <a:pt x="948485" y="133800"/>
                  <a:pt x="939772" y="133675"/>
                  <a:pt x="933300" y="133675"/>
                </a:cubicBezTo>
                <a:cubicBezTo>
                  <a:pt x="926517" y="133675"/>
                  <a:pt x="917773" y="133800"/>
                  <a:pt x="907069" y="134049"/>
                </a:cubicBezTo>
                <a:cubicBezTo>
                  <a:pt x="906571" y="133551"/>
                  <a:pt x="906322" y="132477"/>
                  <a:pt x="906322" y="130828"/>
                </a:cubicBezTo>
                <a:cubicBezTo>
                  <a:pt x="906322" y="129179"/>
                  <a:pt x="906571" y="128074"/>
                  <a:pt x="907069" y="127514"/>
                </a:cubicBezTo>
                <a:cubicBezTo>
                  <a:pt x="913168" y="127016"/>
                  <a:pt x="916995" y="125941"/>
                  <a:pt x="918551" y="124288"/>
                </a:cubicBezTo>
                <a:cubicBezTo>
                  <a:pt x="920107" y="122633"/>
                  <a:pt x="920885" y="117968"/>
                  <a:pt x="920885" y="110292"/>
                </a:cubicBezTo>
                <a:lnTo>
                  <a:pt x="920885" y="74437"/>
                </a:lnTo>
                <a:cubicBezTo>
                  <a:pt x="920885" y="69069"/>
                  <a:pt x="920122" y="65590"/>
                  <a:pt x="918598" y="63999"/>
                </a:cubicBezTo>
                <a:cubicBezTo>
                  <a:pt x="917073" y="62408"/>
                  <a:pt x="913697" y="61363"/>
                  <a:pt x="908469" y="60863"/>
                </a:cubicBezTo>
                <a:cubicBezTo>
                  <a:pt x="907722" y="58561"/>
                  <a:pt x="907567" y="56569"/>
                  <a:pt x="908003" y="54889"/>
                </a:cubicBezTo>
                <a:cubicBezTo>
                  <a:pt x="915408" y="54154"/>
                  <a:pt x="925988" y="52100"/>
                  <a:pt x="939741" y="48728"/>
                </a:cubicBezTo>
                <a:cubicBezTo>
                  <a:pt x="942417" y="48728"/>
                  <a:pt x="943911" y="49817"/>
                  <a:pt x="944222" y="51995"/>
                </a:cubicBezTo>
                <a:cubicBezTo>
                  <a:pt x="944844" y="58218"/>
                  <a:pt x="945280" y="63228"/>
                  <a:pt x="945529" y="67024"/>
                </a:cubicBezTo>
                <a:lnTo>
                  <a:pt x="946275" y="67024"/>
                </a:lnTo>
                <a:cubicBezTo>
                  <a:pt x="954801" y="54765"/>
                  <a:pt x="962394" y="48666"/>
                  <a:pt x="969053" y="48728"/>
                </a:cubicBezTo>
                <a:cubicBezTo>
                  <a:pt x="972351" y="48728"/>
                  <a:pt x="975276" y="49860"/>
                  <a:pt x="977827" y="52124"/>
                </a:cubicBezTo>
                <a:cubicBezTo>
                  <a:pt x="980379" y="54385"/>
                  <a:pt x="981655" y="56787"/>
                  <a:pt x="981655" y="59329"/>
                </a:cubicBezTo>
                <a:cubicBezTo>
                  <a:pt x="981655" y="63234"/>
                  <a:pt x="980534" y="66520"/>
                  <a:pt x="978294" y="69186"/>
                </a:cubicBezTo>
                <a:cubicBezTo>
                  <a:pt x="976054" y="71852"/>
                  <a:pt x="973502" y="73185"/>
                  <a:pt x="970640" y="73185"/>
                </a:cubicBezTo>
                <a:cubicBezTo>
                  <a:pt x="966594" y="73185"/>
                  <a:pt x="963514" y="72142"/>
                  <a:pt x="961398" y="70055"/>
                </a:cubicBezTo>
                <a:cubicBezTo>
                  <a:pt x="961149" y="69810"/>
                  <a:pt x="960807" y="69473"/>
                  <a:pt x="960371" y="69043"/>
                </a:cubicBezTo>
                <a:cubicBezTo>
                  <a:pt x="959936" y="68613"/>
                  <a:pt x="959593" y="68276"/>
                  <a:pt x="959344" y="68031"/>
                </a:cubicBezTo>
                <a:cubicBezTo>
                  <a:pt x="959095" y="67784"/>
                  <a:pt x="958784" y="67522"/>
                  <a:pt x="958411" y="67246"/>
                </a:cubicBezTo>
                <a:cubicBezTo>
                  <a:pt x="958037" y="66970"/>
                  <a:pt x="957695" y="66771"/>
                  <a:pt x="957384" y="66648"/>
                </a:cubicBezTo>
                <a:cubicBezTo>
                  <a:pt x="957073" y="66526"/>
                  <a:pt x="956731" y="66464"/>
                  <a:pt x="956357" y="66464"/>
                </a:cubicBezTo>
                <a:cubicBezTo>
                  <a:pt x="954552" y="66464"/>
                  <a:pt x="952530" y="67555"/>
                  <a:pt x="950289" y="69737"/>
                </a:cubicBezTo>
                <a:cubicBezTo>
                  <a:pt x="948796" y="71171"/>
                  <a:pt x="947660" y="72838"/>
                  <a:pt x="946882" y="74740"/>
                </a:cubicBezTo>
                <a:cubicBezTo>
                  <a:pt x="946104" y="76640"/>
                  <a:pt x="945715" y="79179"/>
                  <a:pt x="945715" y="82357"/>
                </a:cubicBezTo>
                <a:close/>
                <a:moveTo>
                  <a:pt x="1027197" y="110294"/>
                </a:moveTo>
                <a:cubicBezTo>
                  <a:pt x="1027197" y="117968"/>
                  <a:pt x="1027959" y="122664"/>
                  <a:pt x="1029484" y="124381"/>
                </a:cubicBezTo>
                <a:cubicBezTo>
                  <a:pt x="1031008" y="126097"/>
                  <a:pt x="1034851" y="127141"/>
                  <a:pt x="1041012" y="127514"/>
                </a:cubicBezTo>
                <a:cubicBezTo>
                  <a:pt x="1041510" y="128012"/>
                  <a:pt x="1041759" y="129101"/>
                  <a:pt x="1041759" y="130782"/>
                </a:cubicBezTo>
                <a:cubicBezTo>
                  <a:pt x="1041759" y="132462"/>
                  <a:pt x="1041510" y="133551"/>
                  <a:pt x="1041012" y="134049"/>
                </a:cubicBezTo>
                <a:cubicBezTo>
                  <a:pt x="1030059" y="133800"/>
                  <a:pt x="1021316" y="133675"/>
                  <a:pt x="1014781" y="133675"/>
                </a:cubicBezTo>
                <a:cubicBezTo>
                  <a:pt x="1007998" y="133675"/>
                  <a:pt x="999254" y="133800"/>
                  <a:pt x="988550" y="134049"/>
                </a:cubicBezTo>
                <a:cubicBezTo>
                  <a:pt x="988052" y="133551"/>
                  <a:pt x="987803" y="132477"/>
                  <a:pt x="987803" y="130828"/>
                </a:cubicBezTo>
                <a:cubicBezTo>
                  <a:pt x="987803" y="129179"/>
                  <a:pt x="988052" y="128074"/>
                  <a:pt x="988550" y="127514"/>
                </a:cubicBezTo>
                <a:cubicBezTo>
                  <a:pt x="994649" y="127015"/>
                  <a:pt x="998476" y="125938"/>
                  <a:pt x="1000032" y="124285"/>
                </a:cubicBezTo>
                <a:cubicBezTo>
                  <a:pt x="1001588" y="122632"/>
                  <a:pt x="1002366" y="117968"/>
                  <a:pt x="1002366" y="110292"/>
                </a:cubicBezTo>
                <a:lnTo>
                  <a:pt x="1002366" y="73503"/>
                </a:lnTo>
                <a:cubicBezTo>
                  <a:pt x="1002366" y="68136"/>
                  <a:pt x="1001635" y="64688"/>
                  <a:pt x="1000172" y="63159"/>
                </a:cubicBezTo>
                <a:cubicBezTo>
                  <a:pt x="998710" y="61631"/>
                  <a:pt x="995302" y="60616"/>
                  <a:pt x="989950" y="60117"/>
                </a:cubicBezTo>
                <a:cubicBezTo>
                  <a:pt x="989204" y="57690"/>
                  <a:pt x="989079" y="55636"/>
                  <a:pt x="989577" y="53956"/>
                </a:cubicBezTo>
                <a:cubicBezTo>
                  <a:pt x="1009865" y="51326"/>
                  <a:pt x="1021191" y="49584"/>
                  <a:pt x="1023556" y="48728"/>
                </a:cubicBezTo>
                <a:cubicBezTo>
                  <a:pt x="1026481" y="48728"/>
                  <a:pt x="1027943" y="49798"/>
                  <a:pt x="1027943" y="51937"/>
                </a:cubicBezTo>
                <a:cubicBezTo>
                  <a:pt x="1027943" y="52059"/>
                  <a:pt x="1027943" y="52259"/>
                  <a:pt x="1027943" y="52535"/>
                </a:cubicBezTo>
                <a:cubicBezTo>
                  <a:pt x="1027943" y="52809"/>
                  <a:pt x="1027912" y="53363"/>
                  <a:pt x="1027850" y="54198"/>
                </a:cubicBezTo>
                <a:cubicBezTo>
                  <a:pt x="1027788" y="55032"/>
                  <a:pt x="1027726" y="55901"/>
                  <a:pt x="1027663" y="56806"/>
                </a:cubicBezTo>
                <a:cubicBezTo>
                  <a:pt x="1027601" y="57710"/>
                  <a:pt x="1027539" y="58817"/>
                  <a:pt x="1027477" y="60128"/>
                </a:cubicBezTo>
                <a:cubicBezTo>
                  <a:pt x="1027414" y="61439"/>
                  <a:pt x="1027368" y="62703"/>
                  <a:pt x="1027337" y="63921"/>
                </a:cubicBezTo>
                <a:cubicBezTo>
                  <a:pt x="1027305" y="65136"/>
                  <a:pt x="1027274" y="66477"/>
                  <a:pt x="1027243" y="67943"/>
                </a:cubicBezTo>
                <a:cubicBezTo>
                  <a:pt x="1027212" y="69410"/>
                  <a:pt x="1027197" y="70798"/>
                  <a:pt x="1027197" y="72109"/>
                </a:cubicBezTo>
                <a:lnTo>
                  <a:pt x="1027197" y="110294"/>
                </a:lnTo>
                <a:moveTo>
                  <a:pt x="1001432" y="19554"/>
                </a:moveTo>
                <a:cubicBezTo>
                  <a:pt x="1001432" y="16368"/>
                  <a:pt x="1002599" y="13589"/>
                  <a:pt x="1004933" y="11216"/>
                </a:cubicBezTo>
                <a:cubicBezTo>
                  <a:pt x="1007267" y="8842"/>
                  <a:pt x="1010549" y="7655"/>
                  <a:pt x="1014781" y="7655"/>
                </a:cubicBezTo>
                <a:cubicBezTo>
                  <a:pt x="1018453" y="7655"/>
                  <a:pt x="1021440" y="8966"/>
                  <a:pt x="1023743" y="11590"/>
                </a:cubicBezTo>
                <a:cubicBezTo>
                  <a:pt x="1026045" y="14213"/>
                  <a:pt x="1027197" y="17150"/>
                  <a:pt x="1027197" y="20400"/>
                </a:cubicBezTo>
                <a:cubicBezTo>
                  <a:pt x="1027197" y="23210"/>
                  <a:pt x="1025921" y="25896"/>
                  <a:pt x="1023369" y="28457"/>
                </a:cubicBezTo>
                <a:cubicBezTo>
                  <a:pt x="1020818" y="31018"/>
                  <a:pt x="1017582" y="32299"/>
                  <a:pt x="1013661" y="32299"/>
                </a:cubicBezTo>
                <a:cubicBezTo>
                  <a:pt x="1009989" y="32299"/>
                  <a:pt x="1007033" y="31002"/>
                  <a:pt x="1004793" y="28410"/>
                </a:cubicBezTo>
                <a:cubicBezTo>
                  <a:pt x="1002553" y="25818"/>
                  <a:pt x="1001432" y="22866"/>
                  <a:pt x="1001432" y="19554"/>
                </a:cubicBezTo>
                <a:close/>
                <a:moveTo>
                  <a:pt x="1055931" y="48355"/>
                </a:moveTo>
                <a:cubicBezTo>
                  <a:pt x="1056553" y="48479"/>
                  <a:pt x="1057471" y="48728"/>
                  <a:pt x="1058685" y="49101"/>
                </a:cubicBezTo>
                <a:cubicBezTo>
                  <a:pt x="1059898" y="49475"/>
                  <a:pt x="1061174" y="49755"/>
                  <a:pt x="1062512" y="49942"/>
                </a:cubicBezTo>
                <a:cubicBezTo>
                  <a:pt x="1063850" y="50128"/>
                  <a:pt x="1065422" y="50222"/>
                  <a:pt x="1067226" y="50222"/>
                </a:cubicBezTo>
                <a:lnTo>
                  <a:pt x="1104099" y="50222"/>
                </a:lnTo>
                <a:cubicBezTo>
                  <a:pt x="1105779" y="50222"/>
                  <a:pt x="1108144" y="50190"/>
                  <a:pt x="1111194" y="50128"/>
                </a:cubicBezTo>
                <a:cubicBezTo>
                  <a:pt x="1114243" y="50066"/>
                  <a:pt x="1117043" y="50004"/>
                  <a:pt x="1119595" y="49942"/>
                </a:cubicBezTo>
                <a:cubicBezTo>
                  <a:pt x="1122146" y="49879"/>
                  <a:pt x="1123484" y="49848"/>
                  <a:pt x="1123609" y="49848"/>
                </a:cubicBezTo>
                <a:cubicBezTo>
                  <a:pt x="1125165" y="49848"/>
                  <a:pt x="1125927" y="50304"/>
                  <a:pt x="1125896" y="51216"/>
                </a:cubicBezTo>
                <a:cubicBezTo>
                  <a:pt x="1125865" y="52127"/>
                  <a:pt x="1124729" y="54500"/>
                  <a:pt x="1122489" y="58337"/>
                </a:cubicBezTo>
                <a:cubicBezTo>
                  <a:pt x="1115270" y="70157"/>
                  <a:pt x="1107600" y="82285"/>
                  <a:pt x="1099478" y="94720"/>
                </a:cubicBezTo>
                <a:cubicBezTo>
                  <a:pt x="1091357" y="107155"/>
                  <a:pt x="1084122" y="117454"/>
                  <a:pt x="1077775" y="125618"/>
                </a:cubicBezTo>
                <a:lnTo>
                  <a:pt x="1077868" y="126021"/>
                </a:lnTo>
                <a:lnTo>
                  <a:pt x="1096258" y="126021"/>
                </a:lnTo>
                <a:cubicBezTo>
                  <a:pt x="1101112" y="126021"/>
                  <a:pt x="1104815" y="125086"/>
                  <a:pt x="1107366" y="123217"/>
                </a:cubicBezTo>
                <a:cubicBezTo>
                  <a:pt x="1109918" y="121347"/>
                  <a:pt x="1112469" y="117835"/>
                  <a:pt x="1115021" y="112684"/>
                </a:cubicBezTo>
                <a:lnTo>
                  <a:pt x="1117635" y="107164"/>
                </a:lnTo>
                <a:cubicBezTo>
                  <a:pt x="1121306" y="107164"/>
                  <a:pt x="1123858" y="107451"/>
                  <a:pt x="1125289" y="108025"/>
                </a:cubicBezTo>
                <a:cubicBezTo>
                  <a:pt x="1123858" y="117706"/>
                  <a:pt x="1121835" y="126443"/>
                  <a:pt x="1119222" y="134235"/>
                </a:cubicBezTo>
                <a:lnTo>
                  <a:pt x="1051917" y="133675"/>
                </a:lnTo>
                <a:cubicBezTo>
                  <a:pt x="1048992" y="133675"/>
                  <a:pt x="1047530" y="132897"/>
                  <a:pt x="1047530" y="131342"/>
                </a:cubicBezTo>
                <a:cubicBezTo>
                  <a:pt x="1047530" y="130346"/>
                  <a:pt x="1048090" y="129070"/>
                  <a:pt x="1049210" y="127514"/>
                </a:cubicBezTo>
                <a:cubicBezTo>
                  <a:pt x="1064893" y="106209"/>
                  <a:pt x="1080295" y="83088"/>
                  <a:pt x="1095418" y="58150"/>
                </a:cubicBezTo>
                <a:lnTo>
                  <a:pt x="1095138" y="57777"/>
                </a:lnTo>
                <a:lnTo>
                  <a:pt x="1075628" y="57876"/>
                </a:lnTo>
                <a:cubicBezTo>
                  <a:pt x="1068595" y="58127"/>
                  <a:pt x="1063430" y="64282"/>
                  <a:pt x="1060132" y="76342"/>
                </a:cubicBezTo>
                <a:cubicBezTo>
                  <a:pt x="1057207" y="76966"/>
                  <a:pt x="1054469" y="76778"/>
                  <a:pt x="1051917" y="75779"/>
                </a:cubicBezTo>
                <a:cubicBezTo>
                  <a:pt x="1053722" y="65191"/>
                  <a:pt x="1054686" y="56420"/>
                  <a:pt x="1054811" y="49463"/>
                </a:cubicBezTo>
                <a:cubicBezTo>
                  <a:pt x="1054811" y="48724"/>
                  <a:pt x="1055184" y="48355"/>
                  <a:pt x="1055931" y="48355"/>
                </a:cubicBezTo>
                <a:close/>
                <a:moveTo>
                  <a:pt x="1163572" y="81027"/>
                </a:moveTo>
                <a:lnTo>
                  <a:pt x="1189616" y="81027"/>
                </a:lnTo>
                <a:cubicBezTo>
                  <a:pt x="1189865" y="80774"/>
                  <a:pt x="1189990" y="79415"/>
                  <a:pt x="1189990" y="76951"/>
                </a:cubicBezTo>
                <a:cubicBezTo>
                  <a:pt x="1189990" y="69937"/>
                  <a:pt x="1188745" y="64755"/>
                  <a:pt x="1186256" y="61406"/>
                </a:cubicBezTo>
                <a:cubicBezTo>
                  <a:pt x="1183766" y="58057"/>
                  <a:pt x="1180935" y="56383"/>
                  <a:pt x="1177761" y="56383"/>
                </a:cubicBezTo>
                <a:cubicBezTo>
                  <a:pt x="1176330" y="56383"/>
                  <a:pt x="1174603" y="56967"/>
                  <a:pt x="1172580" y="58136"/>
                </a:cubicBezTo>
                <a:cubicBezTo>
                  <a:pt x="1170558" y="59305"/>
                  <a:pt x="1168831" y="60900"/>
                  <a:pt x="1167399" y="62923"/>
                </a:cubicBezTo>
                <a:cubicBezTo>
                  <a:pt x="1165097" y="66462"/>
                  <a:pt x="1163821" y="72497"/>
                  <a:pt x="1163572" y="81027"/>
                </a:cubicBezTo>
                <a:moveTo>
                  <a:pt x="1212113" y="108999"/>
                </a:moveTo>
                <a:cubicBezTo>
                  <a:pt x="1214043" y="108999"/>
                  <a:pt x="1215007" y="110966"/>
                  <a:pt x="1215007" y="114901"/>
                </a:cubicBezTo>
                <a:cubicBezTo>
                  <a:pt x="1205548" y="128662"/>
                  <a:pt x="1193630" y="135542"/>
                  <a:pt x="1179255" y="135542"/>
                </a:cubicBezTo>
                <a:cubicBezTo>
                  <a:pt x="1166746" y="135542"/>
                  <a:pt x="1157007" y="132363"/>
                  <a:pt x="1150036" y="126003"/>
                </a:cubicBezTo>
                <a:cubicBezTo>
                  <a:pt x="1141884" y="118584"/>
                  <a:pt x="1137808" y="108484"/>
                  <a:pt x="1137808" y="95703"/>
                </a:cubicBezTo>
                <a:cubicBezTo>
                  <a:pt x="1137808" y="81819"/>
                  <a:pt x="1142102" y="70519"/>
                  <a:pt x="1150690" y="61803"/>
                </a:cubicBezTo>
                <a:cubicBezTo>
                  <a:pt x="1159278" y="53086"/>
                  <a:pt x="1168986" y="48728"/>
                  <a:pt x="1179815" y="48728"/>
                </a:cubicBezTo>
                <a:cubicBezTo>
                  <a:pt x="1186598" y="48728"/>
                  <a:pt x="1192339" y="49708"/>
                  <a:pt x="1197038" y="51669"/>
                </a:cubicBezTo>
                <a:cubicBezTo>
                  <a:pt x="1201736" y="53629"/>
                  <a:pt x="1205268" y="56336"/>
                  <a:pt x="1207633" y="59790"/>
                </a:cubicBezTo>
                <a:cubicBezTo>
                  <a:pt x="1209997" y="63244"/>
                  <a:pt x="1211693" y="66822"/>
                  <a:pt x="1212720" y="70525"/>
                </a:cubicBezTo>
                <a:cubicBezTo>
                  <a:pt x="1213747" y="74228"/>
                  <a:pt x="1214260" y="78288"/>
                  <a:pt x="1214260" y="82707"/>
                </a:cubicBezTo>
                <a:cubicBezTo>
                  <a:pt x="1214260" y="86628"/>
                  <a:pt x="1212425" y="88619"/>
                  <a:pt x="1208753" y="88681"/>
                </a:cubicBezTo>
                <a:lnTo>
                  <a:pt x="1162825" y="88681"/>
                </a:lnTo>
                <a:cubicBezTo>
                  <a:pt x="1162825" y="88930"/>
                  <a:pt x="1162794" y="89367"/>
                  <a:pt x="1162732" y="89991"/>
                </a:cubicBezTo>
                <a:cubicBezTo>
                  <a:pt x="1162670" y="90615"/>
                  <a:pt x="1162639" y="91177"/>
                  <a:pt x="1162639" y="91677"/>
                </a:cubicBezTo>
                <a:cubicBezTo>
                  <a:pt x="1162639" y="100855"/>
                  <a:pt x="1164739" y="107722"/>
                  <a:pt x="1168940" y="112278"/>
                </a:cubicBezTo>
                <a:cubicBezTo>
                  <a:pt x="1173140" y="116835"/>
                  <a:pt x="1179068" y="119113"/>
                  <a:pt x="1186723" y="119113"/>
                </a:cubicBezTo>
                <a:cubicBezTo>
                  <a:pt x="1197053" y="119175"/>
                  <a:pt x="1205517" y="115804"/>
                  <a:pt x="1212113" y="108999"/>
                </a:cubicBezTo>
                <a:close/>
                <a:moveTo>
                  <a:pt x="1290493" y="115432"/>
                </a:moveTo>
                <a:cubicBezTo>
                  <a:pt x="1290493" y="114868"/>
                  <a:pt x="1290477" y="114320"/>
                  <a:pt x="1290446" y="113789"/>
                </a:cubicBezTo>
                <a:cubicBezTo>
                  <a:pt x="1290415" y="113256"/>
                  <a:pt x="1290399" y="112724"/>
                  <a:pt x="1290399" y="112193"/>
                </a:cubicBezTo>
                <a:cubicBezTo>
                  <a:pt x="1290399" y="111661"/>
                  <a:pt x="1290399" y="111112"/>
                  <a:pt x="1290399" y="110548"/>
                </a:cubicBezTo>
                <a:lnTo>
                  <a:pt x="1290399" y="63235"/>
                </a:lnTo>
                <a:cubicBezTo>
                  <a:pt x="1288284" y="60357"/>
                  <a:pt x="1286121" y="58496"/>
                  <a:pt x="1283912" y="57652"/>
                </a:cubicBezTo>
                <a:cubicBezTo>
                  <a:pt x="1281702" y="56806"/>
                  <a:pt x="1279073" y="56383"/>
                  <a:pt x="1276024" y="56383"/>
                </a:cubicBezTo>
                <a:cubicBezTo>
                  <a:pt x="1269925" y="56383"/>
                  <a:pt x="1265226" y="59136"/>
                  <a:pt x="1261928" y="64644"/>
                </a:cubicBezTo>
                <a:cubicBezTo>
                  <a:pt x="1258754" y="69901"/>
                  <a:pt x="1257136" y="78224"/>
                  <a:pt x="1257074" y="89615"/>
                </a:cubicBezTo>
                <a:cubicBezTo>
                  <a:pt x="1257074" y="100379"/>
                  <a:pt x="1258676" y="108609"/>
                  <a:pt x="1261881" y="114306"/>
                </a:cubicBezTo>
                <a:cubicBezTo>
                  <a:pt x="1265086" y="120000"/>
                  <a:pt x="1269178" y="122847"/>
                  <a:pt x="1274157" y="122847"/>
                </a:cubicBezTo>
                <a:cubicBezTo>
                  <a:pt x="1274717" y="122847"/>
                  <a:pt x="1275697" y="122613"/>
                  <a:pt x="1277097" y="122144"/>
                </a:cubicBezTo>
                <a:cubicBezTo>
                  <a:pt x="1278497" y="121673"/>
                  <a:pt x="1280007" y="121078"/>
                  <a:pt x="1281625" y="120359"/>
                </a:cubicBezTo>
                <a:cubicBezTo>
                  <a:pt x="1283243" y="119639"/>
                  <a:pt x="1284892" y="118826"/>
                  <a:pt x="1286572" y="117920"/>
                </a:cubicBezTo>
                <a:cubicBezTo>
                  <a:pt x="1288252" y="117012"/>
                  <a:pt x="1289559" y="116182"/>
                  <a:pt x="1290493" y="115432"/>
                </a:cubicBezTo>
                <a:moveTo>
                  <a:pt x="1291053" y="124434"/>
                </a:moveTo>
                <a:lnTo>
                  <a:pt x="1289466" y="124434"/>
                </a:lnTo>
                <a:cubicBezTo>
                  <a:pt x="1286292" y="126629"/>
                  <a:pt x="1282185" y="129030"/>
                  <a:pt x="1277144" y="131636"/>
                </a:cubicBezTo>
                <a:cubicBezTo>
                  <a:pt x="1272103" y="134240"/>
                  <a:pt x="1268431" y="135542"/>
                  <a:pt x="1266129" y="135542"/>
                </a:cubicBezTo>
                <a:cubicBezTo>
                  <a:pt x="1261150" y="135542"/>
                  <a:pt x="1257136" y="134947"/>
                  <a:pt x="1254087" y="133757"/>
                </a:cubicBezTo>
                <a:cubicBezTo>
                  <a:pt x="1251037" y="132567"/>
                  <a:pt x="1247583" y="130469"/>
                  <a:pt x="1243725" y="127465"/>
                </a:cubicBezTo>
                <a:cubicBezTo>
                  <a:pt x="1239244" y="124021"/>
                  <a:pt x="1235899" y="119387"/>
                  <a:pt x="1233690" y="113565"/>
                </a:cubicBezTo>
                <a:cubicBezTo>
                  <a:pt x="1231481" y="107740"/>
                  <a:pt x="1230376" y="101728"/>
                  <a:pt x="1230376" y="95528"/>
                </a:cubicBezTo>
                <a:cubicBezTo>
                  <a:pt x="1230376" y="82935"/>
                  <a:pt x="1234997" y="71987"/>
                  <a:pt x="1244239" y="62684"/>
                </a:cubicBezTo>
                <a:cubicBezTo>
                  <a:pt x="1253480" y="53380"/>
                  <a:pt x="1264262" y="48728"/>
                  <a:pt x="1276584" y="48728"/>
                </a:cubicBezTo>
                <a:cubicBezTo>
                  <a:pt x="1281687" y="48728"/>
                  <a:pt x="1286292" y="49444"/>
                  <a:pt x="1290399" y="50875"/>
                </a:cubicBezTo>
                <a:lnTo>
                  <a:pt x="1290399" y="25837"/>
                </a:lnTo>
                <a:cubicBezTo>
                  <a:pt x="1290399" y="19332"/>
                  <a:pt x="1289762" y="15439"/>
                  <a:pt x="1288486" y="14157"/>
                </a:cubicBezTo>
                <a:cubicBezTo>
                  <a:pt x="1287210" y="12873"/>
                  <a:pt x="1283523" y="11951"/>
                  <a:pt x="1277424" y="11389"/>
                </a:cubicBezTo>
                <a:cubicBezTo>
                  <a:pt x="1276428" y="9559"/>
                  <a:pt x="1276210" y="7380"/>
                  <a:pt x="1276771" y="4854"/>
                </a:cubicBezTo>
                <a:cubicBezTo>
                  <a:pt x="1292578" y="4255"/>
                  <a:pt x="1304557" y="2637"/>
                  <a:pt x="1312710" y="0"/>
                </a:cubicBezTo>
                <a:cubicBezTo>
                  <a:pt x="1314763" y="0"/>
                  <a:pt x="1315790" y="809"/>
                  <a:pt x="1315790" y="2427"/>
                </a:cubicBezTo>
                <a:cubicBezTo>
                  <a:pt x="1315417" y="7165"/>
                  <a:pt x="1315230" y="13678"/>
                  <a:pt x="1315230" y="21966"/>
                </a:cubicBezTo>
                <a:lnTo>
                  <a:pt x="1315230" y="108168"/>
                </a:lnTo>
                <a:cubicBezTo>
                  <a:pt x="1315230" y="113652"/>
                  <a:pt x="1316024" y="117376"/>
                  <a:pt x="1317611" y="119341"/>
                </a:cubicBezTo>
                <a:cubicBezTo>
                  <a:pt x="1319198" y="121305"/>
                  <a:pt x="1322543" y="122536"/>
                  <a:pt x="1327646" y="123034"/>
                </a:cubicBezTo>
                <a:cubicBezTo>
                  <a:pt x="1328392" y="125461"/>
                  <a:pt x="1328517" y="127514"/>
                  <a:pt x="1328019" y="129195"/>
                </a:cubicBezTo>
                <a:cubicBezTo>
                  <a:pt x="1317191" y="130647"/>
                  <a:pt x="1306611" y="132763"/>
                  <a:pt x="1296280" y="135542"/>
                </a:cubicBezTo>
                <a:cubicBezTo>
                  <a:pt x="1293480" y="135542"/>
                  <a:pt x="1292017" y="134476"/>
                  <a:pt x="1291893" y="132342"/>
                </a:cubicBezTo>
                <a:cubicBezTo>
                  <a:pt x="1291582" y="130082"/>
                  <a:pt x="1291302" y="127446"/>
                  <a:pt x="1291053" y="124434"/>
                </a:cubicBezTo>
                <a:close/>
                <a:moveTo>
                  <a:pt x="1391363" y="50595"/>
                </a:moveTo>
                <a:lnTo>
                  <a:pt x="1396684" y="50595"/>
                </a:lnTo>
                <a:cubicBezTo>
                  <a:pt x="1396684" y="37754"/>
                  <a:pt x="1397400" y="30403"/>
                  <a:pt x="1398831" y="28541"/>
                </a:cubicBezTo>
                <a:cubicBezTo>
                  <a:pt x="1399204" y="28045"/>
                  <a:pt x="1399967" y="27550"/>
                  <a:pt x="1401118" y="27054"/>
                </a:cubicBezTo>
                <a:cubicBezTo>
                  <a:pt x="1402269" y="26556"/>
                  <a:pt x="1403685" y="26043"/>
                  <a:pt x="1405366" y="25516"/>
                </a:cubicBezTo>
                <a:cubicBezTo>
                  <a:pt x="1407046" y="24989"/>
                  <a:pt x="1408228" y="24570"/>
                  <a:pt x="1408913" y="24259"/>
                </a:cubicBezTo>
                <a:cubicBezTo>
                  <a:pt x="1410406" y="23639"/>
                  <a:pt x="1412538" y="22926"/>
                  <a:pt x="1415307" y="22121"/>
                </a:cubicBezTo>
                <a:cubicBezTo>
                  <a:pt x="1418076" y="21314"/>
                  <a:pt x="1419803" y="20910"/>
                  <a:pt x="1420488" y="20910"/>
                </a:cubicBezTo>
                <a:cubicBezTo>
                  <a:pt x="1421484" y="20910"/>
                  <a:pt x="1421982" y="21468"/>
                  <a:pt x="1421982" y="22585"/>
                </a:cubicBezTo>
                <a:cubicBezTo>
                  <a:pt x="1421608" y="28541"/>
                  <a:pt x="1421266" y="35738"/>
                  <a:pt x="1420955" y="44174"/>
                </a:cubicBezTo>
                <a:lnTo>
                  <a:pt x="1420768" y="50595"/>
                </a:lnTo>
                <a:lnTo>
                  <a:pt x="1443172" y="50595"/>
                </a:lnTo>
                <a:cubicBezTo>
                  <a:pt x="1444167" y="50595"/>
                  <a:pt x="1444665" y="50972"/>
                  <a:pt x="1444665" y="51727"/>
                </a:cubicBezTo>
                <a:lnTo>
                  <a:pt x="1444665" y="57760"/>
                </a:lnTo>
                <a:cubicBezTo>
                  <a:pt x="1444665" y="59455"/>
                  <a:pt x="1443141" y="60303"/>
                  <a:pt x="1440091" y="60303"/>
                </a:cubicBezTo>
                <a:lnTo>
                  <a:pt x="1420768" y="60303"/>
                </a:lnTo>
                <a:cubicBezTo>
                  <a:pt x="1420768" y="67448"/>
                  <a:pt x="1420799" y="76800"/>
                  <a:pt x="1420861" y="88357"/>
                </a:cubicBezTo>
                <a:cubicBezTo>
                  <a:pt x="1420924" y="99915"/>
                  <a:pt x="1420955" y="106907"/>
                  <a:pt x="1420955" y="109332"/>
                </a:cubicBezTo>
                <a:cubicBezTo>
                  <a:pt x="1420955" y="113805"/>
                  <a:pt x="1421764" y="117052"/>
                  <a:pt x="1423382" y="119072"/>
                </a:cubicBezTo>
                <a:cubicBezTo>
                  <a:pt x="1425000" y="121091"/>
                  <a:pt x="1427022" y="122100"/>
                  <a:pt x="1429449" y="122100"/>
                </a:cubicBezTo>
                <a:cubicBezTo>
                  <a:pt x="1434428" y="122100"/>
                  <a:pt x="1438038" y="121199"/>
                  <a:pt x="1440278" y="119396"/>
                </a:cubicBezTo>
                <a:cubicBezTo>
                  <a:pt x="1442581" y="121331"/>
                  <a:pt x="1443732" y="123141"/>
                  <a:pt x="1443732" y="124825"/>
                </a:cubicBezTo>
                <a:cubicBezTo>
                  <a:pt x="1441678" y="127645"/>
                  <a:pt x="1438115" y="130136"/>
                  <a:pt x="1433043" y="132298"/>
                </a:cubicBezTo>
                <a:cubicBezTo>
                  <a:pt x="1427971" y="134461"/>
                  <a:pt x="1422884" y="135542"/>
                  <a:pt x="1417781" y="135542"/>
                </a:cubicBezTo>
                <a:cubicBezTo>
                  <a:pt x="1411433" y="135542"/>
                  <a:pt x="1406143" y="133769"/>
                  <a:pt x="1401912" y="130221"/>
                </a:cubicBezTo>
                <a:cubicBezTo>
                  <a:pt x="1398115" y="126923"/>
                  <a:pt x="1396186" y="121384"/>
                  <a:pt x="1396124" y="113605"/>
                </a:cubicBezTo>
                <a:cubicBezTo>
                  <a:pt x="1396124" y="94749"/>
                  <a:pt x="1396311" y="76982"/>
                  <a:pt x="1396684" y="60303"/>
                </a:cubicBezTo>
                <a:lnTo>
                  <a:pt x="1384269" y="60303"/>
                </a:lnTo>
                <a:cubicBezTo>
                  <a:pt x="1383646" y="60303"/>
                  <a:pt x="1383335" y="59895"/>
                  <a:pt x="1383335" y="59078"/>
                </a:cubicBezTo>
                <a:lnTo>
                  <a:pt x="1383335" y="53518"/>
                </a:lnTo>
                <a:cubicBezTo>
                  <a:pt x="1385513" y="51569"/>
                  <a:pt x="1388189" y="50595"/>
                  <a:pt x="1391363" y="50595"/>
                </a:cubicBezTo>
                <a:close/>
                <a:moveTo>
                  <a:pt x="1480660" y="81027"/>
                </a:moveTo>
                <a:lnTo>
                  <a:pt x="1506704" y="81027"/>
                </a:lnTo>
                <a:cubicBezTo>
                  <a:pt x="1506953" y="80774"/>
                  <a:pt x="1507078" y="79415"/>
                  <a:pt x="1507078" y="76951"/>
                </a:cubicBezTo>
                <a:cubicBezTo>
                  <a:pt x="1507078" y="69937"/>
                  <a:pt x="1505833" y="64755"/>
                  <a:pt x="1503344" y="61406"/>
                </a:cubicBezTo>
                <a:cubicBezTo>
                  <a:pt x="1500854" y="58057"/>
                  <a:pt x="1498023" y="56383"/>
                  <a:pt x="1494849" y="56383"/>
                </a:cubicBezTo>
                <a:cubicBezTo>
                  <a:pt x="1493418" y="56383"/>
                  <a:pt x="1491691" y="56967"/>
                  <a:pt x="1489668" y="58136"/>
                </a:cubicBezTo>
                <a:cubicBezTo>
                  <a:pt x="1487646" y="59305"/>
                  <a:pt x="1485919" y="60900"/>
                  <a:pt x="1484487" y="62923"/>
                </a:cubicBezTo>
                <a:cubicBezTo>
                  <a:pt x="1482185" y="66462"/>
                  <a:pt x="1480909" y="72497"/>
                  <a:pt x="1480660" y="81027"/>
                </a:cubicBezTo>
                <a:moveTo>
                  <a:pt x="1529201" y="108999"/>
                </a:moveTo>
                <a:cubicBezTo>
                  <a:pt x="1531130" y="108999"/>
                  <a:pt x="1532095" y="110966"/>
                  <a:pt x="1532095" y="114901"/>
                </a:cubicBezTo>
                <a:cubicBezTo>
                  <a:pt x="1522636" y="128662"/>
                  <a:pt x="1510718" y="135542"/>
                  <a:pt x="1496343" y="135542"/>
                </a:cubicBezTo>
                <a:cubicBezTo>
                  <a:pt x="1483834" y="135542"/>
                  <a:pt x="1474094" y="132363"/>
                  <a:pt x="1467124" y="126003"/>
                </a:cubicBezTo>
                <a:cubicBezTo>
                  <a:pt x="1458972" y="118584"/>
                  <a:pt x="1454896" y="108484"/>
                  <a:pt x="1454896" y="95703"/>
                </a:cubicBezTo>
                <a:cubicBezTo>
                  <a:pt x="1454896" y="81819"/>
                  <a:pt x="1459190" y="70519"/>
                  <a:pt x="1467778" y="61803"/>
                </a:cubicBezTo>
                <a:cubicBezTo>
                  <a:pt x="1476366" y="53086"/>
                  <a:pt x="1486074" y="48728"/>
                  <a:pt x="1496903" y="48728"/>
                </a:cubicBezTo>
                <a:cubicBezTo>
                  <a:pt x="1503686" y="48728"/>
                  <a:pt x="1509427" y="49708"/>
                  <a:pt x="1514125" y="51669"/>
                </a:cubicBezTo>
                <a:cubicBezTo>
                  <a:pt x="1518824" y="53629"/>
                  <a:pt x="1522356" y="56336"/>
                  <a:pt x="1524721" y="59790"/>
                </a:cubicBezTo>
                <a:cubicBezTo>
                  <a:pt x="1527085" y="63244"/>
                  <a:pt x="1528781" y="66822"/>
                  <a:pt x="1529808" y="70525"/>
                </a:cubicBezTo>
                <a:cubicBezTo>
                  <a:pt x="1530835" y="74228"/>
                  <a:pt x="1531348" y="78288"/>
                  <a:pt x="1531348" y="82707"/>
                </a:cubicBezTo>
                <a:cubicBezTo>
                  <a:pt x="1531348" y="86628"/>
                  <a:pt x="1529512" y="88619"/>
                  <a:pt x="1525841" y="88681"/>
                </a:cubicBezTo>
                <a:lnTo>
                  <a:pt x="1479913" y="88681"/>
                </a:lnTo>
                <a:cubicBezTo>
                  <a:pt x="1479913" y="88930"/>
                  <a:pt x="1479882" y="89367"/>
                  <a:pt x="1479820" y="89991"/>
                </a:cubicBezTo>
                <a:cubicBezTo>
                  <a:pt x="1479758" y="90615"/>
                  <a:pt x="1479726" y="91177"/>
                  <a:pt x="1479726" y="91677"/>
                </a:cubicBezTo>
                <a:cubicBezTo>
                  <a:pt x="1479726" y="100855"/>
                  <a:pt x="1481827" y="107722"/>
                  <a:pt x="1486028" y="112278"/>
                </a:cubicBezTo>
                <a:cubicBezTo>
                  <a:pt x="1490228" y="116835"/>
                  <a:pt x="1496156" y="119113"/>
                  <a:pt x="1503810" y="119113"/>
                </a:cubicBezTo>
                <a:cubicBezTo>
                  <a:pt x="1514141" y="119175"/>
                  <a:pt x="1522605" y="115804"/>
                  <a:pt x="1529201" y="108999"/>
                </a:cubicBezTo>
                <a:close/>
                <a:moveTo>
                  <a:pt x="1549518" y="105426"/>
                </a:moveTo>
                <a:cubicBezTo>
                  <a:pt x="1552318" y="104801"/>
                  <a:pt x="1554870" y="104677"/>
                  <a:pt x="1557172" y="105052"/>
                </a:cubicBezTo>
                <a:cubicBezTo>
                  <a:pt x="1559102" y="111978"/>
                  <a:pt x="1562104" y="117515"/>
                  <a:pt x="1566181" y="121665"/>
                </a:cubicBezTo>
                <a:cubicBezTo>
                  <a:pt x="1570257" y="125814"/>
                  <a:pt x="1574535" y="127888"/>
                  <a:pt x="1579016" y="127888"/>
                </a:cubicBezTo>
                <a:cubicBezTo>
                  <a:pt x="1581816" y="127888"/>
                  <a:pt x="1584399" y="127046"/>
                  <a:pt x="1586764" y="125362"/>
                </a:cubicBezTo>
                <a:cubicBezTo>
                  <a:pt x="1589129" y="123675"/>
                  <a:pt x="1590311" y="121367"/>
                  <a:pt x="1590311" y="118436"/>
                </a:cubicBezTo>
                <a:cubicBezTo>
                  <a:pt x="1590311" y="111384"/>
                  <a:pt x="1587044" y="106423"/>
                  <a:pt x="1580510" y="103553"/>
                </a:cubicBezTo>
                <a:cubicBezTo>
                  <a:pt x="1571859" y="99623"/>
                  <a:pt x="1564485" y="94345"/>
                  <a:pt x="1558386" y="87722"/>
                </a:cubicBezTo>
                <a:cubicBezTo>
                  <a:pt x="1554465" y="83391"/>
                  <a:pt x="1552474" y="78625"/>
                  <a:pt x="1552412" y="73425"/>
                </a:cubicBezTo>
                <a:cubicBezTo>
                  <a:pt x="1552412" y="67977"/>
                  <a:pt x="1554590" y="63026"/>
                  <a:pt x="1558946" y="58570"/>
                </a:cubicBezTo>
                <a:cubicBezTo>
                  <a:pt x="1565418" y="52009"/>
                  <a:pt x="1574006" y="48728"/>
                  <a:pt x="1584710" y="48728"/>
                </a:cubicBezTo>
                <a:cubicBezTo>
                  <a:pt x="1591991" y="48728"/>
                  <a:pt x="1599148" y="50182"/>
                  <a:pt x="1606180" y="53089"/>
                </a:cubicBezTo>
                <a:cubicBezTo>
                  <a:pt x="1607861" y="58906"/>
                  <a:pt x="1608670" y="65619"/>
                  <a:pt x="1608608" y="73229"/>
                </a:cubicBezTo>
                <a:cubicBezTo>
                  <a:pt x="1606927" y="74353"/>
                  <a:pt x="1604438" y="74665"/>
                  <a:pt x="1601140" y="74166"/>
                </a:cubicBezTo>
                <a:cubicBezTo>
                  <a:pt x="1596286" y="62310"/>
                  <a:pt x="1590311" y="56383"/>
                  <a:pt x="1583217" y="56383"/>
                </a:cubicBezTo>
                <a:cubicBezTo>
                  <a:pt x="1580541" y="56383"/>
                  <a:pt x="1578331" y="57147"/>
                  <a:pt x="1576589" y="58676"/>
                </a:cubicBezTo>
                <a:cubicBezTo>
                  <a:pt x="1574846" y="60204"/>
                  <a:pt x="1573975" y="62123"/>
                  <a:pt x="1573975" y="64431"/>
                </a:cubicBezTo>
                <a:cubicBezTo>
                  <a:pt x="1573975" y="71483"/>
                  <a:pt x="1577429" y="76444"/>
                  <a:pt x="1584337" y="79314"/>
                </a:cubicBezTo>
                <a:cubicBezTo>
                  <a:pt x="1594232" y="83620"/>
                  <a:pt x="1601638" y="88549"/>
                  <a:pt x="1606554" y="94101"/>
                </a:cubicBezTo>
                <a:cubicBezTo>
                  <a:pt x="1610475" y="98469"/>
                  <a:pt x="1612435" y="103960"/>
                  <a:pt x="1612435" y="110574"/>
                </a:cubicBezTo>
                <a:cubicBezTo>
                  <a:pt x="1612435" y="118457"/>
                  <a:pt x="1608996" y="124588"/>
                  <a:pt x="1602120" y="128970"/>
                </a:cubicBezTo>
                <a:cubicBezTo>
                  <a:pt x="1595243" y="133352"/>
                  <a:pt x="1587666" y="135542"/>
                  <a:pt x="1579389" y="135542"/>
                </a:cubicBezTo>
                <a:cubicBezTo>
                  <a:pt x="1569681" y="135542"/>
                  <a:pt x="1560813" y="134089"/>
                  <a:pt x="1552785" y="131181"/>
                </a:cubicBezTo>
                <a:cubicBezTo>
                  <a:pt x="1551478" y="125792"/>
                  <a:pt x="1550389" y="117207"/>
                  <a:pt x="1549518" y="105426"/>
                </a:cubicBezTo>
                <a:close/>
                <a:moveTo>
                  <a:pt x="1634083" y="50595"/>
                </a:moveTo>
                <a:lnTo>
                  <a:pt x="1639404" y="50595"/>
                </a:lnTo>
                <a:cubicBezTo>
                  <a:pt x="1639404" y="37754"/>
                  <a:pt x="1640120" y="30403"/>
                  <a:pt x="1641551" y="28541"/>
                </a:cubicBezTo>
                <a:cubicBezTo>
                  <a:pt x="1641924" y="28045"/>
                  <a:pt x="1642687" y="27550"/>
                  <a:pt x="1643838" y="27054"/>
                </a:cubicBezTo>
                <a:cubicBezTo>
                  <a:pt x="1644989" y="26556"/>
                  <a:pt x="1646405" y="26043"/>
                  <a:pt x="1648085" y="25516"/>
                </a:cubicBezTo>
                <a:cubicBezTo>
                  <a:pt x="1649766" y="24989"/>
                  <a:pt x="1650948" y="24570"/>
                  <a:pt x="1651633" y="24259"/>
                </a:cubicBezTo>
                <a:cubicBezTo>
                  <a:pt x="1653126" y="23639"/>
                  <a:pt x="1655258" y="22926"/>
                  <a:pt x="1658027" y="22121"/>
                </a:cubicBezTo>
                <a:cubicBezTo>
                  <a:pt x="1660796" y="21314"/>
                  <a:pt x="1662523" y="20910"/>
                  <a:pt x="1663208" y="20910"/>
                </a:cubicBezTo>
                <a:cubicBezTo>
                  <a:pt x="1664203" y="20910"/>
                  <a:pt x="1664701" y="21468"/>
                  <a:pt x="1664701" y="22585"/>
                </a:cubicBezTo>
                <a:cubicBezTo>
                  <a:pt x="1664328" y="28541"/>
                  <a:pt x="1663986" y="35738"/>
                  <a:pt x="1663675" y="44174"/>
                </a:cubicBezTo>
                <a:lnTo>
                  <a:pt x="1663488" y="50595"/>
                </a:lnTo>
                <a:lnTo>
                  <a:pt x="1685892" y="50595"/>
                </a:lnTo>
                <a:cubicBezTo>
                  <a:pt x="1686887" y="50595"/>
                  <a:pt x="1687385" y="50972"/>
                  <a:pt x="1687385" y="51727"/>
                </a:cubicBezTo>
                <a:lnTo>
                  <a:pt x="1687385" y="57760"/>
                </a:lnTo>
                <a:cubicBezTo>
                  <a:pt x="1687385" y="59455"/>
                  <a:pt x="1685860" y="60303"/>
                  <a:pt x="1682811" y="60303"/>
                </a:cubicBezTo>
                <a:lnTo>
                  <a:pt x="1663488" y="60303"/>
                </a:lnTo>
                <a:cubicBezTo>
                  <a:pt x="1663488" y="67448"/>
                  <a:pt x="1663519" y="76800"/>
                  <a:pt x="1663581" y="88357"/>
                </a:cubicBezTo>
                <a:cubicBezTo>
                  <a:pt x="1663643" y="99915"/>
                  <a:pt x="1663675" y="106907"/>
                  <a:pt x="1663675" y="109332"/>
                </a:cubicBezTo>
                <a:cubicBezTo>
                  <a:pt x="1663675" y="113805"/>
                  <a:pt x="1664484" y="117052"/>
                  <a:pt x="1666102" y="119072"/>
                </a:cubicBezTo>
                <a:cubicBezTo>
                  <a:pt x="1667720" y="121091"/>
                  <a:pt x="1669742" y="122100"/>
                  <a:pt x="1672169" y="122100"/>
                </a:cubicBezTo>
                <a:cubicBezTo>
                  <a:pt x="1677148" y="122100"/>
                  <a:pt x="1680757" y="121199"/>
                  <a:pt x="1682998" y="119396"/>
                </a:cubicBezTo>
                <a:cubicBezTo>
                  <a:pt x="1685300" y="121331"/>
                  <a:pt x="1686452" y="123141"/>
                  <a:pt x="1686452" y="124825"/>
                </a:cubicBezTo>
                <a:cubicBezTo>
                  <a:pt x="1684398" y="127645"/>
                  <a:pt x="1680835" y="130136"/>
                  <a:pt x="1675763" y="132298"/>
                </a:cubicBezTo>
                <a:cubicBezTo>
                  <a:pt x="1670691" y="134461"/>
                  <a:pt x="1665604" y="135542"/>
                  <a:pt x="1660501" y="135542"/>
                </a:cubicBezTo>
                <a:cubicBezTo>
                  <a:pt x="1654153" y="135542"/>
                  <a:pt x="1648863" y="133769"/>
                  <a:pt x="1644631" y="130221"/>
                </a:cubicBezTo>
                <a:cubicBezTo>
                  <a:pt x="1640835" y="126923"/>
                  <a:pt x="1638906" y="121384"/>
                  <a:pt x="1638844" y="113605"/>
                </a:cubicBezTo>
                <a:cubicBezTo>
                  <a:pt x="1638844" y="94749"/>
                  <a:pt x="1639030" y="76982"/>
                  <a:pt x="1639404" y="60303"/>
                </a:cubicBezTo>
                <a:lnTo>
                  <a:pt x="1626988" y="60303"/>
                </a:lnTo>
                <a:cubicBezTo>
                  <a:pt x="1626366" y="60303"/>
                  <a:pt x="1626055" y="59895"/>
                  <a:pt x="1626055" y="59078"/>
                </a:cubicBezTo>
                <a:lnTo>
                  <a:pt x="1626055" y="53518"/>
                </a:lnTo>
                <a:cubicBezTo>
                  <a:pt x="1628233" y="51569"/>
                  <a:pt x="1630909" y="50595"/>
                  <a:pt x="1634083" y="50595"/>
                </a:cubicBezTo>
                <a:close/>
                <a:moveTo>
                  <a:pt x="1733887" y="110294"/>
                </a:moveTo>
                <a:cubicBezTo>
                  <a:pt x="1733887" y="117968"/>
                  <a:pt x="1734649" y="122664"/>
                  <a:pt x="1736174" y="124381"/>
                </a:cubicBezTo>
                <a:cubicBezTo>
                  <a:pt x="1737698" y="126097"/>
                  <a:pt x="1741541" y="127141"/>
                  <a:pt x="1747702" y="127514"/>
                </a:cubicBezTo>
                <a:cubicBezTo>
                  <a:pt x="1748200" y="128012"/>
                  <a:pt x="1748449" y="129101"/>
                  <a:pt x="1748449" y="130782"/>
                </a:cubicBezTo>
                <a:cubicBezTo>
                  <a:pt x="1748449" y="132462"/>
                  <a:pt x="1748200" y="133551"/>
                  <a:pt x="1747702" y="134049"/>
                </a:cubicBezTo>
                <a:cubicBezTo>
                  <a:pt x="1736749" y="133800"/>
                  <a:pt x="1728006" y="133675"/>
                  <a:pt x="1721471" y="133675"/>
                </a:cubicBezTo>
                <a:cubicBezTo>
                  <a:pt x="1714688" y="133675"/>
                  <a:pt x="1705944" y="133800"/>
                  <a:pt x="1695240" y="134049"/>
                </a:cubicBezTo>
                <a:cubicBezTo>
                  <a:pt x="1694742" y="133551"/>
                  <a:pt x="1694493" y="132477"/>
                  <a:pt x="1694493" y="130828"/>
                </a:cubicBezTo>
                <a:cubicBezTo>
                  <a:pt x="1694493" y="129179"/>
                  <a:pt x="1694742" y="128074"/>
                  <a:pt x="1695240" y="127514"/>
                </a:cubicBezTo>
                <a:cubicBezTo>
                  <a:pt x="1701339" y="127015"/>
                  <a:pt x="1705166" y="125938"/>
                  <a:pt x="1706722" y="124285"/>
                </a:cubicBezTo>
                <a:cubicBezTo>
                  <a:pt x="1708278" y="122632"/>
                  <a:pt x="1709056" y="117968"/>
                  <a:pt x="1709056" y="110292"/>
                </a:cubicBezTo>
                <a:lnTo>
                  <a:pt x="1709056" y="73503"/>
                </a:lnTo>
                <a:cubicBezTo>
                  <a:pt x="1709056" y="68136"/>
                  <a:pt x="1708325" y="64688"/>
                  <a:pt x="1706862" y="63159"/>
                </a:cubicBezTo>
                <a:cubicBezTo>
                  <a:pt x="1705400" y="61631"/>
                  <a:pt x="1701992" y="60616"/>
                  <a:pt x="1696640" y="60117"/>
                </a:cubicBezTo>
                <a:cubicBezTo>
                  <a:pt x="1695894" y="57690"/>
                  <a:pt x="1695769" y="55636"/>
                  <a:pt x="1696267" y="53956"/>
                </a:cubicBezTo>
                <a:cubicBezTo>
                  <a:pt x="1716555" y="51326"/>
                  <a:pt x="1727881" y="49584"/>
                  <a:pt x="1730246" y="48728"/>
                </a:cubicBezTo>
                <a:cubicBezTo>
                  <a:pt x="1733171" y="48728"/>
                  <a:pt x="1734633" y="49798"/>
                  <a:pt x="1734633" y="51937"/>
                </a:cubicBezTo>
                <a:cubicBezTo>
                  <a:pt x="1734633" y="52059"/>
                  <a:pt x="1734633" y="52259"/>
                  <a:pt x="1734633" y="52535"/>
                </a:cubicBezTo>
                <a:cubicBezTo>
                  <a:pt x="1734633" y="52809"/>
                  <a:pt x="1734602" y="53363"/>
                  <a:pt x="1734540" y="54198"/>
                </a:cubicBezTo>
                <a:cubicBezTo>
                  <a:pt x="1734478" y="55032"/>
                  <a:pt x="1734416" y="55901"/>
                  <a:pt x="1734353" y="56806"/>
                </a:cubicBezTo>
                <a:cubicBezTo>
                  <a:pt x="1734291" y="57710"/>
                  <a:pt x="1734229" y="58817"/>
                  <a:pt x="1734167" y="60128"/>
                </a:cubicBezTo>
                <a:cubicBezTo>
                  <a:pt x="1734104" y="61439"/>
                  <a:pt x="1734058" y="62703"/>
                  <a:pt x="1734027" y="63921"/>
                </a:cubicBezTo>
                <a:cubicBezTo>
                  <a:pt x="1733996" y="65136"/>
                  <a:pt x="1733964" y="66477"/>
                  <a:pt x="1733933" y="67943"/>
                </a:cubicBezTo>
                <a:cubicBezTo>
                  <a:pt x="1733902" y="69410"/>
                  <a:pt x="1733887" y="70798"/>
                  <a:pt x="1733887" y="72109"/>
                </a:cubicBezTo>
                <a:lnTo>
                  <a:pt x="1733887" y="110294"/>
                </a:lnTo>
                <a:moveTo>
                  <a:pt x="1708122" y="19554"/>
                </a:moveTo>
                <a:cubicBezTo>
                  <a:pt x="1708122" y="16368"/>
                  <a:pt x="1709289" y="13589"/>
                  <a:pt x="1711623" y="11216"/>
                </a:cubicBezTo>
                <a:cubicBezTo>
                  <a:pt x="1713957" y="8842"/>
                  <a:pt x="1717239" y="7655"/>
                  <a:pt x="1721471" y="7655"/>
                </a:cubicBezTo>
                <a:cubicBezTo>
                  <a:pt x="1725143" y="7655"/>
                  <a:pt x="1728130" y="8966"/>
                  <a:pt x="1730433" y="11590"/>
                </a:cubicBezTo>
                <a:cubicBezTo>
                  <a:pt x="1732735" y="14213"/>
                  <a:pt x="1733887" y="17150"/>
                  <a:pt x="1733887" y="20400"/>
                </a:cubicBezTo>
                <a:cubicBezTo>
                  <a:pt x="1733887" y="23210"/>
                  <a:pt x="1732611" y="25896"/>
                  <a:pt x="1730059" y="28457"/>
                </a:cubicBezTo>
                <a:cubicBezTo>
                  <a:pt x="1727508" y="31018"/>
                  <a:pt x="1724272" y="32299"/>
                  <a:pt x="1720351" y="32299"/>
                </a:cubicBezTo>
                <a:cubicBezTo>
                  <a:pt x="1716679" y="32299"/>
                  <a:pt x="1713723" y="31002"/>
                  <a:pt x="1711483" y="28410"/>
                </a:cubicBezTo>
                <a:cubicBezTo>
                  <a:pt x="1709243" y="25818"/>
                  <a:pt x="1708122" y="22866"/>
                  <a:pt x="1708122" y="19554"/>
                </a:cubicBezTo>
                <a:close/>
                <a:moveTo>
                  <a:pt x="1794546" y="110338"/>
                </a:moveTo>
                <a:cubicBezTo>
                  <a:pt x="1794546" y="117868"/>
                  <a:pt x="1795122" y="122520"/>
                  <a:pt x="1796273" y="124294"/>
                </a:cubicBezTo>
                <a:cubicBezTo>
                  <a:pt x="1797425" y="126067"/>
                  <a:pt x="1800147" y="127141"/>
                  <a:pt x="1804441" y="127514"/>
                </a:cubicBezTo>
                <a:cubicBezTo>
                  <a:pt x="1804939" y="128012"/>
                  <a:pt x="1805204" y="129101"/>
                  <a:pt x="1805235" y="130782"/>
                </a:cubicBezTo>
                <a:cubicBezTo>
                  <a:pt x="1805266" y="132462"/>
                  <a:pt x="1805001" y="133551"/>
                  <a:pt x="1804441" y="134049"/>
                </a:cubicBezTo>
                <a:cubicBezTo>
                  <a:pt x="1793488" y="133800"/>
                  <a:pt x="1786052" y="133675"/>
                  <a:pt x="1782131" y="133675"/>
                </a:cubicBezTo>
                <a:cubicBezTo>
                  <a:pt x="1775348" y="133675"/>
                  <a:pt x="1766604" y="133800"/>
                  <a:pt x="1755900" y="134049"/>
                </a:cubicBezTo>
                <a:cubicBezTo>
                  <a:pt x="1755402" y="133551"/>
                  <a:pt x="1755153" y="132477"/>
                  <a:pt x="1755153" y="130828"/>
                </a:cubicBezTo>
                <a:cubicBezTo>
                  <a:pt x="1755153" y="129179"/>
                  <a:pt x="1755402" y="128074"/>
                  <a:pt x="1755900" y="127514"/>
                </a:cubicBezTo>
                <a:cubicBezTo>
                  <a:pt x="1761999" y="127016"/>
                  <a:pt x="1765826" y="125943"/>
                  <a:pt x="1767382" y="124294"/>
                </a:cubicBezTo>
                <a:cubicBezTo>
                  <a:pt x="1768938" y="122645"/>
                  <a:pt x="1769716" y="117993"/>
                  <a:pt x="1769716" y="110338"/>
                </a:cubicBezTo>
                <a:lnTo>
                  <a:pt x="1769716" y="74586"/>
                </a:lnTo>
                <a:cubicBezTo>
                  <a:pt x="1769716" y="69234"/>
                  <a:pt x="1768984" y="65795"/>
                  <a:pt x="1767522" y="64271"/>
                </a:cubicBezTo>
                <a:cubicBezTo>
                  <a:pt x="1766059" y="62746"/>
                  <a:pt x="1762652" y="61735"/>
                  <a:pt x="1757300" y="61237"/>
                </a:cubicBezTo>
                <a:cubicBezTo>
                  <a:pt x="1756553" y="58810"/>
                  <a:pt x="1756398" y="56756"/>
                  <a:pt x="1756833" y="55076"/>
                </a:cubicBezTo>
                <a:cubicBezTo>
                  <a:pt x="1767662" y="53623"/>
                  <a:pt x="1778241" y="51507"/>
                  <a:pt x="1788572" y="48728"/>
                </a:cubicBezTo>
                <a:cubicBezTo>
                  <a:pt x="1791372" y="48728"/>
                  <a:pt x="1792866" y="49824"/>
                  <a:pt x="1793053" y="52016"/>
                </a:cubicBezTo>
                <a:cubicBezTo>
                  <a:pt x="1793613" y="55833"/>
                  <a:pt x="1794017" y="59965"/>
                  <a:pt x="1794266" y="64411"/>
                </a:cubicBezTo>
                <a:cubicBezTo>
                  <a:pt x="1809451" y="53893"/>
                  <a:pt x="1820062" y="48666"/>
                  <a:pt x="1826098" y="48728"/>
                </a:cubicBezTo>
                <a:cubicBezTo>
                  <a:pt x="1843025" y="48728"/>
                  <a:pt x="1851489" y="58934"/>
                  <a:pt x="1851489" y="79346"/>
                </a:cubicBezTo>
                <a:lnTo>
                  <a:pt x="1851489" y="109218"/>
                </a:lnTo>
                <a:cubicBezTo>
                  <a:pt x="1851489" y="116997"/>
                  <a:pt x="1852423" y="121929"/>
                  <a:pt x="1854290" y="124014"/>
                </a:cubicBezTo>
                <a:cubicBezTo>
                  <a:pt x="1856157" y="126099"/>
                  <a:pt x="1860139" y="127265"/>
                  <a:pt x="1866238" y="127514"/>
                </a:cubicBezTo>
                <a:cubicBezTo>
                  <a:pt x="1866860" y="128012"/>
                  <a:pt x="1867172" y="129101"/>
                  <a:pt x="1867172" y="130782"/>
                </a:cubicBezTo>
                <a:cubicBezTo>
                  <a:pt x="1867172" y="132462"/>
                  <a:pt x="1866860" y="133551"/>
                  <a:pt x="1866238" y="134049"/>
                </a:cubicBezTo>
                <a:cubicBezTo>
                  <a:pt x="1855285" y="133800"/>
                  <a:pt x="1846230" y="133675"/>
                  <a:pt x="1839074" y="133675"/>
                </a:cubicBezTo>
                <a:cubicBezTo>
                  <a:pt x="1834220" y="133675"/>
                  <a:pt x="1826440" y="133800"/>
                  <a:pt x="1815737" y="134049"/>
                </a:cubicBezTo>
                <a:cubicBezTo>
                  <a:pt x="1815114" y="133551"/>
                  <a:pt x="1814803" y="132477"/>
                  <a:pt x="1814803" y="130828"/>
                </a:cubicBezTo>
                <a:cubicBezTo>
                  <a:pt x="1814803" y="129179"/>
                  <a:pt x="1815114" y="128074"/>
                  <a:pt x="1815737" y="127514"/>
                </a:cubicBezTo>
                <a:cubicBezTo>
                  <a:pt x="1819968" y="127265"/>
                  <a:pt x="1822847" y="126036"/>
                  <a:pt x="1824371" y="123827"/>
                </a:cubicBezTo>
                <a:cubicBezTo>
                  <a:pt x="1825896" y="121618"/>
                  <a:pt x="1826658" y="116748"/>
                  <a:pt x="1826658" y="109218"/>
                </a:cubicBezTo>
                <a:lnTo>
                  <a:pt x="1826658" y="77293"/>
                </a:lnTo>
                <a:cubicBezTo>
                  <a:pt x="1826658" y="67709"/>
                  <a:pt x="1822209" y="62917"/>
                  <a:pt x="1813309" y="62917"/>
                </a:cubicBezTo>
                <a:cubicBezTo>
                  <a:pt x="1809513" y="62917"/>
                  <a:pt x="1803259" y="65904"/>
                  <a:pt x="1794546" y="71879"/>
                </a:cubicBezTo>
                <a:lnTo>
                  <a:pt x="1794546" y="72252"/>
                </a:lnTo>
                <a:lnTo>
                  <a:pt x="1794546" y="110338"/>
                </a:lnTo>
                <a:close/>
                <a:moveTo>
                  <a:pt x="1923269" y="78489"/>
                </a:moveTo>
                <a:cubicBezTo>
                  <a:pt x="1923269" y="63689"/>
                  <a:pt x="1919006" y="56320"/>
                  <a:pt x="1910480" y="56383"/>
                </a:cubicBezTo>
                <a:cubicBezTo>
                  <a:pt x="1906684" y="56383"/>
                  <a:pt x="1903915" y="57820"/>
                  <a:pt x="1902172" y="60694"/>
                </a:cubicBezTo>
                <a:cubicBezTo>
                  <a:pt x="1900430" y="63569"/>
                  <a:pt x="1899558" y="68430"/>
                  <a:pt x="1899558" y="75280"/>
                </a:cubicBezTo>
                <a:cubicBezTo>
                  <a:pt x="1899558" y="90935"/>
                  <a:pt x="1904008" y="98763"/>
                  <a:pt x="1912907" y="98763"/>
                </a:cubicBezTo>
                <a:cubicBezTo>
                  <a:pt x="1915957" y="98763"/>
                  <a:pt x="1918446" y="97418"/>
                  <a:pt x="1920375" y="94729"/>
                </a:cubicBezTo>
                <a:cubicBezTo>
                  <a:pt x="1922304" y="92037"/>
                  <a:pt x="1923269" y="86624"/>
                  <a:pt x="1923269" y="78489"/>
                </a:cubicBezTo>
                <a:moveTo>
                  <a:pt x="1901239" y="138530"/>
                </a:moveTo>
                <a:cubicBezTo>
                  <a:pt x="1897567" y="138530"/>
                  <a:pt x="1894766" y="138156"/>
                  <a:pt x="1892837" y="137409"/>
                </a:cubicBezTo>
                <a:cubicBezTo>
                  <a:pt x="1891406" y="139988"/>
                  <a:pt x="1890721" y="144959"/>
                  <a:pt x="1890783" y="152322"/>
                </a:cubicBezTo>
                <a:cubicBezTo>
                  <a:pt x="1890783" y="157481"/>
                  <a:pt x="1892790" y="161979"/>
                  <a:pt x="1896804" y="165817"/>
                </a:cubicBezTo>
                <a:cubicBezTo>
                  <a:pt x="1900818" y="169655"/>
                  <a:pt x="1905875" y="171575"/>
                  <a:pt x="1911974" y="171575"/>
                </a:cubicBezTo>
                <a:cubicBezTo>
                  <a:pt x="1916703" y="171575"/>
                  <a:pt x="1921044" y="171323"/>
                  <a:pt x="1924996" y="170819"/>
                </a:cubicBezTo>
                <a:cubicBezTo>
                  <a:pt x="1928948" y="170316"/>
                  <a:pt x="1932261" y="169308"/>
                  <a:pt x="1934937" y="167797"/>
                </a:cubicBezTo>
                <a:cubicBezTo>
                  <a:pt x="1937925" y="166098"/>
                  <a:pt x="1940227" y="163532"/>
                  <a:pt x="1941845" y="160102"/>
                </a:cubicBezTo>
                <a:cubicBezTo>
                  <a:pt x="1943463" y="156673"/>
                  <a:pt x="1944272" y="153102"/>
                  <a:pt x="1944272" y="149387"/>
                </a:cubicBezTo>
                <a:cubicBezTo>
                  <a:pt x="1944272" y="142149"/>
                  <a:pt x="1929928" y="138530"/>
                  <a:pt x="1901239" y="138530"/>
                </a:cubicBezTo>
                <a:moveTo>
                  <a:pt x="1957061" y="58063"/>
                </a:moveTo>
                <a:cubicBezTo>
                  <a:pt x="1954883" y="58063"/>
                  <a:pt x="1952969" y="57378"/>
                  <a:pt x="1951320" y="56009"/>
                </a:cubicBezTo>
                <a:cubicBezTo>
                  <a:pt x="1949671" y="54638"/>
                  <a:pt x="1948597" y="53191"/>
                  <a:pt x="1948100" y="51669"/>
                </a:cubicBezTo>
                <a:cubicBezTo>
                  <a:pt x="1947353" y="50144"/>
                  <a:pt x="1946139" y="49413"/>
                  <a:pt x="1944459" y="49475"/>
                </a:cubicBezTo>
                <a:cubicBezTo>
                  <a:pt x="1943463" y="49475"/>
                  <a:pt x="1941783" y="50182"/>
                  <a:pt x="1939418" y="51596"/>
                </a:cubicBezTo>
                <a:cubicBezTo>
                  <a:pt x="1937053" y="53009"/>
                  <a:pt x="1935498" y="54177"/>
                  <a:pt x="1934751" y="55099"/>
                </a:cubicBezTo>
                <a:cubicBezTo>
                  <a:pt x="1942654" y="61486"/>
                  <a:pt x="1946606" y="69099"/>
                  <a:pt x="1946606" y="77940"/>
                </a:cubicBezTo>
                <a:cubicBezTo>
                  <a:pt x="1946606" y="85970"/>
                  <a:pt x="1943479" y="92724"/>
                  <a:pt x="1937224" y="98203"/>
                </a:cubicBezTo>
                <a:cubicBezTo>
                  <a:pt x="1930970" y="103679"/>
                  <a:pt x="1922553" y="106418"/>
                  <a:pt x="1911974" y="106418"/>
                </a:cubicBezTo>
                <a:cubicBezTo>
                  <a:pt x="1905564" y="106418"/>
                  <a:pt x="1900896" y="105698"/>
                  <a:pt x="1897971" y="104259"/>
                </a:cubicBezTo>
                <a:cubicBezTo>
                  <a:pt x="1897847" y="104514"/>
                  <a:pt x="1897489" y="105246"/>
                  <a:pt x="1896898" y="106455"/>
                </a:cubicBezTo>
                <a:cubicBezTo>
                  <a:pt x="1896307" y="107665"/>
                  <a:pt x="1895871" y="108732"/>
                  <a:pt x="1895591" y="109656"/>
                </a:cubicBezTo>
                <a:cubicBezTo>
                  <a:pt x="1895311" y="110577"/>
                  <a:pt x="1895171" y="111516"/>
                  <a:pt x="1895171" y="112471"/>
                </a:cubicBezTo>
                <a:cubicBezTo>
                  <a:pt x="1895171" y="117895"/>
                  <a:pt x="1898034" y="120607"/>
                  <a:pt x="1903759" y="120607"/>
                </a:cubicBezTo>
                <a:cubicBezTo>
                  <a:pt x="1913343" y="120607"/>
                  <a:pt x="1923284" y="121106"/>
                  <a:pt x="1933584" y="122106"/>
                </a:cubicBezTo>
                <a:cubicBezTo>
                  <a:pt x="1943883" y="123104"/>
                  <a:pt x="1950713" y="124694"/>
                  <a:pt x="1954074" y="126878"/>
                </a:cubicBezTo>
                <a:cubicBezTo>
                  <a:pt x="1960422" y="131246"/>
                  <a:pt x="1963595" y="137082"/>
                  <a:pt x="1963595" y="144384"/>
                </a:cubicBezTo>
                <a:cubicBezTo>
                  <a:pt x="1963595" y="154322"/>
                  <a:pt x="1957637" y="162613"/>
                  <a:pt x="1945719" y="169259"/>
                </a:cubicBezTo>
                <a:cubicBezTo>
                  <a:pt x="1933802" y="175906"/>
                  <a:pt x="1920780" y="179230"/>
                  <a:pt x="1906653" y="179230"/>
                </a:cubicBezTo>
                <a:cubicBezTo>
                  <a:pt x="1893148" y="179230"/>
                  <a:pt x="1883378" y="177145"/>
                  <a:pt x="1877341" y="172975"/>
                </a:cubicBezTo>
                <a:cubicBezTo>
                  <a:pt x="1872363" y="169552"/>
                  <a:pt x="1869904" y="163236"/>
                  <a:pt x="1869967" y="154025"/>
                </a:cubicBezTo>
                <a:cubicBezTo>
                  <a:pt x="1869967" y="152221"/>
                  <a:pt x="1871771" y="149156"/>
                  <a:pt x="1875381" y="144831"/>
                </a:cubicBezTo>
                <a:cubicBezTo>
                  <a:pt x="1878990" y="140505"/>
                  <a:pt x="1882724" y="137192"/>
                  <a:pt x="1886583" y="134889"/>
                </a:cubicBezTo>
                <a:cubicBezTo>
                  <a:pt x="1882911" y="133769"/>
                  <a:pt x="1880297" y="131995"/>
                  <a:pt x="1878742" y="129568"/>
                </a:cubicBezTo>
                <a:cubicBezTo>
                  <a:pt x="1877061" y="127016"/>
                  <a:pt x="1876221" y="124092"/>
                  <a:pt x="1876221" y="120793"/>
                </a:cubicBezTo>
                <a:cubicBezTo>
                  <a:pt x="1876221" y="118948"/>
                  <a:pt x="1877886" y="115988"/>
                  <a:pt x="1881215" y="111913"/>
                </a:cubicBezTo>
                <a:cubicBezTo>
                  <a:pt x="1884545" y="107839"/>
                  <a:pt x="1887921" y="104307"/>
                  <a:pt x="1891344" y="101315"/>
                </a:cubicBezTo>
                <a:cubicBezTo>
                  <a:pt x="1886863" y="98851"/>
                  <a:pt x="1883284" y="95372"/>
                  <a:pt x="1880608" y="90878"/>
                </a:cubicBezTo>
                <a:cubicBezTo>
                  <a:pt x="1877932" y="86382"/>
                  <a:pt x="1876594" y="81763"/>
                  <a:pt x="1876594" y="77021"/>
                </a:cubicBezTo>
                <a:cubicBezTo>
                  <a:pt x="1876594" y="67871"/>
                  <a:pt x="1880920" y="60464"/>
                  <a:pt x="1889570" y="54799"/>
                </a:cubicBezTo>
                <a:cubicBezTo>
                  <a:pt x="1895793" y="50689"/>
                  <a:pt x="1903323" y="48666"/>
                  <a:pt x="1912160" y="48728"/>
                </a:cubicBezTo>
                <a:cubicBezTo>
                  <a:pt x="1920064" y="48728"/>
                  <a:pt x="1925416" y="49503"/>
                  <a:pt x="1928216" y="51053"/>
                </a:cubicBezTo>
                <a:cubicBezTo>
                  <a:pt x="1931390" y="48208"/>
                  <a:pt x="1935373" y="45584"/>
                  <a:pt x="1940165" y="43183"/>
                </a:cubicBezTo>
                <a:cubicBezTo>
                  <a:pt x="1944957" y="40781"/>
                  <a:pt x="1949313" y="39580"/>
                  <a:pt x="1953234" y="39580"/>
                </a:cubicBezTo>
                <a:cubicBezTo>
                  <a:pt x="1956657" y="39580"/>
                  <a:pt x="1959566" y="40602"/>
                  <a:pt x="1961962" y="42646"/>
                </a:cubicBezTo>
                <a:cubicBezTo>
                  <a:pt x="1964358" y="44688"/>
                  <a:pt x="1965556" y="46731"/>
                  <a:pt x="1965556" y="48775"/>
                </a:cubicBezTo>
                <a:cubicBezTo>
                  <a:pt x="1965494" y="54967"/>
                  <a:pt x="1962662" y="58063"/>
                  <a:pt x="1957061" y="58063"/>
                </a:cubicBezTo>
                <a:close/>
                <a:moveTo>
                  <a:pt x="2039708" y="109390"/>
                </a:moveTo>
                <a:lnTo>
                  <a:pt x="2039708" y="25589"/>
                </a:lnTo>
                <a:cubicBezTo>
                  <a:pt x="2039708" y="19236"/>
                  <a:pt x="2039070" y="15374"/>
                  <a:pt x="2037794" y="14005"/>
                </a:cubicBezTo>
                <a:cubicBezTo>
                  <a:pt x="2036518" y="12634"/>
                  <a:pt x="2032831" y="11700"/>
                  <a:pt x="2026732" y="11202"/>
                </a:cubicBezTo>
                <a:cubicBezTo>
                  <a:pt x="2025736" y="9370"/>
                  <a:pt x="2025519" y="7316"/>
                  <a:pt x="2026079" y="5041"/>
                </a:cubicBezTo>
                <a:cubicBezTo>
                  <a:pt x="2041886" y="4419"/>
                  <a:pt x="2053865" y="2738"/>
                  <a:pt x="2062018" y="0"/>
                </a:cubicBezTo>
                <a:cubicBezTo>
                  <a:pt x="2064072" y="0"/>
                  <a:pt x="2065098" y="840"/>
                  <a:pt x="2065098" y="2520"/>
                </a:cubicBezTo>
                <a:cubicBezTo>
                  <a:pt x="2064725" y="7258"/>
                  <a:pt x="2064538" y="13771"/>
                  <a:pt x="2064538" y="22059"/>
                </a:cubicBezTo>
                <a:lnTo>
                  <a:pt x="2064538" y="109378"/>
                </a:lnTo>
                <a:cubicBezTo>
                  <a:pt x="2064538" y="117045"/>
                  <a:pt x="2065456" y="121922"/>
                  <a:pt x="2067292" y="124011"/>
                </a:cubicBezTo>
                <a:cubicBezTo>
                  <a:pt x="2069128" y="126098"/>
                  <a:pt x="2073126" y="127265"/>
                  <a:pt x="2079287" y="127514"/>
                </a:cubicBezTo>
                <a:cubicBezTo>
                  <a:pt x="2079910" y="128012"/>
                  <a:pt x="2080221" y="129101"/>
                  <a:pt x="2080221" y="130782"/>
                </a:cubicBezTo>
                <a:cubicBezTo>
                  <a:pt x="2080221" y="132462"/>
                  <a:pt x="2079910" y="133551"/>
                  <a:pt x="2079287" y="134049"/>
                </a:cubicBezTo>
                <a:cubicBezTo>
                  <a:pt x="2068335" y="133800"/>
                  <a:pt x="2059280" y="133675"/>
                  <a:pt x="2052123" y="133675"/>
                </a:cubicBezTo>
                <a:cubicBezTo>
                  <a:pt x="2044717" y="133675"/>
                  <a:pt x="2035662" y="133800"/>
                  <a:pt x="2024958" y="134049"/>
                </a:cubicBezTo>
                <a:cubicBezTo>
                  <a:pt x="2024336" y="133551"/>
                  <a:pt x="2024025" y="132477"/>
                  <a:pt x="2024025" y="130828"/>
                </a:cubicBezTo>
                <a:cubicBezTo>
                  <a:pt x="2024025" y="129179"/>
                  <a:pt x="2024336" y="128074"/>
                  <a:pt x="2024958" y="127514"/>
                </a:cubicBezTo>
                <a:cubicBezTo>
                  <a:pt x="2031057" y="127265"/>
                  <a:pt x="2035040" y="126098"/>
                  <a:pt x="2036907" y="124011"/>
                </a:cubicBezTo>
                <a:cubicBezTo>
                  <a:pt x="2038774" y="121924"/>
                  <a:pt x="2039708" y="117051"/>
                  <a:pt x="2039708" y="109390"/>
                </a:cubicBezTo>
                <a:close/>
                <a:moveTo>
                  <a:pt x="2139218" y="124434"/>
                </a:moveTo>
                <a:lnTo>
                  <a:pt x="2138005" y="124527"/>
                </a:lnTo>
                <a:cubicBezTo>
                  <a:pt x="2134582" y="127203"/>
                  <a:pt x="2130537" y="129708"/>
                  <a:pt x="2125869" y="132042"/>
                </a:cubicBezTo>
                <a:cubicBezTo>
                  <a:pt x="2121202" y="134375"/>
                  <a:pt x="2117592" y="135542"/>
                  <a:pt x="2115041" y="135542"/>
                </a:cubicBezTo>
                <a:cubicBezTo>
                  <a:pt x="2099109" y="135542"/>
                  <a:pt x="2091144" y="128809"/>
                  <a:pt x="2091144" y="115341"/>
                </a:cubicBezTo>
                <a:cubicBezTo>
                  <a:pt x="2091144" y="108472"/>
                  <a:pt x="2093882" y="103213"/>
                  <a:pt x="2099358" y="99562"/>
                </a:cubicBezTo>
                <a:cubicBezTo>
                  <a:pt x="2104835" y="95912"/>
                  <a:pt x="2113516" y="92239"/>
                  <a:pt x="2125403" y="88544"/>
                </a:cubicBezTo>
                <a:lnTo>
                  <a:pt x="2138191" y="84574"/>
                </a:lnTo>
                <a:cubicBezTo>
                  <a:pt x="2138191" y="73310"/>
                  <a:pt x="2136916" y="65795"/>
                  <a:pt x="2134364" y="62030"/>
                </a:cubicBezTo>
                <a:cubicBezTo>
                  <a:pt x="2131813" y="58265"/>
                  <a:pt x="2128172" y="56383"/>
                  <a:pt x="2123442" y="56383"/>
                </a:cubicBezTo>
                <a:cubicBezTo>
                  <a:pt x="2118464" y="56383"/>
                  <a:pt x="2115788" y="57838"/>
                  <a:pt x="2115414" y="60750"/>
                </a:cubicBezTo>
                <a:cubicBezTo>
                  <a:pt x="2115290" y="61508"/>
                  <a:pt x="2115274" y="62346"/>
                  <a:pt x="2115368" y="63264"/>
                </a:cubicBezTo>
                <a:cubicBezTo>
                  <a:pt x="2115461" y="64182"/>
                  <a:pt x="2115570" y="64989"/>
                  <a:pt x="2115694" y="65685"/>
                </a:cubicBezTo>
                <a:cubicBezTo>
                  <a:pt x="2115819" y="66382"/>
                  <a:pt x="2115943" y="67126"/>
                  <a:pt x="2116068" y="67917"/>
                </a:cubicBezTo>
                <a:cubicBezTo>
                  <a:pt x="2116192" y="68707"/>
                  <a:pt x="2116254" y="69386"/>
                  <a:pt x="2116254" y="69956"/>
                </a:cubicBezTo>
                <a:cubicBezTo>
                  <a:pt x="2116254" y="72360"/>
                  <a:pt x="2115103" y="74464"/>
                  <a:pt x="2112801" y="76269"/>
                </a:cubicBezTo>
                <a:cubicBezTo>
                  <a:pt x="2110498" y="78072"/>
                  <a:pt x="2107698" y="78973"/>
                  <a:pt x="2104399" y="78973"/>
                </a:cubicBezTo>
                <a:cubicBezTo>
                  <a:pt x="2100852" y="78973"/>
                  <a:pt x="2098316" y="78102"/>
                  <a:pt x="2096791" y="76359"/>
                </a:cubicBezTo>
                <a:cubicBezTo>
                  <a:pt x="2095267" y="74617"/>
                  <a:pt x="2094504" y="72252"/>
                  <a:pt x="2094504" y="69265"/>
                </a:cubicBezTo>
                <a:cubicBezTo>
                  <a:pt x="2094504" y="65344"/>
                  <a:pt x="2096511" y="61750"/>
                  <a:pt x="2100525" y="58483"/>
                </a:cubicBezTo>
                <a:cubicBezTo>
                  <a:pt x="2104539" y="55216"/>
                  <a:pt x="2109222" y="52773"/>
                  <a:pt x="2114574" y="51155"/>
                </a:cubicBezTo>
                <a:cubicBezTo>
                  <a:pt x="2119926" y="49537"/>
                  <a:pt x="2125060" y="48728"/>
                  <a:pt x="2129977" y="48728"/>
                </a:cubicBezTo>
                <a:cubicBezTo>
                  <a:pt x="2151758" y="48728"/>
                  <a:pt x="2162649" y="59666"/>
                  <a:pt x="2162649" y="81543"/>
                </a:cubicBezTo>
                <a:lnTo>
                  <a:pt x="2162275" y="109238"/>
                </a:lnTo>
                <a:cubicBezTo>
                  <a:pt x="2162275" y="114120"/>
                  <a:pt x="2162664" y="117484"/>
                  <a:pt x="2163442" y="119332"/>
                </a:cubicBezTo>
                <a:cubicBezTo>
                  <a:pt x="2164220" y="121177"/>
                  <a:pt x="2165605" y="122100"/>
                  <a:pt x="2167596" y="122100"/>
                </a:cubicBezTo>
                <a:cubicBezTo>
                  <a:pt x="2170646" y="122100"/>
                  <a:pt x="2173322" y="121193"/>
                  <a:pt x="2175624" y="119378"/>
                </a:cubicBezTo>
                <a:cubicBezTo>
                  <a:pt x="2177927" y="121347"/>
                  <a:pt x="2179078" y="123187"/>
                  <a:pt x="2179078" y="124901"/>
                </a:cubicBezTo>
                <a:cubicBezTo>
                  <a:pt x="2171548" y="132057"/>
                  <a:pt x="2163209" y="135605"/>
                  <a:pt x="2154061" y="135542"/>
                </a:cubicBezTo>
                <a:cubicBezTo>
                  <a:pt x="2145410" y="135605"/>
                  <a:pt x="2140463" y="131902"/>
                  <a:pt x="2139218" y="124434"/>
                </a:cubicBezTo>
                <a:moveTo>
                  <a:pt x="2138191" y="92007"/>
                </a:moveTo>
                <a:lnTo>
                  <a:pt x="2128203" y="95149"/>
                </a:lnTo>
                <a:cubicBezTo>
                  <a:pt x="2125029" y="96140"/>
                  <a:pt x="2122431" y="97287"/>
                  <a:pt x="2120408" y="98588"/>
                </a:cubicBezTo>
                <a:cubicBezTo>
                  <a:pt x="2118386" y="99887"/>
                  <a:pt x="2116955" y="101357"/>
                  <a:pt x="2116114" y="102999"/>
                </a:cubicBezTo>
                <a:cubicBezTo>
                  <a:pt x="2115274" y="104640"/>
                  <a:pt x="2114730" y="106096"/>
                  <a:pt x="2114481" y="107366"/>
                </a:cubicBezTo>
                <a:cubicBezTo>
                  <a:pt x="2114232" y="108636"/>
                  <a:pt x="2114107" y="110355"/>
                  <a:pt x="2114107" y="112523"/>
                </a:cubicBezTo>
                <a:cubicBezTo>
                  <a:pt x="2114107" y="115864"/>
                  <a:pt x="2114994" y="118638"/>
                  <a:pt x="2116768" y="120846"/>
                </a:cubicBezTo>
                <a:cubicBezTo>
                  <a:pt x="2118542" y="123051"/>
                  <a:pt x="2121358" y="124154"/>
                  <a:pt x="2125216" y="124154"/>
                </a:cubicBezTo>
                <a:cubicBezTo>
                  <a:pt x="2128141" y="124154"/>
                  <a:pt x="2132466" y="121810"/>
                  <a:pt x="2138191" y="117123"/>
                </a:cubicBezTo>
                <a:lnTo>
                  <a:pt x="2138191" y="92007"/>
                </a:lnTo>
                <a:close/>
                <a:moveTo>
                  <a:pt x="2225818" y="165840"/>
                </a:moveTo>
                <a:cubicBezTo>
                  <a:pt x="2223266" y="170336"/>
                  <a:pt x="2219439" y="173802"/>
                  <a:pt x="2214336" y="176237"/>
                </a:cubicBezTo>
                <a:cubicBezTo>
                  <a:pt x="2211660" y="177485"/>
                  <a:pt x="2208019" y="178109"/>
                  <a:pt x="2203414" y="178109"/>
                </a:cubicBezTo>
                <a:cubicBezTo>
                  <a:pt x="2200365" y="178109"/>
                  <a:pt x="2197875" y="176952"/>
                  <a:pt x="2195946" y="174638"/>
                </a:cubicBezTo>
                <a:cubicBezTo>
                  <a:pt x="2194390" y="172825"/>
                  <a:pt x="2193644" y="170262"/>
                  <a:pt x="2193706" y="166948"/>
                </a:cubicBezTo>
                <a:cubicBezTo>
                  <a:pt x="2193706" y="164760"/>
                  <a:pt x="2194748" y="162744"/>
                  <a:pt x="2196833" y="160898"/>
                </a:cubicBezTo>
                <a:cubicBezTo>
                  <a:pt x="2198918" y="159055"/>
                  <a:pt x="2201672" y="158133"/>
                  <a:pt x="2205094" y="158133"/>
                </a:cubicBezTo>
                <a:cubicBezTo>
                  <a:pt x="2205841" y="158133"/>
                  <a:pt x="2206868" y="158257"/>
                  <a:pt x="2208175" y="158506"/>
                </a:cubicBezTo>
                <a:cubicBezTo>
                  <a:pt x="2209482" y="158755"/>
                  <a:pt x="2210695" y="158880"/>
                  <a:pt x="2211816" y="158880"/>
                </a:cubicBezTo>
                <a:cubicBezTo>
                  <a:pt x="2214305" y="158880"/>
                  <a:pt x="2216281" y="158147"/>
                  <a:pt x="2217743" y="156683"/>
                </a:cubicBezTo>
                <a:cubicBezTo>
                  <a:pt x="2219206" y="155220"/>
                  <a:pt x="2220621" y="152838"/>
                  <a:pt x="2221991" y="149536"/>
                </a:cubicBezTo>
                <a:lnTo>
                  <a:pt x="2226565" y="138979"/>
                </a:lnTo>
                <a:cubicBezTo>
                  <a:pt x="2226689" y="137983"/>
                  <a:pt x="2226814" y="137297"/>
                  <a:pt x="2226938" y="136922"/>
                </a:cubicBezTo>
                <a:cubicBezTo>
                  <a:pt x="2227063" y="136549"/>
                  <a:pt x="2226845" y="135848"/>
                  <a:pt x="2226285" y="134819"/>
                </a:cubicBezTo>
                <a:cubicBezTo>
                  <a:pt x="2225725" y="133792"/>
                  <a:pt x="2225273" y="133061"/>
                  <a:pt x="2224931" y="132625"/>
                </a:cubicBezTo>
                <a:cubicBezTo>
                  <a:pt x="2224589" y="132190"/>
                  <a:pt x="2223982" y="131396"/>
                  <a:pt x="2223111" y="130245"/>
                </a:cubicBezTo>
                <a:cubicBezTo>
                  <a:pt x="2222239" y="129092"/>
                  <a:pt x="2221586" y="128172"/>
                  <a:pt x="2221150" y="127485"/>
                </a:cubicBezTo>
                <a:lnTo>
                  <a:pt x="2196506" y="70863"/>
                </a:lnTo>
                <a:cubicBezTo>
                  <a:pt x="2193830" y="64885"/>
                  <a:pt x="2191699" y="61133"/>
                  <a:pt x="2190112" y="59606"/>
                </a:cubicBezTo>
                <a:cubicBezTo>
                  <a:pt x="2188525" y="58079"/>
                  <a:pt x="2185616" y="57129"/>
                  <a:pt x="2181384" y="56756"/>
                </a:cubicBezTo>
                <a:cubicBezTo>
                  <a:pt x="2180886" y="56258"/>
                  <a:pt x="2180637" y="55169"/>
                  <a:pt x="2180637" y="53489"/>
                </a:cubicBezTo>
                <a:cubicBezTo>
                  <a:pt x="2180637" y="51809"/>
                  <a:pt x="2180886" y="50719"/>
                  <a:pt x="2181384" y="50222"/>
                </a:cubicBezTo>
                <a:cubicBezTo>
                  <a:pt x="2186487" y="50471"/>
                  <a:pt x="2193581" y="50595"/>
                  <a:pt x="2202667" y="50595"/>
                </a:cubicBezTo>
                <a:cubicBezTo>
                  <a:pt x="2210197" y="50595"/>
                  <a:pt x="2218661" y="50471"/>
                  <a:pt x="2228058" y="50222"/>
                </a:cubicBezTo>
                <a:cubicBezTo>
                  <a:pt x="2228556" y="50719"/>
                  <a:pt x="2228805" y="51809"/>
                  <a:pt x="2228805" y="53489"/>
                </a:cubicBezTo>
                <a:cubicBezTo>
                  <a:pt x="2228805" y="55169"/>
                  <a:pt x="2228556" y="56258"/>
                  <a:pt x="2228058" y="56756"/>
                </a:cubicBezTo>
                <a:cubicBezTo>
                  <a:pt x="2222706" y="57129"/>
                  <a:pt x="2219781" y="58297"/>
                  <a:pt x="2219283" y="60260"/>
                </a:cubicBezTo>
                <a:cubicBezTo>
                  <a:pt x="2218786" y="62222"/>
                  <a:pt x="2219626" y="65134"/>
                  <a:pt x="2221804" y="68996"/>
                </a:cubicBezTo>
                <a:lnTo>
                  <a:pt x="2239540" y="108988"/>
                </a:lnTo>
                <a:cubicBezTo>
                  <a:pt x="2239727" y="109299"/>
                  <a:pt x="2239820" y="109548"/>
                  <a:pt x="2239820" y="109734"/>
                </a:cubicBezTo>
                <a:cubicBezTo>
                  <a:pt x="2239820" y="109610"/>
                  <a:pt x="2239851" y="109485"/>
                  <a:pt x="2239914" y="109361"/>
                </a:cubicBezTo>
                <a:lnTo>
                  <a:pt x="2259610" y="65166"/>
                </a:lnTo>
                <a:cubicBezTo>
                  <a:pt x="2260481" y="63920"/>
                  <a:pt x="2260761" y="62783"/>
                  <a:pt x="2260450" y="61756"/>
                </a:cubicBezTo>
                <a:cubicBezTo>
                  <a:pt x="2260139" y="60727"/>
                  <a:pt x="2259828" y="59917"/>
                  <a:pt x="2259517" y="59326"/>
                </a:cubicBezTo>
                <a:cubicBezTo>
                  <a:pt x="2259206" y="58735"/>
                  <a:pt x="2258443" y="58253"/>
                  <a:pt x="2257230" y="57879"/>
                </a:cubicBezTo>
                <a:cubicBezTo>
                  <a:pt x="2256016" y="57504"/>
                  <a:pt x="2254958" y="57254"/>
                  <a:pt x="2254056" y="57129"/>
                </a:cubicBezTo>
                <a:cubicBezTo>
                  <a:pt x="2253153" y="57005"/>
                  <a:pt x="2251955" y="56880"/>
                  <a:pt x="2250462" y="56756"/>
                </a:cubicBezTo>
                <a:cubicBezTo>
                  <a:pt x="2249840" y="56258"/>
                  <a:pt x="2249528" y="55169"/>
                  <a:pt x="2249528" y="53489"/>
                </a:cubicBezTo>
                <a:cubicBezTo>
                  <a:pt x="2249528" y="51809"/>
                  <a:pt x="2249840" y="50719"/>
                  <a:pt x="2250462" y="50222"/>
                </a:cubicBezTo>
                <a:cubicBezTo>
                  <a:pt x="2259921" y="50471"/>
                  <a:pt x="2266673" y="50595"/>
                  <a:pt x="2270719" y="50595"/>
                </a:cubicBezTo>
                <a:cubicBezTo>
                  <a:pt x="2273395" y="50595"/>
                  <a:pt x="2277906" y="50471"/>
                  <a:pt x="2284254" y="50222"/>
                </a:cubicBezTo>
                <a:cubicBezTo>
                  <a:pt x="2284752" y="50719"/>
                  <a:pt x="2285001" y="51809"/>
                  <a:pt x="2285001" y="53489"/>
                </a:cubicBezTo>
                <a:cubicBezTo>
                  <a:pt x="2285001" y="55169"/>
                  <a:pt x="2284752" y="56258"/>
                  <a:pt x="2284254" y="56756"/>
                </a:cubicBezTo>
                <a:cubicBezTo>
                  <a:pt x="2280956" y="57005"/>
                  <a:pt x="2277938" y="58313"/>
                  <a:pt x="2275199" y="60680"/>
                </a:cubicBezTo>
                <a:cubicBezTo>
                  <a:pt x="2272461" y="63046"/>
                  <a:pt x="2270314" y="65756"/>
                  <a:pt x="2268758" y="68810"/>
                </a:cubicBezTo>
                <a:cubicBezTo>
                  <a:pt x="2257681" y="92293"/>
                  <a:pt x="2246106" y="118641"/>
                  <a:pt x="2234033" y="147856"/>
                </a:cubicBezTo>
                <a:cubicBezTo>
                  <a:pt x="2230983" y="155598"/>
                  <a:pt x="2228245" y="161592"/>
                  <a:pt x="2225818" y="165840"/>
                </a:cubicBezTo>
                <a:close/>
                <a:moveTo>
                  <a:pt x="2319091" y="81027"/>
                </a:moveTo>
                <a:lnTo>
                  <a:pt x="2345136" y="81027"/>
                </a:lnTo>
                <a:cubicBezTo>
                  <a:pt x="2345385" y="80774"/>
                  <a:pt x="2345509" y="79415"/>
                  <a:pt x="2345509" y="76951"/>
                </a:cubicBezTo>
                <a:cubicBezTo>
                  <a:pt x="2345509" y="69937"/>
                  <a:pt x="2344264" y="64755"/>
                  <a:pt x="2341775" y="61406"/>
                </a:cubicBezTo>
                <a:cubicBezTo>
                  <a:pt x="2339286" y="58057"/>
                  <a:pt x="2336454" y="56383"/>
                  <a:pt x="2333280" y="56383"/>
                </a:cubicBezTo>
                <a:cubicBezTo>
                  <a:pt x="2331849" y="56383"/>
                  <a:pt x="2330122" y="56967"/>
                  <a:pt x="2328099" y="58136"/>
                </a:cubicBezTo>
                <a:cubicBezTo>
                  <a:pt x="2326077" y="59305"/>
                  <a:pt x="2324350" y="60900"/>
                  <a:pt x="2322919" y="62923"/>
                </a:cubicBezTo>
                <a:cubicBezTo>
                  <a:pt x="2320616" y="66462"/>
                  <a:pt x="2319340" y="72497"/>
                  <a:pt x="2319091" y="81027"/>
                </a:cubicBezTo>
                <a:moveTo>
                  <a:pt x="2367633" y="108999"/>
                </a:moveTo>
                <a:cubicBezTo>
                  <a:pt x="2369562" y="108999"/>
                  <a:pt x="2370526" y="110966"/>
                  <a:pt x="2370526" y="114901"/>
                </a:cubicBezTo>
                <a:cubicBezTo>
                  <a:pt x="2361067" y="128662"/>
                  <a:pt x="2349150" y="135542"/>
                  <a:pt x="2334774" y="135542"/>
                </a:cubicBezTo>
                <a:cubicBezTo>
                  <a:pt x="2322265" y="135542"/>
                  <a:pt x="2312526" y="132363"/>
                  <a:pt x="2305556" y="126003"/>
                </a:cubicBezTo>
                <a:cubicBezTo>
                  <a:pt x="2297403" y="118584"/>
                  <a:pt x="2293327" y="108484"/>
                  <a:pt x="2293327" y="95703"/>
                </a:cubicBezTo>
                <a:cubicBezTo>
                  <a:pt x="2293327" y="81819"/>
                  <a:pt x="2297621" y="70519"/>
                  <a:pt x="2306209" y="61803"/>
                </a:cubicBezTo>
                <a:cubicBezTo>
                  <a:pt x="2314797" y="53086"/>
                  <a:pt x="2324506" y="48728"/>
                  <a:pt x="2335334" y="48728"/>
                </a:cubicBezTo>
                <a:cubicBezTo>
                  <a:pt x="2342117" y="48728"/>
                  <a:pt x="2347858" y="49708"/>
                  <a:pt x="2352557" y="51669"/>
                </a:cubicBezTo>
                <a:cubicBezTo>
                  <a:pt x="2357255" y="53629"/>
                  <a:pt x="2360787" y="56336"/>
                  <a:pt x="2363152" y="59790"/>
                </a:cubicBezTo>
                <a:cubicBezTo>
                  <a:pt x="2365517" y="63244"/>
                  <a:pt x="2367213" y="66822"/>
                  <a:pt x="2368239" y="70525"/>
                </a:cubicBezTo>
                <a:cubicBezTo>
                  <a:pt x="2369266" y="74228"/>
                  <a:pt x="2369780" y="78288"/>
                  <a:pt x="2369780" y="82707"/>
                </a:cubicBezTo>
                <a:cubicBezTo>
                  <a:pt x="2369780" y="86628"/>
                  <a:pt x="2367944" y="88619"/>
                  <a:pt x="2364272" y="88681"/>
                </a:cubicBezTo>
                <a:lnTo>
                  <a:pt x="2318345" y="88681"/>
                </a:lnTo>
                <a:cubicBezTo>
                  <a:pt x="2318345" y="88930"/>
                  <a:pt x="2318313" y="89367"/>
                  <a:pt x="2318251" y="89991"/>
                </a:cubicBezTo>
                <a:cubicBezTo>
                  <a:pt x="2318189" y="90615"/>
                  <a:pt x="2318158" y="91177"/>
                  <a:pt x="2318158" y="91677"/>
                </a:cubicBezTo>
                <a:cubicBezTo>
                  <a:pt x="2318158" y="100855"/>
                  <a:pt x="2320258" y="107722"/>
                  <a:pt x="2324459" y="112278"/>
                </a:cubicBezTo>
                <a:cubicBezTo>
                  <a:pt x="2328660" y="116835"/>
                  <a:pt x="2334587" y="119113"/>
                  <a:pt x="2342242" y="119113"/>
                </a:cubicBezTo>
                <a:cubicBezTo>
                  <a:pt x="2352572" y="119175"/>
                  <a:pt x="2361036" y="115804"/>
                  <a:pt x="2367633" y="108999"/>
                </a:cubicBezTo>
                <a:close/>
                <a:moveTo>
                  <a:pt x="2422395" y="82357"/>
                </a:moveTo>
                <a:lnTo>
                  <a:pt x="2422395" y="110312"/>
                </a:lnTo>
                <a:cubicBezTo>
                  <a:pt x="2422395" y="117978"/>
                  <a:pt x="2423157" y="122669"/>
                  <a:pt x="2424682" y="124384"/>
                </a:cubicBezTo>
                <a:cubicBezTo>
                  <a:pt x="2426207" y="126098"/>
                  <a:pt x="2430018" y="127141"/>
                  <a:pt x="2436117" y="127514"/>
                </a:cubicBezTo>
                <a:cubicBezTo>
                  <a:pt x="2436615" y="128012"/>
                  <a:pt x="2436879" y="129101"/>
                  <a:pt x="2436911" y="130782"/>
                </a:cubicBezTo>
                <a:cubicBezTo>
                  <a:pt x="2436942" y="132462"/>
                  <a:pt x="2436677" y="133551"/>
                  <a:pt x="2436117" y="134049"/>
                </a:cubicBezTo>
                <a:cubicBezTo>
                  <a:pt x="2425164" y="133800"/>
                  <a:pt x="2416452" y="133675"/>
                  <a:pt x="2409979" y="133675"/>
                </a:cubicBezTo>
                <a:cubicBezTo>
                  <a:pt x="2403196" y="133675"/>
                  <a:pt x="2394452" y="133800"/>
                  <a:pt x="2383748" y="134049"/>
                </a:cubicBezTo>
                <a:cubicBezTo>
                  <a:pt x="2383251" y="133551"/>
                  <a:pt x="2383002" y="132477"/>
                  <a:pt x="2383002" y="130828"/>
                </a:cubicBezTo>
                <a:cubicBezTo>
                  <a:pt x="2383002" y="129179"/>
                  <a:pt x="2383251" y="128074"/>
                  <a:pt x="2383748" y="127514"/>
                </a:cubicBezTo>
                <a:cubicBezTo>
                  <a:pt x="2389847" y="127016"/>
                  <a:pt x="2393675" y="125941"/>
                  <a:pt x="2395230" y="124288"/>
                </a:cubicBezTo>
                <a:cubicBezTo>
                  <a:pt x="2396786" y="122633"/>
                  <a:pt x="2397564" y="117968"/>
                  <a:pt x="2397564" y="110292"/>
                </a:cubicBezTo>
                <a:lnTo>
                  <a:pt x="2397564" y="74437"/>
                </a:lnTo>
                <a:cubicBezTo>
                  <a:pt x="2397564" y="69069"/>
                  <a:pt x="2396802" y="65590"/>
                  <a:pt x="2395277" y="63999"/>
                </a:cubicBezTo>
                <a:cubicBezTo>
                  <a:pt x="2393752" y="62408"/>
                  <a:pt x="2390376" y="61363"/>
                  <a:pt x="2385149" y="60863"/>
                </a:cubicBezTo>
                <a:cubicBezTo>
                  <a:pt x="2384402" y="58561"/>
                  <a:pt x="2384246" y="56569"/>
                  <a:pt x="2384682" y="54889"/>
                </a:cubicBezTo>
                <a:cubicBezTo>
                  <a:pt x="2392088" y="54154"/>
                  <a:pt x="2402667" y="52100"/>
                  <a:pt x="2416421" y="48728"/>
                </a:cubicBezTo>
                <a:cubicBezTo>
                  <a:pt x="2419097" y="48728"/>
                  <a:pt x="2420590" y="49817"/>
                  <a:pt x="2420901" y="51995"/>
                </a:cubicBezTo>
                <a:cubicBezTo>
                  <a:pt x="2421524" y="58218"/>
                  <a:pt x="2421959" y="63228"/>
                  <a:pt x="2422208" y="67024"/>
                </a:cubicBezTo>
                <a:lnTo>
                  <a:pt x="2422955" y="67024"/>
                </a:lnTo>
                <a:cubicBezTo>
                  <a:pt x="2431481" y="54765"/>
                  <a:pt x="2439073" y="48666"/>
                  <a:pt x="2445732" y="48728"/>
                </a:cubicBezTo>
                <a:cubicBezTo>
                  <a:pt x="2449030" y="48728"/>
                  <a:pt x="2451955" y="49860"/>
                  <a:pt x="2454507" y="52124"/>
                </a:cubicBezTo>
                <a:cubicBezTo>
                  <a:pt x="2457058" y="54385"/>
                  <a:pt x="2458334" y="56787"/>
                  <a:pt x="2458334" y="59329"/>
                </a:cubicBezTo>
                <a:cubicBezTo>
                  <a:pt x="2458334" y="63234"/>
                  <a:pt x="2457214" y="66520"/>
                  <a:pt x="2454974" y="69186"/>
                </a:cubicBezTo>
                <a:cubicBezTo>
                  <a:pt x="2452733" y="71852"/>
                  <a:pt x="2450182" y="73185"/>
                  <a:pt x="2447319" y="73185"/>
                </a:cubicBezTo>
                <a:cubicBezTo>
                  <a:pt x="2443274" y="73185"/>
                  <a:pt x="2440193" y="72142"/>
                  <a:pt x="2438077" y="70055"/>
                </a:cubicBezTo>
                <a:cubicBezTo>
                  <a:pt x="2437828" y="69810"/>
                  <a:pt x="2437486" y="69473"/>
                  <a:pt x="2437051" y="69043"/>
                </a:cubicBezTo>
                <a:cubicBezTo>
                  <a:pt x="2436615" y="68613"/>
                  <a:pt x="2436273" y="68276"/>
                  <a:pt x="2436024" y="68031"/>
                </a:cubicBezTo>
                <a:cubicBezTo>
                  <a:pt x="2435775" y="67784"/>
                  <a:pt x="2435464" y="67522"/>
                  <a:pt x="2435090" y="67246"/>
                </a:cubicBezTo>
                <a:cubicBezTo>
                  <a:pt x="2434717" y="66970"/>
                  <a:pt x="2434375" y="66771"/>
                  <a:pt x="2434063" y="66648"/>
                </a:cubicBezTo>
                <a:cubicBezTo>
                  <a:pt x="2433752" y="66526"/>
                  <a:pt x="2433410" y="66464"/>
                  <a:pt x="2433037" y="66464"/>
                </a:cubicBezTo>
                <a:cubicBezTo>
                  <a:pt x="2431232" y="66464"/>
                  <a:pt x="2429209" y="67555"/>
                  <a:pt x="2426969" y="69737"/>
                </a:cubicBezTo>
                <a:cubicBezTo>
                  <a:pt x="2425475" y="71171"/>
                  <a:pt x="2424340" y="72838"/>
                  <a:pt x="2423562" y="74740"/>
                </a:cubicBezTo>
                <a:cubicBezTo>
                  <a:pt x="2422784" y="76640"/>
                  <a:pt x="2422395" y="79179"/>
                  <a:pt x="2422395" y="8235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5D833-B371-48F2-B0DD-7E79D22E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39" y="3280353"/>
            <a:ext cx="813559" cy="308010"/>
          </a:xfrm>
          <a:custGeom xmlns:a="http://schemas.openxmlformats.org/drawingml/2006/main">
            <a:pathLst>
              <a:path w="813559" h="308010">
                <a:moveTo>
                  <a:pt x="0" y="308010"/>
                </a:moveTo>
                <a:lnTo>
                  <a:pt x="813559" y="308010"/>
                </a:lnTo>
                <a:lnTo>
                  <a:pt x="813559" y="0"/>
                </a:lnTo>
                <a:lnTo>
                  <a:pt x="0" y="0"/>
                </a:lnTo>
                <a:lnTo>
                  <a:pt x="0" y="3080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Legend">
            <a:extLst xmlns:a="http://schemas.openxmlformats.org/drawingml/2006/main">
              <a:ext uri="{FF2B5EF4-FFF2-40B4-BE49-F238E27FC236}">
                <a16:creationId xmlns:a16="http://schemas.microsoft.com/office/drawing/2014/main" id="{C6D29797-4D7B-4127-BC24-E6A8EF21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19" y="3366544"/>
            <a:ext cx="613592" cy="179230"/>
          </a:xfrm>
          <a:custGeom xmlns:a="http://schemas.openxmlformats.org/drawingml/2006/main">
            <a:pathLst>
              <a:path w="613592" h="179230">
                <a:moveTo>
                  <a:pt x="62170" y="126021"/>
                </a:moveTo>
                <a:cubicBezTo>
                  <a:pt x="71505" y="126021"/>
                  <a:pt x="78460" y="123881"/>
                  <a:pt x="83034" y="119600"/>
                </a:cubicBezTo>
                <a:cubicBezTo>
                  <a:pt x="87608" y="115318"/>
                  <a:pt x="90984" y="109271"/>
                  <a:pt x="93162" y="101458"/>
                </a:cubicBezTo>
                <a:cubicBezTo>
                  <a:pt x="96336" y="100959"/>
                  <a:pt x="99074" y="101272"/>
                  <a:pt x="101377" y="102398"/>
                </a:cubicBezTo>
                <a:cubicBezTo>
                  <a:pt x="100132" y="113380"/>
                  <a:pt x="98452" y="123930"/>
                  <a:pt x="96336" y="134049"/>
                </a:cubicBezTo>
                <a:cubicBezTo>
                  <a:pt x="84761" y="133800"/>
                  <a:pt x="77137" y="133675"/>
                  <a:pt x="73465" y="133675"/>
                </a:cubicBezTo>
                <a:lnTo>
                  <a:pt x="30712" y="133675"/>
                </a:lnTo>
                <a:cubicBezTo>
                  <a:pt x="25795" y="133675"/>
                  <a:pt x="15994" y="133800"/>
                  <a:pt x="1307" y="134049"/>
                </a:cubicBezTo>
                <a:cubicBezTo>
                  <a:pt x="436" y="133426"/>
                  <a:pt x="0" y="132322"/>
                  <a:pt x="0" y="130735"/>
                </a:cubicBezTo>
                <a:cubicBezTo>
                  <a:pt x="0" y="129148"/>
                  <a:pt x="436" y="128074"/>
                  <a:pt x="1307" y="127514"/>
                </a:cubicBezTo>
                <a:cubicBezTo>
                  <a:pt x="4481" y="127390"/>
                  <a:pt x="6846" y="127172"/>
                  <a:pt x="8401" y="126861"/>
                </a:cubicBezTo>
                <a:cubicBezTo>
                  <a:pt x="9957" y="126550"/>
                  <a:pt x="11529" y="125850"/>
                  <a:pt x="13115" y="124761"/>
                </a:cubicBezTo>
                <a:cubicBezTo>
                  <a:pt x="14702" y="123670"/>
                  <a:pt x="15776" y="121956"/>
                  <a:pt x="16336" y="119621"/>
                </a:cubicBezTo>
                <a:cubicBezTo>
                  <a:pt x="16896" y="117285"/>
                  <a:pt x="17176" y="114186"/>
                  <a:pt x="17176" y="110324"/>
                </a:cubicBezTo>
                <a:lnTo>
                  <a:pt x="17176" y="33620"/>
                </a:lnTo>
                <a:cubicBezTo>
                  <a:pt x="17176" y="29820"/>
                  <a:pt x="16896" y="26737"/>
                  <a:pt x="16336" y="24370"/>
                </a:cubicBezTo>
                <a:cubicBezTo>
                  <a:pt x="15776" y="22003"/>
                  <a:pt x="14702" y="20275"/>
                  <a:pt x="13115" y="19186"/>
                </a:cubicBezTo>
                <a:cubicBezTo>
                  <a:pt x="11529" y="18095"/>
                  <a:pt x="9973" y="17394"/>
                  <a:pt x="8448" y="17083"/>
                </a:cubicBezTo>
                <a:cubicBezTo>
                  <a:pt x="6923" y="16772"/>
                  <a:pt x="4543" y="16554"/>
                  <a:pt x="1307" y="16429"/>
                </a:cubicBezTo>
                <a:cubicBezTo>
                  <a:pt x="436" y="15807"/>
                  <a:pt x="0" y="14687"/>
                  <a:pt x="0" y="13069"/>
                </a:cubicBezTo>
                <a:cubicBezTo>
                  <a:pt x="0" y="11451"/>
                  <a:pt x="436" y="10393"/>
                  <a:pt x="1307" y="9895"/>
                </a:cubicBezTo>
                <a:cubicBezTo>
                  <a:pt x="15807" y="10144"/>
                  <a:pt x="25640" y="10268"/>
                  <a:pt x="30805" y="10268"/>
                </a:cubicBezTo>
                <a:cubicBezTo>
                  <a:pt x="33108" y="10268"/>
                  <a:pt x="35441" y="10237"/>
                  <a:pt x="37806" y="10175"/>
                </a:cubicBezTo>
                <a:cubicBezTo>
                  <a:pt x="40171" y="10113"/>
                  <a:pt x="43423" y="10051"/>
                  <a:pt x="47561" y="9988"/>
                </a:cubicBezTo>
                <a:cubicBezTo>
                  <a:pt x="51700" y="9926"/>
                  <a:pt x="55791" y="9895"/>
                  <a:pt x="59837" y="9895"/>
                </a:cubicBezTo>
                <a:cubicBezTo>
                  <a:pt x="60708" y="10393"/>
                  <a:pt x="61159" y="11435"/>
                  <a:pt x="61190" y="13022"/>
                </a:cubicBezTo>
                <a:cubicBezTo>
                  <a:pt x="61221" y="14609"/>
                  <a:pt x="60770" y="15745"/>
                  <a:pt x="59837" y="16429"/>
                </a:cubicBezTo>
                <a:cubicBezTo>
                  <a:pt x="56663" y="16554"/>
                  <a:pt x="54313" y="16773"/>
                  <a:pt x="52789" y="17086"/>
                </a:cubicBezTo>
                <a:cubicBezTo>
                  <a:pt x="51264" y="17399"/>
                  <a:pt x="49708" y="18102"/>
                  <a:pt x="48121" y="19195"/>
                </a:cubicBezTo>
                <a:cubicBezTo>
                  <a:pt x="46534" y="20288"/>
                  <a:pt x="45445" y="22007"/>
                  <a:pt x="44854" y="24352"/>
                </a:cubicBezTo>
                <a:cubicBezTo>
                  <a:pt x="44263" y="26696"/>
                  <a:pt x="43967" y="29805"/>
                  <a:pt x="43967" y="33678"/>
                </a:cubicBezTo>
                <a:lnTo>
                  <a:pt x="43967" y="110834"/>
                </a:lnTo>
                <a:cubicBezTo>
                  <a:pt x="43967" y="120959"/>
                  <a:pt x="46208" y="126021"/>
                  <a:pt x="50688" y="126021"/>
                </a:cubicBezTo>
                <a:lnTo>
                  <a:pt x="62170" y="126021"/>
                </a:lnTo>
                <a:close/>
                <a:moveTo>
                  <a:pt x="138633" y="81027"/>
                </a:moveTo>
                <a:lnTo>
                  <a:pt x="164677" y="81027"/>
                </a:lnTo>
                <a:cubicBezTo>
                  <a:pt x="164926" y="80774"/>
                  <a:pt x="165050" y="79415"/>
                  <a:pt x="165050" y="76951"/>
                </a:cubicBezTo>
                <a:cubicBezTo>
                  <a:pt x="165050" y="69937"/>
                  <a:pt x="163806" y="64755"/>
                  <a:pt x="161317" y="61406"/>
                </a:cubicBezTo>
                <a:cubicBezTo>
                  <a:pt x="158827" y="58057"/>
                  <a:pt x="155996" y="56383"/>
                  <a:pt x="152822" y="56383"/>
                </a:cubicBezTo>
                <a:cubicBezTo>
                  <a:pt x="151390" y="56383"/>
                  <a:pt x="149664" y="56967"/>
                  <a:pt x="147641" y="58136"/>
                </a:cubicBezTo>
                <a:cubicBezTo>
                  <a:pt x="145618" y="59305"/>
                  <a:pt x="143891" y="60900"/>
                  <a:pt x="142460" y="62923"/>
                </a:cubicBezTo>
                <a:cubicBezTo>
                  <a:pt x="140157" y="66462"/>
                  <a:pt x="138882" y="72497"/>
                  <a:pt x="138633" y="81027"/>
                </a:cubicBezTo>
                <a:moveTo>
                  <a:pt x="187174" y="108999"/>
                </a:moveTo>
                <a:cubicBezTo>
                  <a:pt x="189103" y="108999"/>
                  <a:pt x="190068" y="110966"/>
                  <a:pt x="190068" y="114901"/>
                </a:cubicBezTo>
                <a:cubicBezTo>
                  <a:pt x="180609" y="128662"/>
                  <a:pt x="168691" y="135542"/>
                  <a:pt x="154315" y="135542"/>
                </a:cubicBezTo>
                <a:cubicBezTo>
                  <a:pt x="141807" y="135542"/>
                  <a:pt x="132067" y="132363"/>
                  <a:pt x="125097" y="126003"/>
                </a:cubicBezTo>
                <a:cubicBezTo>
                  <a:pt x="116945" y="118584"/>
                  <a:pt x="112869" y="108484"/>
                  <a:pt x="112869" y="95703"/>
                </a:cubicBezTo>
                <a:cubicBezTo>
                  <a:pt x="112869" y="81819"/>
                  <a:pt x="117163" y="70519"/>
                  <a:pt x="125751" y="61803"/>
                </a:cubicBezTo>
                <a:cubicBezTo>
                  <a:pt x="134339" y="53086"/>
                  <a:pt x="144047" y="48728"/>
                  <a:pt x="154875" y="48728"/>
                </a:cubicBezTo>
                <a:cubicBezTo>
                  <a:pt x="161659" y="48728"/>
                  <a:pt x="167400" y="49708"/>
                  <a:pt x="172098" y="51669"/>
                </a:cubicBezTo>
                <a:cubicBezTo>
                  <a:pt x="176797" y="53629"/>
                  <a:pt x="180329" y="56336"/>
                  <a:pt x="182693" y="59790"/>
                </a:cubicBezTo>
                <a:cubicBezTo>
                  <a:pt x="185058" y="63244"/>
                  <a:pt x="186754" y="66822"/>
                  <a:pt x="187781" y="70525"/>
                </a:cubicBezTo>
                <a:cubicBezTo>
                  <a:pt x="188808" y="74228"/>
                  <a:pt x="189321" y="78288"/>
                  <a:pt x="189321" y="82707"/>
                </a:cubicBezTo>
                <a:cubicBezTo>
                  <a:pt x="189321" y="86628"/>
                  <a:pt x="187485" y="88619"/>
                  <a:pt x="183814" y="88681"/>
                </a:cubicBezTo>
                <a:lnTo>
                  <a:pt x="137886" y="88681"/>
                </a:lnTo>
                <a:cubicBezTo>
                  <a:pt x="137886" y="88930"/>
                  <a:pt x="137855" y="89367"/>
                  <a:pt x="137793" y="89991"/>
                </a:cubicBezTo>
                <a:cubicBezTo>
                  <a:pt x="137730" y="90615"/>
                  <a:pt x="137699" y="91177"/>
                  <a:pt x="137699" y="91677"/>
                </a:cubicBezTo>
                <a:cubicBezTo>
                  <a:pt x="137699" y="100855"/>
                  <a:pt x="139800" y="107722"/>
                  <a:pt x="144000" y="112278"/>
                </a:cubicBezTo>
                <a:cubicBezTo>
                  <a:pt x="148201" y="116835"/>
                  <a:pt x="154129" y="119113"/>
                  <a:pt x="161783" y="119113"/>
                </a:cubicBezTo>
                <a:cubicBezTo>
                  <a:pt x="172114" y="119175"/>
                  <a:pt x="180577" y="115804"/>
                  <a:pt x="187174" y="108999"/>
                </a:cubicBezTo>
                <a:close/>
                <a:moveTo>
                  <a:pt x="253792" y="78489"/>
                </a:moveTo>
                <a:cubicBezTo>
                  <a:pt x="253792" y="63689"/>
                  <a:pt x="249529" y="56320"/>
                  <a:pt x="241003" y="56383"/>
                </a:cubicBezTo>
                <a:cubicBezTo>
                  <a:pt x="237207" y="56383"/>
                  <a:pt x="234437" y="57820"/>
                  <a:pt x="232695" y="60694"/>
                </a:cubicBezTo>
                <a:cubicBezTo>
                  <a:pt x="230952" y="63569"/>
                  <a:pt x="230081" y="68430"/>
                  <a:pt x="230081" y="75280"/>
                </a:cubicBezTo>
                <a:cubicBezTo>
                  <a:pt x="230081" y="90935"/>
                  <a:pt x="234531" y="98763"/>
                  <a:pt x="243430" y="98763"/>
                </a:cubicBezTo>
                <a:cubicBezTo>
                  <a:pt x="246479" y="98763"/>
                  <a:pt x="248969" y="97418"/>
                  <a:pt x="250898" y="94729"/>
                </a:cubicBezTo>
                <a:cubicBezTo>
                  <a:pt x="252827" y="92037"/>
                  <a:pt x="253792" y="86624"/>
                  <a:pt x="253792" y="78489"/>
                </a:cubicBezTo>
                <a:moveTo>
                  <a:pt x="231761" y="138530"/>
                </a:moveTo>
                <a:cubicBezTo>
                  <a:pt x="228090" y="138530"/>
                  <a:pt x="225289" y="138156"/>
                  <a:pt x="223360" y="137409"/>
                </a:cubicBezTo>
                <a:cubicBezTo>
                  <a:pt x="221929" y="139988"/>
                  <a:pt x="221244" y="144959"/>
                  <a:pt x="221306" y="152322"/>
                </a:cubicBezTo>
                <a:cubicBezTo>
                  <a:pt x="221306" y="157481"/>
                  <a:pt x="223313" y="161979"/>
                  <a:pt x="227327" y="165817"/>
                </a:cubicBezTo>
                <a:cubicBezTo>
                  <a:pt x="231341" y="169655"/>
                  <a:pt x="236398" y="171575"/>
                  <a:pt x="242497" y="171575"/>
                </a:cubicBezTo>
                <a:cubicBezTo>
                  <a:pt x="247226" y="171575"/>
                  <a:pt x="251567" y="171323"/>
                  <a:pt x="255519" y="170819"/>
                </a:cubicBezTo>
                <a:cubicBezTo>
                  <a:pt x="259470" y="170316"/>
                  <a:pt x="262784" y="169308"/>
                  <a:pt x="265460" y="167797"/>
                </a:cubicBezTo>
                <a:cubicBezTo>
                  <a:pt x="268448" y="166098"/>
                  <a:pt x="270750" y="163532"/>
                  <a:pt x="272368" y="160102"/>
                </a:cubicBezTo>
                <a:cubicBezTo>
                  <a:pt x="273986" y="156673"/>
                  <a:pt x="274795" y="153102"/>
                  <a:pt x="274795" y="149387"/>
                </a:cubicBezTo>
                <a:cubicBezTo>
                  <a:pt x="274795" y="142149"/>
                  <a:pt x="260451" y="138530"/>
                  <a:pt x="231761" y="138530"/>
                </a:cubicBezTo>
                <a:moveTo>
                  <a:pt x="287584" y="58063"/>
                </a:moveTo>
                <a:cubicBezTo>
                  <a:pt x="285406" y="58063"/>
                  <a:pt x="283492" y="57378"/>
                  <a:pt x="281843" y="56009"/>
                </a:cubicBezTo>
                <a:cubicBezTo>
                  <a:pt x="280194" y="54638"/>
                  <a:pt x="279120" y="53191"/>
                  <a:pt x="278623" y="51669"/>
                </a:cubicBezTo>
                <a:cubicBezTo>
                  <a:pt x="277876" y="50144"/>
                  <a:pt x="276662" y="49413"/>
                  <a:pt x="274982" y="49475"/>
                </a:cubicBezTo>
                <a:cubicBezTo>
                  <a:pt x="273986" y="49475"/>
                  <a:pt x="272306" y="50182"/>
                  <a:pt x="269941" y="51596"/>
                </a:cubicBezTo>
                <a:cubicBezTo>
                  <a:pt x="267576" y="53009"/>
                  <a:pt x="266020" y="54177"/>
                  <a:pt x="265274" y="55099"/>
                </a:cubicBezTo>
                <a:cubicBezTo>
                  <a:pt x="273177" y="61486"/>
                  <a:pt x="277129" y="69099"/>
                  <a:pt x="277129" y="77940"/>
                </a:cubicBezTo>
                <a:cubicBezTo>
                  <a:pt x="277129" y="85970"/>
                  <a:pt x="274002" y="92724"/>
                  <a:pt x="267747" y="98203"/>
                </a:cubicBezTo>
                <a:cubicBezTo>
                  <a:pt x="261493" y="103679"/>
                  <a:pt x="253076" y="106418"/>
                  <a:pt x="242497" y="106418"/>
                </a:cubicBezTo>
                <a:cubicBezTo>
                  <a:pt x="236087" y="106418"/>
                  <a:pt x="231419" y="105698"/>
                  <a:pt x="228494" y="104259"/>
                </a:cubicBezTo>
                <a:cubicBezTo>
                  <a:pt x="228370" y="104514"/>
                  <a:pt x="228012" y="105246"/>
                  <a:pt x="227421" y="106455"/>
                </a:cubicBezTo>
                <a:cubicBezTo>
                  <a:pt x="226830" y="107665"/>
                  <a:pt x="226394" y="108732"/>
                  <a:pt x="226114" y="109656"/>
                </a:cubicBezTo>
                <a:cubicBezTo>
                  <a:pt x="225834" y="110577"/>
                  <a:pt x="225694" y="111516"/>
                  <a:pt x="225694" y="112471"/>
                </a:cubicBezTo>
                <a:cubicBezTo>
                  <a:pt x="225694" y="117895"/>
                  <a:pt x="228556" y="120607"/>
                  <a:pt x="234282" y="120607"/>
                </a:cubicBezTo>
                <a:cubicBezTo>
                  <a:pt x="243866" y="120607"/>
                  <a:pt x="253807" y="121106"/>
                  <a:pt x="264107" y="122106"/>
                </a:cubicBezTo>
                <a:cubicBezTo>
                  <a:pt x="274406" y="123104"/>
                  <a:pt x="281236" y="124694"/>
                  <a:pt x="284597" y="126878"/>
                </a:cubicBezTo>
                <a:cubicBezTo>
                  <a:pt x="290945" y="131246"/>
                  <a:pt x="294118" y="137082"/>
                  <a:pt x="294118" y="144384"/>
                </a:cubicBezTo>
                <a:cubicBezTo>
                  <a:pt x="294118" y="154322"/>
                  <a:pt x="288160" y="162613"/>
                  <a:pt x="276242" y="169259"/>
                </a:cubicBezTo>
                <a:cubicBezTo>
                  <a:pt x="264325" y="175906"/>
                  <a:pt x="251302" y="179230"/>
                  <a:pt x="237176" y="179230"/>
                </a:cubicBezTo>
                <a:cubicBezTo>
                  <a:pt x="223671" y="179230"/>
                  <a:pt x="213901" y="177145"/>
                  <a:pt x="207864" y="172975"/>
                </a:cubicBezTo>
                <a:cubicBezTo>
                  <a:pt x="202886" y="169552"/>
                  <a:pt x="200427" y="163236"/>
                  <a:pt x="200490" y="154025"/>
                </a:cubicBezTo>
                <a:cubicBezTo>
                  <a:pt x="200490" y="152221"/>
                  <a:pt x="202294" y="149156"/>
                  <a:pt x="205904" y="144831"/>
                </a:cubicBezTo>
                <a:cubicBezTo>
                  <a:pt x="209513" y="140505"/>
                  <a:pt x="213247" y="137192"/>
                  <a:pt x="217106" y="134889"/>
                </a:cubicBezTo>
                <a:cubicBezTo>
                  <a:pt x="213434" y="133769"/>
                  <a:pt x="210820" y="131995"/>
                  <a:pt x="209264" y="129568"/>
                </a:cubicBezTo>
                <a:cubicBezTo>
                  <a:pt x="207584" y="127016"/>
                  <a:pt x="206744" y="124092"/>
                  <a:pt x="206744" y="120793"/>
                </a:cubicBezTo>
                <a:cubicBezTo>
                  <a:pt x="206744" y="118948"/>
                  <a:pt x="208409" y="115988"/>
                  <a:pt x="211738" y="111913"/>
                </a:cubicBezTo>
                <a:cubicBezTo>
                  <a:pt x="215068" y="107839"/>
                  <a:pt x="218444" y="104307"/>
                  <a:pt x="221866" y="101315"/>
                </a:cubicBezTo>
                <a:cubicBezTo>
                  <a:pt x="217386" y="98851"/>
                  <a:pt x="213807" y="95372"/>
                  <a:pt x="211131" y="90878"/>
                </a:cubicBezTo>
                <a:cubicBezTo>
                  <a:pt x="208455" y="86382"/>
                  <a:pt x="207117" y="81763"/>
                  <a:pt x="207117" y="77021"/>
                </a:cubicBezTo>
                <a:cubicBezTo>
                  <a:pt x="207117" y="67871"/>
                  <a:pt x="211443" y="60464"/>
                  <a:pt x="220093" y="54799"/>
                </a:cubicBezTo>
                <a:cubicBezTo>
                  <a:pt x="226316" y="50689"/>
                  <a:pt x="233846" y="48666"/>
                  <a:pt x="242683" y="48728"/>
                </a:cubicBezTo>
                <a:cubicBezTo>
                  <a:pt x="250587" y="48728"/>
                  <a:pt x="255939" y="49503"/>
                  <a:pt x="258739" y="51053"/>
                </a:cubicBezTo>
                <a:cubicBezTo>
                  <a:pt x="261913" y="48208"/>
                  <a:pt x="265896" y="45584"/>
                  <a:pt x="270688" y="43183"/>
                </a:cubicBezTo>
                <a:cubicBezTo>
                  <a:pt x="275480" y="40781"/>
                  <a:pt x="279836" y="39580"/>
                  <a:pt x="283757" y="39580"/>
                </a:cubicBezTo>
                <a:cubicBezTo>
                  <a:pt x="287179" y="39580"/>
                  <a:pt x="290089" y="40602"/>
                  <a:pt x="292485" y="42646"/>
                </a:cubicBezTo>
                <a:cubicBezTo>
                  <a:pt x="294881" y="44688"/>
                  <a:pt x="296079" y="46731"/>
                  <a:pt x="296079" y="48775"/>
                </a:cubicBezTo>
                <a:cubicBezTo>
                  <a:pt x="296017" y="54967"/>
                  <a:pt x="293185" y="58063"/>
                  <a:pt x="287584" y="58063"/>
                </a:cubicBezTo>
                <a:close/>
                <a:moveTo>
                  <a:pt x="330843" y="81027"/>
                </a:moveTo>
                <a:lnTo>
                  <a:pt x="356888" y="81027"/>
                </a:lnTo>
                <a:cubicBezTo>
                  <a:pt x="357137" y="80774"/>
                  <a:pt x="357261" y="79415"/>
                  <a:pt x="357261" y="76951"/>
                </a:cubicBezTo>
                <a:cubicBezTo>
                  <a:pt x="357261" y="69937"/>
                  <a:pt x="356016" y="64755"/>
                  <a:pt x="353527" y="61406"/>
                </a:cubicBezTo>
                <a:cubicBezTo>
                  <a:pt x="351038" y="58057"/>
                  <a:pt x="348206" y="56383"/>
                  <a:pt x="345032" y="56383"/>
                </a:cubicBezTo>
                <a:cubicBezTo>
                  <a:pt x="343601" y="56383"/>
                  <a:pt x="341874" y="56967"/>
                  <a:pt x="339852" y="58136"/>
                </a:cubicBezTo>
                <a:cubicBezTo>
                  <a:pt x="337829" y="59305"/>
                  <a:pt x="336102" y="60900"/>
                  <a:pt x="334671" y="62923"/>
                </a:cubicBezTo>
                <a:cubicBezTo>
                  <a:pt x="332368" y="66462"/>
                  <a:pt x="331092" y="72497"/>
                  <a:pt x="330843" y="81027"/>
                </a:cubicBezTo>
                <a:moveTo>
                  <a:pt x="379385" y="108999"/>
                </a:moveTo>
                <a:cubicBezTo>
                  <a:pt x="381314" y="108999"/>
                  <a:pt x="382279" y="110966"/>
                  <a:pt x="382279" y="114901"/>
                </a:cubicBezTo>
                <a:cubicBezTo>
                  <a:pt x="372819" y="128662"/>
                  <a:pt x="360902" y="135542"/>
                  <a:pt x="346526" y="135542"/>
                </a:cubicBezTo>
                <a:cubicBezTo>
                  <a:pt x="334017" y="135542"/>
                  <a:pt x="324278" y="132363"/>
                  <a:pt x="317308" y="126003"/>
                </a:cubicBezTo>
                <a:cubicBezTo>
                  <a:pt x="309155" y="118584"/>
                  <a:pt x="305079" y="108484"/>
                  <a:pt x="305079" y="95703"/>
                </a:cubicBezTo>
                <a:cubicBezTo>
                  <a:pt x="305079" y="81819"/>
                  <a:pt x="309373" y="70519"/>
                  <a:pt x="317961" y="61803"/>
                </a:cubicBezTo>
                <a:cubicBezTo>
                  <a:pt x="326549" y="53086"/>
                  <a:pt x="336258" y="48728"/>
                  <a:pt x="347086" y="48728"/>
                </a:cubicBezTo>
                <a:cubicBezTo>
                  <a:pt x="353869" y="48728"/>
                  <a:pt x="359610" y="49708"/>
                  <a:pt x="364309" y="51669"/>
                </a:cubicBezTo>
                <a:cubicBezTo>
                  <a:pt x="369008" y="53629"/>
                  <a:pt x="372539" y="56336"/>
                  <a:pt x="374904" y="59790"/>
                </a:cubicBezTo>
                <a:cubicBezTo>
                  <a:pt x="377269" y="63244"/>
                  <a:pt x="378965" y="66822"/>
                  <a:pt x="379992" y="70525"/>
                </a:cubicBezTo>
                <a:cubicBezTo>
                  <a:pt x="381018" y="74228"/>
                  <a:pt x="381532" y="78288"/>
                  <a:pt x="381532" y="82707"/>
                </a:cubicBezTo>
                <a:cubicBezTo>
                  <a:pt x="381532" y="86628"/>
                  <a:pt x="379696" y="88619"/>
                  <a:pt x="376024" y="88681"/>
                </a:cubicBezTo>
                <a:lnTo>
                  <a:pt x="330097" y="88681"/>
                </a:lnTo>
                <a:cubicBezTo>
                  <a:pt x="330097" y="88930"/>
                  <a:pt x="330066" y="89367"/>
                  <a:pt x="330003" y="89991"/>
                </a:cubicBezTo>
                <a:cubicBezTo>
                  <a:pt x="329941" y="90615"/>
                  <a:pt x="329910" y="91177"/>
                  <a:pt x="329910" y="91677"/>
                </a:cubicBezTo>
                <a:cubicBezTo>
                  <a:pt x="329910" y="100855"/>
                  <a:pt x="332010" y="107722"/>
                  <a:pt x="336211" y="112278"/>
                </a:cubicBezTo>
                <a:cubicBezTo>
                  <a:pt x="340412" y="116835"/>
                  <a:pt x="346339" y="119113"/>
                  <a:pt x="353994" y="119113"/>
                </a:cubicBezTo>
                <a:cubicBezTo>
                  <a:pt x="364325" y="119175"/>
                  <a:pt x="372788" y="115804"/>
                  <a:pt x="379385" y="108999"/>
                </a:cubicBezTo>
                <a:close/>
                <a:moveTo>
                  <a:pt x="434147" y="110338"/>
                </a:moveTo>
                <a:cubicBezTo>
                  <a:pt x="434147" y="117868"/>
                  <a:pt x="434723" y="122520"/>
                  <a:pt x="435874" y="124294"/>
                </a:cubicBezTo>
                <a:cubicBezTo>
                  <a:pt x="437025" y="126067"/>
                  <a:pt x="439748" y="127141"/>
                  <a:pt x="444042" y="127514"/>
                </a:cubicBezTo>
                <a:cubicBezTo>
                  <a:pt x="444540" y="128012"/>
                  <a:pt x="444804" y="129101"/>
                  <a:pt x="444836" y="130782"/>
                </a:cubicBezTo>
                <a:cubicBezTo>
                  <a:pt x="444867" y="132462"/>
                  <a:pt x="444602" y="133551"/>
                  <a:pt x="444042" y="134049"/>
                </a:cubicBezTo>
                <a:cubicBezTo>
                  <a:pt x="433089" y="133800"/>
                  <a:pt x="425652" y="133675"/>
                  <a:pt x="421732" y="133675"/>
                </a:cubicBezTo>
                <a:cubicBezTo>
                  <a:pt x="414948" y="133675"/>
                  <a:pt x="406205" y="133800"/>
                  <a:pt x="395501" y="134049"/>
                </a:cubicBezTo>
                <a:cubicBezTo>
                  <a:pt x="395003" y="133551"/>
                  <a:pt x="394754" y="132477"/>
                  <a:pt x="394754" y="130828"/>
                </a:cubicBezTo>
                <a:cubicBezTo>
                  <a:pt x="394754" y="129179"/>
                  <a:pt x="395003" y="128074"/>
                  <a:pt x="395501" y="127514"/>
                </a:cubicBezTo>
                <a:cubicBezTo>
                  <a:pt x="401600" y="127016"/>
                  <a:pt x="405427" y="125943"/>
                  <a:pt x="406983" y="124294"/>
                </a:cubicBezTo>
                <a:cubicBezTo>
                  <a:pt x="408538" y="122645"/>
                  <a:pt x="409316" y="117993"/>
                  <a:pt x="409316" y="110338"/>
                </a:cubicBezTo>
                <a:lnTo>
                  <a:pt x="409316" y="74586"/>
                </a:lnTo>
                <a:cubicBezTo>
                  <a:pt x="409316" y="69234"/>
                  <a:pt x="408585" y="65795"/>
                  <a:pt x="407123" y="64271"/>
                </a:cubicBezTo>
                <a:cubicBezTo>
                  <a:pt x="405660" y="62746"/>
                  <a:pt x="402253" y="61735"/>
                  <a:pt x="396901" y="61237"/>
                </a:cubicBezTo>
                <a:cubicBezTo>
                  <a:pt x="396154" y="58810"/>
                  <a:pt x="395999" y="56756"/>
                  <a:pt x="396434" y="55076"/>
                </a:cubicBezTo>
                <a:cubicBezTo>
                  <a:pt x="407263" y="53623"/>
                  <a:pt x="417842" y="51507"/>
                  <a:pt x="428173" y="48728"/>
                </a:cubicBezTo>
                <a:cubicBezTo>
                  <a:pt x="430973" y="48728"/>
                  <a:pt x="432467" y="49824"/>
                  <a:pt x="432654" y="52016"/>
                </a:cubicBezTo>
                <a:cubicBezTo>
                  <a:pt x="433214" y="55833"/>
                  <a:pt x="433618" y="59965"/>
                  <a:pt x="433867" y="64411"/>
                </a:cubicBezTo>
                <a:cubicBezTo>
                  <a:pt x="449052" y="53893"/>
                  <a:pt x="459662" y="48666"/>
                  <a:pt x="465699" y="48728"/>
                </a:cubicBezTo>
                <a:cubicBezTo>
                  <a:pt x="482626" y="48728"/>
                  <a:pt x="491090" y="58934"/>
                  <a:pt x="491090" y="79346"/>
                </a:cubicBezTo>
                <a:lnTo>
                  <a:pt x="491090" y="109218"/>
                </a:lnTo>
                <a:cubicBezTo>
                  <a:pt x="491090" y="116997"/>
                  <a:pt x="492023" y="121929"/>
                  <a:pt x="493890" y="124014"/>
                </a:cubicBezTo>
                <a:cubicBezTo>
                  <a:pt x="495757" y="126099"/>
                  <a:pt x="499740" y="127265"/>
                  <a:pt x="505839" y="127514"/>
                </a:cubicBezTo>
                <a:cubicBezTo>
                  <a:pt x="506461" y="128012"/>
                  <a:pt x="506772" y="129101"/>
                  <a:pt x="506772" y="130782"/>
                </a:cubicBezTo>
                <a:cubicBezTo>
                  <a:pt x="506772" y="132462"/>
                  <a:pt x="506461" y="133551"/>
                  <a:pt x="505839" y="134049"/>
                </a:cubicBezTo>
                <a:cubicBezTo>
                  <a:pt x="494886" y="133800"/>
                  <a:pt x="485831" y="133675"/>
                  <a:pt x="478674" y="133675"/>
                </a:cubicBezTo>
                <a:cubicBezTo>
                  <a:pt x="473820" y="133675"/>
                  <a:pt x="466041" y="133800"/>
                  <a:pt x="455337" y="134049"/>
                </a:cubicBezTo>
                <a:cubicBezTo>
                  <a:pt x="454715" y="133551"/>
                  <a:pt x="454404" y="132477"/>
                  <a:pt x="454404" y="130828"/>
                </a:cubicBezTo>
                <a:cubicBezTo>
                  <a:pt x="454404" y="129179"/>
                  <a:pt x="454715" y="128074"/>
                  <a:pt x="455337" y="127514"/>
                </a:cubicBezTo>
                <a:cubicBezTo>
                  <a:pt x="459569" y="127265"/>
                  <a:pt x="462447" y="126036"/>
                  <a:pt x="463972" y="123827"/>
                </a:cubicBezTo>
                <a:cubicBezTo>
                  <a:pt x="465497" y="121618"/>
                  <a:pt x="466259" y="116748"/>
                  <a:pt x="466259" y="109218"/>
                </a:cubicBezTo>
                <a:lnTo>
                  <a:pt x="466259" y="77293"/>
                </a:lnTo>
                <a:cubicBezTo>
                  <a:pt x="466259" y="67709"/>
                  <a:pt x="461809" y="62917"/>
                  <a:pt x="452910" y="62917"/>
                </a:cubicBezTo>
                <a:cubicBezTo>
                  <a:pt x="449114" y="62917"/>
                  <a:pt x="442860" y="65904"/>
                  <a:pt x="434147" y="71879"/>
                </a:cubicBezTo>
                <a:lnTo>
                  <a:pt x="434147" y="72252"/>
                </a:lnTo>
                <a:lnTo>
                  <a:pt x="434147" y="110338"/>
                </a:lnTo>
                <a:close/>
                <a:moveTo>
                  <a:pt x="575568" y="115432"/>
                </a:moveTo>
                <a:cubicBezTo>
                  <a:pt x="575568" y="114868"/>
                  <a:pt x="575553" y="114320"/>
                  <a:pt x="575522" y="113789"/>
                </a:cubicBezTo>
                <a:cubicBezTo>
                  <a:pt x="575491" y="113256"/>
                  <a:pt x="575475" y="112724"/>
                  <a:pt x="575475" y="112193"/>
                </a:cubicBezTo>
                <a:cubicBezTo>
                  <a:pt x="575475" y="111661"/>
                  <a:pt x="575475" y="111112"/>
                  <a:pt x="575475" y="110548"/>
                </a:cubicBezTo>
                <a:lnTo>
                  <a:pt x="575475" y="63235"/>
                </a:lnTo>
                <a:cubicBezTo>
                  <a:pt x="573359" y="60357"/>
                  <a:pt x="571197" y="58496"/>
                  <a:pt x="568987" y="57652"/>
                </a:cubicBezTo>
                <a:cubicBezTo>
                  <a:pt x="566778" y="56806"/>
                  <a:pt x="564149" y="56383"/>
                  <a:pt x="561099" y="56383"/>
                </a:cubicBezTo>
                <a:cubicBezTo>
                  <a:pt x="555001" y="56383"/>
                  <a:pt x="550302" y="59136"/>
                  <a:pt x="547004" y="64644"/>
                </a:cubicBezTo>
                <a:cubicBezTo>
                  <a:pt x="543830" y="69901"/>
                  <a:pt x="542212" y="78224"/>
                  <a:pt x="542150" y="89615"/>
                </a:cubicBezTo>
                <a:cubicBezTo>
                  <a:pt x="542150" y="100379"/>
                  <a:pt x="543752" y="108609"/>
                  <a:pt x="546957" y="114306"/>
                </a:cubicBezTo>
                <a:cubicBezTo>
                  <a:pt x="550162" y="120000"/>
                  <a:pt x="554254" y="122847"/>
                  <a:pt x="559232" y="122847"/>
                </a:cubicBezTo>
                <a:cubicBezTo>
                  <a:pt x="559792" y="122847"/>
                  <a:pt x="560773" y="122613"/>
                  <a:pt x="562173" y="122144"/>
                </a:cubicBezTo>
                <a:cubicBezTo>
                  <a:pt x="563573" y="121673"/>
                  <a:pt x="565082" y="121078"/>
                  <a:pt x="566700" y="120359"/>
                </a:cubicBezTo>
                <a:cubicBezTo>
                  <a:pt x="568318" y="119639"/>
                  <a:pt x="569967" y="118826"/>
                  <a:pt x="571648" y="117920"/>
                </a:cubicBezTo>
                <a:cubicBezTo>
                  <a:pt x="573328" y="117012"/>
                  <a:pt x="574635" y="116182"/>
                  <a:pt x="575568" y="115432"/>
                </a:cubicBezTo>
                <a:moveTo>
                  <a:pt x="576129" y="124434"/>
                </a:moveTo>
                <a:lnTo>
                  <a:pt x="574542" y="124434"/>
                </a:lnTo>
                <a:cubicBezTo>
                  <a:pt x="571368" y="126629"/>
                  <a:pt x="567260" y="129030"/>
                  <a:pt x="562220" y="131636"/>
                </a:cubicBezTo>
                <a:cubicBezTo>
                  <a:pt x="557179" y="134240"/>
                  <a:pt x="553507" y="135542"/>
                  <a:pt x="551204" y="135542"/>
                </a:cubicBezTo>
                <a:cubicBezTo>
                  <a:pt x="546226" y="135542"/>
                  <a:pt x="542212" y="134947"/>
                  <a:pt x="539162" y="133757"/>
                </a:cubicBezTo>
                <a:cubicBezTo>
                  <a:pt x="536113" y="132567"/>
                  <a:pt x="532659" y="130469"/>
                  <a:pt x="528801" y="127465"/>
                </a:cubicBezTo>
                <a:cubicBezTo>
                  <a:pt x="524320" y="124021"/>
                  <a:pt x="520975" y="119387"/>
                  <a:pt x="518766" y="113565"/>
                </a:cubicBezTo>
                <a:cubicBezTo>
                  <a:pt x="516556" y="107740"/>
                  <a:pt x="515452" y="101728"/>
                  <a:pt x="515452" y="95528"/>
                </a:cubicBezTo>
                <a:cubicBezTo>
                  <a:pt x="515452" y="82935"/>
                  <a:pt x="520073" y="71987"/>
                  <a:pt x="529314" y="62684"/>
                </a:cubicBezTo>
                <a:cubicBezTo>
                  <a:pt x="538556" y="53380"/>
                  <a:pt x="549337" y="48728"/>
                  <a:pt x="561659" y="48728"/>
                </a:cubicBezTo>
                <a:cubicBezTo>
                  <a:pt x="566763" y="48728"/>
                  <a:pt x="571368" y="49444"/>
                  <a:pt x="575475" y="50875"/>
                </a:cubicBezTo>
                <a:lnTo>
                  <a:pt x="575475" y="25837"/>
                </a:lnTo>
                <a:cubicBezTo>
                  <a:pt x="575475" y="19332"/>
                  <a:pt x="574837" y="15439"/>
                  <a:pt x="573561" y="14157"/>
                </a:cubicBezTo>
                <a:cubicBezTo>
                  <a:pt x="572286" y="12873"/>
                  <a:pt x="568598" y="11951"/>
                  <a:pt x="562500" y="11389"/>
                </a:cubicBezTo>
                <a:cubicBezTo>
                  <a:pt x="561504" y="9559"/>
                  <a:pt x="561286" y="7380"/>
                  <a:pt x="561846" y="4854"/>
                </a:cubicBezTo>
                <a:cubicBezTo>
                  <a:pt x="577653" y="4255"/>
                  <a:pt x="589633" y="2637"/>
                  <a:pt x="597785" y="0"/>
                </a:cubicBezTo>
                <a:cubicBezTo>
                  <a:pt x="599839" y="0"/>
                  <a:pt x="600866" y="809"/>
                  <a:pt x="600866" y="2427"/>
                </a:cubicBezTo>
                <a:cubicBezTo>
                  <a:pt x="600493" y="7165"/>
                  <a:pt x="600306" y="13678"/>
                  <a:pt x="600306" y="21966"/>
                </a:cubicBezTo>
                <a:lnTo>
                  <a:pt x="600306" y="108168"/>
                </a:lnTo>
                <a:cubicBezTo>
                  <a:pt x="600306" y="113652"/>
                  <a:pt x="601099" y="117376"/>
                  <a:pt x="602686" y="119341"/>
                </a:cubicBezTo>
                <a:cubicBezTo>
                  <a:pt x="604273" y="121305"/>
                  <a:pt x="607618" y="122536"/>
                  <a:pt x="612721" y="123034"/>
                </a:cubicBezTo>
                <a:cubicBezTo>
                  <a:pt x="613468" y="125461"/>
                  <a:pt x="613592" y="127514"/>
                  <a:pt x="613095" y="129195"/>
                </a:cubicBezTo>
                <a:cubicBezTo>
                  <a:pt x="602266" y="130647"/>
                  <a:pt x="591687" y="132763"/>
                  <a:pt x="581356" y="135542"/>
                </a:cubicBezTo>
                <a:cubicBezTo>
                  <a:pt x="578556" y="135542"/>
                  <a:pt x="577093" y="134476"/>
                  <a:pt x="576969" y="132342"/>
                </a:cubicBezTo>
                <a:cubicBezTo>
                  <a:pt x="576657" y="130082"/>
                  <a:pt x="576377" y="127446"/>
                  <a:pt x="576129" y="12443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764a3969a49e3"/>
          <a:stretch xmlns:a="http://schemas.openxmlformats.org/drawingml/2006/main"/>
        </p:blipFill>
        <p:spPr>
          <a:xfrm xmlns:a="http://schemas.openxmlformats.org/drawingml/2006/main">
            <a:off x="2347927" y="2398814"/>
            <a:ext cx="1582845" cy="743664"/>
          </a:xfrm>
          <a:prstGeom xmlns:a="http://schemas.openxmlformats.org/drawingml/2006/main" prst="rect">
            <a:avLst/>
          </a:prstGeom>
        </p:spPr>
      </p:pic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34dd87f0a45cf"/>
          <a:stretch xmlns:a="http://schemas.openxmlformats.org/drawingml/2006/main"/>
        </p:blipFill>
        <p:spPr>
          <a:xfrm xmlns:a="http://schemas.openxmlformats.org/drawingml/2006/main">
            <a:off x="3935259" y="2398814"/>
            <a:ext cx="20468" cy="743664"/>
          </a:xfrm>
          <a:prstGeom xmlns:a="http://schemas.openxmlformats.org/drawingml/2006/main" prst="rect">
            <a:avLst/>
          </a:prstGeom>
        </p:spPr>
      </p:pic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2fd99d82c4408"/>
          <a:stretch xmlns:a="http://schemas.openxmlformats.org/drawingml/2006/main"/>
        </p:blipFill>
        <p:spPr>
          <a:xfrm xmlns:a="http://schemas.openxmlformats.org/drawingml/2006/main">
            <a:off x="3971015" y="2398814"/>
            <a:ext cx="2353800" cy="743664"/>
          </a:xfrm>
          <a:prstGeom xmlns:a="http://schemas.openxmlformats.org/drawingml/2006/main" prst="rect">
            <a:avLst/>
          </a:prstGeom>
        </p:spPr>
      </p:pic>
      <p:pic>
        <p:nvPicPr>
          <p:cNvPr id="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a5e384f544c5f"/>
          <a:stretch xmlns:a="http://schemas.openxmlformats.org/drawingml/2006/main"/>
        </p:blipFill>
        <p:spPr>
          <a:xfrm xmlns:a="http://schemas.openxmlformats.org/drawingml/2006/main">
            <a:off x="3956123" y="2481760"/>
            <a:ext cx="10601" cy="577772"/>
          </a:xfrm>
          <a:prstGeom xmlns:a="http://schemas.openxmlformats.org/drawingml/2006/main" prst="rect">
            <a:avLst/>
          </a:prstGeom>
        </p:spPr>
      </p:pic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81ac52fd34c72"/>
          <a:stretch xmlns:a="http://schemas.openxmlformats.org/drawingml/2006/main"/>
        </p:blipFill>
        <p:spPr>
          <a:xfrm xmlns:a="http://schemas.openxmlformats.org/drawingml/2006/main">
            <a:off x="2479443" y="2398814"/>
            <a:ext cx="695906" cy="743664"/>
          </a:xfrm>
          <a:prstGeom xmlns:a="http://schemas.openxmlformats.org/drawingml/2006/main" prst="rect">
            <a:avLst/>
          </a:prstGeom>
        </p:spPr>
      </p:pic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C5DA4-C532-4825-B95A-2C76277F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82" y="2426532"/>
            <a:ext cx="3887314" cy="644595"/>
          </a:xfrm>
          <a:custGeom xmlns:a="http://schemas.openxmlformats.org/drawingml/2006/main">
            <a:pathLst>
              <a:path w="3887314" h="644595">
                <a:moveTo>
                  <a:pt x="0" y="184366"/>
                </a:moveTo>
                <a:cubicBezTo>
                  <a:pt x="0" y="133502"/>
                  <a:pt x="41205" y="92297"/>
                  <a:pt x="92097" y="92297"/>
                </a:cubicBezTo>
                <a:lnTo>
                  <a:pt x="2267598" y="92297"/>
                </a:lnTo>
                <a:lnTo>
                  <a:pt x="3344904" y="0"/>
                </a:lnTo>
                <a:lnTo>
                  <a:pt x="3239433" y="92297"/>
                </a:lnTo>
                <a:lnTo>
                  <a:pt x="3795217" y="92297"/>
                </a:lnTo>
                <a:cubicBezTo>
                  <a:pt x="3846109" y="92297"/>
                  <a:pt x="3887314" y="133502"/>
                  <a:pt x="3887314" y="184366"/>
                </a:cubicBezTo>
                <a:lnTo>
                  <a:pt x="3887314" y="552498"/>
                </a:lnTo>
                <a:cubicBezTo>
                  <a:pt x="3887314" y="603361"/>
                  <a:pt x="3846109" y="644595"/>
                  <a:pt x="3795217" y="644595"/>
                </a:cubicBezTo>
                <a:lnTo>
                  <a:pt x="92097" y="644595"/>
                </a:lnTo>
                <a:cubicBezTo>
                  <a:pt x="41205" y="644595"/>
                  <a:pt x="0" y="603361"/>
                  <a:pt x="0" y="552498"/>
                </a:cubicBezTo>
                <a:lnTo>
                  <a:pt x="0" y="18436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0F659-4F85-41D1-BA51-CA18F50B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067" y="2419845"/>
            <a:ext cx="3897944" cy="656568"/>
          </a:xfrm>
          <a:custGeom xmlns:a="http://schemas.openxmlformats.org/drawingml/2006/main">
            <a:pathLst>
              <a:path w="3897944" h="656568">
                <a:moveTo>
                  <a:pt x="5315" y="191052"/>
                </a:moveTo>
                <a:lnTo>
                  <a:pt x="0" y="191052"/>
                </a:lnTo>
                <a:cubicBezTo>
                  <a:pt x="0" y="137246"/>
                  <a:pt x="43605" y="93669"/>
                  <a:pt x="97412" y="93669"/>
                </a:cubicBezTo>
                <a:lnTo>
                  <a:pt x="2272684" y="93669"/>
                </a:lnTo>
                <a:lnTo>
                  <a:pt x="3365878" y="0"/>
                </a:lnTo>
                <a:lnTo>
                  <a:pt x="3258864" y="93669"/>
                </a:lnTo>
                <a:lnTo>
                  <a:pt x="3800532" y="93669"/>
                </a:lnTo>
                <a:cubicBezTo>
                  <a:pt x="3854339" y="93669"/>
                  <a:pt x="3897916" y="137246"/>
                  <a:pt x="3897944" y="191052"/>
                </a:cubicBezTo>
                <a:lnTo>
                  <a:pt x="3897944" y="559184"/>
                </a:lnTo>
                <a:cubicBezTo>
                  <a:pt x="3897916" y="612991"/>
                  <a:pt x="3854339" y="656568"/>
                  <a:pt x="3800532" y="656568"/>
                </a:cubicBezTo>
                <a:lnTo>
                  <a:pt x="97412" y="656568"/>
                </a:lnTo>
                <a:cubicBezTo>
                  <a:pt x="43605" y="656568"/>
                  <a:pt x="0" y="612991"/>
                  <a:pt x="0" y="559184"/>
                </a:cubicBezTo>
                <a:lnTo>
                  <a:pt x="0" y="191052"/>
                </a:lnTo>
                <a:lnTo>
                  <a:pt x="10630" y="191052"/>
                </a:lnTo>
                <a:lnTo>
                  <a:pt x="10630" y="559184"/>
                </a:lnTo>
                <a:cubicBezTo>
                  <a:pt x="10716" y="607133"/>
                  <a:pt x="49463" y="645881"/>
                  <a:pt x="97412" y="645966"/>
                </a:cubicBezTo>
                <a:lnTo>
                  <a:pt x="3800532" y="645966"/>
                </a:lnTo>
                <a:cubicBezTo>
                  <a:pt x="3848481" y="645881"/>
                  <a:pt x="3887229" y="607133"/>
                  <a:pt x="3887314" y="559184"/>
                </a:cubicBezTo>
                <a:lnTo>
                  <a:pt x="3887314" y="191052"/>
                </a:lnTo>
                <a:cubicBezTo>
                  <a:pt x="3887229" y="143132"/>
                  <a:pt x="3848481" y="104384"/>
                  <a:pt x="3800532" y="104299"/>
                </a:cubicBezTo>
                <a:lnTo>
                  <a:pt x="3230604" y="104299"/>
                </a:lnTo>
                <a:lnTo>
                  <a:pt x="3334502" y="13345"/>
                </a:lnTo>
                <a:lnTo>
                  <a:pt x="2273141" y="104299"/>
                </a:lnTo>
                <a:lnTo>
                  <a:pt x="97412" y="104299"/>
                </a:lnTo>
                <a:cubicBezTo>
                  <a:pt x="49463" y="104384"/>
                  <a:pt x="10716" y="143132"/>
                  <a:pt x="10630" y="191052"/>
                </a:cubicBezTo>
                <a:lnTo>
                  <a:pt x="5315" y="191052"/>
                </a:lnTo>
              </a:path>
            </a:pathLst>
          </a:custGeom>
          <a:solidFill xmlns:a="http://schemas.openxmlformats.org/drawingml/2006/main">
            <a:srgbClr val="DCDDD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������������������������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E4C21DEB-C061-4A23-AE93-037B6F52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265" y="2613500"/>
            <a:ext cx="3190833" cy="158653"/>
          </a:xfrm>
          <a:custGeom xmlns:a="http://schemas.openxmlformats.org/drawingml/2006/main">
            <a:pathLst>
              <a:path w="3190833" h="158653">
                <a:moveTo>
                  <a:pt x="49953" y="12945"/>
                </a:moveTo>
                <a:cubicBezTo>
                  <a:pt x="45859" y="12945"/>
                  <a:pt x="41890" y="13935"/>
                  <a:pt x="38045" y="15916"/>
                </a:cubicBezTo>
                <a:cubicBezTo>
                  <a:pt x="34201" y="17896"/>
                  <a:pt x="30633" y="20797"/>
                  <a:pt x="27341" y="24621"/>
                </a:cubicBezTo>
                <a:cubicBezTo>
                  <a:pt x="24050" y="28443"/>
                  <a:pt x="21381" y="33710"/>
                  <a:pt x="19334" y="40421"/>
                </a:cubicBezTo>
                <a:cubicBezTo>
                  <a:pt x="17287" y="47130"/>
                  <a:pt x="16264" y="54692"/>
                  <a:pt x="16264" y="63107"/>
                </a:cubicBezTo>
                <a:cubicBezTo>
                  <a:pt x="16264" y="78674"/>
                  <a:pt x="20233" y="91105"/>
                  <a:pt x="28171" y="100400"/>
                </a:cubicBezTo>
                <a:cubicBezTo>
                  <a:pt x="36109" y="109696"/>
                  <a:pt x="45582" y="114343"/>
                  <a:pt x="56591" y="114343"/>
                </a:cubicBezTo>
                <a:cubicBezTo>
                  <a:pt x="66548" y="114343"/>
                  <a:pt x="74694" y="109971"/>
                  <a:pt x="81028" y="101225"/>
                </a:cubicBezTo>
                <a:cubicBezTo>
                  <a:pt x="87362" y="92480"/>
                  <a:pt x="90529" y="80736"/>
                  <a:pt x="90529" y="65996"/>
                </a:cubicBezTo>
                <a:cubicBezTo>
                  <a:pt x="90529" y="49440"/>
                  <a:pt x="86684" y="36459"/>
                  <a:pt x="78995" y="27053"/>
                </a:cubicBezTo>
                <a:cubicBezTo>
                  <a:pt x="71306" y="17647"/>
                  <a:pt x="61625" y="12945"/>
                  <a:pt x="49953" y="12945"/>
                </a:cubicBezTo>
                <a:moveTo>
                  <a:pt x="106875" y="62778"/>
                </a:moveTo>
                <a:cubicBezTo>
                  <a:pt x="106875" y="76969"/>
                  <a:pt x="103363" y="89053"/>
                  <a:pt x="96337" y="99031"/>
                </a:cubicBezTo>
                <a:cubicBezTo>
                  <a:pt x="91580" y="105849"/>
                  <a:pt x="85509" y="111130"/>
                  <a:pt x="78124" y="114872"/>
                </a:cubicBezTo>
                <a:cubicBezTo>
                  <a:pt x="70739" y="118613"/>
                  <a:pt x="62427" y="120484"/>
                  <a:pt x="53189" y="120484"/>
                </a:cubicBezTo>
                <a:cubicBezTo>
                  <a:pt x="38253" y="120484"/>
                  <a:pt x="25654" y="115493"/>
                  <a:pt x="15392" y="105511"/>
                </a:cubicBezTo>
                <a:cubicBezTo>
                  <a:pt x="5131" y="95528"/>
                  <a:pt x="0" y="82356"/>
                  <a:pt x="0" y="65996"/>
                </a:cubicBezTo>
                <a:cubicBezTo>
                  <a:pt x="0" y="50998"/>
                  <a:pt x="3872" y="38185"/>
                  <a:pt x="11617" y="27559"/>
                </a:cubicBezTo>
                <a:cubicBezTo>
                  <a:pt x="16374" y="21028"/>
                  <a:pt x="22252" y="15936"/>
                  <a:pt x="29250" y="12283"/>
                </a:cubicBezTo>
                <a:cubicBezTo>
                  <a:pt x="36247" y="8631"/>
                  <a:pt x="43895" y="6804"/>
                  <a:pt x="52193" y="6804"/>
                </a:cubicBezTo>
                <a:cubicBezTo>
                  <a:pt x="67959" y="6804"/>
                  <a:pt x="81014" y="11856"/>
                  <a:pt x="91358" y="21961"/>
                </a:cubicBezTo>
                <a:cubicBezTo>
                  <a:pt x="101703" y="32065"/>
                  <a:pt x="106875" y="45671"/>
                  <a:pt x="106875" y="62778"/>
                </a:cubicBezTo>
                <a:close/>
                <a:moveTo>
                  <a:pt x="144324" y="57877"/>
                </a:moveTo>
                <a:cubicBezTo>
                  <a:pt x="152622" y="48722"/>
                  <a:pt x="161915" y="44144"/>
                  <a:pt x="172205" y="44144"/>
                </a:cubicBezTo>
                <a:cubicBezTo>
                  <a:pt x="178677" y="44144"/>
                  <a:pt x="183379" y="46069"/>
                  <a:pt x="186311" y="49919"/>
                </a:cubicBezTo>
                <a:cubicBezTo>
                  <a:pt x="189353" y="53990"/>
                  <a:pt x="190875" y="61525"/>
                  <a:pt x="190875" y="72525"/>
                </a:cubicBezTo>
                <a:lnTo>
                  <a:pt x="190875" y="97626"/>
                </a:lnTo>
                <a:cubicBezTo>
                  <a:pt x="190875" y="104264"/>
                  <a:pt x="191525" y="108365"/>
                  <a:pt x="192825" y="109930"/>
                </a:cubicBezTo>
                <a:cubicBezTo>
                  <a:pt x="194125" y="111493"/>
                  <a:pt x="197264" y="112521"/>
                  <a:pt x="202243" y="113016"/>
                </a:cubicBezTo>
                <a:cubicBezTo>
                  <a:pt x="202685" y="113505"/>
                  <a:pt x="202906" y="114498"/>
                  <a:pt x="202906" y="115995"/>
                </a:cubicBezTo>
                <a:cubicBezTo>
                  <a:pt x="202906" y="117492"/>
                  <a:pt x="202685" y="118546"/>
                  <a:pt x="202243" y="119156"/>
                </a:cubicBezTo>
                <a:cubicBezTo>
                  <a:pt x="192507" y="118912"/>
                  <a:pt x="186504" y="118790"/>
                  <a:pt x="184236" y="118790"/>
                </a:cubicBezTo>
                <a:cubicBezTo>
                  <a:pt x="182190" y="118790"/>
                  <a:pt x="176409" y="118912"/>
                  <a:pt x="166894" y="119156"/>
                </a:cubicBezTo>
                <a:cubicBezTo>
                  <a:pt x="166451" y="118667"/>
                  <a:pt x="166230" y="117674"/>
                  <a:pt x="166230" y="116177"/>
                </a:cubicBezTo>
                <a:cubicBezTo>
                  <a:pt x="166230" y="114680"/>
                  <a:pt x="166451" y="113626"/>
                  <a:pt x="166894" y="113016"/>
                </a:cubicBezTo>
                <a:cubicBezTo>
                  <a:pt x="171541" y="112577"/>
                  <a:pt x="174459" y="111562"/>
                  <a:pt x="175648" y="109971"/>
                </a:cubicBezTo>
                <a:cubicBezTo>
                  <a:pt x="176838" y="108379"/>
                  <a:pt x="177432" y="104264"/>
                  <a:pt x="177432" y="97626"/>
                </a:cubicBezTo>
                <a:lnTo>
                  <a:pt x="177432" y="72032"/>
                </a:lnTo>
                <a:cubicBezTo>
                  <a:pt x="177432" y="66053"/>
                  <a:pt x="176768" y="61719"/>
                  <a:pt x="175441" y="59031"/>
                </a:cubicBezTo>
                <a:cubicBezTo>
                  <a:pt x="173283" y="54970"/>
                  <a:pt x="170268" y="52940"/>
                  <a:pt x="166396" y="52940"/>
                </a:cubicBezTo>
                <a:cubicBezTo>
                  <a:pt x="159481" y="52940"/>
                  <a:pt x="152567" y="56259"/>
                  <a:pt x="145652" y="62897"/>
                </a:cubicBezTo>
                <a:cubicBezTo>
                  <a:pt x="143716" y="65037"/>
                  <a:pt x="142748" y="67397"/>
                  <a:pt x="142748" y="69976"/>
                </a:cubicBezTo>
                <a:lnTo>
                  <a:pt x="142748" y="97626"/>
                </a:lnTo>
                <a:cubicBezTo>
                  <a:pt x="142748" y="104264"/>
                  <a:pt x="143315" y="108365"/>
                  <a:pt x="144449" y="109930"/>
                </a:cubicBezTo>
                <a:cubicBezTo>
                  <a:pt x="145583" y="111493"/>
                  <a:pt x="148418" y="112521"/>
                  <a:pt x="152954" y="113016"/>
                </a:cubicBezTo>
                <a:cubicBezTo>
                  <a:pt x="153507" y="113626"/>
                  <a:pt x="153797" y="114680"/>
                  <a:pt x="153825" y="116177"/>
                </a:cubicBezTo>
                <a:cubicBezTo>
                  <a:pt x="153853" y="117674"/>
                  <a:pt x="153562" y="118667"/>
                  <a:pt x="152954" y="119156"/>
                </a:cubicBezTo>
                <a:cubicBezTo>
                  <a:pt x="143439" y="118912"/>
                  <a:pt x="137852" y="118790"/>
                  <a:pt x="136192" y="118790"/>
                </a:cubicBezTo>
                <a:cubicBezTo>
                  <a:pt x="133039" y="118790"/>
                  <a:pt x="126788" y="118912"/>
                  <a:pt x="117439" y="119156"/>
                </a:cubicBezTo>
                <a:cubicBezTo>
                  <a:pt x="116997" y="118667"/>
                  <a:pt x="116775" y="117674"/>
                  <a:pt x="116775" y="116177"/>
                </a:cubicBezTo>
                <a:cubicBezTo>
                  <a:pt x="116775" y="114680"/>
                  <a:pt x="116997" y="113626"/>
                  <a:pt x="117439" y="113016"/>
                </a:cubicBezTo>
                <a:cubicBezTo>
                  <a:pt x="122750" y="112577"/>
                  <a:pt x="126069" y="111589"/>
                  <a:pt x="127397" y="110054"/>
                </a:cubicBezTo>
                <a:cubicBezTo>
                  <a:pt x="128724" y="108518"/>
                  <a:pt x="129388" y="104375"/>
                  <a:pt x="129388" y="97626"/>
                </a:cubicBezTo>
                <a:lnTo>
                  <a:pt x="129388" y="64793"/>
                </a:lnTo>
                <a:cubicBezTo>
                  <a:pt x="129388" y="60075"/>
                  <a:pt x="128738" y="57099"/>
                  <a:pt x="127438" y="55865"/>
                </a:cubicBezTo>
                <a:cubicBezTo>
                  <a:pt x="126138" y="54630"/>
                  <a:pt x="123082" y="53794"/>
                  <a:pt x="118269" y="53355"/>
                </a:cubicBezTo>
                <a:cubicBezTo>
                  <a:pt x="117605" y="51386"/>
                  <a:pt x="117495" y="49754"/>
                  <a:pt x="117937" y="48459"/>
                </a:cubicBezTo>
                <a:cubicBezTo>
                  <a:pt x="126788" y="47372"/>
                  <a:pt x="133924" y="45767"/>
                  <a:pt x="139345" y="43646"/>
                </a:cubicBezTo>
                <a:cubicBezTo>
                  <a:pt x="140231" y="43646"/>
                  <a:pt x="140922" y="44088"/>
                  <a:pt x="141420" y="44971"/>
                </a:cubicBezTo>
                <a:cubicBezTo>
                  <a:pt x="142305" y="47011"/>
                  <a:pt x="142748" y="51313"/>
                  <a:pt x="142748" y="57877"/>
                </a:cubicBezTo>
                <a:cubicBezTo>
                  <a:pt x="142803" y="59250"/>
                  <a:pt x="143328" y="59250"/>
                  <a:pt x="144324" y="57877"/>
                </a:cubicBezTo>
                <a:close/>
                <a:moveTo>
                  <a:pt x="285083" y="30318"/>
                </a:moveTo>
                <a:lnTo>
                  <a:pt x="285083" y="101445"/>
                </a:lnTo>
                <a:cubicBezTo>
                  <a:pt x="285083" y="107183"/>
                  <a:pt x="284571" y="112258"/>
                  <a:pt x="283548" y="116672"/>
                </a:cubicBezTo>
                <a:cubicBezTo>
                  <a:pt x="282524" y="121085"/>
                  <a:pt x="280989" y="124877"/>
                  <a:pt x="278942" y="128048"/>
                </a:cubicBezTo>
                <a:cubicBezTo>
                  <a:pt x="276896" y="131220"/>
                  <a:pt x="275139" y="133592"/>
                  <a:pt x="273673" y="135163"/>
                </a:cubicBezTo>
                <a:cubicBezTo>
                  <a:pt x="272207" y="136736"/>
                  <a:pt x="270230" y="138599"/>
                  <a:pt x="267740" y="140751"/>
                </a:cubicBezTo>
                <a:cubicBezTo>
                  <a:pt x="262098" y="145605"/>
                  <a:pt x="255460" y="148032"/>
                  <a:pt x="247826" y="148032"/>
                </a:cubicBezTo>
                <a:cubicBezTo>
                  <a:pt x="245336" y="148032"/>
                  <a:pt x="242598" y="147189"/>
                  <a:pt x="239611" y="145501"/>
                </a:cubicBezTo>
                <a:cubicBezTo>
                  <a:pt x="236624" y="143814"/>
                  <a:pt x="235130" y="141615"/>
                  <a:pt x="235130" y="138905"/>
                </a:cubicBezTo>
                <a:cubicBezTo>
                  <a:pt x="235130" y="137190"/>
                  <a:pt x="236029" y="135544"/>
                  <a:pt x="237827" y="133968"/>
                </a:cubicBezTo>
                <a:cubicBezTo>
                  <a:pt x="239625" y="132391"/>
                  <a:pt x="241215" y="131603"/>
                  <a:pt x="242598" y="131603"/>
                </a:cubicBezTo>
                <a:cubicBezTo>
                  <a:pt x="243870" y="131603"/>
                  <a:pt x="244949" y="131824"/>
                  <a:pt x="245834" y="132266"/>
                </a:cubicBezTo>
                <a:cubicBezTo>
                  <a:pt x="246719" y="132709"/>
                  <a:pt x="247355" y="133124"/>
                  <a:pt x="247743" y="133511"/>
                </a:cubicBezTo>
                <a:cubicBezTo>
                  <a:pt x="248130" y="133898"/>
                  <a:pt x="248586" y="134576"/>
                  <a:pt x="249112" y="135544"/>
                </a:cubicBezTo>
                <a:cubicBezTo>
                  <a:pt x="249637" y="136512"/>
                  <a:pt x="250011" y="137107"/>
                  <a:pt x="250232" y="137328"/>
                </a:cubicBezTo>
                <a:cubicBezTo>
                  <a:pt x="251726" y="139375"/>
                  <a:pt x="253717" y="140398"/>
                  <a:pt x="256206" y="140398"/>
                </a:cubicBezTo>
                <a:cubicBezTo>
                  <a:pt x="258474" y="140398"/>
                  <a:pt x="260563" y="139668"/>
                  <a:pt x="262471" y="138207"/>
                </a:cubicBezTo>
                <a:cubicBezTo>
                  <a:pt x="264380" y="136746"/>
                  <a:pt x="266219" y="133217"/>
                  <a:pt x="267989" y="127620"/>
                </a:cubicBezTo>
                <a:cubicBezTo>
                  <a:pt x="269759" y="122024"/>
                  <a:pt x="270645" y="114540"/>
                  <a:pt x="270645" y="105166"/>
                </a:cubicBezTo>
                <a:lnTo>
                  <a:pt x="270645" y="30318"/>
                </a:lnTo>
                <a:cubicBezTo>
                  <a:pt x="270645" y="23536"/>
                  <a:pt x="269676" y="19333"/>
                  <a:pt x="267740" y="17708"/>
                </a:cubicBezTo>
                <a:cubicBezTo>
                  <a:pt x="265804" y="16081"/>
                  <a:pt x="261268" y="15157"/>
                  <a:pt x="254132" y="14936"/>
                </a:cubicBezTo>
                <a:cubicBezTo>
                  <a:pt x="253689" y="14454"/>
                  <a:pt x="253468" y="13461"/>
                  <a:pt x="253468" y="11957"/>
                </a:cubicBezTo>
                <a:cubicBezTo>
                  <a:pt x="253468" y="10451"/>
                  <a:pt x="253689" y="9397"/>
                  <a:pt x="254132" y="8796"/>
                </a:cubicBezTo>
                <a:cubicBezTo>
                  <a:pt x="265472" y="9036"/>
                  <a:pt x="273355" y="9156"/>
                  <a:pt x="277781" y="9156"/>
                </a:cubicBezTo>
                <a:cubicBezTo>
                  <a:pt x="280270" y="9156"/>
                  <a:pt x="287074" y="9036"/>
                  <a:pt x="298193" y="8796"/>
                </a:cubicBezTo>
                <a:cubicBezTo>
                  <a:pt x="298746" y="9397"/>
                  <a:pt x="299023" y="10436"/>
                  <a:pt x="299023" y="11912"/>
                </a:cubicBezTo>
                <a:cubicBezTo>
                  <a:pt x="299023" y="13387"/>
                  <a:pt x="298746" y="14395"/>
                  <a:pt x="298193" y="14936"/>
                </a:cubicBezTo>
                <a:cubicBezTo>
                  <a:pt x="292772" y="15157"/>
                  <a:pt x="289232" y="16109"/>
                  <a:pt x="287572" y="17791"/>
                </a:cubicBezTo>
                <a:cubicBezTo>
                  <a:pt x="285912" y="19471"/>
                  <a:pt x="285083" y="23647"/>
                  <a:pt x="285083" y="30318"/>
                </a:cubicBezTo>
                <a:close/>
                <a:moveTo>
                  <a:pt x="338277" y="120484"/>
                </a:moveTo>
                <a:cubicBezTo>
                  <a:pt x="330477" y="120484"/>
                  <a:pt x="324876" y="118314"/>
                  <a:pt x="321474" y="113975"/>
                </a:cubicBezTo>
                <a:cubicBezTo>
                  <a:pt x="318072" y="109636"/>
                  <a:pt x="316371" y="104122"/>
                  <a:pt x="316371" y="97434"/>
                </a:cubicBezTo>
                <a:lnTo>
                  <a:pt x="316371" y="65104"/>
                </a:lnTo>
                <a:cubicBezTo>
                  <a:pt x="316371" y="59838"/>
                  <a:pt x="315666" y="56356"/>
                  <a:pt x="314255" y="54656"/>
                </a:cubicBezTo>
                <a:cubicBezTo>
                  <a:pt x="312845" y="52955"/>
                  <a:pt x="310037" y="51941"/>
                  <a:pt x="305833" y="51612"/>
                </a:cubicBezTo>
                <a:cubicBezTo>
                  <a:pt x="305390" y="51130"/>
                  <a:pt x="305169" y="50151"/>
                  <a:pt x="305169" y="48677"/>
                </a:cubicBezTo>
                <a:cubicBezTo>
                  <a:pt x="305169" y="47202"/>
                  <a:pt x="305390" y="46134"/>
                  <a:pt x="305833" y="45472"/>
                </a:cubicBezTo>
                <a:cubicBezTo>
                  <a:pt x="314241" y="45712"/>
                  <a:pt x="320022" y="45832"/>
                  <a:pt x="323175" y="45832"/>
                </a:cubicBezTo>
                <a:cubicBezTo>
                  <a:pt x="325997" y="45832"/>
                  <a:pt x="327988" y="45712"/>
                  <a:pt x="329150" y="45472"/>
                </a:cubicBezTo>
                <a:cubicBezTo>
                  <a:pt x="330035" y="45472"/>
                  <a:pt x="330477" y="45863"/>
                  <a:pt x="330477" y="46646"/>
                </a:cubicBezTo>
                <a:cubicBezTo>
                  <a:pt x="330035" y="54942"/>
                  <a:pt x="329813" y="60778"/>
                  <a:pt x="329813" y="64152"/>
                </a:cubicBezTo>
                <a:lnTo>
                  <a:pt x="329813" y="95012"/>
                </a:lnTo>
                <a:cubicBezTo>
                  <a:pt x="329813" y="101706"/>
                  <a:pt x="331196" y="106297"/>
                  <a:pt x="333962" y="108786"/>
                </a:cubicBezTo>
                <a:cubicBezTo>
                  <a:pt x="336728" y="111274"/>
                  <a:pt x="339881" y="112518"/>
                  <a:pt x="343422" y="112518"/>
                </a:cubicBezTo>
                <a:cubicBezTo>
                  <a:pt x="348511" y="112518"/>
                  <a:pt x="354181" y="109825"/>
                  <a:pt x="360432" y="104440"/>
                </a:cubicBezTo>
                <a:cubicBezTo>
                  <a:pt x="362258" y="102847"/>
                  <a:pt x="363143" y="100649"/>
                  <a:pt x="363088" y="97849"/>
                </a:cubicBezTo>
                <a:lnTo>
                  <a:pt x="363088" y="65293"/>
                </a:lnTo>
                <a:cubicBezTo>
                  <a:pt x="363088" y="59908"/>
                  <a:pt x="362410" y="56337"/>
                  <a:pt x="361055" y="54579"/>
                </a:cubicBezTo>
                <a:cubicBezTo>
                  <a:pt x="359699" y="52821"/>
                  <a:pt x="356864" y="51832"/>
                  <a:pt x="352549" y="51612"/>
                </a:cubicBezTo>
                <a:cubicBezTo>
                  <a:pt x="351996" y="51130"/>
                  <a:pt x="351720" y="50151"/>
                  <a:pt x="351720" y="48677"/>
                </a:cubicBezTo>
                <a:cubicBezTo>
                  <a:pt x="351720" y="47202"/>
                  <a:pt x="351996" y="46134"/>
                  <a:pt x="352549" y="45472"/>
                </a:cubicBezTo>
                <a:cubicBezTo>
                  <a:pt x="360958" y="45712"/>
                  <a:pt x="366739" y="45832"/>
                  <a:pt x="369892" y="45832"/>
                </a:cubicBezTo>
                <a:cubicBezTo>
                  <a:pt x="372713" y="45832"/>
                  <a:pt x="374704" y="45712"/>
                  <a:pt x="375866" y="45472"/>
                </a:cubicBezTo>
                <a:cubicBezTo>
                  <a:pt x="376751" y="45472"/>
                  <a:pt x="377194" y="45863"/>
                  <a:pt x="377194" y="46646"/>
                </a:cubicBezTo>
                <a:cubicBezTo>
                  <a:pt x="376751" y="54932"/>
                  <a:pt x="376530" y="60760"/>
                  <a:pt x="376530" y="64129"/>
                </a:cubicBezTo>
                <a:lnTo>
                  <a:pt x="376530" y="96692"/>
                </a:lnTo>
                <a:cubicBezTo>
                  <a:pt x="376530" y="101111"/>
                  <a:pt x="377304" y="104163"/>
                  <a:pt x="378853" y="105848"/>
                </a:cubicBezTo>
                <a:cubicBezTo>
                  <a:pt x="380402" y="107532"/>
                  <a:pt x="383777" y="108594"/>
                  <a:pt x="388977" y="109033"/>
                </a:cubicBezTo>
                <a:cubicBezTo>
                  <a:pt x="389530" y="109600"/>
                  <a:pt x="389806" y="110400"/>
                  <a:pt x="389806" y="111434"/>
                </a:cubicBezTo>
                <a:cubicBezTo>
                  <a:pt x="389806" y="112466"/>
                  <a:pt x="389530" y="113214"/>
                  <a:pt x="388977" y="113679"/>
                </a:cubicBezTo>
                <a:cubicBezTo>
                  <a:pt x="379462" y="114800"/>
                  <a:pt x="372602" y="117068"/>
                  <a:pt x="368398" y="120484"/>
                </a:cubicBezTo>
                <a:cubicBezTo>
                  <a:pt x="367126" y="120816"/>
                  <a:pt x="366047" y="120816"/>
                  <a:pt x="365162" y="120484"/>
                </a:cubicBezTo>
                <a:cubicBezTo>
                  <a:pt x="363890" y="116369"/>
                  <a:pt x="363254" y="113034"/>
                  <a:pt x="363254" y="110477"/>
                </a:cubicBezTo>
                <a:cubicBezTo>
                  <a:pt x="363254" y="109186"/>
                  <a:pt x="362590" y="109130"/>
                  <a:pt x="361262" y="110309"/>
                </a:cubicBezTo>
                <a:cubicBezTo>
                  <a:pt x="352964" y="117092"/>
                  <a:pt x="345303" y="120484"/>
                  <a:pt x="338277" y="120484"/>
                </a:cubicBezTo>
                <a:close/>
                <a:moveTo>
                  <a:pt x="421970" y="57877"/>
                </a:moveTo>
                <a:cubicBezTo>
                  <a:pt x="430267" y="48722"/>
                  <a:pt x="439561" y="44144"/>
                  <a:pt x="449850" y="44144"/>
                </a:cubicBezTo>
                <a:cubicBezTo>
                  <a:pt x="456322" y="44144"/>
                  <a:pt x="461025" y="46069"/>
                  <a:pt x="463956" y="49919"/>
                </a:cubicBezTo>
                <a:cubicBezTo>
                  <a:pt x="466999" y="53990"/>
                  <a:pt x="468520" y="61525"/>
                  <a:pt x="468520" y="72525"/>
                </a:cubicBezTo>
                <a:lnTo>
                  <a:pt x="468520" y="97626"/>
                </a:lnTo>
                <a:cubicBezTo>
                  <a:pt x="468520" y="104264"/>
                  <a:pt x="469170" y="108365"/>
                  <a:pt x="470470" y="109930"/>
                </a:cubicBezTo>
                <a:cubicBezTo>
                  <a:pt x="471770" y="111493"/>
                  <a:pt x="474910" y="112521"/>
                  <a:pt x="479888" y="113016"/>
                </a:cubicBezTo>
                <a:cubicBezTo>
                  <a:pt x="480331" y="113505"/>
                  <a:pt x="480552" y="114498"/>
                  <a:pt x="480552" y="115995"/>
                </a:cubicBezTo>
                <a:cubicBezTo>
                  <a:pt x="480552" y="117492"/>
                  <a:pt x="480331" y="118546"/>
                  <a:pt x="479888" y="119156"/>
                </a:cubicBezTo>
                <a:cubicBezTo>
                  <a:pt x="470152" y="118912"/>
                  <a:pt x="464150" y="118790"/>
                  <a:pt x="461882" y="118790"/>
                </a:cubicBezTo>
                <a:cubicBezTo>
                  <a:pt x="459835" y="118790"/>
                  <a:pt x="454054" y="118912"/>
                  <a:pt x="444540" y="119156"/>
                </a:cubicBezTo>
                <a:cubicBezTo>
                  <a:pt x="444097" y="118667"/>
                  <a:pt x="443876" y="117674"/>
                  <a:pt x="443876" y="116177"/>
                </a:cubicBezTo>
                <a:cubicBezTo>
                  <a:pt x="443876" y="114680"/>
                  <a:pt x="444097" y="113626"/>
                  <a:pt x="444540" y="113016"/>
                </a:cubicBezTo>
                <a:cubicBezTo>
                  <a:pt x="449186" y="112577"/>
                  <a:pt x="452104" y="111562"/>
                  <a:pt x="453294" y="109971"/>
                </a:cubicBezTo>
                <a:cubicBezTo>
                  <a:pt x="454483" y="108379"/>
                  <a:pt x="455078" y="104264"/>
                  <a:pt x="455078" y="97626"/>
                </a:cubicBezTo>
                <a:lnTo>
                  <a:pt x="455078" y="72032"/>
                </a:lnTo>
                <a:cubicBezTo>
                  <a:pt x="455078" y="66053"/>
                  <a:pt x="454414" y="61719"/>
                  <a:pt x="453086" y="59031"/>
                </a:cubicBezTo>
                <a:cubicBezTo>
                  <a:pt x="450929" y="54970"/>
                  <a:pt x="447914" y="52940"/>
                  <a:pt x="444042" y="52940"/>
                </a:cubicBezTo>
                <a:cubicBezTo>
                  <a:pt x="437127" y="52940"/>
                  <a:pt x="430212" y="56259"/>
                  <a:pt x="423297" y="62897"/>
                </a:cubicBezTo>
                <a:cubicBezTo>
                  <a:pt x="421361" y="65037"/>
                  <a:pt x="420393" y="67397"/>
                  <a:pt x="420393" y="69976"/>
                </a:cubicBezTo>
                <a:lnTo>
                  <a:pt x="420393" y="97626"/>
                </a:lnTo>
                <a:cubicBezTo>
                  <a:pt x="420393" y="104264"/>
                  <a:pt x="420960" y="108365"/>
                  <a:pt x="422094" y="109930"/>
                </a:cubicBezTo>
                <a:cubicBezTo>
                  <a:pt x="423228" y="111493"/>
                  <a:pt x="426063" y="112521"/>
                  <a:pt x="430599" y="113016"/>
                </a:cubicBezTo>
                <a:cubicBezTo>
                  <a:pt x="431153" y="113626"/>
                  <a:pt x="431443" y="114680"/>
                  <a:pt x="431471" y="116177"/>
                </a:cubicBezTo>
                <a:cubicBezTo>
                  <a:pt x="431498" y="117674"/>
                  <a:pt x="431208" y="118667"/>
                  <a:pt x="430599" y="119156"/>
                </a:cubicBezTo>
                <a:cubicBezTo>
                  <a:pt x="421085" y="118912"/>
                  <a:pt x="415497" y="118790"/>
                  <a:pt x="413838" y="118790"/>
                </a:cubicBezTo>
                <a:cubicBezTo>
                  <a:pt x="410685" y="118790"/>
                  <a:pt x="404434" y="118912"/>
                  <a:pt x="395085" y="119156"/>
                </a:cubicBezTo>
                <a:cubicBezTo>
                  <a:pt x="394642" y="118667"/>
                  <a:pt x="394421" y="117674"/>
                  <a:pt x="394421" y="116177"/>
                </a:cubicBezTo>
                <a:cubicBezTo>
                  <a:pt x="394421" y="114680"/>
                  <a:pt x="394642" y="113626"/>
                  <a:pt x="395085" y="113016"/>
                </a:cubicBezTo>
                <a:cubicBezTo>
                  <a:pt x="400396" y="112577"/>
                  <a:pt x="403715" y="111589"/>
                  <a:pt x="405042" y="110054"/>
                </a:cubicBezTo>
                <a:cubicBezTo>
                  <a:pt x="406370" y="108518"/>
                  <a:pt x="407034" y="104375"/>
                  <a:pt x="407034" y="97626"/>
                </a:cubicBezTo>
                <a:lnTo>
                  <a:pt x="407034" y="64793"/>
                </a:lnTo>
                <a:cubicBezTo>
                  <a:pt x="407034" y="60075"/>
                  <a:pt x="406384" y="57099"/>
                  <a:pt x="405084" y="55865"/>
                </a:cubicBezTo>
                <a:cubicBezTo>
                  <a:pt x="403784" y="54630"/>
                  <a:pt x="400727" y="53794"/>
                  <a:pt x="395915" y="53355"/>
                </a:cubicBezTo>
                <a:cubicBezTo>
                  <a:pt x="395251" y="51386"/>
                  <a:pt x="395140" y="49754"/>
                  <a:pt x="395583" y="48459"/>
                </a:cubicBezTo>
                <a:cubicBezTo>
                  <a:pt x="404434" y="47372"/>
                  <a:pt x="411570" y="45767"/>
                  <a:pt x="416991" y="43646"/>
                </a:cubicBezTo>
                <a:cubicBezTo>
                  <a:pt x="417876" y="43646"/>
                  <a:pt x="418568" y="44088"/>
                  <a:pt x="419065" y="44971"/>
                </a:cubicBezTo>
                <a:cubicBezTo>
                  <a:pt x="419951" y="47011"/>
                  <a:pt x="420393" y="51313"/>
                  <a:pt x="420393" y="57877"/>
                </a:cubicBezTo>
                <a:cubicBezTo>
                  <a:pt x="420448" y="59250"/>
                  <a:pt x="420974" y="59250"/>
                  <a:pt x="421970" y="57877"/>
                </a:cubicBezTo>
                <a:close/>
                <a:moveTo>
                  <a:pt x="503190" y="70531"/>
                </a:moveTo>
                <a:lnTo>
                  <a:pt x="533975" y="70051"/>
                </a:lnTo>
                <a:cubicBezTo>
                  <a:pt x="535690" y="70051"/>
                  <a:pt x="536520" y="69305"/>
                  <a:pt x="536464" y="67811"/>
                </a:cubicBezTo>
                <a:cubicBezTo>
                  <a:pt x="536464" y="61574"/>
                  <a:pt x="535081" y="57149"/>
                  <a:pt x="532315" y="54537"/>
                </a:cubicBezTo>
                <a:cubicBezTo>
                  <a:pt x="529550" y="51923"/>
                  <a:pt x="526230" y="50616"/>
                  <a:pt x="522358" y="50616"/>
                </a:cubicBezTo>
                <a:cubicBezTo>
                  <a:pt x="520865" y="50616"/>
                  <a:pt x="519399" y="50803"/>
                  <a:pt x="517960" y="51177"/>
                </a:cubicBezTo>
                <a:cubicBezTo>
                  <a:pt x="516522" y="51550"/>
                  <a:pt x="514752" y="52336"/>
                  <a:pt x="512650" y="53536"/>
                </a:cubicBezTo>
                <a:cubicBezTo>
                  <a:pt x="510548" y="54736"/>
                  <a:pt x="508639" y="56803"/>
                  <a:pt x="506924" y="59736"/>
                </a:cubicBezTo>
                <a:cubicBezTo>
                  <a:pt x="505209" y="62668"/>
                  <a:pt x="503965" y="66266"/>
                  <a:pt x="503190" y="70531"/>
                </a:cubicBezTo>
                <a:moveTo>
                  <a:pt x="547749" y="103058"/>
                </a:moveTo>
                <a:cubicBezTo>
                  <a:pt x="549685" y="103169"/>
                  <a:pt x="550875" y="104054"/>
                  <a:pt x="551317" y="105714"/>
                </a:cubicBezTo>
                <a:cubicBezTo>
                  <a:pt x="543739" y="115560"/>
                  <a:pt x="534086" y="120484"/>
                  <a:pt x="522358" y="120484"/>
                </a:cubicBezTo>
                <a:cubicBezTo>
                  <a:pt x="511129" y="120484"/>
                  <a:pt x="502471" y="116860"/>
                  <a:pt x="496386" y="109614"/>
                </a:cubicBezTo>
                <a:cubicBezTo>
                  <a:pt x="491076" y="103473"/>
                  <a:pt x="488420" y="95092"/>
                  <a:pt x="488420" y="84471"/>
                </a:cubicBezTo>
                <a:cubicBezTo>
                  <a:pt x="488420" y="72443"/>
                  <a:pt x="492016" y="62770"/>
                  <a:pt x="499207" y="55452"/>
                </a:cubicBezTo>
                <a:cubicBezTo>
                  <a:pt x="506399" y="48135"/>
                  <a:pt x="514116" y="44476"/>
                  <a:pt x="522358" y="44476"/>
                </a:cubicBezTo>
                <a:cubicBezTo>
                  <a:pt x="541498" y="44476"/>
                  <a:pt x="551068" y="54301"/>
                  <a:pt x="551068" y="73951"/>
                </a:cubicBezTo>
                <a:cubicBezTo>
                  <a:pt x="551068" y="75986"/>
                  <a:pt x="550017" y="77003"/>
                  <a:pt x="547915" y="77003"/>
                </a:cubicBezTo>
                <a:lnTo>
                  <a:pt x="502692" y="76671"/>
                </a:lnTo>
                <a:cubicBezTo>
                  <a:pt x="502692" y="86186"/>
                  <a:pt x="504490" y="93958"/>
                  <a:pt x="508086" y="99988"/>
                </a:cubicBezTo>
                <a:cubicBezTo>
                  <a:pt x="513065" y="108120"/>
                  <a:pt x="519260" y="112186"/>
                  <a:pt x="526673" y="112186"/>
                </a:cubicBezTo>
                <a:cubicBezTo>
                  <a:pt x="531430" y="112186"/>
                  <a:pt x="535317" y="111508"/>
                  <a:pt x="538331" y="110153"/>
                </a:cubicBezTo>
                <a:cubicBezTo>
                  <a:pt x="541346" y="108798"/>
                  <a:pt x="544486" y="106433"/>
                  <a:pt x="547749" y="103058"/>
                </a:cubicBezTo>
                <a:close/>
                <a:moveTo>
                  <a:pt x="629539" y="27881"/>
                </a:moveTo>
                <a:cubicBezTo>
                  <a:pt x="627382" y="27881"/>
                  <a:pt x="625543" y="28143"/>
                  <a:pt x="624021" y="28669"/>
                </a:cubicBezTo>
                <a:cubicBezTo>
                  <a:pt x="622500" y="29194"/>
                  <a:pt x="620854" y="30591"/>
                  <a:pt x="619084" y="32859"/>
                </a:cubicBezTo>
                <a:cubicBezTo>
                  <a:pt x="617314" y="35127"/>
                  <a:pt x="615876" y="38391"/>
                  <a:pt x="614769" y="42651"/>
                </a:cubicBezTo>
                <a:cubicBezTo>
                  <a:pt x="613054" y="42872"/>
                  <a:pt x="611229" y="42706"/>
                  <a:pt x="609293" y="42153"/>
                </a:cubicBezTo>
                <a:cubicBezTo>
                  <a:pt x="611450" y="28021"/>
                  <a:pt x="612584" y="19003"/>
                  <a:pt x="612695" y="15099"/>
                </a:cubicBezTo>
                <a:cubicBezTo>
                  <a:pt x="612695" y="14769"/>
                  <a:pt x="612944" y="14604"/>
                  <a:pt x="613442" y="14604"/>
                </a:cubicBezTo>
                <a:cubicBezTo>
                  <a:pt x="613884" y="14706"/>
                  <a:pt x="614838" y="15092"/>
                  <a:pt x="616304" y="15761"/>
                </a:cubicBezTo>
                <a:cubicBezTo>
                  <a:pt x="617770" y="16428"/>
                  <a:pt x="619637" y="16762"/>
                  <a:pt x="621905" y="16762"/>
                </a:cubicBezTo>
                <a:lnTo>
                  <a:pt x="656922" y="16762"/>
                </a:lnTo>
                <a:cubicBezTo>
                  <a:pt x="661458" y="16762"/>
                  <a:pt x="665828" y="16153"/>
                  <a:pt x="670032" y="14936"/>
                </a:cubicBezTo>
                <a:lnTo>
                  <a:pt x="672688" y="16927"/>
                </a:lnTo>
                <a:cubicBezTo>
                  <a:pt x="660462" y="46910"/>
                  <a:pt x="647794" y="81429"/>
                  <a:pt x="634684" y="120484"/>
                </a:cubicBezTo>
                <a:lnTo>
                  <a:pt x="623067" y="121065"/>
                </a:lnTo>
                <a:lnTo>
                  <a:pt x="621739" y="119820"/>
                </a:lnTo>
                <a:cubicBezTo>
                  <a:pt x="630148" y="101122"/>
                  <a:pt x="642899" y="70476"/>
                  <a:pt x="659992" y="27881"/>
                </a:cubicBezTo>
                <a:lnTo>
                  <a:pt x="629539" y="27881"/>
                </a:lnTo>
                <a:close/>
                <a:moveTo>
                  <a:pt x="697409" y="102560"/>
                </a:moveTo>
                <a:cubicBezTo>
                  <a:pt x="700784" y="102560"/>
                  <a:pt x="703495" y="104102"/>
                  <a:pt x="705541" y="107186"/>
                </a:cubicBezTo>
                <a:cubicBezTo>
                  <a:pt x="707588" y="110270"/>
                  <a:pt x="708611" y="114369"/>
                  <a:pt x="708611" y="119483"/>
                </a:cubicBezTo>
                <a:cubicBezTo>
                  <a:pt x="708611" y="125127"/>
                  <a:pt x="706634" y="129941"/>
                  <a:pt x="702679" y="133923"/>
                </a:cubicBezTo>
                <a:cubicBezTo>
                  <a:pt x="698723" y="137908"/>
                  <a:pt x="694007" y="140398"/>
                  <a:pt x="688531" y="141394"/>
                </a:cubicBezTo>
                <a:cubicBezTo>
                  <a:pt x="687535" y="140378"/>
                  <a:pt x="687037" y="138995"/>
                  <a:pt x="687037" y="137245"/>
                </a:cubicBezTo>
                <a:cubicBezTo>
                  <a:pt x="691131" y="136255"/>
                  <a:pt x="694644" y="134258"/>
                  <a:pt x="697575" y="131255"/>
                </a:cubicBezTo>
                <a:cubicBezTo>
                  <a:pt x="700507" y="128254"/>
                  <a:pt x="701973" y="125735"/>
                  <a:pt x="701973" y="123696"/>
                </a:cubicBezTo>
                <a:cubicBezTo>
                  <a:pt x="701973" y="120668"/>
                  <a:pt x="699954" y="118933"/>
                  <a:pt x="695916" y="118492"/>
                </a:cubicBezTo>
                <a:cubicBezTo>
                  <a:pt x="690937" y="117714"/>
                  <a:pt x="688420" y="115212"/>
                  <a:pt x="688365" y="110985"/>
                </a:cubicBezTo>
                <a:cubicBezTo>
                  <a:pt x="688365" y="108595"/>
                  <a:pt x="689222" y="106593"/>
                  <a:pt x="690937" y="104980"/>
                </a:cubicBezTo>
                <a:cubicBezTo>
                  <a:pt x="692652" y="103367"/>
                  <a:pt x="694810" y="102560"/>
                  <a:pt x="697409" y="102560"/>
                </a:cubicBezTo>
                <a:close/>
                <a:moveTo>
                  <a:pt x="770080" y="39248"/>
                </a:moveTo>
                <a:cubicBezTo>
                  <a:pt x="770080" y="33606"/>
                  <a:pt x="772971" y="28171"/>
                  <a:pt x="778751" y="22943"/>
                </a:cubicBezTo>
                <a:cubicBezTo>
                  <a:pt x="784532" y="17716"/>
                  <a:pt x="791848" y="15102"/>
                  <a:pt x="800699" y="15102"/>
                </a:cubicBezTo>
                <a:cubicBezTo>
                  <a:pt x="808388" y="15102"/>
                  <a:pt x="815096" y="17290"/>
                  <a:pt x="820821" y="21665"/>
                </a:cubicBezTo>
                <a:cubicBezTo>
                  <a:pt x="826547" y="26039"/>
                  <a:pt x="829409" y="32517"/>
                  <a:pt x="829409" y="41100"/>
                </a:cubicBezTo>
                <a:cubicBezTo>
                  <a:pt x="829409" y="45181"/>
                  <a:pt x="828552" y="49029"/>
                  <a:pt x="826837" y="52642"/>
                </a:cubicBezTo>
                <a:cubicBezTo>
                  <a:pt x="825122" y="56255"/>
                  <a:pt x="823283" y="59219"/>
                  <a:pt x="821319" y="61536"/>
                </a:cubicBezTo>
                <a:cubicBezTo>
                  <a:pt x="819355" y="63852"/>
                  <a:pt x="816382" y="66914"/>
                  <a:pt x="812399" y="70720"/>
                </a:cubicBezTo>
                <a:lnTo>
                  <a:pt x="795223" y="87186"/>
                </a:lnTo>
                <a:cubicBezTo>
                  <a:pt x="786814" y="95570"/>
                  <a:pt x="782610" y="102410"/>
                  <a:pt x="782610" y="107705"/>
                </a:cubicBezTo>
                <a:lnTo>
                  <a:pt x="812897" y="107705"/>
                </a:lnTo>
                <a:cubicBezTo>
                  <a:pt x="815939" y="107705"/>
                  <a:pt x="818318" y="106519"/>
                  <a:pt x="820033" y="104147"/>
                </a:cubicBezTo>
                <a:cubicBezTo>
                  <a:pt x="821748" y="101776"/>
                  <a:pt x="823324" y="97528"/>
                  <a:pt x="824763" y="91405"/>
                </a:cubicBezTo>
                <a:cubicBezTo>
                  <a:pt x="826920" y="90964"/>
                  <a:pt x="828580" y="91268"/>
                  <a:pt x="829741" y="92315"/>
                </a:cubicBezTo>
                <a:cubicBezTo>
                  <a:pt x="829520" y="100238"/>
                  <a:pt x="828165" y="109185"/>
                  <a:pt x="825675" y="119156"/>
                </a:cubicBezTo>
                <a:cubicBezTo>
                  <a:pt x="820475" y="118935"/>
                  <a:pt x="816050" y="118824"/>
                  <a:pt x="812399" y="118824"/>
                </a:cubicBezTo>
                <a:lnTo>
                  <a:pt x="782610" y="118824"/>
                </a:lnTo>
                <a:lnTo>
                  <a:pt x="768504" y="119156"/>
                </a:lnTo>
                <a:cubicBezTo>
                  <a:pt x="768504" y="113733"/>
                  <a:pt x="769790" y="108504"/>
                  <a:pt x="772362" y="103468"/>
                </a:cubicBezTo>
                <a:cubicBezTo>
                  <a:pt x="774935" y="98431"/>
                  <a:pt x="780121" y="91927"/>
                  <a:pt x="787921" y="83958"/>
                </a:cubicBezTo>
                <a:lnTo>
                  <a:pt x="800533" y="71631"/>
                </a:lnTo>
                <a:cubicBezTo>
                  <a:pt x="809827" y="62252"/>
                  <a:pt x="814446" y="52296"/>
                  <a:pt x="814390" y="41761"/>
                </a:cubicBezTo>
                <a:cubicBezTo>
                  <a:pt x="814390" y="34425"/>
                  <a:pt x="812897" y="29171"/>
                  <a:pt x="809910" y="26001"/>
                </a:cubicBezTo>
                <a:cubicBezTo>
                  <a:pt x="806922" y="22828"/>
                  <a:pt x="803493" y="21242"/>
                  <a:pt x="799620" y="21242"/>
                </a:cubicBezTo>
                <a:cubicBezTo>
                  <a:pt x="793978" y="21242"/>
                  <a:pt x="789774" y="22311"/>
                  <a:pt x="787008" y="24447"/>
                </a:cubicBezTo>
                <a:cubicBezTo>
                  <a:pt x="784242" y="26582"/>
                  <a:pt x="782859" y="28937"/>
                  <a:pt x="782859" y="31511"/>
                </a:cubicBezTo>
                <a:cubicBezTo>
                  <a:pt x="782859" y="32059"/>
                  <a:pt x="783080" y="32839"/>
                  <a:pt x="783523" y="33852"/>
                </a:cubicBezTo>
                <a:cubicBezTo>
                  <a:pt x="783965" y="34865"/>
                  <a:pt x="784187" y="35426"/>
                  <a:pt x="784187" y="35535"/>
                </a:cubicBezTo>
                <a:cubicBezTo>
                  <a:pt x="784629" y="37124"/>
                  <a:pt x="784850" y="38301"/>
                  <a:pt x="784850" y="39067"/>
                </a:cubicBezTo>
                <a:cubicBezTo>
                  <a:pt x="784850" y="40765"/>
                  <a:pt x="783924" y="42312"/>
                  <a:pt x="782071" y="43709"/>
                </a:cubicBezTo>
                <a:cubicBezTo>
                  <a:pt x="780217" y="45105"/>
                  <a:pt x="778489" y="45804"/>
                  <a:pt x="776884" y="45804"/>
                </a:cubicBezTo>
                <a:cubicBezTo>
                  <a:pt x="775059" y="45804"/>
                  <a:pt x="773469" y="45168"/>
                  <a:pt x="772113" y="43895"/>
                </a:cubicBezTo>
                <a:cubicBezTo>
                  <a:pt x="770758" y="42623"/>
                  <a:pt x="770080" y="41074"/>
                  <a:pt x="770080" y="39248"/>
                </a:cubicBezTo>
                <a:close/>
                <a:moveTo>
                  <a:pt x="878195" y="21242"/>
                </a:moveTo>
                <a:cubicBezTo>
                  <a:pt x="876037" y="21242"/>
                  <a:pt x="874005" y="21931"/>
                  <a:pt x="872096" y="23309"/>
                </a:cubicBezTo>
                <a:cubicBezTo>
                  <a:pt x="870188" y="24685"/>
                  <a:pt x="868293" y="26998"/>
                  <a:pt x="866412" y="30248"/>
                </a:cubicBezTo>
                <a:cubicBezTo>
                  <a:pt x="864531" y="33496"/>
                  <a:pt x="863024" y="38590"/>
                  <a:pt x="861890" y="45529"/>
                </a:cubicBezTo>
                <a:cubicBezTo>
                  <a:pt x="860756" y="52468"/>
                  <a:pt x="860189" y="60839"/>
                  <a:pt x="860189" y="70643"/>
                </a:cubicBezTo>
                <a:cubicBezTo>
                  <a:pt x="860189" y="99721"/>
                  <a:pt x="866025" y="114288"/>
                  <a:pt x="877697" y="114343"/>
                </a:cubicBezTo>
                <a:cubicBezTo>
                  <a:pt x="878693" y="114343"/>
                  <a:pt x="879758" y="114178"/>
                  <a:pt x="880892" y="113848"/>
                </a:cubicBezTo>
                <a:cubicBezTo>
                  <a:pt x="882026" y="113518"/>
                  <a:pt x="883367" y="112871"/>
                  <a:pt x="884916" y="111908"/>
                </a:cubicBezTo>
                <a:cubicBezTo>
                  <a:pt x="886465" y="110944"/>
                  <a:pt x="887945" y="109360"/>
                  <a:pt x="889355" y="107158"/>
                </a:cubicBezTo>
                <a:cubicBezTo>
                  <a:pt x="890766" y="104954"/>
                  <a:pt x="891914" y="102200"/>
                  <a:pt x="892799" y="98896"/>
                </a:cubicBezTo>
                <a:cubicBezTo>
                  <a:pt x="894735" y="91902"/>
                  <a:pt x="895703" y="80309"/>
                  <a:pt x="895703" y="64116"/>
                </a:cubicBezTo>
                <a:cubicBezTo>
                  <a:pt x="895703" y="43024"/>
                  <a:pt x="892412" y="29697"/>
                  <a:pt x="885829" y="24134"/>
                </a:cubicBezTo>
                <a:cubicBezTo>
                  <a:pt x="883671" y="22206"/>
                  <a:pt x="881127" y="21242"/>
                  <a:pt x="878195" y="21242"/>
                </a:cubicBezTo>
                <a:moveTo>
                  <a:pt x="877531" y="120484"/>
                </a:moveTo>
                <a:cubicBezTo>
                  <a:pt x="870782" y="120484"/>
                  <a:pt x="865029" y="118103"/>
                  <a:pt x="860272" y="113342"/>
                </a:cubicBezTo>
                <a:cubicBezTo>
                  <a:pt x="855625" y="108746"/>
                  <a:pt x="851988" y="102461"/>
                  <a:pt x="849360" y="94488"/>
                </a:cubicBezTo>
                <a:cubicBezTo>
                  <a:pt x="846733" y="86516"/>
                  <a:pt x="845419" y="77961"/>
                  <a:pt x="845419" y="68825"/>
                </a:cubicBezTo>
                <a:cubicBezTo>
                  <a:pt x="845419" y="52717"/>
                  <a:pt x="848669" y="39736"/>
                  <a:pt x="855169" y="29882"/>
                </a:cubicBezTo>
                <a:cubicBezTo>
                  <a:pt x="861669" y="20029"/>
                  <a:pt x="869344" y="15102"/>
                  <a:pt x="878195" y="15102"/>
                </a:cubicBezTo>
                <a:cubicBezTo>
                  <a:pt x="886493" y="15102"/>
                  <a:pt x="893407" y="18784"/>
                  <a:pt x="898939" y="26148"/>
                </a:cubicBezTo>
                <a:cubicBezTo>
                  <a:pt x="906629" y="36336"/>
                  <a:pt x="910473" y="50038"/>
                  <a:pt x="910473" y="67256"/>
                </a:cubicBezTo>
                <a:cubicBezTo>
                  <a:pt x="910473" y="76667"/>
                  <a:pt x="909395" y="85012"/>
                  <a:pt x="907237" y="92292"/>
                </a:cubicBezTo>
                <a:cubicBezTo>
                  <a:pt x="905080" y="99572"/>
                  <a:pt x="902286" y="105163"/>
                  <a:pt x="898856" y="109066"/>
                </a:cubicBezTo>
                <a:cubicBezTo>
                  <a:pt x="895427" y="112968"/>
                  <a:pt x="891886" y="115846"/>
                  <a:pt x="888235" y="117701"/>
                </a:cubicBezTo>
                <a:cubicBezTo>
                  <a:pt x="884584" y="119556"/>
                  <a:pt x="881016" y="120484"/>
                  <a:pt x="877531" y="120484"/>
                </a:cubicBezTo>
                <a:close/>
                <a:moveTo>
                  <a:pt x="928225" y="39248"/>
                </a:moveTo>
                <a:cubicBezTo>
                  <a:pt x="928225" y="33606"/>
                  <a:pt x="931115" y="28171"/>
                  <a:pt x="936896" y="22943"/>
                </a:cubicBezTo>
                <a:cubicBezTo>
                  <a:pt x="942677" y="17716"/>
                  <a:pt x="949993" y="15102"/>
                  <a:pt x="958844" y="15102"/>
                </a:cubicBezTo>
                <a:cubicBezTo>
                  <a:pt x="966533" y="15102"/>
                  <a:pt x="973240" y="17290"/>
                  <a:pt x="978966" y="21665"/>
                </a:cubicBezTo>
                <a:cubicBezTo>
                  <a:pt x="984691" y="26039"/>
                  <a:pt x="987554" y="32517"/>
                  <a:pt x="987554" y="41100"/>
                </a:cubicBezTo>
                <a:cubicBezTo>
                  <a:pt x="987554" y="45181"/>
                  <a:pt x="986697" y="49029"/>
                  <a:pt x="984982" y="52642"/>
                </a:cubicBezTo>
                <a:cubicBezTo>
                  <a:pt x="983267" y="56255"/>
                  <a:pt x="981427" y="59219"/>
                  <a:pt x="979464" y="61536"/>
                </a:cubicBezTo>
                <a:cubicBezTo>
                  <a:pt x="977500" y="63852"/>
                  <a:pt x="974527" y="66914"/>
                  <a:pt x="970544" y="70720"/>
                </a:cubicBezTo>
                <a:lnTo>
                  <a:pt x="953367" y="87186"/>
                </a:lnTo>
                <a:cubicBezTo>
                  <a:pt x="944959" y="95570"/>
                  <a:pt x="940755" y="102410"/>
                  <a:pt x="940755" y="107705"/>
                </a:cubicBezTo>
                <a:lnTo>
                  <a:pt x="971041" y="107705"/>
                </a:lnTo>
                <a:cubicBezTo>
                  <a:pt x="974084" y="107705"/>
                  <a:pt x="976463" y="106519"/>
                  <a:pt x="978178" y="104147"/>
                </a:cubicBezTo>
                <a:cubicBezTo>
                  <a:pt x="979892" y="101776"/>
                  <a:pt x="981469" y="97528"/>
                  <a:pt x="982907" y="91405"/>
                </a:cubicBezTo>
                <a:cubicBezTo>
                  <a:pt x="985065" y="90964"/>
                  <a:pt x="986724" y="91268"/>
                  <a:pt x="987886" y="92315"/>
                </a:cubicBezTo>
                <a:cubicBezTo>
                  <a:pt x="987665" y="100238"/>
                  <a:pt x="986309" y="109185"/>
                  <a:pt x="983820" y="119156"/>
                </a:cubicBezTo>
                <a:cubicBezTo>
                  <a:pt x="978620" y="118935"/>
                  <a:pt x="974195" y="118824"/>
                  <a:pt x="970544" y="118824"/>
                </a:cubicBezTo>
                <a:lnTo>
                  <a:pt x="940755" y="118824"/>
                </a:lnTo>
                <a:lnTo>
                  <a:pt x="926648" y="119156"/>
                </a:lnTo>
                <a:cubicBezTo>
                  <a:pt x="926648" y="113733"/>
                  <a:pt x="927935" y="108504"/>
                  <a:pt x="930507" y="103468"/>
                </a:cubicBezTo>
                <a:cubicBezTo>
                  <a:pt x="933079" y="98431"/>
                  <a:pt x="938265" y="91927"/>
                  <a:pt x="946065" y="83958"/>
                </a:cubicBezTo>
                <a:lnTo>
                  <a:pt x="958678" y="71631"/>
                </a:lnTo>
                <a:cubicBezTo>
                  <a:pt x="967971" y="62252"/>
                  <a:pt x="972590" y="52296"/>
                  <a:pt x="972535" y="41761"/>
                </a:cubicBezTo>
                <a:cubicBezTo>
                  <a:pt x="972535" y="34425"/>
                  <a:pt x="971041" y="29171"/>
                  <a:pt x="968054" y="26001"/>
                </a:cubicBezTo>
                <a:cubicBezTo>
                  <a:pt x="965067" y="22828"/>
                  <a:pt x="961637" y="21242"/>
                  <a:pt x="957765" y="21242"/>
                </a:cubicBezTo>
                <a:cubicBezTo>
                  <a:pt x="952123" y="21242"/>
                  <a:pt x="947918" y="22311"/>
                  <a:pt x="945152" y="24447"/>
                </a:cubicBezTo>
                <a:cubicBezTo>
                  <a:pt x="942386" y="26582"/>
                  <a:pt x="941003" y="28937"/>
                  <a:pt x="941003" y="31511"/>
                </a:cubicBezTo>
                <a:cubicBezTo>
                  <a:pt x="941003" y="32059"/>
                  <a:pt x="941225" y="32839"/>
                  <a:pt x="941667" y="33852"/>
                </a:cubicBezTo>
                <a:cubicBezTo>
                  <a:pt x="942110" y="34865"/>
                  <a:pt x="942331" y="35426"/>
                  <a:pt x="942331" y="35535"/>
                </a:cubicBezTo>
                <a:cubicBezTo>
                  <a:pt x="942774" y="37124"/>
                  <a:pt x="942995" y="38301"/>
                  <a:pt x="942995" y="39067"/>
                </a:cubicBezTo>
                <a:cubicBezTo>
                  <a:pt x="942995" y="40765"/>
                  <a:pt x="942068" y="42312"/>
                  <a:pt x="940215" y="43709"/>
                </a:cubicBezTo>
                <a:cubicBezTo>
                  <a:pt x="938362" y="45105"/>
                  <a:pt x="936633" y="45804"/>
                  <a:pt x="935029" y="45804"/>
                </a:cubicBezTo>
                <a:cubicBezTo>
                  <a:pt x="933204" y="45804"/>
                  <a:pt x="931613" y="45168"/>
                  <a:pt x="930258" y="43895"/>
                </a:cubicBezTo>
                <a:cubicBezTo>
                  <a:pt x="928903" y="42623"/>
                  <a:pt x="928225" y="41074"/>
                  <a:pt x="928225" y="39248"/>
                </a:cubicBezTo>
                <a:close/>
                <a:moveTo>
                  <a:pt x="1042094" y="32610"/>
                </a:moveTo>
                <a:cubicBezTo>
                  <a:pt x="1033464" y="44393"/>
                  <a:pt x="1022649" y="60684"/>
                  <a:pt x="1009649" y="81484"/>
                </a:cubicBezTo>
                <a:lnTo>
                  <a:pt x="1042094" y="81484"/>
                </a:lnTo>
                <a:lnTo>
                  <a:pt x="1042094" y="32610"/>
                </a:lnTo>
                <a:moveTo>
                  <a:pt x="1069144" y="81484"/>
                </a:moveTo>
                <a:cubicBezTo>
                  <a:pt x="1070859" y="81484"/>
                  <a:pt x="1071689" y="82406"/>
                  <a:pt x="1071634" y="84251"/>
                </a:cubicBezTo>
                <a:cubicBezTo>
                  <a:pt x="1071634" y="85257"/>
                  <a:pt x="1071094" y="86403"/>
                  <a:pt x="1070016" y="87689"/>
                </a:cubicBezTo>
                <a:cubicBezTo>
                  <a:pt x="1068937" y="88974"/>
                  <a:pt x="1067844" y="89616"/>
                  <a:pt x="1066738" y="89616"/>
                </a:cubicBezTo>
                <a:lnTo>
                  <a:pt x="1055038" y="89616"/>
                </a:lnTo>
                <a:lnTo>
                  <a:pt x="1055038" y="104837"/>
                </a:lnTo>
                <a:cubicBezTo>
                  <a:pt x="1055038" y="106619"/>
                  <a:pt x="1055177" y="108037"/>
                  <a:pt x="1055453" y="109090"/>
                </a:cubicBezTo>
                <a:cubicBezTo>
                  <a:pt x="1055730" y="110141"/>
                  <a:pt x="1056463" y="110910"/>
                  <a:pt x="1057652" y="111398"/>
                </a:cubicBezTo>
                <a:cubicBezTo>
                  <a:pt x="1058841" y="111883"/>
                  <a:pt x="1059768" y="112180"/>
                  <a:pt x="1060432" y="112287"/>
                </a:cubicBezTo>
                <a:cubicBezTo>
                  <a:pt x="1061096" y="112394"/>
                  <a:pt x="1062672" y="112583"/>
                  <a:pt x="1065162" y="112855"/>
                </a:cubicBezTo>
                <a:cubicBezTo>
                  <a:pt x="1065936" y="112962"/>
                  <a:pt x="1066517" y="113016"/>
                  <a:pt x="1066904" y="113016"/>
                </a:cubicBezTo>
                <a:cubicBezTo>
                  <a:pt x="1067457" y="113626"/>
                  <a:pt x="1067734" y="114680"/>
                  <a:pt x="1067734" y="116177"/>
                </a:cubicBezTo>
                <a:cubicBezTo>
                  <a:pt x="1067734" y="117674"/>
                  <a:pt x="1067457" y="118667"/>
                  <a:pt x="1066904" y="119156"/>
                </a:cubicBezTo>
                <a:cubicBezTo>
                  <a:pt x="1059657" y="118912"/>
                  <a:pt x="1053489" y="118790"/>
                  <a:pt x="1048400" y="118790"/>
                </a:cubicBezTo>
                <a:cubicBezTo>
                  <a:pt x="1042260" y="118790"/>
                  <a:pt x="1035566" y="118912"/>
                  <a:pt x="1028319" y="119156"/>
                </a:cubicBezTo>
                <a:cubicBezTo>
                  <a:pt x="1027877" y="118667"/>
                  <a:pt x="1027656" y="117674"/>
                  <a:pt x="1027656" y="116177"/>
                </a:cubicBezTo>
                <a:cubicBezTo>
                  <a:pt x="1027656" y="114680"/>
                  <a:pt x="1027877" y="113626"/>
                  <a:pt x="1028319" y="113016"/>
                </a:cubicBezTo>
                <a:cubicBezTo>
                  <a:pt x="1034404" y="112583"/>
                  <a:pt x="1038194" y="111774"/>
                  <a:pt x="1039687" y="110586"/>
                </a:cubicBezTo>
                <a:cubicBezTo>
                  <a:pt x="1041292" y="109345"/>
                  <a:pt x="1042094" y="107428"/>
                  <a:pt x="1042094" y="104837"/>
                </a:cubicBezTo>
                <a:lnTo>
                  <a:pt x="1042094" y="89616"/>
                </a:lnTo>
                <a:lnTo>
                  <a:pt x="1007409" y="89616"/>
                </a:lnTo>
                <a:cubicBezTo>
                  <a:pt x="1003924" y="89616"/>
                  <a:pt x="1001711" y="87213"/>
                  <a:pt x="1000771" y="82407"/>
                </a:cubicBezTo>
                <a:cubicBezTo>
                  <a:pt x="1018307" y="54855"/>
                  <a:pt x="1033658" y="33029"/>
                  <a:pt x="1046823" y="16927"/>
                </a:cubicBezTo>
                <a:cubicBezTo>
                  <a:pt x="1047819" y="15655"/>
                  <a:pt x="1048732" y="15047"/>
                  <a:pt x="1049562" y="15102"/>
                </a:cubicBezTo>
                <a:lnTo>
                  <a:pt x="1055038" y="15102"/>
                </a:lnTo>
                <a:lnTo>
                  <a:pt x="1055370" y="15434"/>
                </a:lnTo>
                <a:cubicBezTo>
                  <a:pt x="1055149" y="16430"/>
                  <a:pt x="1055038" y="21906"/>
                  <a:pt x="1055038" y="31863"/>
                </a:cubicBezTo>
                <a:lnTo>
                  <a:pt x="1055038" y="81484"/>
                </a:lnTo>
                <a:lnTo>
                  <a:pt x="1069144" y="81484"/>
                </a:lnTo>
                <a:close/>
                <a:moveTo>
                  <a:pt x="1092787" y="102560"/>
                </a:moveTo>
                <a:cubicBezTo>
                  <a:pt x="1096162" y="102560"/>
                  <a:pt x="1098873" y="104102"/>
                  <a:pt x="1100919" y="107186"/>
                </a:cubicBezTo>
                <a:cubicBezTo>
                  <a:pt x="1102966" y="110270"/>
                  <a:pt x="1103989" y="114369"/>
                  <a:pt x="1103989" y="119483"/>
                </a:cubicBezTo>
                <a:cubicBezTo>
                  <a:pt x="1103989" y="125127"/>
                  <a:pt x="1102012" y="129941"/>
                  <a:pt x="1098057" y="133923"/>
                </a:cubicBezTo>
                <a:cubicBezTo>
                  <a:pt x="1094101" y="137908"/>
                  <a:pt x="1089385" y="140398"/>
                  <a:pt x="1083909" y="141394"/>
                </a:cubicBezTo>
                <a:cubicBezTo>
                  <a:pt x="1082913" y="140378"/>
                  <a:pt x="1082415" y="138995"/>
                  <a:pt x="1082415" y="137245"/>
                </a:cubicBezTo>
                <a:cubicBezTo>
                  <a:pt x="1086509" y="136255"/>
                  <a:pt x="1090022" y="134258"/>
                  <a:pt x="1092953" y="131255"/>
                </a:cubicBezTo>
                <a:cubicBezTo>
                  <a:pt x="1095885" y="128254"/>
                  <a:pt x="1097351" y="125735"/>
                  <a:pt x="1097351" y="123696"/>
                </a:cubicBezTo>
                <a:cubicBezTo>
                  <a:pt x="1097351" y="120668"/>
                  <a:pt x="1095332" y="118933"/>
                  <a:pt x="1091294" y="118492"/>
                </a:cubicBezTo>
                <a:cubicBezTo>
                  <a:pt x="1086315" y="117714"/>
                  <a:pt x="1083798" y="115212"/>
                  <a:pt x="1083743" y="110985"/>
                </a:cubicBezTo>
                <a:cubicBezTo>
                  <a:pt x="1083743" y="108595"/>
                  <a:pt x="1084600" y="106593"/>
                  <a:pt x="1086315" y="104980"/>
                </a:cubicBezTo>
                <a:cubicBezTo>
                  <a:pt x="1088030" y="103367"/>
                  <a:pt x="1090188" y="102560"/>
                  <a:pt x="1092787" y="102560"/>
                </a:cubicBezTo>
                <a:close/>
                <a:moveTo>
                  <a:pt x="1166416" y="45804"/>
                </a:moveTo>
                <a:lnTo>
                  <a:pt x="1174216" y="45804"/>
                </a:lnTo>
                <a:cubicBezTo>
                  <a:pt x="1174216" y="42329"/>
                  <a:pt x="1174202" y="39337"/>
                  <a:pt x="1174174" y="36829"/>
                </a:cubicBezTo>
                <a:cubicBezTo>
                  <a:pt x="1174147" y="34321"/>
                  <a:pt x="1174105" y="32488"/>
                  <a:pt x="1174050" y="31329"/>
                </a:cubicBezTo>
                <a:cubicBezTo>
                  <a:pt x="1173994" y="30171"/>
                  <a:pt x="1173939" y="29261"/>
                  <a:pt x="1173884" y="28599"/>
                </a:cubicBezTo>
                <a:cubicBezTo>
                  <a:pt x="1173828" y="27937"/>
                  <a:pt x="1173787" y="27441"/>
                  <a:pt x="1173759" y="27110"/>
                </a:cubicBezTo>
                <a:cubicBezTo>
                  <a:pt x="1173732" y="26780"/>
                  <a:pt x="1173718" y="26477"/>
                  <a:pt x="1173718" y="26200"/>
                </a:cubicBezTo>
                <a:cubicBezTo>
                  <a:pt x="1173718" y="25815"/>
                  <a:pt x="1173939" y="25457"/>
                  <a:pt x="1174382" y="25127"/>
                </a:cubicBezTo>
                <a:cubicBezTo>
                  <a:pt x="1174824" y="24795"/>
                  <a:pt x="1175308" y="24547"/>
                  <a:pt x="1175834" y="24382"/>
                </a:cubicBezTo>
                <a:cubicBezTo>
                  <a:pt x="1176359" y="24217"/>
                  <a:pt x="1177078" y="23996"/>
                  <a:pt x="1177991" y="23721"/>
                </a:cubicBezTo>
                <a:cubicBezTo>
                  <a:pt x="1178904" y="23445"/>
                  <a:pt x="1179637" y="23196"/>
                  <a:pt x="1180190" y="22974"/>
                </a:cubicBezTo>
                <a:cubicBezTo>
                  <a:pt x="1180854" y="22700"/>
                  <a:pt x="1181711" y="22286"/>
                  <a:pt x="1182762" y="21735"/>
                </a:cubicBezTo>
                <a:cubicBezTo>
                  <a:pt x="1183813" y="21184"/>
                  <a:pt x="1184699" y="20743"/>
                  <a:pt x="1185418" y="20413"/>
                </a:cubicBezTo>
                <a:cubicBezTo>
                  <a:pt x="1186137" y="20081"/>
                  <a:pt x="1186662" y="19915"/>
                  <a:pt x="1186994" y="19915"/>
                </a:cubicBezTo>
                <a:cubicBezTo>
                  <a:pt x="1187879" y="19915"/>
                  <a:pt x="1188322" y="20411"/>
                  <a:pt x="1188322" y="21403"/>
                </a:cubicBezTo>
                <a:cubicBezTo>
                  <a:pt x="1187879" y="25925"/>
                  <a:pt x="1187658" y="31881"/>
                  <a:pt x="1187658" y="39269"/>
                </a:cubicBezTo>
                <a:lnTo>
                  <a:pt x="1187658" y="45804"/>
                </a:lnTo>
                <a:lnTo>
                  <a:pt x="1208071" y="45804"/>
                </a:lnTo>
                <a:cubicBezTo>
                  <a:pt x="1208956" y="45804"/>
                  <a:pt x="1209398" y="46136"/>
                  <a:pt x="1209398" y="46802"/>
                </a:cubicBezTo>
                <a:lnTo>
                  <a:pt x="1209398" y="49947"/>
                </a:lnTo>
                <a:cubicBezTo>
                  <a:pt x="1209398" y="51334"/>
                  <a:pt x="1208043" y="51999"/>
                  <a:pt x="1205332" y="51944"/>
                </a:cubicBezTo>
                <a:lnTo>
                  <a:pt x="1187658" y="51944"/>
                </a:lnTo>
                <a:lnTo>
                  <a:pt x="1187658" y="95352"/>
                </a:lnTo>
                <a:cubicBezTo>
                  <a:pt x="1187658" y="100939"/>
                  <a:pt x="1188059" y="104975"/>
                  <a:pt x="1188861" y="107461"/>
                </a:cubicBezTo>
                <a:cubicBezTo>
                  <a:pt x="1189663" y="109947"/>
                  <a:pt x="1191143" y="111190"/>
                  <a:pt x="1193301" y="111190"/>
                </a:cubicBezTo>
                <a:cubicBezTo>
                  <a:pt x="1198500" y="111190"/>
                  <a:pt x="1203147" y="109570"/>
                  <a:pt x="1207241" y="106331"/>
                </a:cubicBezTo>
                <a:cubicBezTo>
                  <a:pt x="1208956" y="106443"/>
                  <a:pt x="1209951" y="107421"/>
                  <a:pt x="1210228" y="109264"/>
                </a:cubicBezTo>
                <a:cubicBezTo>
                  <a:pt x="1203534" y="116744"/>
                  <a:pt x="1195901" y="120484"/>
                  <a:pt x="1187326" y="120484"/>
                </a:cubicBezTo>
                <a:cubicBezTo>
                  <a:pt x="1178586" y="120484"/>
                  <a:pt x="1174216" y="114849"/>
                  <a:pt x="1174216" y="103580"/>
                </a:cubicBezTo>
                <a:lnTo>
                  <a:pt x="1174216" y="51944"/>
                </a:lnTo>
                <a:lnTo>
                  <a:pt x="1164175" y="51944"/>
                </a:lnTo>
                <a:cubicBezTo>
                  <a:pt x="1163622" y="51944"/>
                  <a:pt x="1163346" y="51637"/>
                  <a:pt x="1163346" y="51024"/>
                </a:cubicBezTo>
                <a:lnTo>
                  <a:pt x="1163346" y="48952"/>
                </a:lnTo>
                <a:cubicBezTo>
                  <a:pt x="1163346" y="46853"/>
                  <a:pt x="1164369" y="45804"/>
                  <a:pt x="1166416" y="45804"/>
                </a:cubicBezTo>
                <a:close/>
                <a:moveTo>
                  <a:pt x="1240530" y="69976"/>
                </a:moveTo>
                <a:lnTo>
                  <a:pt x="1240530" y="97626"/>
                </a:lnTo>
                <a:cubicBezTo>
                  <a:pt x="1240530" y="102399"/>
                  <a:pt x="1240821" y="105787"/>
                  <a:pt x="1241401" y="107791"/>
                </a:cubicBezTo>
                <a:cubicBezTo>
                  <a:pt x="1241982" y="109792"/>
                  <a:pt x="1242881" y="111095"/>
                  <a:pt x="1244098" y="111698"/>
                </a:cubicBezTo>
                <a:cubicBezTo>
                  <a:pt x="1245315" y="112302"/>
                  <a:pt x="1247500" y="112741"/>
                  <a:pt x="1250653" y="113016"/>
                </a:cubicBezTo>
                <a:cubicBezTo>
                  <a:pt x="1251151" y="113565"/>
                  <a:pt x="1251414" y="114589"/>
                  <a:pt x="1251442" y="116086"/>
                </a:cubicBezTo>
                <a:cubicBezTo>
                  <a:pt x="1251469" y="117583"/>
                  <a:pt x="1251207" y="118606"/>
                  <a:pt x="1250653" y="119156"/>
                </a:cubicBezTo>
                <a:cubicBezTo>
                  <a:pt x="1241139" y="118912"/>
                  <a:pt x="1235551" y="118790"/>
                  <a:pt x="1233892" y="118790"/>
                </a:cubicBezTo>
                <a:cubicBezTo>
                  <a:pt x="1230794" y="118790"/>
                  <a:pt x="1224571" y="118912"/>
                  <a:pt x="1215222" y="119156"/>
                </a:cubicBezTo>
                <a:cubicBezTo>
                  <a:pt x="1214724" y="118606"/>
                  <a:pt x="1214475" y="117583"/>
                  <a:pt x="1214475" y="116086"/>
                </a:cubicBezTo>
                <a:cubicBezTo>
                  <a:pt x="1214475" y="114589"/>
                  <a:pt x="1214724" y="113565"/>
                  <a:pt x="1215222" y="113016"/>
                </a:cubicBezTo>
                <a:cubicBezTo>
                  <a:pt x="1218043" y="112796"/>
                  <a:pt x="1220076" y="112549"/>
                  <a:pt x="1221321" y="112274"/>
                </a:cubicBezTo>
                <a:cubicBezTo>
                  <a:pt x="1222565" y="111997"/>
                  <a:pt x="1223713" y="111322"/>
                  <a:pt x="1224764" y="110249"/>
                </a:cubicBezTo>
                <a:cubicBezTo>
                  <a:pt x="1225815" y="109175"/>
                  <a:pt x="1226465" y="107703"/>
                  <a:pt x="1226714" y="105833"/>
                </a:cubicBezTo>
                <a:cubicBezTo>
                  <a:pt x="1226963" y="103961"/>
                  <a:pt x="1227088" y="101208"/>
                  <a:pt x="1227088" y="97574"/>
                </a:cubicBezTo>
                <a:lnTo>
                  <a:pt x="1227088" y="23667"/>
                </a:lnTo>
                <a:cubicBezTo>
                  <a:pt x="1227088" y="20033"/>
                  <a:pt x="1227005" y="17322"/>
                  <a:pt x="1226839" y="15532"/>
                </a:cubicBezTo>
                <a:cubicBezTo>
                  <a:pt x="1226673" y="13743"/>
                  <a:pt x="1225968" y="12422"/>
                  <a:pt x="1224723" y="11570"/>
                </a:cubicBezTo>
                <a:cubicBezTo>
                  <a:pt x="1223478" y="10716"/>
                  <a:pt x="1222510" y="10262"/>
                  <a:pt x="1221819" y="10206"/>
                </a:cubicBezTo>
                <a:cubicBezTo>
                  <a:pt x="1221127" y="10151"/>
                  <a:pt x="1219260" y="10013"/>
                  <a:pt x="1216218" y="9791"/>
                </a:cubicBezTo>
                <a:cubicBezTo>
                  <a:pt x="1214945" y="8498"/>
                  <a:pt x="1214613" y="6783"/>
                  <a:pt x="1215222" y="4647"/>
                </a:cubicBezTo>
                <a:cubicBezTo>
                  <a:pt x="1225290" y="3872"/>
                  <a:pt x="1233228" y="2323"/>
                  <a:pt x="1239037" y="0"/>
                </a:cubicBezTo>
                <a:cubicBezTo>
                  <a:pt x="1240530" y="0"/>
                  <a:pt x="1241249" y="581"/>
                  <a:pt x="1241194" y="1743"/>
                </a:cubicBezTo>
                <a:cubicBezTo>
                  <a:pt x="1240751" y="6280"/>
                  <a:pt x="1240530" y="12230"/>
                  <a:pt x="1240530" y="19591"/>
                </a:cubicBezTo>
                <a:lnTo>
                  <a:pt x="1240364" y="57861"/>
                </a:lnTo>
                <a:cubicBezTo>
                  <a:pt x="1240475" y="59078"/>
                  <a:pt x="1241028" y="59084"/>
                  <a:pt x="1242024" y="57877"/>
                </a:cubicBezTo>
                <a:cubicBezTo>
                  <a:pt x="1250322" y="48722"/>
                  <a:pt x="1259975" y="44144"/>
                  <a:pt x="1270983" y="44144"/>
                </a:cubicBezTo>
                <a:cubicBezTo>
                  <a:pt x="1277455" y="44144"/>
                  <a:pt x="1282157" y="46069"/>
                  <a:pt x="1285089" y="49919"/>
                </a:cubicBezTo>
                <a:cubicBezTo>
                  <a:pt x="1288132" y="53879"/>
                  <a:pt x="1289653" y="61415"/>
                  <a:pt x="1289653" y="72525"/>
                </a:cubicBezTo>
                <a:lnTo>
                  <a:pt x="1289653" y="97626"/>
                </a:lnTo>
                <a:cubicBezTo>
                  <a:pt x="1289653" y="104264"/>
                  <a:pt x="1290303" y="108365"/>
                  <a:pt x="1291603" y="109930"/>
                </a:cubicBezTo>
                <a:cubicBezTo>
                  <a:pt x="1292903" y="111493"/>
                  <a:pt x="1296042" y="112521"/>
                  <a:pt x="1301021" y="113016"/>
                </a:cubicBezTo>
                <a:cubicBezTo>
                  <a:pt x="1301463" y="113505"/>
                  <a:pt x="1301685" y="114498"/>
                  <a:pt x="1301685" y="115995"/>
                </a:cubicBezTo>
                <a:cubicBezTo>
                  <a:pt x="1301685" y="117492"/>
                  <a:pt x="1301463" y="118546"/>
                  <a:pt x="1301021" y="119156"/>
                </a:cubicBezTo>
                <a:cubicBezTo>
                  <a:pt x="1291285" y="118912"/>
                  <a:pt x="1285283" y="118790"/>
                  <a:pt x="1283015" y="118790"/>
                </a:cubicBezTo>
                <a:cubicBezTo>
                  <a:pt x="1280968" y="118790"/>
                  <a:pt x="1275187" y="118912"/>
                  <a:pt x="1265672" y="119156"/>
                </a:cubicBezTo>
                <a:cubicBezTo>
                  <a:pt x="1265230" y="118667"/>
                  <a:pt x="1265009" y="117674"/>
                  <a:pt x="1265009" y="116177"/>
                </a:cubicBezTo>
                <a:cubicBezTo>
                  <a:pt x="1265009" y="114680"/>
                  <a:pt x="1265230" y="113626"/>
                  <a:pt x="1265672" y="113016"/>
                </a:cubicBezTo>
                <a:cubicBezTo>
                  <a:pt x="1270319" y="112577"/>
                  <a:pt x="1273237" y="111562"/>
                  <a:pt x="1274427" y="109971"/>
                </a:cubicBezTo>
                <a:cubicBezTo>
                  <a:pt x="1275616" y="108379"/>
                  <a:pt x="1276211" y="104264"/>
                  <a:pt x="1276211" y="97626"/>
                </a:cubicBezTo>
                <a:lnTo>
                  <a:pt x="1276211" y="72032"/>
                </a:lnTo>
                <a:cubicBezTo>
                  <a:pt x="1276211" y="66053"/>
                  <a:pt x="1275547" y="61719"/>
                  <a:pt x="1274219" y="59031"/>
                </a:cubicBezTo>
                <a:cubicBezTo>
                  <a:pt x="1272172" y="54970"/>
                  <a:pt x="1269157" y="52940"/>
                  <a:pt x="1265175" y="52940"/>
                </a:cubicBezTo>
                <a:cubicBezTo>
                  <a:pt x="1257485" y="52940"/>
                  <a:pt x="1250239" y="56259"/>
                  <a:pt x="1243434" y="62897"/>
                </a:cubicBezTo>
                <a:cubicBezTo>
                  <a:pt x="1241498" y="64982"/>
                  <a:pt x="1240530" y="67342"/>
                  <a:pt x="1240530" y="69976"/>
                </a:cubicBezTo>
                <a:close/>
                <a:moveTo>
                  <a:pt x="1324706" y="70531"/>
                </a:moveTo>
                <a:lnTo>
                  <a:pt x="1355491" y="70051"/>
                </a:lnTo>
                <a:cubicBezTo>
                  <a:pt x="1357205" y="70051"/>
                  <a:pt x="1358035" y="69305"/>
                  <a:pt x="1357980" y="67811"/>
                </a:cubicBezTo>
                <a:cubicBezTo>
                  <a:pt x="1357980" y="61574"/>
                  <a:pt x="1356597" y="57149"/>
                  <a:pt x="1353831" y="54537"/>
                </a:cubicBezTo>
                <a:cubicBezTo>
                  <a:pt x="1351065" y="51923"/>
                  <a:pt x="1347746" y="50616"/>
                  <a:pt x="1343874" y="50616"/>
                </a:cubicBezTo>
                <a:cubicBezTo>
                  <a:pt x="1342380" y="50616"/>
                  <a:pt x="1340914" y="50803"/>
                  <a:pt x="1339476" y="51177"/>
                </a:cubicBezTo>
                <a:cubicBezTo>
                  <a:pt x="1338038" y="51550"/>
                  <a:pt x="1336267" y="52336"/>
                  <a:pt x="1334165" y="53536"/>
                </a:cubicBezTo>
                <a:cubicBezTo>
                  <a:pt x="1332063" y="54736"/>
                  <a:pt x="1330155" y="56803"/>
                  <a:pt x="1328440" y="59736"/>
                </a:cubicBezTo>
                <a:cubicBezTo>
                  <a:pt x="1326725" y="62668"/>
                  <a:pt x="1325480" y="66266"/>
                  <a:pt x="1324706" y="70531"/>
                </a:cubicBezTo>
                <a:moveTo>
                  <a:pt x="1369265" y="103058"/>
                </a:moveTo>
                <a:cubicBezTo>
                  <a:pt x="1371201" y="103169"/>
                  <a:pt x="1372390" y="104054"/>
                  <a:pt x="1372833" y="105714"/>
                </a:cubicBezTo>
                <a:cubicBezTo>
                  <a:pt x="1365254" y="115560"/>
                  <a:pt x="1355601" y="120484"/>
                  <a:pt x="1343874" y="120484"/>
                </a:cubicBezTo>
                <a:cubicBezTo>
                  <a:pt x="1332644" y="120484"/>
                  <a:pt x="1323987" y="116860"/>
                  <a:pt x="1317902" y="109614"/>
                </a:cubicBezTo>
                <a:cubicBezTo>
                  <a:pt x="1312591" y="103473"/>
                  <a:pt x="1309936" y="95092"/>
                  <a:pt x="1309936" y="84471"/>
                </a:cubicBezTo>
                <a:cubicBezTo>
                  <a:pt x="1309936" y="72443"/>
                  <a:pt x="1313532" y="62770"/>
                  <a:pt x="1320723" y="55452"/>
                </a:cubicBezTo>
                <a:cubicBezTo>
                  <a:pt x="1327914" y="48135"/>
                  <a:pt x="1335631" y="44476"/>
                  <a:pt x="1343874" y="44476"/>
                </a:cubicBezTo>
                <a:cubicBezTo>
                  <a:pt x="1363014" y="44476"/>
                  <a:pt x="1372584" y="54301"/>
                  <a:pt x="1372584" y="73951"/>
                </a:cubicBezTo>
                <a:cubicBezTo>
                  <a:pt x="1372584" y="75986"/>
                  <a:pt x="1371533" y="77003"/>
                  <a:pt x="1369431" y="77003"/>
                </a:cubicBezTo>
                <a:lnTo>
                  <a:pt x="1324208" y="76671"/>
                </a:lnTo>
                <a:cubicBezTo>
                  <a:pt x="1324208" y="86186"/>
                  <a:pt x="1326006" y="93958"/>
                  <a:pt x="1329602" y="99988"/>
                </a:cubicBezTo>
                <a:cubicBezTo>
                  <a:pt x="1334580" y="108120"/>
                  <a:pt x="1340776" y="112186"/>
                  <a:pt x="1348189" y="112186"/>
                </a:cubicBezTo>
                <a:cubicBezTo>
                  <a:pt x="1352946" y="112186"/>
                  <a:pt x="1356832" y="111508"/>
                  <a:pt x="1359847" y="110153"/>
                </a:cubicBezTo>
                <a:cubicBezTo>
                  <a:pt x="1362862" y="108798"/>
                  <a:pt x="1366001" y="106433"/>
                  <a:pt x="1369265" y="103058"/>
                </a:cubicBezTo>
                <a:close/>
                <a:moveTo>
                  <a:pt x="1429481" y="45804"/>
                </a:moveTo>
                <a:lnTo>
                  <a:pt x="1437281" y="45804"/>
                </a:lnTo>
                <a:cubicBezTo>
                  <a:pt x="1437281" y="42329"/>
                  <a:pt x="1437267" y="39337"/>
                  <a:pt x="1437239" y="36829"/>
                </a:cubicBezTo>
                <a:cubicBezTo>
                  <a:pt x="1437211" y="34321"/>
                  <a:pt x="1437170" y="32488"/>
                  <a:pt x="1437115" y="31329"/>
                </a:cubicBezTo>
                <a:cubicBezTo>
                  <a:pt x="1437059" y="30171"/>
                  <a:pt x="1437004" y="29261"/>
                  <a:pt x="1436949" y="28599"/>
                </a:cubicBezTo>
                <a:cubicBezTo>
                  <a:pt x="1436893" y="27937"/>
                  <a:pt x="1436852" y="27441"/>
                  <a:pt x="1436824" y="27110"/>
                </a:cubicBezTo>
                <a:cubicBezTo>
                  <a:pt x="1436797" y="26780"/>
                  <a:pt x="1436783" y="26477"/>
                  <a:pt x="1436783" y="26200"/>
                </a:cubicBezTo>
                <a:cubicBezTo>
                  <a:pt x="1436783" y="25815"/>
                  <a:pt x="1437004" y="25457"/>
                  <a:pt x="1437447" y="25127"/>
                </a:cubicBezTo>
                <a:cubicBezTo>
                  <a:pt x="1437889" y="24795"/>
                  <a:pt x="1438373" y="24547"/>
                  <a:pt x="1438899" y="24382"/>
                </a:cubicBezTo>
                <a:cubicBezTo>
                  <a:pt x="1439424" y="24217"/>
                  <a:pt x="1440143" y="23996"/>
                  <a:pt x="1441056" y="23721"/>
                </a:cubicBezTo>
                <a:cubicBezTo>
                  <a:pt x="1441969" y="23445"/>
                  <a:pt x="1442702" y="23196"/>
                  <a:pt x="1443255" y="22974"/>
                </a:cubicBezTo>
                <a:cubicBezTo>
                  <a:pt x="1443919" y="22700"/>
                  <a:pt x="1444776" y="22286"/>
                  <a:pt x="1445827" y="21735"/>
                </a:cubicBezTo>
                <a:cubicBezTo>
                  <a:pt x="1446878" y="21184"/>
                  <a:pt x="1447763" y="20743"/>
                  <a:pt x="1448483" y="20413"/>
                </a:cubicBezTo>
                <a:cubicBezTo>
                  <a:pt x="1449202" y="20081"/>
                  <a:pt x="1449727" y="19915"/>
                  <a:pt x="1450059" y="19915"/>
                </a:cubicBezTo>
                <a:cubicBezTo>
                  <a:pt x="1450944" y="19915"/>
                  <a:pt x="1451387" y="20411"/>
                  <a:pt x="1451387" y="21403"/>
                </a:cubicBezTo>
                <a:cubicBezTo>
                  <a:pt x="1450944" y="25925"/>
                  <a:pt x="1450723" y="31881"/>
                  <a:pt x="1450723" y="39269"/>
                </a:cubicBezTo>
                <a:lnTo>
                  <a:pt x="1450723" y="45804"/>
                </a:lnTo>
                <a:lnTo>
                  <a:pt x="1471135" y="45804"/>
                </a:lnTo>
                <a:cubicBezTo>
                  <a:pt x="1472021" y="45804"/>
                  <a:pt x="1472463" y="46136"/>
                  <a:pt x="1472463" y="46802"/>
                </a:cubicBezTo>
                <a:lnTo>
                  <a:pt x="1472463" y="49947"/>
                </a:lnTo>
                <a:cubicBezTo>
                  <a:pt x="1472463" y="51334"/>
                  <a:pt x="1471108" y="51999"/>
                  <a:pt x="1468397" y="51944"/>
                </a:cubicBezTo>
                <a:lnTo>
                  <a:pt x="1450723" y="51944"/>
                </a:lnTo>
                <a:lnTo>
                  <a:pt x="1450723" y="95352"/>
                </a:lnTo>
                <a:cubicBezTo>
                  <a:pt x="1450723" y="100939"/>
                  <a:pt x="1451124" y="104975"/>
                  <a:pt x="1451926" y="107461"/>
                </a:cubicBezTo>
                <a:cubicBezTo>
                  <a:pt x="1452728" y="109947"/>
                  <a:pt x="1454208" y="111190"/>
                  <a:pt x="1456365" y="111190"/>
                </a:cubicBezTo>
                <a:cubicBezTo>
                  <a:pt x="1461565" y="111190"/>
                  <a:pt x="1466212" y="109570"/>
                  <a:pt x="1470306" y="106331"/>
                </a:cubicBezTo>
                <a:cubicBezTo>
                  <a:pt x="1472021" y="106443"/>
                  <a:pt x="1473016" y="107421"/>
                  <a:pt x="1473293" y="109264"/>
                </a:cubicBezTo>
                <a:cubicBezTo>
                  <a:pt x="1466599" y="116744"/>
                  <a:pt x="1458965" y="120484"/>
                  <a:pt x="1450391" y="120484"/>
                </a:cubicBezTo>
                <a:cubicBezTo>
                  <a:pt x="1441651" y="120484"/>
                  <a:pt x="1437281" y="114849"/>
                  <a:pt x="1437281" y="103580"/>
                </a:cubicBezTo>
                <a:lnTo>
                  <a:pt x="1437281" y="51944"/>
                </a:lnTo>
                <a:lnTo>
                  <a:pt x="1427240" y="51944"/>
                </a:lnTo>
                <a:cubicBezTo>
                  <a:pt x="1426687" y="51944"/>
                  <a:pt x="1426410" y="51637"/>
                  <a:pt x="1426410" y="51024"/>
                </a:cubicBezTo>
                <a:lnTo>
                  <a:pt x="1426410" y="48952"/>
                </a:lnTo>
                <a:cubicBezTo>
                  <a:pt x="1426410" y="46853"/>
                  <a:pt x="1427434" y="45804"/>
                  <a:pt x="1429481" y="45804"/>
                </a:cubicBezTo>
                <a:close/>
                <a:moveTo>
                  <a:pt x="1497007" y="70531"/>
                </a:moveTo>
                <a:lnTo>
                  <a:pt x="1527791" y="70051"/>
                </a:lnTo>
                <a:cubicBezTo>
                  <a:pt x="1529506" y="70051"/>
                  <a:pt x="1530336" y="69305"/>
                  <a:pt x="1530281" y="67811"/>
                </a:cubicBezTo>
                <a:cubicBezTo>
                  <a:pt x="1530281" y="61574"/>
                  <a:pt x="1528898" y="57149"/>
                  <a:pt x="1526132" y="54537"/>
                </a:cubicBezTo>
                <a:cubicBezTo>
                  <a:pt x="1523366" y="51923"/>
                  <a:pt x="1520047" y="50616"/>
                  <a:pt x="1516174" y="50616"/>
                </a:cubicBezTo>
                <a:cubicBezTo>
                  <a:pt x="1514681" y="50616"/>
                  <a:pt x="1513215" y="50803"/>
                  <a:pt x="1511777" y="51177"/>
                </a:cubicBezTo>
                <a:cubicBezTo>
                  <a:pt x="1510338" y="51550"/>
                  <a:pt x="1508568" y="52336"/>
                  <a:pt x="1506466" y="53536"/>
                </a:cubicBezTo>
                <a:cubicBezTo>
                  <a:pt x="1504364" y="54736"/>
                  <a:pt x="1502455" y="56803"/>
                  <a:pt x="1500741" y="59736"/>
                </a:cubicBezTo>
                <a:cubicBezTo>
                  <a:pt x="1499026" y="62668"/>
                  <a:pt x="1497781" y="66266"/>
                  <a:pt x="1497007" y="70531"/>
                </a:cubicBezTo>
                <a:moveTo>
                  <a:pt x="1541566" y="103058"/>
                </a:moveTo>
                <a:cubicBezTo>
                  <a:pt x="1543502" y="103169"/>
                  <a:pt x="1544691" y="104054"/>
                  <a:pt x="1545134" y="105714"/>
                </a:cubicBezTo>
                <a:cubicBezTo>
                  <a:pt x="1537555" y="115560"/>
                  <a:pt x="1527902" y="120484"/>
                  <a:pt x="1516174" y="120484"/>
                </a:cubicBezTo>
                <a:cubicBezTo>
                  <a:pt x="1504945" y="120484"/>
                  <a:pt x="1496287" y="116860"/>
                  <a:pt x="1490202" y="109614"/>
                </a:cubicBezTo>
                <a:cubicBezTo>
                  <a:pt x="1484892" y="103473"/>
                  <a:pt x="1482236" y="95092"/>
                  <a:pt x="1482236" y="84471"/>
                </a:cubicBezTo>
                <a:cubicBezTo>
                  <a:pt x="1482236" y="72443"/>
                  <a:pt x="1485832" y="62770"/>
                  <a:pt x="1493024" y="55452"/>
                </a:cubicBezTo>
                <a:cubicBezTo>
                  <a:pt x="1500215" y="48135"/>
                  <a:pt x="1507932" y="44476"/>
                  <a:pt x="1516174" y="44476"/>
                </a:cubicBezTo>
                <a:cubicBezTo>
                  <a:pt x="1535315" y="44476"/>
                  <a:pt x="1544885" y="54301"/>
                  <a:pt x="1544885" y="73951"/>
                </a:cubicBezTo>
                <a:cubicBezTo>
                  <a:pt x="1544885" y="75986"/>
                  <a:pt x="1543834" y="77003"/>
                  <a:pt x="1541732" y="77003"/>
                </a:cubicBezTo>
                <a:lnTo>
                  <a:pt x="1496509" y="76671"/>
                </a:lnTo>
                <a:cubicBezTo>
                  <a:pt x="1496509" y="86186"/>
                  <a:pt x="1498307" y="93958"/>
                  <a:pt x="1501902" y="99988"/>
                </a:cubicBezTo>
                <a:cubicBezTo>
                  <a:pt x="1506881" y="108120"/>
                  <a:pt x="1513077" y="112186"/>
                  <a:pt x="1520489" y="112186"/>
                </a:cubicBezTo>
                <a:cubicBezTo>
                  <a:pt x="1525247" y="112186"/>
                  <a:pt x="1529133" y="111508"/>
                  <a:pt x="1532148" y="110153"/>
                </a:cubicBezTo>
                <a:cubicBezTo>
                  <a:pt x="1535162" y="108798"/>
                  <a:pt x="1538302" y="106433"/>
                  <a:pt x="1541566" y="103058"/>
                </a:cubicBezTo>
                <a:close/>
                <a:moveTo>
                  <a:pt x="1581318" y="57877"/>
                </a:moveTo>
                <a:cubicBezTo>
                  <a:pt x="1581318" y="59250"/>
                  <a:pt x="1581705" y="59387"/>
                  <a:pt x="1582479" y="58289"/>
                </a:cubicBezTo>
                <a:cubicBezTo>
                  <a:pt x="1582645" y="58125"/>
                  <a:pt x="1582784" y="57988"/>
                  <a:pt x="1582894" y="57877"/>
                </a:cubicBezTo>
                <a:cubicBezTo>
                  <a:pt x="1591635" y="48722"/>
                  <a:pt x="1600237" y="44144"/>
                  <a:pt x="1608700" y="44144"/>
                </a:cubicBezTo>
                <a:cubicBezTo>
                  <a:pt x="1613015" y="44144"/>
                  <a:pt x="1616722" y="45317"/>
                  <a:pt x="1619819" y="47663"/>
                </a:cubicBezTo>
                <a:cubicBezTo>
                  <a:pt x="1622917" y="50007"/>
                  <a:pt x="1624881" y="52973"/>
                  <a:pt x="1625711" y="56560"/>
                </a:cubicBezTo>
                <a:cubicBezTo>
                  <a:pt x="1625987" y="57657"/>
                  <a:pt x="1626596" y="57685"/>
                  <a:pt x="1627536" y="56643"/>
                </a:cubicBezTo>
                <a:cubicBezTo>
                  <a:pt x="1630358" y="53668"/>
                  <a:pt x="1633455" y="51214"/>
                  <a:pt x="1636830" y="49281"/>
                </a:cubicBezTo>
                <a:cubicBezTo>
                  <a:pt x="1640204" y="47348"/>
                  <a:pt x="1643413" y="46009"/>
                  <a:pt x="1646455" y="45264"/>
                </a:cubicBezTo>
                <a:cubicBezTo>
                  <a:pt x="1649498" y="44518"/>
                  <a:pt x="1652540" y="44144"/>
                  <a:pt x="1655583" y="44144"/>
                </a:cubicBezTo>
                <a:cubicBezTo>
                  <a:pt x="1662498" y="44144"/>
                  <a:pt x="1667144" y="46455"/>
                  <a:pt x="1669523" y="51075"/>
                </a:cubicBezTo>
                <a:cubicBezTo>
                  <a:pt x="1671902" y="55696"/>
                  <a:pt x="1673091" y="62353"/>
                  <a:pt x="1673091" y="71044"/>
                </a:cubicBezTo>
                <a:lnTo>
                  <a:pt x="1673091" y="97626"/>
                </a:lnTo>
                <a:cubicBezTo>
                  <a:pt x="1673091" y="104375"/>
                  <a:pt x="1673686" y="108531"/>
                  <a:pt x="1674875" y="110096"/>
                </a:cubicBezTo>
                <a:cubicBezTo>
                  <a:pt x="1676065" y="111659"/>
                  <a:pt x="1679093" y="112632"/>
                  <a:pt x="1683961" y="113016"/>
                </a:cubicBezTo>
                <a:cubicBezTo>
                  <a:pt x="1684404" y="113505"/>
                  <a:pt x="1684625" y="114498"/>
                  <a:pt x="1684625" y="115995"/>
                </a:cubicBezTo>
                <a:cubicBezTo>
                  <a:pt x="1684625" y="117492"/>
                  <a:pt x="1684404" y="118546"/>
                  <a:pt x="1683961" y="119156"/>
                </a:cubicBezTo>
                <a:cubicBezTo>
                  <a:pt x="1674225" y="118912"/>
                  <a:pt x="1668389" y="118790"/>
                  <a:pt x="1666453" y="118790"/>
                </a:cubicBezTo>
                <a:cubicBezTo>
                  <a:pt x="1664406" y="118790"/>
                  <a:pt x="1658625" y="118912"/>
                  <a:pt x="1649111" y="119156"/>
                </a:cubicBezTo>
                <a:cubicBezTo>
                  <a:pt x="1648668" y="118546"/>
                  <a:pt x="1648447" y="117492"/>
                  <a:pt x="1648447" y="115995"/>
                </a:cubicBezTo>
                <a:cubicBezTo>
                  <a:pt x="1648447" y="114498"/>
                  <a:pt x="1648668" y="113505"/>
                  <a:pt x="1649111" y="113016"/>
                </a:cubicBezTo>
                <a:cubicBezTo>
                  <a:pt x="1653757" y="112687"/>
                  <a:pt x="1656675" y="111700"/>
                  <a:pt x="1657865" y="110054"/>
                </a:cubicBezTo>
                <a:cubicBezTo>
                  <a:pt x="1659054" y="108407"/>
                  <a:pt x="1659649" y="104264"/>
                  <a:pt x="1659649" y="97626"/>
                </a:cubicBezTo>
                <a:lnTo>
                  <a:pt x="1659649" y="68000"/>
                </a:lnTo>
                <a:cubicBezTo>
                  <a:pt x="1659649" y="62624"/>
                  <a:pt x="1658805" y="58770"/>
                  <a:pt x="1657118" y="56438"/>
                </a:cubicBezTo>
                <a:cubicBezTo>
                  <a:pt x="1655431" y="54106"/>
                  <a:pt x="1652900" y="52940"/>
                  <a:pt x="1649525" y="52940"/>
                </a:cubicBezTo>
                <a:cubicBezTo>
                  <a:pt x="1641394" y="52940"/>
                  <a:pt x="1633898" y="56670"/>
                  <a:pt x="1627039" y="64131"/>
                </a:cubicBezTo>
                <a:cubicBezTo>
                  <a:pt x="1627149" y="65502"/>
                  <a:pt x="1627204" y="67751"/>
                  <a:pt x="1627204" y="70879"/>
                </a:cubicBezTo>
                <a:lnTo>
                  <a:pt x="1627204" y="97626"/>
                </a:lnTo>
                <a:cubicBezTo>
                  <a:pt x="1627204" y="104375"/>
                  <a:pt x="1627771" y="108531"/>
                  <a:pt x="1628906" y="110096"/>
                </a:cubicBezTo>
                <a:cubicBezTo>
                  <a:pt x="1630040" y="111659"/>
                  <a:pt x="1632819" y="112632"/>
                  <a:pt x="1637245" y="113016"/>
                </a:cubicBezTo>
                <a:cubicBezTo>
                  <a:pt x="1637687" y="113505"/>
                  <a:pt x="1637909" y="114528"/>
                  <a:pt x="1637909" y="116086"/>
                </a:cubicBezTo>
                <a:cubicBezTo>
                  <a:pt x="1637909" y="117643"/>
                  <a:pt x="1637687" y="118667"/>
                  <a:pt x="1637245" y="119156"/>
                </a:cubicBezTo>
                <a:cubicBezTo>
                  <a:pt x="1627509" y="118912"/>
                  <a:pt x="1621949" y="118790"/>
                  <a:pt x="1620566" y="118790"/>
                </a:cubicBezTo>
                <a:cubicBezTo>
                  <a:pt x="1618519" y="118790"/>
                  <a:pt x="1612739" y="118912"/>
                  <a:pt x="1603224" y="119156"/>
                </a:cubicBezTo>
                <a:cubicBezTo>
                  <a:pt x="1602781" y="118667"/>
                  <a:pt x="1602560" y="117674"/>
                  <a:pt x="1602560" y="116177"/>
                </a:cubicBezTo>
                <a:cubicBezTo>
                  <a:pt x="1602560" y="114680"/>
                  <a:pt x="1602781" y="113626"/>
                  <a:pt x="1603224" y="113016"/>
                </a:cubicBezTo>
                <a:cubicBezTo>
                  <a:pt x="1607981" y="112687"/>
                  <a:pt x="1610927" y="111728"/>
                  <a:pt x="1612061" y="110137"/>
                </a:cubicBezTo>
                <a:cubicBezTo>
                  <a:pt x="1613195" y="108545"/>
                  <a:pt x="1613762" y="104375"/>
                  <a:pt x="1613762" y="97626"/>
                </a:cubicBezTo>
                <a:lnTo>
                  <a:pt x="1613762" y="68330"/>
                </a:lnTo>
                <a:cubicBezTo>
                  <a:pt x="1613762" y="58125"/>
                  <a:pt x="1610028" y="52995"/>
                  <a:pt x="1602560" y="52940"/>
                </a:cubicBezTo>
                <a:cubicBezTo>
                  <a:pt x="1597139" y="52940"/>
                  <a:pt x="1591026" y="56259"/>
                  <a:pt x="1584222" y="62897"/>
                </a:cubicBezTo>
                <a:cubicBezTo>
                  <a:pt x="1582286" y="64927"/>
                  <a:pt x="1581318" y="67286"/>
                  <a:pt x="1581318" y="69976"/>
                </a:cubicBezTo>
                <a:lnTo>
                  <a:pt x="1581318" y="97626"/>
                </a:lnTo>
                <a:cubicBezTo>
                  <a:pt x="1581318" y="102345"/>
                  <a:pt x="1581608" y="105693"/>
                  <a:pt x="1582189" y="107669"/>
                </a:cubicBezTo>
                <a:cubicBezTo>
                  <a:pt x="1582770" y="109643"/>
                  <a:pt x="1583669" y="110946"/>
                  <a:pt x="1584886" y="111577"/>
                </a:cubicBezTo>
                <a:cubicBezTo>
                  <a:pt x="1586103" y="112207"/>
                  <a:pt x="1588316" y="112687"/>
                  <a:pt x="1591524" y="113016"/>
                </a:cubicBezTo>
                <a:cubicBezTo>
                  <a:pt x="1592022" y="113565"/>
                  <a:pt x="1592271" y="114589"/>
                  <a:pt x="1592271" y="116086"/>
                </a:cubicBezTo>
                <a:cubicBezTo>
                  <a:pt x="1592271" y="117583"/>
                  <a:pt x="1592022" y="118606"/>
                  <a:pt x="1591524" y="119156"/>
                </a:cubicBezTo>
                <a:cubicBezTo>
                  <a:pt x="1582009" y="118912"/>
                  <a:pt x="1576394" y="118790"/>
                  <a:pt x="1574680" y="118790"/>
                </a:cubicBezTo>
                <a:cubicBezTo>
                  <a:pt x="1571748" y="118790"/>
                  <a:pt x="1565635" y="118912"/>
                  <a:pt x="1556341" y="119156"/>
                </a:cubicBezTo>
                <a:cubicBezTo>
                  <a:pt x="1555899" y="118667"/>
                  <a:pt x="1555678" y="117674"/>
                  <a:pt x="1555678" y="116177"/>
                </a:cubicBezTo>
                <a:cubicBezTo>
                  <a:pt x="1555678" y="114680"/>
                  <a:pt x="1555899" y="113626"/>
                  <a:pt x="1556341" y="113016"/>
                </a:cubicBezTo>
                <a:cubicBezTo>
                  <a:pt x="1561320" y="112687"/>
                  <a:pt x="1564501" y="111700"/>
                  <a:pt x="1565884" y="110054"/>
                </a:cubicBezTo>
                <a:cubicBezTo>
                  <a:pt x="1567267" y="108407"/>
                  <a:pt x="1567958" y="104265"/>
                  <a:pt x="1567958" y="97628"/>
                </a:cubicBezTo>
                <a:lnTo>
                  <a:pt x="1567958" y="64793"/>
                </a:lnTo>
                <a:cubicBezTo>
                  <a:pt x="1567958" y="60075"/>
                  <a:pt x="1567295" y="57099"/>
                  <a:pt x="1565967" y="55865"/>
                </a:cubicBezTo>
                <a:cubicBezTo>
                  <a:pt x="1564639" y="54630"/>
                  <a:pt x="1561597" y="53794"/>
                  <a:pt x="1556839" y="53355"/>
                </a:cubicBezTo>
                <a:cubicBezTo>
                  <a:pt x="1556176" y="51386"/>
                  <a:pt x="1556065" y="49754"/>
                  <a:pt x="1556507" y="48459"/>
                </a:cubicBezTo>
                <a:cubicBezTo>
                  <a:pt x="1565358" y="47372"/>
                  <a:pt x="1572494" y="45767"/>
                  <a:pt x="1577916" y="43646"/>
                </a:cubicBezTo>
                <a:cubicBezTo>
                  <a:pt x="1578801" y="43646"/>
                  <a:pt x="1579492" y="44088"/>
                  <a:pt x="1579990" y="44971"/>
                </a:cubicBezTo>
                <a:cubicBezTo>
                  <a:pt x="1580875" y="47011"/>
                  <a:pt x="1581318" y="51313"/>
                  <a:pt x="1581318" y="57877"/>
                </a:cubicBezTo>
                <a:close/>
                <a:moveTo>
                  <a:pt x="1715952" y="62425"/>
                </a:moveTo>
                <a:cubicBezTo>
                  <a:pt x="1714127" y="64683"/>
                  <a:pt x="1713242" y="67159"/>
                  <a:pt x="1713297" y="69854"/>
                </a:cubicBezTo>
                <a:lnTo>
                  <a:pt x="1713297" y="100642"/>
                </a:lnTo>
                <a:cubicBezTo>
                  <a:pt x="1713297" y="102733"/>
                  <a:pt x="1713408" y="104316"/>
                  <a:pt x="1713629" y="105389"/>
                </a:cubicBezTo>
                <a:cubicBezTo>
                  <a:pt x="1713850" y="106461"/>
                  <a:pt x="1714210" y="107341"/>
                  <a:pt x="1714708" y="108029"/>
                </a:cubicBezTo>
                <a:cubicBezTo>
                  <a:pt x="1715205" y="108717"/>
                  <a:pt x="1716091" y="109639"/>
                  <a:pt x="1717363" y="110793"/>
                </a:cubicBezTo>
                <a:cubicBezTo>
                  <a:pt x="1718746" y="112005"/>
                  <a:pt x="1720613" y="112900"/>
                  <a:pt x="1722964" y="113477"/>
                </a:cubicBezTo>
                <a:cubicBezTo>
                  <a:pt x="1725315" y="114055"/>
                  <a:pt x="1727458" y="114343"/>
                  <a:pt x="1729395" y="114343"/>
                </a:cubicBezTo>
                <a:cubicBezTo>
                  <a:pt x="1733931" y="114343"/>
                  <a:pt x="1737844" y="113410"/>
                  <a:pt x="1741136" y="111543"/>
                </a:cubicBezTo>
                <a:cubicBezTo>
                  <a:pt x="1744427" y="109674"/>
                  <a:pt x="1746917" y="107147"/>
                  <a:pt x="1748604" y="103961"/>
                </a:cubicBezTo>
                <a:cubicBezTo>
                  <a:pt x="1750291" y="100773"/>
                  <a:pt x="1751508" y="97490"/>
                  <a:pt x="1752255" y="94112"/>
                </a:cubicBezTo>
                <a:cubicBezTo>
                  <a:pt x="1753002" y="90733"/>
                  <a:pt x="1753375" y="87120"/>
                  <a:pt x="1753375" y="83273"/>
                </a:cubicBezTo>
                <a:cubicBezTo>
                  <a:pt x="1753375" y="74014"/>
                  <a:pt x="1751425" y="66478"/>
                  <a:pt x="1747525" y="60664"/>
                </a:cubicBezTo>
                <a:cubicBezTo>
                  <a:pt x="1743625" y="54851"/>
                  <a:pt x="1738826" y="51944"/>
                  <a:pt x="1733129" y="51944"/>
                </a:cubicBezTo>
                <a:cubicBezTo>
                  <a:pt x="1730750" y="51944"/>
                  <a:pt x="1727860" y="52990"/>
                  <a:pt x="1724457" y="55082"/>
                </a:cubicBezTo>
                <a:cubicBezTo>
                  <a:pt x="1721055" y="57172"/>
                  <a:pt x="1718220" y="59619"/>
                  <a:pt x="1715952" y="62425"/>
                </a:cubicBezTo>
                <a:moveTo>
                  <a:pt x="1713297" y="56241"/>
                </a:moveTo>
                <a:cubicBezTo>
                  <a:pt x="1713297" y="56789"/>
                  <a:pt x="1713463" y="57132"/>
                  <a:pt x="1713795" y="57270"/>
                </a:cubicBezTo>
                <a:cubicBezTo>
                  <a:pt x="1714127" y="57407"/>
                  <a:pt x="1714403" y="57311"/>
                  <a:pt x="1714625" y="56982"/>
                </a:cubicBezTo>
                <a:cubicBezTo>
                  <a:pt x="1721871" y="48424"/>
                  <a:pt x="1729644" y="44144"/>
                  <a:pt x="1737941" y="44144"/>
                </a:cubicBezTo>
                <a:cubicBezTo>
                  <a:pt x="1746460" y="44144"/>
                  <a:pt x="1753596" y="47593"/>
                  <a:pt x="1759350" y="54490"/>
                </a:cubicBezTo>
                <a:cubicBezTo>
                  <a:pt x="1765103" y="61388"/>
                  <a:pt x="1767979" y="69471"/>
                  <a:pt x="1767979" y="78741"/>
                </a:cubicBezTo>
                <a:cubicBezTo>
                  <a:pt x="1767979" y="92072"/>
                  <a:pt x="1763803" y="102821"/>
                  <a:pt x="1755450" y="110985"/>
                </a:cubicBezTo>
                <a:cubicBezTo>
                  <a:pt x="1748756" y="117373"/>
                  <a:pt x="1740403" y="120539"/>
                  <a:pt x="1730390" y="120484"/>
                </a:cubicBezTo>
                <a:cubicBezTo>
                  <a:pt x="1724858" y="120484"/>
                  <a:pt x="1719935" y="119564"/>
                  <a:pt x="1715620" y="117725"/>
                </a:cubicBezTo>
                <a:cubicBezTo>
                  <a:pt x="1714735" y="117251"/>
                  <a:pt x="1714127" y="117069"/>
                  <a:pt x="1713795" y="117180"/>
                </a:cubicBezTo>
                <a:cubicBezTo>
                  <a:pt x="1713463" y="117289"/>
                  <a:pt x="1713297" y="117866"/>
                  <a:pt x="1713297" y="118910"/>
                </a:cubicBezTo>
                <a:lnTo>
                  <a:pt x="1713297" y="137110"/>
                </a:lnTo>
                <a:cubicBezTo>
                  <a:pt x="1713297" y="143864"/>
                  <a:pt x="1714058" y="148037"/>
                  <a:pt x="1715579" y="149630"/>
                </a:cubicBezTo>
                <a:cubicBezTo>
                  <a:pt x="1717100" y="151222"/>
                  <a:pt x="1720986" y="152183"/>
                  <a:pt x="1727237" y="152513"/>
                </a:cubicBezTo>
                <a:cubicBezTo>
                  <a:pt x="1727790" y="153123"/>
                  <a:pt x="1728067" y="154177"/>
                  <a:pt x="1728067" y="155674"/>
                </a:cubicBezTo>
                <a:cubicBezTo>
                  <a:pt x="1728067" y="157171"/>
                  <a:pt x="1727790" y="158164"/>
                  <a:pt x="1727237" y="158653"/>
                </a:cubicBezTo>
                <a:cubicBezTo>
                  <a:pt x="1717501" y="158410"/>
                  <a:pt x="1710642" y="158288"/>
                  <a:pt x="1706659" y="158288"/>
                </a:cubicBezTo>
                <a:cubicBezTo>
                  <a:pt x="1703506" y="158288"/>
                  <a:pt x="1697144" y="158410"/>
                  <a:pt x="1687574" y="158653"/>
                </a:cubicBezTo>
                <a:cubicBezTo>
                  <a:pt x="1687131" y="158164"/>
                  <a:pt x="1686910" y="157171"/>
                  <a:pt x="1686910" y="155674"/>
                </a:cubicBezTo>
                <a:cubicBezTo>
                  <a:pt x="1686910" y="154177"/>
                  <a:pt x="1687131" y="153123"/>
                  <a:pt x="1687574" y="152513"/>
                </a:cubicBezTo>
                <a:cubicBezTo>
                  <a:pt x="1692884" y="152294"/>
                  <a:pt x="1696259" y="151357"/>
                  <a:pt x="1697697" y="149705"/>
                </a:cubicBezTo>
                <a:cubicBezTo>
                  <a:pt x="1699135" y="148054"/>
                  <a:pt x="1699855" y="143844"/>
                  <a:pt x="1699855" y="137074"/>
                </a:cubicBezTo>
                <a:lnTo>
                  <a:pt x="1699855" y="64915"/>
                </a:lnTo>
                <a:cubicBezTo>
                  <a:pt x="1699855" y="60181"/>
                  <a:pt x="1699205" y="57196"/>
                  <a:pt x="1697905" y="55958"/>
                </a:cubicBezTo>
                <a:cubicBezTo>
                  <a:pt x="1696605" y="54719"/>
                  <a:pt x="1693576" y="53878"/>
                  <a:pt x="1688818" y="53438"/>
                </a:cubicBezTo>
                <a:cubicBezTo>
                  <a:pt x="1688155" y="51502"/>
                  <a:pt x="1688044" y="49897"/>
                  <a:pt x="1688487" y="48625"/>
                </a:cubicBezTo>
                <a:cubicBezTo>
                  <a:pt x="1697338" y="47500"/>
                  <a:pt x="1704474" y="45840"/>
                  <a:pt x="1709895" y="43646"/>
                </a:cubicBezTo>
                <a:cubicBezTo>
                  <a:pt x="1710780" y="43646"/>
                  <a:pt x="1711444" y="44091"/>
                  <a:pt x="1711886" y="44982"/>
                </a:cubicBezTo>
                <a:cubicBezTo>
                  <a:pt x="1712827" y="47039"/>
                  <a:pt x="1713297" y="50792"/>
                  <a:pt x="1713297" y="56241"/>
                </a:cubicBezTo>
                <a:close/>
                <a:moveTo>
                  <a:pt x="1794399" y="70531"/>
                </a:moveTo>
                <a:lnTo>
                  <a:pt x="1825184" y="70051"/>
                </a:lnTo>
                <a:cubicBezTo>
                  <a:pt x="1826899" y="70051"/>
                  <a:pt x="1827729" y="69305"/>
                  <a:pt x="1827673" y="67811"/>
                </a:cubicBezTo>
                <a:cubicBezTo>
                  <a:pt x="1827673" y="61574"/>
                  <a:pt x="1826290" y="57149"/>
                  <a:pt x="1823524" y="54537"/>
                </a:cubicBezTo>
                <a:cubicBezTo>
                  <a:pt x="1820758" y="51923"/>
                  <a:pt x="1817439" y="50616"/>
                  <a:pt x="1813567" y="50616"/>
                </a:cubicBezTo>
                <a:cubicBezTo>
                  <a:pt x="1812073" y="50616"/>
                  <a:pt x="1810607" y="50803"/>
                  <a:pt x="1809169" y="51177"/>
                </a:cubicBezTo>
                <a:cubicBezTo>
                  <a:pt x="1807731" y="51550"/>
                  <a:pt x="1805961" y="52336"/>
                  <a:pt x="1803859" y="53536"/>
                </a:cubicBezTo>
                <a:cubicBezTo>
                  <a:pt x="1801756" y="54736"/>
                  <a:pt x="1799848" y="56803"/>
                  <a:pt x="1798133" y="59736"/>
                </a:cubicBezTo>
                <a:cubicBezTo>
                  <a:pt x="1796418" y="62668"/>
                  <a:pt x="1795174" y="66266"/>
                  <a:pt x="1794399" y="70531"/>
                </a:cubicBezTo>
                <a:moveTo>
                  <a:pt x="1838958" y="103058"/>
                </a:moveTo>
                <a:cubicBezTo>
                  <a:pt x="1840894" y="103169"/>
                  <a:pt x="1842084" y="104054"/>
                  <a:pt x="1842526" y="105714"/>
                </a:cubicBezTo>
                <a:cubicBezTo>
                  <a:pt x="1834948" y="115560"/>
                  <a:pt x="1825294" y="120484"/>
                  <a:pt x="1813567" y="120484"/>
                </a:cubicBezTo>
                <a:cubicBezTo>
                  <a:pt x="1802337" y="120484"/>
                  <a:pt x="1793680" y="116860"/>
                  <a:pt x="1787595" y="109614"/>
                </a:cubicBezTo>
                <a:cubicBezTo>
                  <a:pt x="1782284" y="103473"/>
                  <a:pt x="1779629" y="95092"/>
                  <a:pt x="1779629" y="84471"/>
                </a:cubicBezTo>
                <a:cubicBezTo>
                  <a:pt x="1779629" y="72443"/>
                  <a:pt x="1783225" y="62770"/>
                  <a:pt x="1790416" y="55452"/>
                </a:cubicBezTo>
                <a:cubicBezTo>
                  <a:pt x="1797608" y="48135"/>
                  <a:pt x="1805325" y="44476"/>
                  <a:pt x="1813567" y="44476"/>
                </a:cubicBezTo>
                <a:cubicBezTo>
                  <a:pt x="1832707" y="44476"/>
                  <a:pt x="1842277" y="54301"/>
                  <a:pt x="1842277" y="73951"/>
                </a:cubicBezTo>
                <a:cubicBezTo>
                  <a:pt x="1842277" y="75986"/>
                  <a:pt x="1841226" y="77003"/>
                  <a:pt x="1839124" y="77003"/>
                </a:cubicBezTo>
                <a:lnTo>
                  <a:pt x="1793901" y="76671"/>
                </a:lnTo>
                <a:cubicBezTo>
                  <a:pt x="1793901" y="86186"/>
                  <a:pt x="1795699" y="93958"/>
                  <a:pt x="1799295" y="99988"/>
                </a:cubicBezTo>
                <a:cubicBezTo>
                  <a:pt x="1804273" y="108120"/>
                  <a:pt x="1810469" y="112186"/>
                  <a:pt x="1817882" y="112186"/>
                </a:cubicBezTo>
                <a:cubicBezTo>
                  <a:pt x="1822639" y="112186"/>
                  <a:pt x="1826525" y="111508"/>
                  <a:pt x="1829540" y="110153"/>
                </a:cubicBezTo>
                <a:cubicBezTo>
                  <a:pt x="1832555" y="108798"/>
                  <a:pt x="1835694" y="106433"/>
                  <a:pt x="1838958" y="103058"/>
                </a:cubicBezTo>
                <a:close/>
                <a:moveTo>
                  <a:pt x="1880112" y="57970"/>
                </a:moveTo>
                <a:cubicBezTo>
                  <a:pt x="1880112" y="58518"/>
                  <a:pt x="1880195" y="58902"/>
                  <a:pt x="1880361" y="59122"/>
                </a:cubicBezTo>
                <a:cubicBezTo>
                  <a:pt x="1880527" y="59339"/>
                  <a:pt x="1880887" y="59065"/>
                  <a:pt x="1881440" y="58297"/>
                </a:cubicBezTo>
                <a:cubicBezTo>
                  <a:pt x="1883708" y="54449"/>
                  <a:pt x="1886515" y="51128"/>
                  <a:pt x="1889862" y="48335"/>
                </a:cubicBezTo>
                <a:cubicBezTo>
                  <a:pt x="1893209" y="45541"/>
                  <a:pt x="1896680" y="44144"/>
                  <a:pt x="1900276" y="44144"/>
                </a:cubicBezTo>
                <a:cubicBezTo>
                  <a:pt x="1903540" y="44144"/>
                  <a:pt x="1906057" y="45011"/>
                  <a:pt x="1907827" y="46745"/>
                </a:cubicBezTo>
                <a:cubicBezTo>
                  <a:pt x="1909597" y="48479"/>
                  <a:pt x="1910482" y="50309"/>
                  <a:pt x="1910482" y="52234"/>
                </a:cubicBezTo>
                <a:cubicBezTo>
                  <a:pt x="1910482" y="54382"/>
                  <a:pt x="1909666" y="56336"/>
                  <a:pt x="1908034" y="58097"/>
                </a:cubicBezTo>
                <a:cubicBezTo>
                  <a:pt x="1906402" y="59859"/>
                  <a:pt x="1904563" y="60740"/>
                  <a:pt x="1902516" y="60740"/>
                </a:cubicBezTo>
                <a:cubicBezTo>
                  <a:pt x="1901742" y="60740"/>
                  <a:pt x="1900954" y="60538"/>
                  <a:pt x="1900151" y="60136"/>
                </a:cubicBezTo>
                <a:cubicBezTo>
                  <a:pt x="1899349" y="59731"/>
                  <a:pt x="1898755" y="59340"/>
                  <a:pt x="1898367" y="58963"/>
                </a:cubicBezTo>
                <a:cubicBezTo>
                  <a:pt x="1897980" y="58587"/>
                  <a:pt x="1897468" y="58035"/>
                  <a:pt x="1896832" y="57309"/>
                </a:cubicBezTo>
                <a:cubicBezTo>
                  <a:pt x="1896196" y="56581"/>
                  <a:pt x="1895767" y="56110"/>
                  <a:pt x="1895546" y="55896"/>
                </a:cubicBezTo>
                <a:cubicBezTo>
                  <a:pt x="1894772" y="55142"/>
                  <a:pt x="1893582" y="54765"/>
                  <a:pt x="1891978" y="54765"/>
                </a:cubicBezTo>
                <a:cubicBezTo>
                  <a:pt x="1890595" y="54765"/>
                  <a:pt x="1887995" y="57504"/>
                  <a:pt x="1884178" y="62980"/>
                </a:cubicBezTo>
                <a:cubicBezTo>
                  <a:pt x="1881468" y="67034"/>
                  <a:pt x="1880112" y="70786"/>
                  <a:pt x="1880112" y="74237"/>
                </a:cubicBezTo>
                <a:lnTo>
                  <a:pt x="1880112" y="97652"/>
                </a:lnTo>
                <a:cubicBezTo>
                  <a:pt x="1880112" y="104389"/>
                  <a:pt x="1880873" y="108511"/>
                  <a:pt x="1882394" y="110018"/>
                </a:cubicBezTo>
                <a:cubicBezTo>
                  <a:pt x="1883915" y="111524"/>
                  <a:pt x="1887802" y="112523"/>
                  <a:pt x="1894053" y="113016"/>
                </a:cubicBezTo>
                <a:cubicBezTo>
                  <a:pt x="1894606" y="113626"/>
                  <a:pt x="1894882" y="114680"/>
                  <a:pt x="1894882" y="116177"/>
                </a:cubicBezTo>
                <a:cubicBezTo>
                  <a:pt x="1894882" y="117674"/>
                  <a:pt x="1894606" y="118667"/>
                  <a:pt x="1894053" y="119156"/>
                </a:cubicBezTo>
                <a:cubicBezTo>
                  <a:pt x="1884316" y="118912"/>
                  <a:pt x="1877457" y="118790"/>
                  <a:pt x="1873474" y="118790"/>
                </a:cubicBezTo>
                <a:cubicBezTo>
                  <a:pt x="1870100" y="118790"/>
                  <a:pt x="1863627" y="118912"/>
                  <a:pt x="1854057" y="119156"/>
                </a:cubicBezTo>
                <a:cubicBezTo>
                  <a:pt x="1853615" y="118667"/>
                  <a:pt x="1853393" y="117674"/>
                  <a:pt x="1853393" y="116177"/>
                </a:cubicBezTo>
                <a:cubicBezTo>
                  <a:pt x="1853393" y="114680"/>
                  <a:pt x="1853615" y="113626"/>
                  <a:pt x="1854057" y="113016"/>
                </a:cubicBezTo>
                <a:cubicBezTo>
                  <a:pt x="1859589" y="112687"/>
                  <a:pt x="1863074" y="111729"/>
                  <a:pt x="1864512" y="110140"/>
                </a:cubicBezTo>
                <a:cubicBezTo>
                  <a:pt x="1865951" y="108551"/>
                  <a:pt x="1866670" y="104388"/>
                  <a:pt x="1866670" y="97649"/>
                </a:cubicBezTo>
                <a:lnTo>
                  <a:pt x="1866670" y="64860"/>
                </a:lnTo>
                <a:cubicBezTo>
                  <a:pt x="1866670" y="60149"/>
                  <a:pt x="1866020" y="57178"/>
                  <a:pt x="1864720" y="55945"/>
                </a:cubicBezTo>
                <a:cubicBezTo>
                  <a:pt x="1863420" y="54713"/>
                  <a:pt x="1860391" y="53877"/>
                  <a:pt x="1855634" y="53438"/>
                </a:cubicBezTo>
                <a:cubicBezTo>
                  <a:pt x="1854970" y="51502"/>
                  <a:pt x="1854859" y="49897"/>
                  <a:pt x="1855302" y="48625"/>
                </a:cubicBezTo>
                <a:cubicBezTo>
                  <a:pt x="1864153" y="47500"/>
                  <a:pt x="1871289" y="45840"/>
                  <a:pt x="1876710" y="43646"/>
                </a:cubicBezTo>
                <a:cubicBezTo>
                  <a:pt x="1877595" y="43646"/>
                  <a:pt x="1878259" y="44091"/>
                  <a:pt x="1878702" y="44979"/>
                </a:cubicBezTo>
                <a:cubicBezTo>
                  <a:pt x="1879642" y="47033"/>
                  <a:pt x="1880112" y="51363"/>
                  <a:pt x="1880112" y="57970"/>
                </a:cubicBezTo>
                <a:close/>
                <a:moveTo>
                  <a:pt x="1962714" y="79244"/>
                </a:moveTo>
                <a:lnTo>
                  <a:pt x="1949272" y="82711"/>
                </a:lnTo>
                <a:cubicBezTo>
                  <a:pt x="1938485" y="85470"/>
                  <a:pt x="1933119" y="91708"/>
                  <a:pt x="1933174" y="101425"/>
                </a:cubicBezTo>
                <a:cubicBezTo>
                  <a:pt x="1933174" y="104460"/>
                  <a:pt x="1934211" y="107234"/>
                  <a:pt x="1936286" y="109746"/>
                </a:cubicBezTo>
                <a:cubicBezTo>
                  <a:pt x="1938360" y="112258"/>
                  <a:pt x="1941389" y="113514"/>
                  <a:pt x="1945372" y="113514"/>
                </a:cubicBezTo>
                <a:cubicBezTo>
                  <a:pt x="1949355" y="113514"/>
                  <a:pt x="1954334" y="111058"/>
                  <a:pt x="1960308" y="106147"/>
                </a:cubicBezTo>
                <a:cubicBezTo>
                  <a:pt x="1961912" y="105042"/>
                  <a:pt x="1962714" y="103580"/>
                  <a:pt x="1962714" y="101759"/>
                </a:cubicBezTo>
                <a:lnTo>
                  <a:pt x="1962714" y="79244"/>
                </a:lnTo>
                <a:moveTo>
                  <a:pt x="1962714" y="110633"/>
                </a:moveTo>
                <a:lnTo>
                  <a:pt x="1962382" y="110633"/>
                </a:lnTo>
                <a:lnTo>
                  <a:pt x="1958980" y="113303"/>
                </a:lnTo>
                <a:cubicBezTo>
                  <a:pt x="1955219" y="116254"/>
                  <a:pt x="1952148" y="118189"/>
                  <a:pt x="1949770" y="119107"/>
                </a:cubicBezTo>
                <a:cubicBezTo>
                  <a:pt x="1947391" y="120025"/>
                  <a:pt x="1944293" y="120484"/>
                  <a:pt x="1940476" y="120484"/>
                </a:cubicBezTo>
                <a:cubicBezTo>
                  <a:pt x="1934004" y="120484"/>
                  <a:pt x="1928818" y="119019"/>
                  <a:pt x="1924918" y="116088"/>
                </a:cubicBezTo>
                <a:cubicBezTo>
                  <a:pt x="1921018" y="113157"/>
                  <a:pt x="1919068" y="108511"/>
                  <a:pt x="1919068" y="102151"/>
                </a:cubicBezTo>
                <a:cubicBezTo>
                  <a:pt x="1919068" y="96522"/>
                  <a:pt x="1921640" y="91556"/>
                  <a:pt x="1926785" y="87254"/>
                </a:cubicBezTo>
                <a:cubicBezTo>
                  <a:pt x="1931930" y="82949"/>
                  <a:pt x="1938706" y="79742"/>
                  <a:pt x="1947114" y="77633"/>
                </a:cubicBezTo>
                <a:lnTo>
                  <a:pt x="1961719" y="74008"/>
                </a:lnTo>
                <a:cubicBezTo>
                  <a:pt x="1962382" y="73791"/>
                  <a:pt x="1962714" y="73136"/>
                  <a:pt x="1962714" y="72045"/>
                </a:cubicBezTo>
                <a:cubicBezTo>
                  <a:pt x="1962714" y="57538"/>
                  <a:pt x="1958123" y="50285"/>
                  <a:pt x="1948940" y="50285"/>
                </a:cubicBezTo>
                <a:cubicBezTo>
                  <a:pt x="1945178" y="50285"/>
                  <a:pt x="1941887" y="50861"/>
                  <a:pt x="1939066" y="52014"/>
                </a:cubicBezTo>
                <a:cubicBezTo>
                  <a:pt x="1936244" y="53167"/>
                  <a:pt x="1934834" y="54898"/>
                  <a:pt x="1934834" y="57205"/>
                </a:cubicBezTo>
                <a:cubicBezTo>
                  <a:pt x="1934834" y="58759"/>
                  <a:pt x="1934944" y="59832"/>
                  <a:pt x="1935166" y="60423"/>
                </a:cubicBezTo>
                <a:cubicBezTo>
                  <a:pt x="1935498" y="61066"/>
                  <a:pt x="1935664" y="62059"/>
                  <a:pt x="1935664" y="63400"/>
                </a:cubicBezTo>
                <a:cubicBezTo>
                  <a:pt x="1935664" y="64634"/>
                  <a:pt x="1934986" y="65855"/>
                  <a:pt x="1933631" y="67062"/>
                </a:cubicBezTo>
                <a:cubicBezTo>
                  <a:pt x="1932275" y="68268"/>
                  <a:pt x="1930464" y="68872"/>
                  <a:pt x="1928196" y="68872"/>
                </a:cubicBezTo>
                <a:cubicBezTo>
                  <a:pt x="1924213" y="68872"/>
                  <a:pt x="1922249" y="66887"/>
                  <a:pt x="1922304" y="62918"/>
                </a:cubicBezTo>
                <a:cubicBezTo>
                  <a:pt x="1922304" y="58287"/>
                  <a:pt x="1925250" y="54000"/>
                  <a:pt x="1931141" y="50059"/>
                </a:cubicBezTo>
                <a:cubicBezTo>
                  <a:pt x="1937033" y="46116"/>
                  <a:pt x="1943436" y="44144"/>
                  <a:pt x="1950351" y="44144"/>
                </a:cubicBezTo>
                <a:cubicBezTo>
                  <a:pt x="1967444" y="44144"/>
                  <a:pt x="1975991" y="53820"/>
                  <a:pt x="1975991" y="73171"/>
                </a:cubicBezTo>
                <a:lnTo>
                  <a:pt x="1975991" y="98277"/>
                </a:lnTo>
                <a:cubicBezTo>
                  <a:pt x="1975991" y="101515"/>
                  <a:pt x="1976074" y="103984"/>
                  <a:pt x="1976240" y="105685"/>
                </a:cubicBezTo>
                <a:cubicBezTo>
                  <a:pt x="1976406" y="107386"/>
                  <a:pt x="1977028" y="108964"/>
                  <a:pt x="1978107" y="110420"/>
                </a:cubicBezTo>
                <a:cubicBezTo>
                  <a:pt x="1979185" y="111874"/>
                  <a:pt x="1980748" y="112601"/>
                  <a:pt x="1982795" y="112601"/>
                </a:cubicBezTo>
                <a:cubicBezTo>
                  <a:pt x="1984178" y="112601"/>
                  <a:pt x="1985367" y="112172"/>
                  <a:pt x="1986363" y="111315"/>
                </a:cubicBezTo>
                <a:cubicBezTo>
                  <a:pt x="1987359" y="110457"/>
                  <a:pt x="1987912" y="110028"/>
                  <a:pt x="1988022" y="110028"/>
                </a:cubicBezTo>
                <a:cubicBezTo>
                  <a:pt x="1988354" y="110028"/>
                  <a:pt x="1988811" y="110360"/>
                  <a:pt x="1989392" y="111024"/>
                </a:cubicBezTo>
                <a:cubicBezTo>
                  <a:pt x="1989972" y="111688"/>
                  <a:pt x="1990263" y="112297"/>
                  <a:pt x="1990263" y="112850"/>
                </a:cubicBezTo>
                <a:cubicBezTo>
                  <a:pt x="1990263" y="113182"/>
                  <a:pt x="1989668" y="113942"/>
                  <a:pt x="1988479" y="115132"/>
                </a:cubicBezTo>
                <a:cubicBezTo>
                  <a:pt x="1987290" y="116321"/>
                  <a:pt x="1985506" y="117510"/>
                  <a:pt x="1983127" y="118700"/>
                </a:cubicBezTo>
                <a:cubicBezTo>
                  <a:pt x="1980748" y="119889"/>
                  <a:pt x="1978314" y="120484"/>
                  <a:pt x="1975825" y="120484"/>
                </a:cubicBezTo>
                <a:cubicBezTo>
                  <a:pt x="1969021" y="120539"/>
                  <a:pt x="1964650" y="117255"/>
                  <a:pt x="1962714" y="110633"/>
                </a:cubicBezTo>
                <a:close/>
                <a:moveTo>
                  <a:pt x="1999166" y="45804"/>
                </a:moveTo>
                <a:lnTo>
                  <a:pt x="2006966" y="45804"/>
                </a:lnTo>
                <a:cubicBezTo>
                  <a:pt x="2006966" y="42329"/>
                  <a:pt x="2006952" y="39337"/>
                  <a:pt x="2006924" y="36829"/>
                </a:cubicBezTo>
                <a:cubicBezTo>
                  <a:pt x="2006897" y="34321"/>
                  <a:pt x="2006855" y="32488"/>
                  <a:pt x="2006800" y="31329"/>
                </a:cubicBezTo>
                <a:cubicBezTo>
                  <a:pt x="2006744" y="30171"/>
                  <a:pt x="2006689" y="29261"/>
                  <a:pt x="2006634" y="28599"/>
                </a:cubicBezTo>
                <a:cubicBezTo>
                  <a:pt x="2006579" y="27937"/>
                  <a:pt x="2006537" y="27441"/>
                  <a:pt x="2006509" y="27110"/>
                </a:cubicBezTo>
                <a:cubicBezTo>
                  <a:pt x="2006482" y="26780"/>
                  <a:pt x="2006468" y="26477"/>
                  <a:pt x="2006468" y="26200"/>
                </a:cubicBezTo>
                <a:cubicBezTo>
                  <a:pt x="2006468" y="25815"/>
                  <a:pt x="2006689" y="25457"/>
                  <a:pt x="2007132" y="25127"/>
                </a:cubicBezTo>
                <a:cubicBezTo>
                  <a:pt x="2007574" y="24795"/>
                  <a:pt x="2008058" y="24547"/>
                  <a:pt x="2008584" y="24382"/>
                </a:cubicBezTo>
                <a:cubicBezTo>
                  <a:pt x="2009109" y="24217"/>
                  <a:pt x="2009828" y="23996"/>
                  <a:pt x="2010741" y="23721"/>
                </a:cubicBezTo>
                <a:cubicBezTo>
                  <a:pt x="2011654" y="23445"/>
                  <a:pt x="2012387" y="23196"/>
                  <a:pt x="2012940" y="22974"/>
                </a:cubicBezTo>
                <a:cubicBezTo>
                  <a:pt x="2013604" y="22700"/>
                  <a:pt x="2014461" y="22286"/>
                  <a:pt x="2015512" y="21735"/>
                </a:cubicBezTo>
                <a:cubicBezTo>
                  <a:pt x="2016564" y="21184"/>
                  <a:pt x="2017449" y="20743"/>
                  <a:pt x="2018168" y="20413"/>
                </a:cubicBezTo>
                <a:cubicBezTo>
                  <a:pt x="2018887" y="20081"/>
                  <a:pt x="2019412" y="19915"/>
                  <a:pt x="2019744" y="19915"/>
                </a:cubicBezTo>
                <a:cubicBezTo>
                  <a:pt x="2020629" y="19915"/>
                  <a:pt x="2021072" y="20411"/>
                  <a:pt x="2021072" y="21403"/>
                </a:cubicBezTo>
                <a:cubicBezTo>
                  <a:pt x="2020629" y="25925"/>
                  <a:pt x="2020408" y="31881"/>
                  <a:pt x="2020408" y="39269"/>
                </a:cubicBezTo>
                <a:lnTo>
                  <a:pt x="2020408" y="45804"/>
                </a:lnTo>
                <a:lnTo>
                  <a:pt x="2040821" y="45804"/>
                </a:lnTo>
                <a:cubicBezTo>
                  <a:pt x="2041706" y="45804"/>
                  <a:pt x="2042148" y="46136"/>
                  <a:pt x="2042148" y="46802"/>
                </a:cubicBezTo>
                <a:lnTo>
                  <a:pt x="2042148" y="49947"/>
                </a:lnTo>
                <a:cubicBezTo>
                  <a:pt x="2042148" y="51334"/>
                  <a:pt x="2040793" y="51999"/>
                  <a:pt x="2038082" y="51944"/>
                </a:cubicBezTo>
                <a:lnTo>
                  <a:pt x="2020408" y="51944"/>
                </a:lnTo>
                <a:lnTo>
                  <a:pt x="2020408" y="95352"/>
                </a:lnTo>
                <a:cubicBezTo>
                  <a:pt x="2020408" y="100939"/>
                  <a:pt x="2020809" y="104975"/>
                  <a:pt x="2021611" y="107461"/>
                </a:cubicBezTo>
                <a:cubicBezTo>
                  <a:pt x="2022413" y="109947"/>
                  <a:pt x="2023893" y="111190"/>
                  <a:pt x="2026051" y="111190"/>
                </a:cubicBezTo>
                <a:cubicBezTo>
                  <a:pt x="2031251" y="111190"/>
                  <a:pt x="2035897" y="109570"/>
                  <a:pt x="2039991" y="106331"/>
                </a:cubicBezTo>
                <a:cubicBezTo>
                  <a:pt x="2041706" y="106443"/>
                  <a:pt x="2042701" y="107421"/>
                  <a:pt x="2042978" y="109264"/>
                </a:cubicBezTo>
                <a:cubicBezTo>
                  <a:pt x="2036285" y="116744"/>
                  <a:pt x="2028651" y="120484"/>
                  <a:pt x="2020076" y="120484"/>
                </a:cubicBezTo>
                <a:cubicBezTo>
                  <a:pt x="2011336" y="120484"/>
                  <a:pt x="2006966" y="114849"/>
                  <a:pt x="2006966" y="103580"/>
                </a:cubicBezTo>
                <a:lnTo>
                  <a:pt x="2006966" y="51944"/>
                </a:lnTo>
                <a:lnTo>
                  <a:pt x="1996925" y="51944"/>
                </a:lnTo>
                <a:cubicBezTo>
                  <a:pt x="1996372" y="51944"/>
                  <a:pt x="1996096" y="51637"/>
                  <a:pt x="1996096" y="51024"/>
                </a:cubicBezTo>
                <a:lnTo>
                  <a:pt x="1996096" y="48952"/>
                </a:lnTo>
                <a:cubicBezTo>
                  <a:pt x="1996096" y="46853"/>
                  <a:pt x="1997119" y="45804"/>
                  <a:pt x="1999166" y="45804"/>
                </a:cubicBezTo>
                <a:close/>
                <a:moveTo>
                  <a:pt x="2082458" y="120484"/>
                </a:moveTo>
                <a:cubicBezTo>
                  <a:pt x="2074658" y="120484"/>
                  <a:pt x="2069057" y="118314"/>
                  <a:pt x="2065655" y="113975"/>
                </a:cubicBezTo>
                <a:cubicBezTo>
                  <a:pt x="2062253" y="109636"/>
                  <a:pt x="2060552" y="104122"/>
                  <a:pt x="2060552" y="97434"/>
                </a:cubicBezTo>
                <a:lnTo>
                  <a:pt x="2060552" y="65104"/>
                </a:lnTo>
                <a:cubicBezTo>
                  <a:pt x="2060552" y="59838"/>
                  <a:pt x="2059846" y="56356"/>
                  <a:pt x="2058436" y="54656"/>
                </a:cubicBezTo>
                <a:cubicBezTo>
                  <a:pt x="2057025" y="52955"/>
                  <a:pt x="2054218" y="51941"/>
                  <a:pt x="2050013" y="51612"/>
                </a:cubicBezTo>
                <a:cubicBezTo>
                  <a:pt x="2049571" y="51130"/>
                  <a:pt x="2049350" y="50151"/>
                  <a:pt x="2049350" y="48677"/>
                </a:cubicBezTo>
                <a:cubicBezTo>
                  <a:pt x="2049350" y="47202"/>
                  <a:pt x="2049571" y="46134"/>
                  <a:pt x="2050013" y="45472"/>
                </a:cubicBezTo>
                <a:cubicBezTo>
                  <a:pt x="2058422" y="45712"/>
                  <a:pt x="2064203" y="45832"/>
                  <a:pt x="2067356" y="45832"/>
                </a:cubicBezTo>
                <a:cubicBezTo>
                  <a:pt x="2070177" y="45832"/>
                  <a:pt x="2072169" y="45712"/>
                  <a:pt x="2073330" y="45472"/>
                </a:cubicBezTo>
                <a:cubicBezTo>
                  <a:pt x="2074215" y="45472"/>
                  <a:pt x="2074658" y="45863"/>
                  <a:pt x="2074658" y="46646"/>
                </a:cubicBezTo>
                <a:cubicBezTo>
                  <a:pt x="2074215" y="54942"/>
                  <a:pt x="2073994" y="60778"/>
                  <a:pt x="2073994" y="64152"/>
                </a:cubicBezTo>
                <a:lnTo>
                  <a:pt x="2073994" y="95012"/>
                </a:lnTo>
                <a:cubicBezTo>
                  <a:pt x="2073994" y="101706"/>
                  <a:pt x="2075377" y="106297"/>
                  <a:pt x="2078143" y="108786"/>
                </a:cubicBezTo>
                <a:cubicBezTo>
                  <a:pt x="2080909" y="111274"/>
                  <a:pt x="2084062" y="112518"/>
                  <a:pt x="2087602" y="112518"/>
                </a:cubicBezTo>
                <a:cubicBezTo>
                  <a:pt x="2092692" y="112518"/>
                  <a:pt x="2098362" y="109825"/>
                  <a:pt x="2104613" y="104440"/>
                </a:cubicBezTo>
                <a:cubicBezTo>
                  <a:pt x="2106438" y="102847"/>
                  <a:pt x="2107323" y="100649"/>
                  <a:pt x="2107268" y="97849"/>
                </a:cubicBezTo>
                <a:lnTo>
                  <a:pt x="2107268" y="65293"/>
                </a:lnTo>
                <a:cubicBezTo>
                  <a:pt x="2107268" y="59908"/>
                  <a:pt x="2106590" y="56337"/>
                  <a:pt x="2105235" y="54579"/>
                </a:cubicBezTo>
                <a:cubicBezTo>
                  <a:pt x="2103880" y="52821"/>
                  <a:pt x="2101045" y="51832"/>
                  <a:pt x="2096730" y="51612"/>
                </a:cubicBezTo>
                <a:cubicBezTo>
                  <a:pt x="2096177" y="51130"/>
                  <a:pt x="2095900" y="50151"/>
                  <a:pt x="2095900" y="48677"/>
                </a:cubicBezTo>
                <a:cubicBezTo>
                  <a:pt x="2095900" y="47202"/>
                  <a:pt x="2096177" y="46134"/>
                  <a:pt x="2096730" y="45472"/>
                </a:cubicBezTo>
                <a:cubicBezTo>
                  <a:pt x="2105138" y="45712"/>
                  <a:pt x="2110919" y="45832"/>
                  <a:pt x="2114072" y="45832"/>
                </a:cubicBezTo>
                <a:cubicBezTo>
                  <a:pt x="2116894" y="45832"/>
                  <a:pt x="2118885" y="45712"/>
                  <a:pt x="2120047" y="45472"/>
                </a:cubicBezTo>
                <a:cubicBezTo>
                  <a:pt x="2120932" y="45472"/>
                  <a:pt x="2121374" y="45863"/>
                  <a:pt x="2121374" y="46646"/>
                </a:cubicBezTo>
                <a:cubicBezTo>
                  <a:pt x="2120932" y="54932"/>
                  <a:pt x="2120711" y="60760"/>
                  <a:pt x="2120711" y="64129"/>
                </a:cubicBezTo>
                <a:lnTo>
                  <a:pt x="2120711" y="96692"/>
                </a:lnTo>
                <a:cubicBezTo>
                  <a:pt x="2120711" y="101111"/>
                  <a:pt x="2121485" y="104163"/>
                  <a:pt x="2123034" y="105848"/>
                </a:cubicBezTo>
                <a:cubicBezTo>
                  <a:pt x="2124583" y="107532"/>
                  <a:pt x="2127957" y="108594"/>
                  <a:pt x="2133157" y="109033"/>
                </a:cubicBezTo>
                <a:cubicBezTo>
                  <a:pt x="2133710" y="109600"/>
                  <a:pt x="2133987" y="110400"/>
                  <a:pt x="2133987" y="111434"/>
                </a:cubicBezTo>
                <a:cubicBezTo>
                  <a:pt x="2133987" y="112466"/>
                  <a:pt x="2133710" y="113214"/>
                  <a:pt x="2133157" y="113679"/>
                </a:cubicBezTo>
                <a:cubicBezTo>
                  <a:pt x="2123642" y="114800"/>
                  <a:pt x="2116783" y="117068"/>
                  <a:pt x="2112579" y="120484"/>
                </a:cubicBezTo>
                <a:cubicBezTo>
                  <a:pt x="2111306" y="120816"/>
                  <a:pt x="2110228" y="120816"/>
                  <a:pt x="2109343" y="120484"/>
                </a:cubicBezTo>
                <a:cubicBezTo>
                  <a:pt x="2108070" y="116369"/>
                  <a:pt x="2107434" y="113034"/>
                  <a:pt x="2107434" y="110477"/>
                </a:cubicBezTo>
                <a:cubicBezTo>
                  <a:pt x="2107434" y="109186"/>
                  <a:pt x="2106770" y="109130"/>
                  <a:pt x="2105443" y="110309"/>
                </a:cubicBezTo>
                <a:cubicBezTo>
                  <a:pt x="2097145" y="117092"/>
                  <a:pt x="2089483" y="120484"/>
                  <a:pt x="2082458" y="120484"/>
                </a:cubicBezTo>
                <a:close/>
                <a:moveTo>
                  <a:pt x="2165320" y="57970"/>
                </a:moveTo>
                <a:cubicBezTo>
                  <a:pt x="2165320" y="58518"/>
                  <a:pt x="2165403" y="58902"/>
                  <a:pt x="2165569" y="59122"/>
                </a:cubicBezTo>
                <a:cubicBezTo>
                  <a:pt x="2165735" y="59339"/>
                  <a:pt x="2166095" y="59065"/>
                  <a:pt x="2166648" y="58297"/>
                </a:cubicBezTo>
                <a:cubicBezTo>
                  <a:pt x="2168916" y="54449"/>
                  <a:pt x="2171723" y="51128"/>
                  <a:pt x="2175070" y="48335"/>
                </a:cubicBezTo>
                <a:cubicBezTo>
                  <a:pt x="2178417" y="45541"/>
                  <a:pt x="2181888" y="44144"/>
                  <a:pt x="2185484" y="44144"/>
                </a:cubicBezTo>
                <a:cubicBezTo>
                  <a:pt x="2188748" y="44144"/>
                  <a:pt x="2191265" y="45011"/>
                  <a:pt x="2193035" y="46745"/>
                </a:cubicBezTo>
                <a:cubicBezTo>
                  <a:pt x="2194805" y="48479"/>
                  <a:pt x="2195690" y="50309"/>
                  <a:pt x="2195690" y="52234"/>
                </a:cubicBezTo>
                <a:cubicBezTo>
                  <a:pt x="2195690" y="54382"/>
                  <a:pt x="2194874" y="56336"/>
                  <a:pt x="2193242" y="58097"/>
                </a:cubicBezTo>
                <a:cubicBezTo>
                  <a:pt x="2191610" y="59859"/>
                  <a:pt x="2189771" y="60740"/>
                  <a:pt x="2187724" y="60740"/>
                </a:cubicBezTo>
                <a:cubicBezTo>
                  <a:pt x="2186950" y="60740"/>
                  <a:pt x="2186161" y="60538"/>
                  <a:pt x="2185359" y="60136"/>
                </a:cubicBezTo>
                <a:cubicBezTo>
                  <a:pt x="2184557" y="59731"/>
                  <a:pt x="2183963" y="59340"/>
                  <a:pt x="2183575" y="58963"/>
                </a:cubicBezTo>
                <a:cubicBezTo>
                  <a:pt x="2183188" y="58587"/>
                  <a:pt x="2182676" y="58035"/>
                  <a:pt x="2182040" y="57309"/>
                </a:cubicBezTo>
                <a:cubicBezTo>
                  <a:pt x="2181404" y="56581"/>
                  <a:pt x="2180975" y="56110"/>
                  <a:pt x="2180754" y="55896"/>
                </a:cubicBezTo>
                <a:cubicBezTo>
                  <a:pt x="2179980" y="55142"/>
                  <a:pt x="2178790" y="54765"/>
                  <a:pt x="2177186" y="54765"/>
                </a:cubicBezTo>
                <a:cubicBezTo>
                  <a:pt x="2175803" y="54765"/>
                  <a:pt x="2173203" y="57504"/>
                  <a:pt x="2169386" y="62980"/>
                </a:cubicBezTo>
                <a:cubicBezTo>
                  <a:pt x="2166676" y="67034"/>
                  <a:pt x="2165320" y="70786"/>
                  <a:pt x="2165320" y="74237"/>
                </a:cubicBezTo>
                <a:lnTo>
                  <a:pt x="2165320" y="97652"/>
                </a:lnTo>
                <a:cubicBezTo>
                  <a:pt x="2165320" y="104389"/>
                  <a:pt x="2166081" y="108511"/>
                  <a:pt x="2167602" y="110018"/>
                </a:cubicBezTo>
                <a:cubicBezTo>
                  <a:pt x="2169123" y="111524"/>
                  <a:pt x="2173009" y="112523"/>
                  <a:pt x="2179260" y="113016"/>
                </a:cubicBezTo>
                <a:cubicBezTo>
                  <a:pt x="2179814" y="113626"/>
                  <a:pt x="2180090" y="114680"/>
                  <a:pt x="2180090" y="116177"/>
                </a:cubicBezTo>
                <a:cubicBezTo>
                  <a:pt x="2180090" y="117674"/>
                  <a:pt x="2179814" y="118667"/>
                  <a:pt x="2179260" y="119156"/>
                </a:cubicBezTo>
                <a:cubicBezTo>
                  <a:pt x="2169524" y="118912"/>
                  <a:pt x="2162665" y="118790"/>
                  <a:pt x="2158682" y="118790"/>
                </a:cubicBezTo>
                <a:cubicBezTo>
                  <a:pt x="2155308" y="118790"/>
                  <a:pt x="2148835" y="118912"/>
                  <a:pt x="2139265" y="119156"/>
                </a:cubicBezTo>
                <a:cubicBezTo>
                  <a:pt x="2138823" y="118667"/>
                  <a:pt x="2138601" y="117674"/>
                  <a:pt x="2138601" y="116177"/>
                </a:cubicBezTo>
                <a:cubicBezTo>
                  <a:pt x="2138601" y="114680"/>
                  <a:pt x="2138823" y="113626"/>
                  <a:pt x="2139265" y="113016"/>
                </a:cubicBezTo>
                <a:cubicBezTo>
                  <a:pt x="2144797" y="112687"/>
                  <a:pt x="2148282" y="111729"/>
                  <a:pt x="2149720" y="110140"/>
                </a:cubicBezTo>
                <a:cubicBezTo>
                  <a:pt x="2151159" y="108551"/>
                  <a:pt x="2151878" y="104388"/>
                  <a:pt x="2151878" y="97649"/>
                </a:cubicBezTo>
                <a:lnTo>
                  <a:pt x="2151878" y="64860"/>
                </a:lnTo>
                <a:cubicBezTo>
                  <a:pt x="2151878" y="60149"/>
                  <a:pt x="2151228" y="57178"/>
                  <a:pt x="2149928" y="55945"/>
                </a:cubicBezTo>
                <a:cubicBezTo>
                  <a:pt x="2148628" y="54713"/>
                  <a:pt x="2145599" y="53877"/>
                  <a:pt x="2140842" y="53438"/>
                </a:cubicBezTo>
                <a:cubicBezTo>
                  <a:pt x="2140178" y="51502"/>
                  <a:pt x="2140067" y="49897"/>
                  <a:pt x="2140510" y="48625"/>
                </a:cubicBezTo>
                <a:cubicBezTo>
                  <a:pt x="2149361" y="47500"/>
                  <a:pt x="2156497" y="45840"/>
                  <a:pt x="2161918" y="43646"/>
                </a:cubicBezTo>
                <a:cubicBezTo>
                  <a:pt x="2162803" y="43646"/>
                  <a:pt x="2163467" y="44091"/>
                  <a:pt x="2163910" y="44979"/>
                </a:cubicBezTo>
                <a:cubicBezTo>
                  <a:pt x="2164850" y="47033"/>
                  <a:pt x="2165320" y="51363"/>
                  <a:pt x="2165320" y="57970"/>
                </a:cubicBezTo>
                <a:close/>
                <a:moveTo>
                  <a:pt x="2219212" y="70531"/>
                </a:moveTo>
                <a:lnTo>
                  <a:pt x="2249997" y="70051"/>
                </a:lnTo>
                <a:cubicBezTo>
                  <a:pt x="2251712" y="70051"/>
                  <a:pt x="2252541" y="69305"/>
                  <a:pt x="2252486" y="67811"/>
                </a:cubicBezTo>
                <a:cubicBezTo>
                  <a:pt x="2252486" y="61574"/>
                  <a:pt x="2251103" y="57149"/>
                  <a:pt x="2248337" y="54537"/>
                </a:cubicBezTo>
                <a:cubicBezTo>
                  <a:pt x="2245571" y="51923"/>
                  <a:pt x="2242252" y="50616"/>
                  <a:pt x="2238380" y="50616"/>
                </a:cubicBezTo>
                <a:cubicBezTo>
                  <a:pt x="2236886" y="50616"/>
                  <a:pt x="2235420" y="50803"/>
                  <a:pt x="2233982" y="51177"/>
                </a:cubicBezTo>
                <a:cubicBezTo>
                  <a:pt x="2232544" y="51550"/>
                  <a:pt x="2230773" y="52336"/>
                  <a:pt x="2228671" y="53536"/>
                </a:cubicBezTo>
                <a:cubicBezTo>
                  <a:pt x="2226569" y="54736"/>
                  <a:pt x="2224661" y="56803"/>
                  <a:pt x="2222946" y="59736"/>
                </a:cubicBezTo>
                <a:cubicBezTo>
                  <a:pt x="2221231" y="62668"/>
                  <a:pt x="2219986" y="66266"/>
                  <a:pt x="2219212" y="70531"/>
                </a:cubicBezTo>
                <a:moveTo>
                  <a:pt x="2263771" y="103058"/>
                </a:moveTo>
                <a:cubicBezTo>
                  <a:pt x="2265707" y="103169"/>
                  <a:pt x="2266896" y="104054"/>
                  <a:pt x="2267339" y="105714"/>
                </a:cubicBezTo>
                <a:cubicBezTo>
                  <a:pt x="2259760" y="115560"/>
                  <a:pt x="2250107" y="120484"/>
                  <a:pt x="2238380" y="120484"/>
                </a:cubicBezTo>
                <a:cubicBezTo>
                  <a:pt x="2227150" y="120484"/>
                  <a:pt x="2218493" y="116860"/>
                  <a:pt x="2212408" y="109614"/>
                </a:cubicBezTo>
                <a:cubicBezTo>
                  <a:pt x="2207097" y="103473"/>
                  <a:pt x="2204442" y="95092"/>
                  <a:pt x="2204442" y="84471"/>
                </a:cubicBezTo>
                <a:cubicBezTo>
                  <a:pt x="2204442" y="72443"/>
                  <a:pt x="2208038" y="62770"/>
                  <a:pt x="2215229" y="55452"/>
                </a:cubicBezTo>
                <a:cubicBezTo>
                  <a:pt x="2222420" y="48135"/>
                  <a:pt x="2230137" y="44476"/>
                  <a:pt x="2238380" y="44476"/>
                </a:cubicBezTo>
                <a:cubicBezTo>
                  <a:pt x="2257520" y="44476"/>
                  <a:pt x="2267090" y="54301"/>
                  <a:pt x="2267090" y="73951"/>
                </a:cubicBezTo>
                <a:cubicBezTo>
                  <a:pt x="2267090" y="75986"/>
                  <a:pt x="2266039" y="77003"/>
                  <a:pt x="2263937" y="77003"/>
                </a:cubicBezTo>
                <a:lnTo>
                  <a:pt x="2218714" y="76671"/>
                </a:lnTo>
                <a:cubicBezTo>
                  <a:pt x="2218714" y="86186"/>
                  <a:pt x="2220512" y="93958"/>
                  <a:pt x="2224108" y="99988"/>
                </a:cubicBezTo>
                <a:cubicBezTo>
                  <a:pt x="2229086" y="108120"/>
                  <a:pt x="2235282" y="112186"/>
                  <a:pt x="2242695" y="112186"/>
                </a:cubicBezTo>
                <a:cubicBezTo>
                  <a:pt x="2247452" y="112186"/>
                  <a:pt x="2251338" y="111508"/>
                  <a:pt x="2254353" y="110153"/>
                </a:cubicBezTo>
                <a:cubicBezTo>
                  <a:pt x="2257368" y="108798"/>
                  <a:pt x="2260507" y="106433"/>
                  <a:pt x="2263771" y="103058"/>
                </a:cubicBezTo>
                <a:close/>
                <a:moveTo>
                  <a:pt x="2329692" y="16966"/>
                </a:moveTo>
                <a:cubicBezTo>
                  <a:pt x="2329692" y="14911"/>
                  <a:pt x="2330660" y="13035"/>
                  <a:pt x="2332597" y="11339"/>
                </a:cubicBezTo>
                <a:cubicBezTo>
                  <a:pt x="2334533" y="9644"/>
                  <a:pt x="2336524" y="8796"/>
                  <a:pt x="2338571" y="8796"/>
                </a:cubicBezTo>
                <a:cubicBezTo>
                  <a:pt x="2340728" y="8796"/>
                  <a:pt x="2342623" y="9741"/>
                  <a:pt x="2344255" y="11632"/>
                </a:cubicBezTo>
                <a:cubicBezTo>
                  <a:pt x="2345887" y="13522"/>
                  <a:pt x="2346703" y="15523"/>
                  <a:pt x="2346703" y="17635"/>
                </a:cubicBezTo>
                <a:cubicBezTo>
                  <a:pt x="2346703" y="19580"/>
                  <a:pt x="2345804" y="21442"/>
                  <a:pt x="2344006" y="23221"/>
                </a:cubicBezTo>
                <a:cubicBezTo>
                  <a:pt x="2342208" y="25000"/>
                  <a:pt x="2340175" y="25889"/>
                  <a:pt x="2337907" y="25889"/>
                </a:cubicBezTo>
                <a:cubicBezTo>
                  <a:pt x="2335860" y="25889"/>
                  <a:pt x="2333979" y="24944"/>
                  <a:pt x="2332265" y="23055"/>
                </a:cubicBezTo>
                <a:cubicBezTo>
                  <a:pt x="2330550" y="21164"/>
                  <a:pt x="2329692" y="19134"/>
                  <a:pt x="2329692" y="16966"/>
                </a:cubicBezTo>
                <a:moveTo>
                  <a:pt x="2345209" y="97605"/>
                </a:moveTo>
                <a:cubicBezTo>
                  <a:pt x="2345209" y="104363"/>
                  <a:pt x="2345887" y="108524"/>
                  <a:pt x="2347242" y="110091"/>
                </a:cubicBezTo>
                <a:cubicBezTo>
                  <a:pt x="2348597" y="111657"/>
                  <a:pt x="2351986" y="112632"/>
                  <a:pt x="2357407" y="113016"/>
                </a:cubicBezTo>
                <a:cubicBezTo>
                  <a:pt x="2357960" y="113626"/>
                  <a:pt x="2358237" y="114680"/>
                  <a:pt x="2358237" y="116177"/>
                </a:cubicBezTo>
                <a:cubicBezTo>
                  <a:pt x="2358237" y="117674"/>
                  <a:pt x="2357960" y="118667"/>
                  <a:pt x="2357407" y="119156"/>
                </a:cubicBezTo>
                <a:cubicBezTo>
                  <a:pt x="2347671" y="118912"/>
                  <a:pt x="2341392" y="118790"/>
                  <a:pt x="2338571" y="118790"/>
                </a:cubicBezTo>
                <a:cubicBezTo>
                  <a:pt x="2335418" y="118790"/>
                  <a:pt x="2329056" y="118912"/>
                  <a:pt x="2319486" y="119156"/>
                </a:cubicBezTo>
                <a:cubicBezTo>
                  <a:pt x="2319043" y="118667"/>
                  <a:pt x="2318822" y="117674"/>
                  <a:pt x="2318822" y="116177"/>
                </a:cubicBezTo>
                <a:cubicBezTo>
                  <a:pt x="2318822" y="114680"/>
                  <a:pt x="2319043" y="113626"/>
                  <a:pt x="2319486" y="113016"/>
                </a:cubicBezTo>
                <a:cubicBezTo>
                  <a:pt x="2324907" y="112577"/>
                  <a:pt x="2328309" y="111588"/>
                  <a:pt x="2329692" y="110049"/>
                </a:cubicBezTo>
                <a:cubicBezTo>
                  <a:pt x="2331075" y="108511"/>
                  <a:pt x="2331767" y="104363"/>
                  <a:pt x="2331767" y="97605"/>
                </a:cubicBezTo>
                <a:lnTo>
                  <a:pt x="2331767" y="64725"/>
                </a:lnTo>
                <a:cubicBezTo>
                  <a:pt x="2331767" y="60001"/>
                  <a:pt x="2331117" y="57020"/>
                  <a:pt x="2329817" y="55784"/>
                </a:cubicBezTo>
                <a:cubicBezTo>
                  <a:pt x="2328517" y="54548"/>
                  <a:pt x="2325488" y="53711"/>
                  <a:pt x="2320731" y="53272"/>
                </a:cubicBezTo>
                <a:cubicBezTo>
                  <a:pt x="2320067" y="51336"/>
                  <a:pt x="2319956" y="49731"/>
                  <a:pt x="2320399" y="48459"/>
                </a:cubicBezTo>
                <a:cubicBezTo>
                  <a:pt x="2330909" y="47100"/>
                  <a:pt x="2338654" y="45496"/>
                  <a:pt x="2343633" y="43646"/>
                </a:cubicBezTo>
                <a:cubicBezTo>
                  <a:pt x="2345126" y="43646"/>
                  <a:pt x="2345873" y="44027"/>
                  <a:pt x="2345873" y="44787"/>
                </a:cubicBezTo>
                <a:cubicBezTo>
                  <a:pt x="2345873" y="45059"/>
                  <a:pt x="2345845" y="45453"/>
                  <a:pt x="2345790" y="45970"/>
                </a:cubicBezTo>
                <a:cubicBezTo>
                  <a:pt x="2345735" y="46487"/>
                  <a:pt x="2345679" y="47529"/>
                  <a:pt x="2345624" y="49097"/>
                </a:cubicBezTo>
                <a:cubicBezTo>
                  <a:pt x="2345569" y="50663"/>
                  <a:pt x="2345500" y="52177"/>
                  <a:pt x="2345417" y="53637"/>
                </a:cubicBezTo>
                <a:cubicBezTo>
                  <a:pt x="2345334" y="55096"/>
                  <a:pt x="2345278" y="56788"/>
                  <a:pt x="2345251" y="58712"/>
                </a:cubicBezTo>
                <a:cubicBezTo>
                  <a:pt x="2345223" y="60634"/>
                  <a:pt x="2345209" y="62391"/>
                  <a:pt x="2345209" y="63984"/>
                </a:cubicBezTo>
                <a:lnTo>
                  <a:pt x="2345209" y="97605"/>
                </a:lnTo>
                <a:close/>
                <a:moveTo>
                  <a:pt x="2392270" y="57877"/>
                </a:moveTo>
                <a:cubicBezTo>
                  <a:pt x="2400568" y="48722"/>
                  <a:pt x="2409861" y="44144"/>
                  <a:pt x="2420150" y="44144"/>
                </a:cubicBezTo>
                <a:cubicBezTo>
                  <a:pt x="2426623" y="44144"/>
                  <a:pt x="2431325" y="46069"/>
                  <a:pt x="2434257" y="49919"/>
                </a:cubicBezTo>
                <a:cubicBezTo>
                  <a:pt x="2437299" y="53990"/>
                  <a:pt x="2438820" y="61525"/>
                  <a:pt x="2438820" y="72525"/>
                </a:cubicBezTo>
                <a:lnTo>
                  <a:pt x="2438820" y="97626"/>
                </a:lnTo>
                <a:cubicBezTo>
                  <a:pt x="2438820" y="104264"/>
                  <a:pt x="2439470" y="108365"/>
                  <a:pt x="2440770" y="109930"/>
                </a:cubicBezTo>
                <a:cubicBezTo>
                  <a:pt x="2442070" y="111493"/>
                  <a:pt x="2445210" y="112521"/>
                  <a:pt x="2450188" y="113016"/>
                </a:cubicBezTo>
                <a:cubicBezTo>
                  <a:pt x="2450631" y="113505"/>
                  <a:pt x="2450852" y="114498"/>
                  <a:pt x="2450852" y="115995"/>
                </a:cubicBezTo>
                <a:cubicBezTo>
                  <a:pt x="2450852" y="117492"/>
                  <a:pt x="2450631" y="118546"/>
                  <a:pt x="2450188" y="119156"/>
                </a:cubicBezTo>
                <a:cubicBezTo>
                  <a:pt x="2440452" y="118912"/>
                  <a:pt x="2434450" y="118790"/>
                  <a:pt x="2432182" y="118790"/>
                </a:cubicBezTo>
                <a:cubicBezTo>
                  <a:pt x="2430135" y="118790"/>
                  <a:pt x="2424355" y="118912"/>
                  <a:pt x="2414840" y="119156"/>
                </a:cubicBezTo>
                <a:cubicBezTo>
                  <a:pt x="2414397" y="118667"/>
                  <a:pt x="2414176" y="117674"/>
                  <a:pt x="2414176" y="116177"/>
                </a:cubicBezTo>
                <a:cubicBezTo>
                  <a:pt x="2414176" y="114680"/>
                  <a:pt x="2414397" y="113626"/>
                  <a:pt x="2414840" y="113016"/>
                </a:cubicBezTo>
                <a:cubicBezTo>
                  <a:pt x="2419487" y="112577"/>
                  <a:pt x="2422405" y="111562"/>
                  <a:pt x="2423594" y="109971"/>
                </a:cubicBezTo>
                <a:cubicBezTo>
                  <a:pt x="2424783" y="108379"/>
                  <a:pt x="2425378" y="104264"/>
                  <a:pt x="2425378" y="97626"/>
                </a:cubicBezTo>
                <a:lnTo>
                  <a:pt x="2425378" y="72032"/>
                </a:lnTo>
                <a:cubicBezTo>
                  <a:pt x="2425378" y="66053"/>
                  <a:pt x="2424714" y="61719"/>
                  <a:pt x="2423387" y="59031"/>
                </a:cubicBezTo>
                <a:cubicBezTo>
                  <a:pt x="2421229" y="54970"/>
                  <a:pt x="2418214" y="52940"/>
                  <a:pt x="2414342" y="52940"/>
                </a:cubicBezTo>
                <a:cubicBezTo>
                  <a:pt x="2407427" y="52940"/>
                  <a:pt x="2400512" y="56259"/>
                  <a:pt x="2393598" y="62897"/>
                </a:cubicBezTo>
                <a:cubicBezTo>
                  <a:pt x="2391661" y="65037"/>
                  <a:pt x="2390693" y="67397"/>
                  <a:pt x="2390693" y="69976"/>
                </a:cubicBezTo>
                <a:lnTo>
                  <a:pt x="2390693" y="97626"/>
                </a:lnTo>
                <a:cubicBezTo>
                  <a:pt x="2390693" y="104264"/>
                  <a:pt x="2391260" y="108365"/>
                  <a:pt x="2392394" y="109930"/>
                </a:cubicBezTo>
                <a:cubicBezTo>
                  <a:pt x="2393528" y="111493"/>
                  <a:pt x="2396364" y="112521"/>
                  <a:pt x="2400900" y="113016"/>
                </a:cubicBezTo>
                <a:cubicBezTo>
                  <a:pt x="2401453" y="113626"/>
                  <a:pt x="2401743" y="114680"/>
                  <a:pt x="2401771" y="116177"/>
                </a:cubicBezTo>
                <a:cubicBezTo>
                  <a:pt x="2401799" y="117674"/>
                  <a:pt x="2401508" y="118667"/>
                  <a:pt x="2400900" y="119156"/>
                </a:cubicBezTo>
                <a:cubicBezTo>
                  <a:pt x="2391385" y="118912"/>
                  <a:pt x="2385798" y="118790"/>
                  <a:pt x="2384138" y="118790"/>
                </a:cubicBezTo>
                <a:cubicBezTo>
                  <a:pt x="2380985" y="118790"/>
                  <a:pt x="2374734" y="118912"/>
                  <a:pt x="2365385" y="119156"/>
                </a:cubicBezTo>
                <a:cubicBezTo>
                  <a:pt x="2364943" y="118667"/>
                  <a:pt x="2364721" y="117674"/>
                  <a:pt x="2364721" y="116177"/>
                </a:cubicBezTo>
                <a:cubicBezTo>
                  <a:pt x="2364721" y="114680"/>
                  <a:pt x="2364943" y="113626"/>
                  <a:pt x="2365385" y="113016"/>
                </a:cubicBezTo>
                <a:cubicBezTo>
                  <a:pt x="2370696" y="112577"/>
                  <a:pt x="2374015" y="111589"/>
                  <a:pt x="2375343" y="110054"/>
                </a:cubicBezTo>
                <a:cubicBezTo>
                  <a:pt x="2376670" y="108518"/>
                  <a:pt x="2377334" y="104375"/>
                  <a:pt x="2377334" y="97626"/>
                </a:cubicBezTo>
                <a:lnTo>
                  <a:pt x="2377334" y="64793"/>
                </a:lnTo>
                <a:cubicBezTo>
                  <a:pt x="2377334" y="60075"/>
                  <a:pt x="2376684" y="57099"/>
                  <a:pt x="2375384" y="55865"/>
                </a:cubicBezTo>
                <a:cubicBezTo>
                  <a:pt x="2374084" y="54630"/>
                  <a:pt x="2371028" y="53794"/>
                  <a:pt x="2366215" y="53355"/>
                </a:cubicBezTo>
                <a:cubicBezTo>
                  <a:pt x="2365551" y="51386"/>
                  <a:pt x="2365441" y="49754"/>
                  <a:pt x="2365883" y="48459"/>
                </a:cubicBezTo>
                <a:cubicBezTo>
                  <a:pt x="2374734" y="47372"/>
                  <a:pt x="2381870" y="45767"/>
                  <a:pt x="2387291" y="43646"/>
                </a:cubicBezTo>
                <a:cubicBezTo>
                  <a:pt x="2388176" y="43646"/>
                  <a:pt x="2388868" y="44088"/>
                  <a:pt x="2389366" y="44971"/>
                </a:cubicBezTo>
                <a:cubicBezTo>
                  <a:pt x="2390251" y="47011"/>
                  <a:pt x="2390693" y="51313"/>
                  <a:pt x="2390693" y="57877"/>
                </a:cubicBezTo>
                <a:cubicBezTo>
                  <a:pt x="2390749" y="59250"/>
                  <a:pt x="2391274" y="59250"/>
                  <a:pt x="2392270" y="57877"/>
                </a:cubicBezTo>
                <a:close/>
                <a:moveTo>
                  <a:pt x="2590192" y="32022"/>
                </a:moveTo>
                <a:cubicBezTo>
                  <a:pt x="2590192" y="28078"/>
                  <a:pt x="2590012" y="25080"/>
                  <a:pt x="2589653" y="23026"/>
                </a:cubicBezTo>
                <a:cubicBezTo>
                  <a:pt x="2589293" y="20973"/>
                  <a:pt x="2588436" y="19357"/>
                  <a:pt x="2587080" y="18180"/>
                </a:cubicBezTo>
                <a:cubicBezTo>
                  <a:pt x="2585725" y="17003"/>
                  <a:pt x="2584315" y="16250"/>
                  <a:pt x="2582849" y="15921"/>
                </a:cubicBezTo>
                <a:cubicBezTo>
                  <a:pt x="2581383" y="15593"/>
                  <a:pt x="2578907" y="15264"/>
                  <a:pt x="2575422" y="14936"/>
                </a:cubicBezTo>
                <a:cubicBezTo>
                  <a:pt x="2574869" y="14454"/>
                  <a:pt x="2574578" y="13461"/>
                  <a:pt x="2574551" y="11957"/>
                </a:cubicBezTo>
                <a:cubicBezTo>
                  <a:pt x="2574523" y="10451"/>
                  <a:pt x="2574814" y="9397"/>
                  <a:pt x="2575422" y="8796"/>
                </a:cubicBezTo>
                <a:cubicBezTo>
                  <a:pt x="2586762" y="9036"/>
                  <a:pt x="2593041" y="9156"/>
                  <a:pt x="2594258" y="9156"/>
                </a:cubicBezTo>
                <a:cubicBezTo>
                  <a:pt x="2595862" y="9156"/>
                  <a:pt x="2602196" y="9036"/>
                  <a:pt x="2613260" y="8796"/>
                </a:cubicBezTo>
                <a:cubicBezTo>
                  <a:pt x="2613702" y="9397"/>
                  <a:pt x="2613924" y="10436"/>
                  <a:pt x="2613924" y="11912"/>
                </a:cubicBezTo>
                <a:cubicBezTo>
                  <a:pt x="2613924" y="13387"/>
                  <a:pt x="2613702" y="14395"/>
                  <a:pt x="2613260" y="14936"/>
                </a:cubicBezTo>
                <a:cubicBezTo>
                  <a:pt x="2606898" y="15593"/>
                  <a:pt x="2602846" y="16812"/>
                  <a:pt x="2601104" y="18592"/>
                </a:cubicBezTo>
                <a:cubicBezTo>
                  <a:pt x="2599361" y="20371"/>
                  <a:pt x="2598490" y="24848"/>
                  <a:pt x="2598490" y="32022"/>
                </a:cubicBezTo>
                <a:lnTo>
                  <a:pt x="2598490" y="114849"/>
                </a:lnTo>
                <a:cubicBezTo>
                  <a:pt x="2598490" y="118605"/>
                  <a:pt x="2597190" y="120484"/>
                  <a:pt x="2594590" y="120484"/>
                </a:cubicBezTo>
                <a:cubicBezTo>
                  <a:pt x="2592101" y="120484"/>
                  <a:pt x="2589833" y="119033"/>
                  <a:pt x="2587786" y="116133"/>
                </a:cubicBezTo>
                <a:lnTo>
                  <a:pt x="2528457" y="41631"/>
                </a:lnTo>
                <a:cubicBezTo>
                  <a:pt x="2525525" y="37908"/>
                  <a:pt x="2523602" y="36060"/>
                  <a:pt x="2522690" y="36088"/>
                </a:cubicBezTo>
                <a:cubicBezTo>
                  <a:pt x="2521777" y="36115"/>
                  <a:pt x="2521321" y="38867"/>
                  <a:pt x="2521321" y="44344"/>
                </a:cubicBezTo>
                <a:lnTo>
                  <a:pt x="2521321" y="95847"/>
                </a:lnTo>
                <a:cubicBezTo>
                  <a:pt x="2521321" y="99790"/>
                  <a:pt x="2521500" y="102789"/>
                  <a:pt x="2521860" y="104842"/>
                </a:cubicBezTo>
                <a:cubicBezTo>
                  <a:pt x="2522220" y="106896"/>
                  <a:pt x="2523077" y="108512"/>
                  <a:pt x="2524432" y="109689"/>
                </a:cubicBezTo>
                <a:cubicBezTo>
                  <a:pt x="2525788" y="110866"/>
                  <a:pt x="2527198" y="111619"/>
                  <a:pt x="2528664" y="111947"/>
                </a:cubicBezTo>
                <a:cubicBezTo>
                  <a:pt x="2530130" y="112276"/>
                  <a:pt x="2532606" y="112632"/>
                  <a:pt x="2536091" y="113016"/>
                </a:cubicBezTo>
                <a:cubicBezTo>
                  <a:pt x="2536533" y="113626"/>
                  <a:pt x="2536768" y="114680"/>
                  <a:pt x="2536796" y="116177"/>
                </a:cubicBezTo>
                <a:cubicBezTo>
                  <a:pt x="2536824" y="117674"/>
                  <a:pt x="2536589" y="118667"/>
                  <a:pt x="2536091" y="119156"/>
                </a:cubicBezTo>
                <a:cubicBezTo>
                  <a:pt x="2524750" y="118912"/>
                  <a:pt x="2518472" y="118790"/>
                  <a:pt x="2517255" y="118790"/>
                </a:cubicBezTo>
                <a:cubicBezTo>
                  <a:pt x="2515650" y="118790"/>
                  <a:pt x="2509316" y="118912"/>
                  <a:pt x="2498253" y="119156"/>
                </a:cubicBezTo>
                <a:cubicBezTo>
                  <a:pt x="2497700" y="118667"/>
                  <a:pt x="2497409" y="117674"/>
                  <a:pt x="2497382" y="116177"/>
                </a:cubicBezTo>
                <a:cubicBezTo>
                  <a:pt x="2497354" y="114680"/>
                  <a:pt x="2497644" y="113626"/>
                  <a:pt x="2498253" y="113016"/>
                </a:cubicBezTo>
                <a:cubicBezTo>
                  <a:pt x="2504614" y="112359"/>
                  <a:pt x="2508667" y="111127"/>
                  <a:pt x="2510409" y="109321"/>
                </a:cubicBezTo>
                <a:cubicBezTo>
                  <a:pt x="2512152" y="107512"/>
                  <a:pt x="2513023" y="103021"/>
                  <a:pt x="2513023" y="95847"/>
                </a:cubicBezTo>
                <a:lnTo>
                  <a:pt x="2513023" y="25697"/>
                </a:lnTo>
                <a:cubicBezTo>
                  <a:pt x="2512470" y="23232"/>
                  <a:pt x="2510948" y="20878"/>
                  <a:pt x="2508459" y="18634"/>
                </a:cubicBezTo>
                <a:cubicBezTo>
                  <a:pt x="2505970" y="16388"/>
                  <a:pt x="2503010" y="15156"/>
                  <a:pt x="2499580" y="14936"/>
                </a:cubicBezTo>
                <a:cubicBezTo>
                  <a:pt x="2499027" y="14454"/>
                  <a:pt x="2498751" y="13461"/>
                  <a:pt x="2498751" y="11957"/>
                </a:cubicBezTo>
                <a:cubicBezTo>
                  <a:pt x="2498751" y="10451"/>
                  <a:pt x="2499027" y="9397"/>
                  <a:pt x="2499580" y="8796"/>
                </a:cubicBezTo>
                <a:lnTo>
                  <a:pt x="2522565" y="9128"/>
                </a:lnTo>
                <a:lnTo>
                  <a:pt x="2580816" y="83984"/>
                </a:lnTo>
                <a:cubicBezTo>
                  <a:pt x="2581590" y="84976"/>
                  <a:pt x="2582434" y="86107"/>
                  <a:pt x="2583346" y="87376"/>
                </a:cubicBezTo>
                <a:cubicBezTo>
                  <a:pt x="2584259" y="88643"/>
                  <a:pt x="2584951" y="89550"/>
                  <a:pt x="2585421" y="90098"/>
                </a:cubicBezTo>
                <a:cubicBezTo>
                  <a:pt x="2585891" y="90645"/>
                  <a:pt x="2586375" y="91205"/>
                  <a:pt x="2586873" y="91781"/>
                </a:cubicBezTo>
                <a:cubicBezTo>
                  <a:pt x="2587371" y="92357"/>
                  <a:pt x="2587786" y="92754"/>
                  <a:pt x="2588118" y="92974"/>
                </a:cubicBezTo>
                <a:cubicBezTo>
                  <a:pt x="2588450" y="93192"/>
                  <a:pt x="2588726" y="93301"/>
                  <a:pt x="2588947" y="93301"/>
                </a:cubicBezTo>
                <a:cubicBezTo>
                  <a:pt x="2589722" y="93301"/>
                  <a:pt x="2590137" y="91603"/>
                  <a:pt x="2590192" y="88208"/>
                </a:cubicBezTo>
                <a:lnTo>
                  <a:pt x="2590192" y="32022"/>
                </a:lnTo>
                <a:close/>
                <a:moveTo>
                  <a:pt x="2635595" y="70531"/>
                </a:moveTo>
                <a:lnTo>
                  <a:pt x="2666380" y="70051"/>
                </a:lnTo>
                <a:cubicBezTo>
                  <a:pt x="2668094" y="70051"/>
                  <a:pt x="2668924" y="69305"/>
                  <a:pt x="2668869" y="67811"/>
                </a:cubicBezTo>
                <a:cubicBezTo>
                  <a:pt x="2668869" y="61574"/>
                  <a:pt x="2667486" y="57149"/>
                  <a:pt x="2664720" y="54537"/>
                </a:cubicBezTo>
                <a:cubicBezTo>
                  <a:pt x="2661954" y="51923"/>
                  <a:pt x="2658635" y="50616"/>
                  <a:pt x="2654763" y="50616"/>
                </a:cubicBezTo>
                <a:cubicBezTo>
                  <a:pt x="2653269" y="50616"/>
                  <a:pt x="2651803" y="50803"/>
                  <a:pt x="2650365" y="51177"/>
                </a:cubicBezTo>
                <a:cubicBezTo>
                  <a:pt x="2648927" y="51550"/>
                  <a:pt x="2647156" y="52336"/>
                  <a:pt x="2645054" y="53536"/>
                </a:cubicBezTo>
                <a:cubicBezTo>
                  <a:pt x="2642952" y="54736"/>
                  <a:pt x="2641044" y="56803"/>
                  <a:pt x="2639329" y="59736"/>
                </a:cubicBezTo>
                <a:cubicBezTo>
                  <a:pt x="2637614" y="62668"/>
                  <a:pt x="2636369" y="66266"/>
                  <a:pt x="2635595" y="70531"/>
                </a:cubicBezTo>
                <a:moveTo>
                  <a:pt x="2680154" y="103058"/>
                </a:moveTo>
                <a:cubicBezTo>
                  <a:pt x="2682090" y="103169"/>
                  <a:pt x="2683279" y="104054"/>
                  <a:pt x="2683722" y="105714"/>
                </a:cubicBezTo>
                <a:cubicBezTo>
                  <a:pt x="2676143" y="115560"/>
                  <a:pt x="2666490" y="120484"/>
                  <a:pt x="2654763" y="120484"/>
                </a:cubicBezTo>
                <a:cubicBezTo>
                  <a:pt x="2643533" y="120484"/>
                  <a:pt x="2634876" y="116860"/>
                  <a:pt x="2628791" y="109614"/>
                </a:cubicBezTo>
                <a:cubicBezTo>
                  <a:pt x="2623480" y="103473"/>
                  <a:pt x="2620825" y="95092"/>
                  <a:pt x="2620825" y="84471"/>
                </a:cubicBezTo>
                <a:cubicBezTo>
                  <a:pt x="2620825" y="72443"/>
                  <a:pt x="2624420" y="62770"/>
                  <a:pt x="2631612" y="55452"/>
                </a:cubicBezTo>
                <a:cubicBezTo>
                  <a:pt x="2638803" y="48135"/>
                  <a:pt x="2646520" y="44476"/>
                  <a:pt x="2654763" y="44476"/>
                </a:cubicBezTo>
                <a:cubicBezTo>
                  <a:pt x="2673903" y="44476"/>
                  <a:pt x="2683473" y="54301"/>
                  <a:pt x="2683473" y="73951"/>
                </a:cubicBezTo>
                <a:cubicBezTo>
                  <a:pt x="2683473" y="75986"/>
                  <a:pt x="2682422" y="77003"/>
                  <a:pt x="2680320" y="77003"/>
                </a:cubicBezTo>
                <a:lnTo>
                  <a:pt x="2635097" y="76671"/>
                </a:lnTo>
                <a:cubicBezTo>
                  <a:pt x="2635097" y="86186"/>
                  <a:pt x="2636895" y="93958"/>
                  <a:pt x="2640491" y="99988"/>
                </a:cubicBezTo>
                <a:cubicBezTo>
                  <a:pt x="2645469" y="108120"/>
                  <a:pt x="2651665" y="112186"/>
                  <a:pt x="2659078" y="112186"/>
                </a:cubicBezTo>
                <a:cubicBezTo>
                  <a:pt x="2663835" y="112186"/>
                  <a:pt x="2667721" y="111508"/>
                  <a:pt x="2670736" y="110153"/>
                </a:cubicBezTo>
                <a:cubicBezTo>
                  <a:pt x="2673751" y="108798"/>
                  <a:pt x="2676890" y="106433"/>
                  <a:pt x="2680154" y="103058"/>
                </a:cubicBezTo>
                <a:close/>
                <a:moveTo>
                  <a:pt x="2725051" y="51612"/>
                </a:moveTo>
                <a:cubicBezTo>
                  <a:pt x="2721123" y="51832"/>
                  <a:pt x="2718841" y="52768"/>
                  <a:pt x="2718205" y="54420"/>
                </a:cubicBezTo>
                <a:cubicBezTo>
                  <a:pt x="2717569" y="56071"/>
                  <a:pt x="2718136" y="58906"/>
                  <a:pt x="2719906" y="62926"/>
                </a:cubicBezTo>
                <a:lnTo>
                  <a:pt x="2733514" y="97776"/>
                </a:lnTo>
                <a:cubicBezTo>
                  <a:pt x="2734289" y="99702"/>
                  <a:pt x="2734884" y="100885"/>
                  <a:pt x="2735298" y="101326"/>
                </a:cubicBezTo>
                <a:cubicBezTo>
                  <a:pt x="2735713" y="101767"/>
                  <a:pt x="2736114" y="101740"/>
                  <a:pt x="2736502" y="101246"/>
                </a:cubicBezTo>
                <a:cubicBezTo>
                  <a:pt x="2736889" y="100750"/>
                  <a:pt x="2737470" y="99483"/>
                  <a:pt x="2738244" y="97444"/>
                </a:cubicBezTo>
                <a:lnTo>
                  <a:pt x="2750193" y="67469"/>
                </a:lnTo>
                <a:lnTo>
                  <a:pt x="2749114" y="64826"/>
                </a:lnTo>
                <a:cubicBezTo>
                  <a:pt x="2748948" y="64441"/>
                  <a:pt x="2748727" y="63918"/>
                  <a:pt x="2748450" y="63258"/>
                </a:cubicBezTo>
                <a:cubicBezTo>
                  <a:pt x="2747621" y="61109"/>
                  <a:pt x="2746971" y="59539"/>
                  <a:pt x="2746500" y="58549"/>
                </a:cubicBezTo>
                <a:cubicBezTo>
                  <a:pt x="2746030" y="57558"/>
                  <a:pt x="2745325" y="56458"/>
                  <a:pt x="2744385" y="55248"/>
                </a:cubicBezTo>
                <a:cubicBezTo>
                  <a:pt x="2743444" y="54036"/>
                  <a:pt x="2742310" y="53169"/>
                  <a:pt x="2740982" y="52647"/>
                </a:cubicBezTo>
                <a:cubicBezTo>
                  <a:pt x="2739655" y="52123"/>
                  <a:pt x="2738023" y="51778"/>
                  <a:pt x="2736087" y="51612"/>
                </a:cubicBezTo>
                <a:cubicBezTo>
                  <a:pt x="2735644" y="51130"/>
                  <a:pt x="2735423" y="50151"/>
                  <a:pt x="2735423" y="48677"/>
                </a:cubicBezTo>
                <a:cubicBezTo>
                  <a:pt x="2735423" y="47202"/>
                  <a:pt x="2735644" y="46134"/>
                  <a:pt x="2736087" y="45472"/>
                </a:cubicBezTo>
                <a:cubicBezTo>
                  <a:pt x="2744495" y="45712"/>
                  <a:pt x="2749474" y="45832"/>
                  <a:pt x="2751023" y="45832"/>
                </a:cubicBezTo>
                <a:cubicBezTo>
                  <a:pt x="2753955" y="45832"/>
                  <a:pt x="2759625" y="45712"/>
                  <a:pt x="2768033" y="45472"/>
                </a:cubicBezTo>
                <a:cubicBezTo>
                  <a:pt x="2768476" y="46073"/>
                  <a:pt x="2768697" y="47127"/>
                  <a:pt x="2768697" y="48633"/>
                </a:cubicBezTo>
                <a:cubicBezTo>
                  <a:pt x="2768697" y="50137"/>
                  <a:pt x="2768476" y="51130"/>
                  <a:pt x="2768033" y="51612"/>
                </a:cubicBezTo>
                <a:cubicBezTo>
                  <a:pt x="2763608" y="51942"/>
                  <a:pt x="2761049" y="52755"/>
                  <a:pt x="2760358" y="54050"/>
                </a:cubicBezTo>
                <a:cubicBezTo>
                  <a:pt x="2759666" y="55343"/>
                  <a:pt x="2760150" y="57971"/>
                  <a:pt x="2761810" y="61935"/>
                </a:cubicBezTo>
                <a:lnTo>
                  <a:pt x="2776497" y="98933"/>
                </a:lnTo>
                <a:cubicBezTo>
                  <a:pt x="2777271" y="100916"/>
                  <a:pt x="2777825" y="101961"/>
                  <a:pt x="2778156" y="102070"/>
                </a:cubicBezTo>
                <a:cubicBezTo>
                  <a:pt x="2778433" y="102181"/>
                  <a:pt x="2778765" y="101796"/>
                  <a:pt x="2779152" y="100914"/>
                </a:cubicBezTo>
                <a:cubicBezTo>
                  <a:pt x="2779208" y="100860"/>
                  <a:pt x="2779567" y="99980"/>
                  <a:pt x="2780231" y="98272"/>
                </a:cubicBezTo>
                <a:lnTo>
                  <a:pt x="2794503" y="63092"/>
                </a:lnTo>
                <a:cubicBezTo>
                  <a:pt x="2795112" y="61605"/>
                  <a:pt x="2795526" y="60449"/>
                  <a:pt x="2795748" y="59625"/>
                </a:cubicBezTo>
                <a:cubicBezTo>
                  <a:pt x="2795969" y="58798"/>
                  <a:pt x="2796080" y="57835"/>
                  <a:pt x="2796080" y="56733"/>
                </a:cubicBezTo>
                <a:cubicBezTo>
                  <a:pt x="2796080" y="55632"/>
                  <a:pt x="2795762" y="54779"/>
                  <a:pt x="2795125" y="54174"/>
                </a:cubicBezTo>
                <a:cubicBezTo>
                  <a:pt x="2794489" y="53567"/>
                  <a:pt x="2793411" y="53017"/>
                  <a:pt x="2791889" y="52522"/>
                </a:cubicBezTo>
                <a:cubicBezTo>
                  <a:pt x="2790368" y="52026"/>
                  <a:pt x="2788363" y="51723"/>
                  <a:pt x="2785873" y="51612"/>
                </a:cubicBezTo>
                <a:cubicBezTo>
                  <a:pt x="2785320" y="51130"/>
                  <a:pt x="2785044" y="50151"/>
                  <a:pt x="2785044" y="48677"/>
                </a:cubicBezTo>
                <a:cubicBezTo>
                  <a:pt x="2785044" y="47202"/>
                  <a:pt x="2785320" y="46134"/>
                  <a:pt x="2785873" y="45472"/>
                </a:cubicBezTo>
                <a:cubicBezTo>
                  <a:pt x="2794282" y="45712"/>
                  <a:pt x="2800173" y="45832"/>
                  <a:pt x="2803548" y="45832"/>
                </a:cubicBezTo>
                <a:cubicBezTo>
                  <a:pt x="2805816" y="45832"/>
                  <a:pt x="2809771" y="45712"/>
                  <a:pt x="2815413" y="45472"/>
                </a:cubicBezTo>
                <a:cubicBezTo>
                  <a:pt x="2815967" y="46073"/>
                  <a:pt x="2816257" y="47127"/>
                  <a:pt x="2816285" y="48633"/>
                </a:cubicBezTo>
                <a:cubicBezTo>
                  <a:pt x="2816312" y="50137"/>
                  <a:pt x="2816022" y="51130"/>
                  <a:pt x="2815413" y="51612"/>
                </a:cubicBezTo>
                <a:cubicBezTo>
                  <a:pt x="2811431" y="51832"/>
                  <a:pt x="2808443" y="52919"/>
                  <a:pt x="2806452" y="54874"/>
                </a:cubicBezTo>
                <a:cubicBezTo>
                  <a:pt x="2804460" y="56829"/>
                  <a:pt x="2802663" y="59789"/>
                  <a:pt x="2801058" y="63753"/>
                </a:cubicBezTo>
                <a:lnTo>
                  <a:pt x="2778903" y="117432"/>
                </a:lnTo>
                <a:cubicBezTo>
                  <a:pt x="2778018" y="119798"/>
                  <a:pt x="2776718" y="120982"/>
                  <a:pt x="2775003" y="120982"/>
                </a:cubicBezTo>
                <a:cubicBezTo>
                  <a:pt x="2773288" y="120982"/>
                  <a:pt x="2771933" y="119853"/>
                  <a:pt x="2770937" y="117595"/>
                </a:cubicBezTo>
                <a:lnTo>
                  <a:pt x="2753429" y="75645"/>
                </a:lnTo>
                <a:lnTo>
                  <a:pt x="2736253" y="117266"/>
                </a:lnTo>
                <a:cubicBezTo>
                  <a:pt x="2735146" y="119743"/>
                  <a:pt x="2733791" y="120982"/>
                  <a:pt x="2732187" y="120982"/>
                </a:cubicBezTo>
                <a:cubicBezTo>
                  <a:pt x="2730472" y="120982"/>
                  <a:pt x="2729117" y="119853"/>
                  <a:pt x="2728121" y="117595"/>
                </a:cubicBezTo>
                <a:lnTo>
                  <a:pt x="2705883" y="62926"/>
                </a:lnTo>
                <a:cubicBezTo>
                  <a:pt x="2704057" y="58466"/>
                  <a:pt x="2702342" y="55561"/>
                  <a:pt x="2700738" y="54213"/>
                </a:cubicBezTo>
                <a:cubicBezTo>
                  <a:pt x="2699134" y="52865"/>
                  <a:pt x="2696368" y="51998"/>
                  <a:pt x="2692440" y="51612"/>
                </a:cubicBezTo>
                <a:cubicBezTo>
                  <a:pt x="2691887" y="51130"/>
                  <a:pt x="2691597" y="50151"/>
                  <a:pt x="2691569" y="48677"/>
                </a:cubicBezTo>
                <a:cubicBezTo>
                  <a:pt x="2691542" y="47202"/>
                  <a:pt x="2691832" y="46134"/>
                  <a:pt x="2692440" y="45472"/>
                </a:cubicBezTo>
                <a:cubicBezTo>
                  <a:pt x="2698304" y="45712"/>
                  <a:pt x="2703283" y="45832"/>
                  <a:pt x="2707376" y="45832"/>
                </a:cubicBezTo>
                <a:cubicBezTo>
                  <a:pt x="2710751" y="45832"/>
                  <a:pt x="2716642" y="45712"/>
                  <a:pt x="2725051" y="45472"/>
                </a:cubicBezTo>
                <a:cubicBezTo>
                  <a:pt x="2725604" y="46073"/>
                  <a:pt x="2725880" y="47127"/>
                  <a:pt x="2725880" y="48633"/>
                </a:cubicBezTo>
                <a:cubicBezTo>
                  <a:pt x="2725880" y="50137"/>
                  <a:pt x="2725604" y="51130"/>
                  <a:pt x="2725051" y="51612"/>
                </a:cubicBezTo>
                <a:close/>
                <a:moveTo>
                  <a:pt x="2915057" y="97654"/>
                </a:moveTo>
                <a:cubicBezTo>
                  <a:pt x="2915057" y="104391"/>
                  <a:pt x="2916025" y="108568"/>
                  <a:pt x="2917961" y="110184"/>
                </a:cubicBezTo>
                <a:cubicBezTo>
                  <a:pt x="2919897" y="111799"/>
                  <a:pt x="2924433" y="112743"/>
                  <a:pt x="2931570" y="113016"/>
                </a:cubicBezTo>
                <a:cubicBezTo>
                  <a:pt x="2932012" y="113626"/>
                  <a:pt x="2932233" y="114680"/>
                  <a:pt x="2932233" y="116177"/>
                </a:cubicBezTo>
                <a:cubicBezTo>
                  <a:pt x="2932233" y="117674"/>
                  <a:pt x="2932012" y="118667"/>
                  <a:pt x="2931570" y="119156"/>
                </a:cubicBezTo>
                <a:cubicBezTo>
                  <a:pt x="2920229" y="118912"/>
                  <a:pt x="2912346" y="118790"/>
                  <a:pt x="2907921" y="118790"/>
                </a:cubicBezTo>
                <a:cubicBezTo>
                  <a:pt x="2903163" y="118790"/>
                  <a:pt x="2895225" y="118912"/>
                  <a:pt x="2884106" y="119156"/>
                </a:cubicBezTo>
                <a:cubicBezTo>
                  <a:pt x="2883553" y="118667"/>
                  <a:pt x="2883276" y="117674"/>
                  <a:pt x="2883276" y="116177"/>
                </a:cubicBezTo>
                <a:cubicBezTo>
                  <a:pt x="2883276" y="114680"/>
                  <a:pt x="2883553" y="113626"/>
                  <a:pt x="2884106" y="113016"/>
                </a:cubicBezTo>
                <a:cubicBezTo>
                  <a:pt x="2891242" y="112796"/>
                  <a:pt x="2895778" y="111865"/>
                  <a:pt x="2897715" y="110223"/>
                </a:cubicBezTo>
                <a:cubicBezTo>
                  <a:pt x="2899651" y="108581"/>
                  <a:pt x="2900619" y="104391"/>
                  <a:pt x="2900619" y="97654"/>
                </a:cubicBezTo>
                <a:lnTo>
                  <a:pt x="2900619" y="76298"/>
                </a:lnTo>
                <a:cubicBezTo>
                  <a:pt x="2900619" y="73285"/>
                  <a:pt x="2900398" y="71012"/>
                  <a:pt x="2899955" y="69478"/>
                </a:cubicBezTo>
                <a:cubicBezTo>
                  <a:pt x="2899512" y="67945"/>
                  <a:pt x="2898544" y="65892"/>
                  <a:pt x="2897051" y="63320"/>
                </a:cubicBezTo>
                <a:lnTo>
                  <a:pt x="2874730" y="26190"/>
                </a:lnTo>
                <a:cubicBezTo>
                  <a:pt x="2872794" y="22959"/>
                  <a:pt x="2871037" y="20563"/>
                  <a:pt x="2869461" y="19002"/>
                </a:cubicBezTo>
                <a:cubicBezTo>
                  <a:pt x="2867884" y="17441"/>
                  <a:pt x="2866377" y="16414"/>
                  <a:pt x="2864938" y="15921"/>
                </a:cubicBezTo>
                <a:cubicBezTo>
                  <a:pt x="2863500" y="15429"/>
                  <a:pt x="2861453" y="15100"/>
                  <a:pt x="2858798" y="14936"/>
                </a:cubicBezTo>
                <a:cubicBezTo>
                  <a:pt x="2858245" y="14334"/>
                  <a:pt x="2857968" y="13311"/>
                  <a:pt x="2857968" y="11866"/>
                </a:cubicBezTo>
                <a:cubicBezTo>
                  <a:pt x="2857968" y="10421"/>
                  <a:pt x="2858190" y="9397"/>
                  <a:pt x="2858632" y="8796"/>
                </a:cubicBezTo>
                <a:cubicBezTo>
                  <a:pt x="2865436" y="9036"/>
                  <a:pt x="2871217" y="9156"/>
                  <a:pt x="2875974" y="9156"/>
                </a:cubicBezTo>
                <a:cubicBezTo>
                  <a:pt x="2879847" y="9156"/>
                  <a:pt x="2886319" y="9036"/>
                  <a:pt x="2895391" y="8796"/>
                </a:cubicBezTo>
                <a:cubicBezTo>
                  <a:pt x="2895944" y="9397"/>
                  <a:pt x="2896221" y="10436"/>
                  <a:pt x="2896221" y="11912"/>
                </a:cubicBezTo>
                <a:cubicBezTo>
                  <a:pt x="2896221" y="13387"/>
                  <a:pt x="2895944" y="14395"/>
                  <a:pt x="2895391" y="14936"/>
                </a:cubicBezTo>
                <a:cubicBezTo>
                  <a:pt x="2890689" y="15209"/>
                  <a:pt x="2887965" y="15921"/>
                  <a:pt x="2887218" y="17073"/>
                </a:cubicBezTo>
                <a:cubicBezTo>
                  <a:pt x="2886471" y="18222"/>
                  <a:pt x="2887149" y="20604"/>
                  <a:pt x="2889251" y="24219"/>
                </a:cubicBezTo>
                <a:lnTo>
                  <a:pt x="2909000" y="58637"/>
                </a:lnTo>
                <a:cubicBezTo>
                  <a:pt x="2909774" y="60006"/>
                  <a:pt x="2910410" y="60718"/>
                  <a:pt x="2910908" y="60773"/>
                </a:cubicBezTo>
                <a:cubicBezTo>
                  <a:pt x="2911406" y="60827"/>
                  <a:pt x="2912014" y="60224"/>
                  <a:pt x="2912734" y="58963"/>
                </a:cubicBezTo>
                <a:lnTo>
                  <a:pt x="2931487" y="23807"/>
                </a:lnTo>
                <a:cubicBezTo>
                  <a:pt x="2932372" y="22109"/>
                  <a:pt x="2932897" y="20713"/>
                  <a:pt x="2933063" y="19619"/>
                </a:cubicBezTo>
                <a:cubicBezTo>
                  <a:pt x="2933229" y="18523"/>
                  <a:pt x="2932994" y="17647"/>
                  <a:pt x="2932358" y="16990"/>
                </a:cubicBezTo>
                <a:cubicBezTo>
                  <a:pt x="2931722" y="16333"/>
                  <a:pt x="2930823" y="15854"/>
                  <a:pt x="2929661" y="15553"/>
                </a:cubicBezTo>
                <a:cubicBezTo>
                  <a:pt x="2928499" y="15251"/>
                  <a:pt x="2926923" y="15045"/>
                  <a:pt x="2924931" y="14936"/>
                </a:cubicBezTo>
                <a:cubicBezTo>
                  <a:pt x="2924378" y="14454"/>
                  <a:pt x="2924102" y="13461"/>
                  <a:pt x="2924102" y="11957"/>
                </a:cubicBezTo>
                <a:cubicBezTo>
                  <a:pt x="2924102" y="10451"/>
                  <a:pt x="2924378" y="9397"/>
                  <a:pt x="2924931" y="8796"/>
                </a:cubicBezTo>
                <a:cubicBezTo>
                  <a:pt x="2934004" y="9036"/>
                  <a:pt x="2939148" y="9156"/>
                  <a:pt x="2940365" y="9156"/>
                </a:cubicBezTo>
                <a:cubicBezTo>
                  <a:pt x="2942965" y="9156"/>
                  <a:pt x="2947667" y="9036"/>
                  <a:pt x="2954471" y="8796"/>
                </a:cubicBezTo>
                <a:cubicBezTo>
                  <a:pt x="2955025" y="9397"/>
                  <a:pt x="2955315" y="10436"/>
                  <a:pt x="2955343" y="11912"/>
                </a:cubicBezTo>
                <a:cubicBezTo>
                  <a:pt x="2955370" y="13387"/>
                  <a:pt x="2955080" y="14395"/>
                  <a:pt x="2954471" y="14936"/>
                </a:cubicBezTo>
                <a:cubicBezTo>
                  <a:pt x="2950378" y="15264"/>
                  <a:pt x="2947238" y="16127"/>
                  <a:pt x="2945053" y="17524"/>
                </a:cubicBezTo>
                <a:cubicBezTo>
                  <a:pt x="2942868" y="18921"/>
                  <a:pt x="2940642" y="21645"/>
                  <a:pt x="2938374" y="25697"/>
                </a:cubicBezTo>
                <a:lnTo>
                  <a:pt x="2918044" y="62005"/>
                </a:lnTo>
                <a:cubicBezTo>
                  <a:pt x="2917159" y="63592"/>
                  <a:pt x="2916495" y="65098"/>
                  <a:pt x="2916053" y="66522"/>
                </a:cubicBezTo>
                <a:cubicBezTo>
                  <a:pt x="2915610" y="67947"/>
                  <a:pt x="2915334" y="69207"/>
                  <a:pt x="2915223" y="70303"/>
                </a:cubicBezTo>
                <a:cubicBezTo>
                  <a:pt x="2915112" y="71397"/>
                  <a:pt x="2915057" y="72903"/>
                  <a:pt x="2915057" y="74820"/>
                </a:cubicBezTo>
                <a:lnTo>
                  <a:pt x="2915057" y="97654"/>
                </a:lnTo>
                <a:close/>
                <a:moveTo>
                  <a:pt x="2962538" y="83883"/>
                </a:moveTo>
                <a:cubicBezTo>
                  <a:pt x="2962538" y="72655"/>
                  <a:pt x="2965664" y="63363"/>
                  <a:pt x="2971915" y="56007"/>
                </a:cubicBezTo>
                <a:cubicBezTo>
                  <a:pt x="2978664" y="48099"/>
                  <a:pt x="2987542" y="44144"/>
                  <a:pt x="2998551" y="44144"/>
                </a:cubicBezTo>
                <a:cubicBezTo>
                  <a:pt x="3006683" y="44144"/>
                  <a:pt x="3013556" y="46149"/>
                  <a:pt x="3019171" y="50160"/>
                </a:cubicBezTo>
                <a:cubicBezTo>
                  <a:pt x="3024786" y="54171"/>
                  <a:pt x="3028699" y="58956"/>
                  <a:pt x="3030912" y="64515"/>
                </a:cubicBezTo>
                <a:cubicBezTo>
                  <a:pt x="3033125" y="70075"/>
                  <a:pt x="3034231" y="76035"/>
                  <a:pt x="3034231" y="82397"/>
                </a:cubicBezTo>
                <a:cubicBezTo>
                  <a:pt x="3034231" y="94261"/>
                  <a:pt x="3030552" y="103796"/>
                  <a:pt x="3023195" y="111003"/>
                </a:cubicBezTo>
                <a:cubicBezTo>
                  <a:pt x="3016723" y="117379"/>
                  <a:pt x="3008397" y="120539"/>
                  <a:pt x="2998219" y="120484"/>
                </a:cubicBezTo>
                <a:cubicBezTo>
                  <a:pt x="2986879" y="120484"/>
                  <a:pt x="2978097" y="116796"/>
                  <a:pt x="2971873" y="109422"/>
                </a:cubicBezTo>
                <a:cubicBezTo>
                  <a:pt x="2965650" y="102045"/>
                  <a:pt x="2962538" y="93532"/>
                  <a:pt x="2962538" y="83883"/>
                </a:cubicBezTo>
                <a:moveTo>
                  <a:pt x="2995978" y="50285"/>
                </a:moveTo>
                <a:cubicBezTo>
                  <a:pt x="2983421" y="50285"/>
                  <a:pt x="2977142" y="60191"/>
                  <a:pt x="2977142" y="80003"/>
                </a:cubicBezTo>
                <a:cubicBezTo>
                  <a:pt x="2977142" y="83636"/>
                  <a:pt x="2977571" y="87309"/>
                  <a:pt x="2978429" y="91024"/>
                </a:cubicBezTo>
                <a:cubicBezTo>
                  <a:pt x="2979286" y="94737"/>
                  <a:pt x="2980558" y="98397"/>
                  <a:pt x="2982246" y="102003"/>
                </a:cubicBezTo>
                <a:cubicBezTo>
                  <a:pt x="2983933" y="105607"/>
                  <a:pt x="2986367" y="108565"/>
                  <a:pt x="2989548" y="110876"/>
                </a:cubicBezTo>
                <a:cubicBezTo>
                  <a:pt x="2992728" y="113188"/>
                  <a:pt x="2996421" y="114343"/>
                  <a:pt x="3000625" y="114343"/>
                </a:cubicBezTo>
                <a:cubicBezTo>
                  <a:pt x="3005604" y="114343"/>
                  <a:pt x="3010015" y="112307"/>
                  <a:pt x="3013860" y="108234"/>
                </a:cubicBezTo>
                <a:cubicBezTo>
                  <a:pt x="3017705" y="104161"/>
                  <a:pt x="3019627" y="97337"/>
                  <a:pt x="3019627" y="87762"/>
                </a:cubicBezTo>
                <a:cubicBezTo>
                  <a:pt x="3019627" y="75709"/>
                  <a:pt x="3017525" y="66450"/>
                  <a:pt x="3013321" y="59985"/>
                </a:cubicBezTo>
                <a:cubicBezTo>
                  <a:pt x="3009117" y="53518"/>
                  <a:pt x="3003336" y="50285"/>
                  <a:pt x="2995978" y="50285"/>
                </a:cubicBezTo>
                <a:close/>
                <a:moveTo>
                  <a:pt x="3071721" y="57970"/>
                </a:moveTo>
                <a:cubicBezTo>
                  <a:pt x="3071721" y="58518"/>
                  <a:pt x="3071804" y="58902"/>
                  <a:pt x="3071970" y="59122"/>
                </a:cubicBezTo>
                <a:cubicBezTo>
                  <a:pt x="3072136" y="59339"/>
                  <a:pt x="3072495" y="59065"/>
                  <a:pt x="3073048" y="58297"/>
                </a:cubicBezTo>
                <a:cubicBezTo>
                  <a:pt x="3075316" y="54449"/>
                  <a:pt x="3078124" y="51128"/>
                  <a:pt x="3081471" y="48335"/>
                </a:cubicBezTo>
                <a:cubicBezTo>
                  <a:pt x="3084817" y="45541"/>
                  <a:pt x="3088289" y="44144"/>
                  <a:pt x="3091884" y="44144"/>
                </a:cubicBezTo>
                <a:cubicBezTo>
                  <a:pt x="3095148" y="44144"/>
                  <a:pt x="3097665" y="45011"/>
                  <a:pt x="3099435" y="46745"/>
                </a:cubicBezTo>
                <a:cubicBezTo>
                  <a:pt x="3101205" y="48479"/>
                  <a:pt x="3102090" y="50309"/>
                  <a:pt x="3102090" y="52234"/>
                </a:cubicBezTo>
                <a:cubicBezTo>
                  <a:pt x="3102090" y="54382"/>
                  <a:pt x="3101275" y="56336"/>
                  <a:pt x="3099643" y="58097"/>
                </a:cubicBezTo>
                <a:cubicBezTo>
                  <a:pt x="3098011" y="59859"/>
                  <a:pt x="3096171" y="60740"/>
                  <a:pt x="3094125" y="60740"/>
                </a:cubicBezTo>
                <a:cubicBezTo>
                  <a:pt x="3093350" y="60740"/>
                  <a:pt x="3092562" y="60538"/>
                  <a:pt x="3091760" y="60136"/>
                </a:cubicBezTo>
                <a:cubicBezTo>
                  <a:pt x="3090958" y="59731"/>
                  <a:pt x="3090363" y="59340"/>
                  <a:pt x="3089976" y="58963"/>
                </a:cubicBezTo>
                <a:cubicBezTo>
                  <a:pt x="3089589" y="58587"/>
                  <a:pt x="3089077" y="58035"/>
                  <a:pt x="3088441" y="57309"/>
                </a:cubicBezTo>
                <a:cubicBezTo>
                  <a:pt x="3087804" y="56581"/>
                  <a:pt x="3087376" y="56110"/>
                  <a:pt x="3087155" y="55896"/>
                </a:cubicBezTo>
                <a:cubicBezTo>
                  <a:pt x="3086380" y="55142"/>
                  <a:pt x="3085191" y="54765"/>
                  <a:pt x="3083586" y="54765"/>
                </a:cubicBezTo>
                <a:cubicBezTo>
                  <a:pt x="3082203" y="54765"/>
                  <a:pt x="3079604" y="57504"/>
                  <a:pt x="3075787" y="62980"/>
                </a:cubicBezTo>
                <a:cubicBezTo>
                  <a:pt x="3073076" y="67034"/>
                  <a:pt x="3071721" y="70786"/>
                  <a:pt x="3071721" y="74237"/>
                </a:cubicBezTo>
                <a:lnTo>
                  <a:pt x="3071721" y="97652"/>
                </a:lnTo>
                <a:cubicBezTo>
                  <a:pt x="3071721" y="104389"/>
                  <a:pt x="3072481" y="108511"/>
                  <a:pt x="3074003" y="110018"/>
                </a:cubicBezTo>
                <a:cubicBezTo>
                  <a:pt x="3075524" y="111524"/>
                  <a:pt x="3079410" y="112523"/>
                  <a:pt x="3085661" y="113016"/>
                </a:cubicBezTo>
                <a:cubicBezTo>
                  <a:pt x="3086214" y="113626"/>
                  <a:pt x="3086491" y="114680"/>
                  <a:pt x="3086491" y="116177"/>
                </a:cubicBezTo>
                <a:cubicBezTo>
                  <a:pt x="3086491" y="117674"/>
                  <a:pt x="3086214" y="118667"/>
                  <a:pt x="3085661" y="119156"/>
                </a:cubicBezTo>
                <a:cubicBezTo>
                  <a:pt x="3075925" y="118912"/>
                  <a:pt x="3069065" y="118790"/>
                  <a:pt x="3065082" y="118790"/>
                </a:cubicBezTo>
                <a:cubicBezTo>
                  <a:pt x="3061708" y="118790"/>
                  <a:pt x="3055236" y="118912"/>
                  <a:pt x="3045666" y="119156"/>
                </a:cubicBezTo>
                <a:cubicBezTo>
                  <a:pt x="3045223" y="118667"/>
                  <a:pt x="3045002" y="117674"/>
                  <a:pt x="3045002" y="116177"/>
                </a:cubicBezTo>
                <a:cubicBezTo>
                  <a:pt x="3045002" y="114680"/>
                  <a:pt x="3045223" y="113626"/>
                  <a:pt x="3045666" y="113016"/>
                </a:cubicBezTo>
                <a:cubicBezTo>
                  <a:pt x="3051197" y="112687"/>
                  <a:pt x="3054683" y="111729"/>
                  <a:pt x="3056121" y="110140"/>
                </a:cubicBezTo>
                <a:cubicBezTo>
                  <a:pt x="3057559" y="108551"/>
                  <a:pt x="3058278" y="104388"/>
                  <a:pt x="3058278" y="97649"/>
                </a:cubicBezTo>
                <a:lnTo>
                  <a:pt x="3058278" y="64860"/>
                </a:lnTo>
                <a:cubicBezTo>
                  <a:pt x="3058278" y="60149"/>
                  <a:pt x="3057628" y="57178"/>
                  <a:pt x="3056328" y="55945"/>
                </a:cubicBezTo>
                <a:cubicBezTo>
                  <a:pt x="3055028" y="54713"/>
                  <a:pt x="3052000" y="53877"/>
                  <a:pt x="3047242" y="53438"/>
                </a:cubicBezTo>
                <a:cubicBezTo>
                  <a:pt x="3046578" y="51502"/>
                  <a:pt x="3046468" y="49897"/>
                  <a:pt x="3046910" y="48625"/>
                </a:cubicBezTo>
                <a:cubicBezTo>
                  <a:pt x="3055761" y="47500"/>
                  <a:pt x="3062897" y="45840"/>
                  <a:pt x="3068319" y="43646"/>
                </a:cubicBezTo>
                <a:cubicBezTo>
                  <a:pt x="3069204" y="43646"/>
                  <a:pt x="3069867" y="44091"/>
                  <a:pt x="3070310" y="44979"/>
                </a:cubicBezTo>
                <a:cubicBezTo>
                  <a:pt x="3071250" y="47033"/>
                  <a:pt x="3071721" y="51363"/>
                  <a:pt x="3071721" y="57970"/>
                </a:cubicBezTo>
                <a:close/>
                <a:moveTo>
                  <a:pt x="3119140" y="97574"/>
                </a:moveTo>
                <a:lnTo>
                  <a:pt x="3119140" y="23667"/>
                </a:lnTo>
                <a:cubicBezTo>
                  <a:pt x="3119140" y="20033"/>
                  <a:pt x="3119057" y="17322"/>
                  <a:pt x="3118891" y="15532"/>
                </a:cubicBezTo>
                <a:cubicBezTo>
                  <a:pt x="3118725" y="13743"/>
                  <a:pt x="3118020" y="12422"/>
                  <a:pt x="3116775" y="11570"/>
                </a:cubicBezTo>
                <a:cubicBezTo>
                  <a:pt x="3115531" y="10716"/>
                  <a:pt x="3114562" y="10262"/>
                  <a:pt x="3113871" y="10206"/>
                </a:cubicBezTo>
                <a:cubicBezTo>
                  <a:pt x="3113180" y="10151"/>
                  <a:pt x="3111313" y="10013"/>
                  <a:pt x="3108270" y="9791"/>
                </a:cubicBezTo>
                <a:cubicBezTo>
                  <a:pt x="3106998" y="8498"/>
                  <a:pt x="3106666" y="6783"/>
                  <a:pt x="3107274" y="4647"/>
                </a:cubicBezTo>
                <a:cubicBezTo>
                  <a:pt x="3117342" y="3872"/>
                  <a:pt x="3125253" y="2323"/>
                  <a:pt x="3131006" y="0"/>
                </a:cubicBezTo>
                <a:cubicBezTo>
                  <a:pt x="3132500" y="0"/>
                  <a:pt x="3133246" y="582"/>
                  <a:pt x="3133246" y="1745"/>
                </a:cubicBezTo>
                <a:cubicBezTo>
                  <a:pt x="3132804" y="6292"/>
                  <a:pt x="3132582" y="12251"/>
                  <a:pt x="3132582" y="19624"/>
                </a:cubicBezTo>
                <a:lnTo>
                  <a:pt x="3132582" y="78995"/>
                </a:lnTo>
                <a:cubicBezTo>
                  <a:pt x="3136234" y="78504"/>
                  <a:pt x="3140078" y="76787"/>
                  <a:pt x="3144116" y="73845"/>
                </a:cubicBezTo>
                <a:cubicBezTo>
                  <a:pt x="3148210" y="70847"/>
                  <a:pt x="3152746" y="66270"/>
                  <a:pt x="3157725" y="60112"/>
                </a:cubicBezTo>
                <a:cubicBezTo>
                  <a:pt x="3158278" y="59459"/>
                  <a:pt x="3158734" y="58765"/>
                  <a:pt x="3159094" y="58030"/>
                </a:cubicBezTo>
                <a:cubicBezTo>
                  <a:pt x="3159453" y="57294"/>
                  <a:pt x="3159744" y="56435"/>
                  <a:pt x="3159965" y="55455"/>
                </a:cubicBezTo>
                <a:cubicBezTo>
                  <a:pt x="3160186" y="54473"/>
                  <a:pt x="3159785" y="53615"/>
                  <a:pt x="3158762" y="52880"/>
                </a:cubicBezTo>
                <a:cubicBezTo>
                  <a:pt x="3157739" y="52144"/>
                  <a:pt x="3156093" y="51721"/>
                  <a:pt x="3153825" y="51612"/>
                </a:cubicBezTo>
                <a:cubicBezTo>
                  <a:pt x="3153382" y="51130"/>
                  <a:pt x="3153161" y="50151"/>
                  <a:pt x="3153161" y="48677"/>
                </a:cubicBezTo>
                <a:cubicBezTo>
                  <a:pt x="3153161" y="47202"/>
                  <a:pt x="3153382" y="46134"/>
                  <a:pt x="3153825" y="45472"/>
                </a:cubicBezTo>
                <a:cubicBezTo>
                  <a:pt x="3162233" y="45712"/>
                  <a:pt x="3167793" y="45832"/>
                  <a:pt x="3170503" y="45832"/>
                </a:cubicBezTo>
                <a:cubicBezTo>
                  <a:pt x="3171997" y="45832"/>
                  <a:pt x="3176920" y="45712"/>
                  <a:pt x="3185273" y="45472"/>
                </a:cubicBezTo>
                <a:cubicBezTo>
                  <a:pt x="3185827" y="46073"/>
                  <a:pt x="3186103" y="47127"/>
                  <a:pt x="3186103" y="48633"/>
                </a:cubicBezTo>
                <a:cubicBezTo>
                  <a:pt x="3186103" y="50137"/>
                  <a:pt x="3185827" y="51130"/>
                  <a:pt x="3185273" y="51612"/>
                </a:cubicBezTo>
                <a:cubicBezTo>
                  <a:pt x="3177363" y="52376"/>
                  <a:pt x="3171416" y="54830"/>
                  <a:pt x="3167433" y="58974"/>
                </a:cubicBezTo>
                <a:lnTo>
                  <a:pt x="3152497" y="74187"/>
                </a:lnTo>
                <a:cubicBezTo>
                  <a:pt x="3152055" y="74623"/>
                  <a:pt x="3151806" y="75195"/>
                  <a:pt x="3151750" y="75904"/>
                </a:cubicBezTo>
                <a:cubicBezTo>
                  <a:pt x="3151750" y="76450"/>
                  <a:pt x="3152165" y="77241"/>
                  <a:pt x="3152995" y="78277"/>
                </a:cubicBezTo>
                <a:lnTo>
                  <a:pt x="3175399" y="106406"/>
                </a:lnTo>
                <a:cubicBezTo>
                  <a:pt x="3177446" y="108786"/>
                  <a:pt x="3179520" y="110369"/>
                  <a:pt x="3181622" y="111154"/>
                </a:cubicBezTo>
                <a:cubicBezTo>
                  <a:pt x="3183724" y="111939"/>
                  <a:pt x="3186518" y="112559"/>
                  <a:pt x="3190003" y="113016"/>
                </a:cubicBezTo>
                <a:cubicBezTo>
                  <a:pt x="3190556" y="113626"/>
                  <a:pt x="3190833" y="114680"/>
                  <a:pt x="3190833" y="116177"/>
                </a:cubicBezTo>
                <a:cubicBezTo>
                  <a:pt x="3190833" y="117674"/>
                  <a:pt x="3190556" y="118667"/>
                  <a:pt x="3190003" y="119156"/>
                </a:cubicBezTo>
                <a:cubicBezTo>
                  <a:pt x="3183199" y="118935"/>
                  <a:pt x="3178552" y="118824"/>
                  <a:pt x="3176063" y="118824"/>
                </a:cubicBezTo>
                <a:cubicBezTo>
                  <a:pt x="3173573" y="118824"/>
                  <a:pt x="3170061" y="118935"/>
                  <a:pt x="3165525" y="119156"/>
                </a:cubicBezTo>
                <a:cubicBezTo>
                  <a:pt x="3165193" y="119156"/>
                  <a:pt x="3164971" y="118879"/>
                  <a:pt x="3164861" y="118326"/>
                </a:cubicBezTo>
                <a:cubicBezTo>
                  <a:pt x="3164197" y="115949"/>
                  <a:pt x="3161818" y="111969"/>
                  <a:pt x="3157725" y="106385"/>
                </a:cubicBezTo>
                <a:lnTo>
                  <a:pt x="3145361" y="89782"/>
                </a:lnTo>
                <a:cubicBezTo>
                  <a:pt x="3143536" y="87348"/>
                  <a:pt x="3141710" y="85495"/>
                  <a:pt x="3139885" y="84222"/>
                </a:cubicBezTo>
                <a:cubicBezTo>
                  <a:pt x="3138391" y="83725"/>
                  <a:pt x="3135957" y="83420"/>
                  <a:pt x="3132582" y="83310"/>
                </a:cubicBezTo>
                <a:lnTo>
                  <a:pt x="3132582" y="97797"/>
                </a:lnTo>
                <a:cubicBezTo>
                  <a:pt x="3132582" y="104363"/>
                  <a:pt x="3133122" y="108446"/>
                  <a:pt x="3134201" y="110047"/>
                </a:cubicBezTo>
                <a:cubicBezTo>
                  <a:pt x="3135279" y="111646"/>
                  <a:pt x="3137672" y="112635"/>
                  <a:pt x="3141378" y="113016"/>
                </a:cubicBezTo>
                <a:cubicBezTo>
                  <a:pt x="3141931" y="113626"/>
                  <a:pt x="3142222" y="114680"/>
                  <a:pt x="3142249" y="116177"/>
                </a:cubicBezTo>
                <a:cubicBezTo>
                  <a:pt x="3142277" y="117674"/>
                  <a:pt x="3141987" y="118667"/>
                  <a:pt x="3141378" y="119156"/>
                </a:cubicBezTo>
                <a:cubicBezTo>
                  <a:pt x="3131642" y="118912"/>
                  <a:pt x="3126497" y="118790"/>
                  <a:pt x="3125944" y="118790"/>
                </a:cubicBezTo>
                <a:cubicBezTo>
                  <a:pt x="3123344" y="118790"/>
                  <a:pt x="3117287" y="118912"/>
                  <a:pt x="3107772" y="119156"/>
                </a:cubicBezTo>
                <a:cubicBezTo>
                  <a:pt x="3107219" y="118667"/>
                  <a:pt x="3106942" y="117674"/>
                  <a:pt x="3106942" y="116177"/>
                </a:cubicBezTo>
                <a:cubicBezTo>
                  <a:pt x="3106942" y="114680"/>
                  <a:pt x="3107219" y="113626"/>
                  <a:pt x="3107772" y="113016"/>
                </a:cubicBezTo>
                <a:cubicBezTo>
                  <a:pt x="3112751" y="112685"/>
                  <a:pt x="3115890" y="111723"/>
                  <a:pt x="3117190" y="110127"/>
                </a:cubicBezTo>
                <a:cubicBezTo>
                  <a:pt x="3118490" y="108530"/>
                  <a:pt x="3119140" y="104345"/>
                  <a:pt x="3119140" y="97574"/>
                </a:cubicBez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����">
            <a:extLst xmlns:a="http://schemas.openxmlformats.org/drawingml/2006/main">
              <a:ext uri="{FF2B5EF4-FFF2-40B4-BE49-F238E27FC236}">
                <a16:creationId xmlns:a16="http://schemas.microsoft.com/office/drawing/2014/main" id="{11D624EB-A7CC-4269-8BDB-59A7C6B9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363" y="2826036"/>
            <a:ext cx="293853" cy="111861"/>
          </a:xfrm>
          <a:custGeom xmlns:a="http://schemas.openxmlformats.org/drawingml/2006/main">
            <a:pathLst>
              <a:path w="293853" h="111861">
                <a:moveTo>
                  <a:pt x="10887" y="8183"/>
                </a:moveTo>
                <a:cubicBezTo>
                  <a:pt x="10887" y="6125"/>
                  <a:pt x="11856" y="4246"/>
                  <a:pt x="13796" y="2548"/>
                </a:cubicBezTo>
                <a:cubicBezTo>
                  <a:pt x="15735" y="849"/>
                  <a:pt x="17729" y="0"/>
                  <a:pt x="19779" y="0"/>
                </a:cubicBezTo>
                <a:cubicBezTo>
                  <a:pt x="21940" y="0"/>
                  <a:pt x="23838" y="947"/>
                  <a:pt x="25472" y="2841"/>
                </a:cubicBezTo>
                <a:cubicBezTo>
                  <a:pt x="27106" y="4734"/>
                  <a:pt x="27924" y="6738"/>
                  <a:pt x="27924" y="8853"/>
                </a:cubicBezTo>
                <a:cubicBezTo>
                  <a:pt x="27924" y="10801"/>
                  <a:pt x="27023" y="12666"/>
                  <a:pt x="25223" y="14447"/>
                </a:cubicBezTo>
                <a:cubicBezTo>
                  <a:pt x="23422" y="16229"/>
                  <a:pt x="21386" y="17120"/>
                  <a:pt x="19114" y="17120"/>
                </a:cubicBezTo>
                <a:cubicBezTo>
                  <a:pt x="17064" y="17120"/>
                  <a:pt x="15181" y="16174"/>
                  <a:pt x="13463" y="14281"/>
                </a:cubicBezTo>
                <a:cubicBezTo>
                  <a:pt x="11746" y="12387"/>
                  <a:pt x="10887" y="10354"/>
                  <a:pt x="10887" y="8183"/>
                </a:cubicBezTo>
                <a:moveTo>
                  <a:pt x="26428" y="88947"/>
                </a:moveTo>
                <a:cubicBezTo>
                  <a:pt x="26428" y="95715"/>
                  <a:pt x="27106" y="99883"/>
                  <a:pt x="28464" y="101452"/>
                </a:cubicBezTo>
                <a:cubicBezTo>
                  <a:pt x="29821" y="103020"/>
                  <a:pt x="33215" y="103997"/>
                  <a:pt x="38644" y="104381"/>
                </a:cubicBezTo>
                <a:cubicBezTo>
                  <a:pt x="39198" y="104992"/>
                  <a:pt x="39475" y="106048"/>
                  <a:pt x="39475" y="107547"/>
                </a:cubicBezTo>
                <a:cubicBezTo>
                  <a:pt x="39475" y="109046"/>
                  <a:pt x="39198" y="110041"/>
                  <a:pt x="38644" y="110531"/>
                </a:cubicBezTo>
                <a:cubicBezTo>
                  <a:pt x="28893" y="110287"/>
                  <a:pt x="22605" y="110165"/>
                  <a:pt x="19779" y="110165"/>
                </a:cubicBezTo>
                <a:cubicBezTo>
                  <a:pt x="16621" y="110165"/>
                  <a:pt x="10250" y="110287"/>
                  <a:pt x="665" y="110531"/>
                </a:cubicBezTo>
                <a:cubicBezTo>
                  <a:pt x="222" y="110041"/>
                  <a:pt x="0" y="109046"/>
                  <a:pt x="0" y="107547"/>
                </a:cubicBezTo>
                <a:cubicBezTo>
                  <a:pt x="0" y="106048"/>
                  <a:pt x="222" y="104992"/>
                  <a:pt x="665" y="104381"/>
                </a:cubicBezTo>
                <a:cubicBezTo>
                  <a:pt x="6094" y="103941"/>
                  <a:pt x="9502" y="102951"/>
                  <a:pt x="10887" y="101410"/>
                </a:cubicBezTo>
                <a:cubicBezTo>
                  <a:pt x="12272" y="99869"/>
                  <a:pt x="12965" y="95715"/>
                  <a:pt x="12965" y="88947"/>
                </a:cubicBezTo>
                <a:lnTo>
                  <a:pt x="12965" y="56016"/>
                </a:lnTo>
                <a:cubicBezTo>
                  <a:pt x="12965" y="51284"/>
                  <a:pt x="12314" y="48299"/>
                  <a:pt x="11012" y="47061"/>
                </a:cubicBezTo>
                <a:cubicBezTo>
                  <a:pt x="9710" y="45823"/>
                  <a:pt x="6676" y="44985"/>
                  <a:pt x="1911" y="44545"/>
                </a:cubicBezTo>
                <a:cubicBezTo>
                  <a:pt x="1247" y="42606"/>
                  <a:pt x="1136" y="40999"/>
                  <a:pt x="1579" y="39725"/>
                </a:cubicBezTo>
                <a:cubicBezTo>
                  <a:pt x="12106" y="38364"/>
                  <a:pt x="19862" y="36757"/>
                  <a:pt x="24849" y="34905"/>
                </a:cubicBezTo>
                <a:cubicBezTo>
                  <a:pt x="26345" y="34905"/>
                  <a:pt x="27093" y="35285"/>
                  <a:pt x="27093" y="36047"/>
                </a:cubicBezTo>
                <a:cubicBezTo>
                  <a:pt x="27093" y="36319"/>
                  <a:pt x="27065" y="36714"/>
                  <a:pt x="27009" y="37232"/>
                </a:cubicBezTo>
                <a:cubicBezTo>
                  <a:pt x="26954" y="37749"/>
                  <a:pt x="26899" y="38793"/>
                  <a:pt x="26843" y="40364"/>
                </a:cubicBezTo>
                <a:cubicBezTo>
                  <a:pt x="26788" y="41932"/>
                  <a:pt x="26719" y="43448"/>
                  <a:pt x="26636" y="44911"/>
                </a:cubicBezTo>
                <a:cubicBezTo>
                  <a:pt x="26552" y="46372"/>
                  <a:pt x="26497" y="48066"/>
                  <a:pt x="26469" y="49994"/>
                </a:cubicBezTo>
                <a:cubicBezTo>
                  <a:pt x="26442" y="51919"/>
                  <a:pt x="26428" y="53679"/>
                  <a:pt x="26428" y="55273"/>
                </a:cubicBezTo>
                <a:lnTo>
                  <a:pt x="26428" y="88947"/>
                </a:lnTo>
                <a:close/>
                <a:moveTo>
                  <a:pt x="50120" y="86399"/>
                </a:moveTo>
                <a:cubicBezTo>
                  <a:pt x="50674" y="85852"/>
                  <a:pt x="51560" y="85579"/>
                  <a:pt x="52779" y="85579"/>
                </a:cubicBezTo>
                <a:cubicBezTo>
                  <a:pt x="53998" y="85579"/>
                  <a:pt x="54884" y="85798"/>
                  <a:pt x="55438" y="86236"/>
                </a:cubicBezTo>
                <a:cubicBezTo>
                  <a:pt x="57378" y="94146"/>
                  <a:pt x="59594" y="99301"/>
                  <a:pt x="62087" y="101701"/>
                </a:cubicBezTo>
                <a:cubicBezTo>
                  <a:pt x="64580" y="104374"/>
                  <a:pt x="68597" y="105711"/>
                  <a:pt x="74137" y="105711"/>
                </a:cubicBezTo>
                <a:cubicBezTo>
                  <a:pt x="77794" y="105711"/>
                  <a:pt x="81118" y="104702"/>
                  <a:pt x="84110" y="102683"/>
                </a:cubicBezTo>
                <a:cubicBezTo>
                  <a:pt x="87102" y="100664"/>
                  <a:pt x="88598" y="97773"/>
                  <a:pt x="88598" y="94009"/>
                </a:cubicBezTo>
                <a:cubicBezTo>
                  <a:pt x="88598" y="90298"/>
                  <a:pt x="87434" y="87325"/>
                  <a:pt x="85107" y="85088"/>
                </a:cubicBezTo>
                <a:cubicBezTo>
                  <a:pt x="82780" y="82851"/>
                  <a:pt x="78154" y="80341"/>
                  <a:pt x="71229" y="77559"/>
                </a:cubicBezTo>
                <a:cubicBezTo>
                  <a:pt x="64414" y="74776"/>
                  <a:pt x="59594" y="71763"/>
                  <a:pt x="56768" y="68518"/>
                </a:cubicBezTo>
                <a:cubicBezTo>
                  <a:pt x="53943" y="65272"/>
                  <a:pt x="52530" y="60675"/>
                  <a:pt x="52530" y="54728"/>
                </a:cubicBezTo>
                <a:cubicBezTo>
                  <a:pt x="52530" y="49328"/>
                  <a:pt x="54912" y="44757"/>
                  <a:pt x="59677" y="41015"/>
                </a:cubicBezTo>
                <a:cubicBezTo>
                  <a:pt x="64442" y="37274"/>
                  <a:pt x="70065" y="35403"/>
                  <a:pt x="76547" y="35403"/>
                </a:cubicBezTo>
                <a:cubicBezTo>
                  <a:pt x="79151" y="35403"/>
                  <a:pt x="81811" y="35597"/>
                  <a:pt x="84526" y="35985"/>
                </a:cubicBezTo>
                <a:cubicBezTo>
                  <a:pt x="87240" y="36373"/>
                  <a:pt x="90108" y="36885"/>
                  <a:pt x="93127" y="37522"/>
                </a:cubicBezTo>
                <a:cubicBezTo>
                  <a:pt x="96147" y="38160"/>
                  <a:pt x="98044" y="38534"/>
                  <a:pt x="98820" y="38644"/>
                </a:cubicBezTo>
                <a:cubicBezTo>
                  <a:pt x="98820" y="40140"/>
                  <a:pt x="98654" y="42952"/>
                  <a:pt x="98321" y="47080"/>
                </a:cubicBezTo>
                <a:cubicBezTo>
                  <a:pt x="97989" y="51207"/>
                  <a:pt x="97823" y="54407"/>
                  <a:pt x="97823" y="56678"/>
                </a:cubicBezTo>
                <a:cubicBezTo>
                  <a:pt x="97269" y="57232"/>
                  <a:pt x="96354" y="57509"/>
                  <a:pt x="95080" y="57509"/>
                </a:cubicBezTo>
                <a:cubicBezTo>
                  <a:pt x="93806" y="57509"/>
                  <a:pt x="92892" y="57295"/>
                  <a:pt x="92338" y="56865"/>
                </a:cubicBezTo>
                <a:cubicBezTo>
                  <a:pt x="91784" y="53588"/>
                  <a:pt x="90855" y="50848"/>
                  <a:pt x="89553" y="48646"/>
                </a:cubicBezTo>
                <a:cubicBezTo>
                  <a:pt x="88252" y="46442"/>
                  <a:pt x="86714" y="44869"/>
                  <a:pt x="84941" y="43929"/>
                </a:cubicBezTo>
                <a:cubicBezTo>
                  <a:pt x="83168" y="42989"/>
                  <a:pt x="81631" y="42358"/>
                  <a:pt x="80329" y="42036"/>
                </a:cubicBezTo>
                <a:cubicBezTo>
                  <a:pt x="79027" y="41714"/>
                  <a:pt x="77766" y="41553"/>
                  <a:pt x="76547" y="41553"/>
                </a:cubicBezTo>
                <a:cubicBezTo>
                  <a:pt x="73500" y="41553"/>
                  <a:pt x="70744" y="42522"/>
                  <a:pt x="68278" y="44459"/>
                </a:cubicBezTo>
                <a:cubicBezTo>
                  <a:pt x="65813" y="46395"/>
                  <a:pt x="64580" y="49000"/>
                  <a:pt x="64580" y="52274"/>
                </a:cubicBezTo>
                <a:cubicBezTo>
                  <a:pt x="64580" y="54074"/>
                  <a:pt x="64885" y="55684"/>
                  <a:pt x="65494" y="57102"/>
                </a:cubicBezTo>
                <a:cubicBezTo>
                  <a:pt x="66104" y="58520"/>
                  <a:pt x="66782" y="59679"/>
                  <a:pt x="67530" y="60579"/>
                </a:cubicBezTo>
                <a:cubicBezTo>
                  <a:pt x="68278" y="61479"/>
                  <a:pt x="69539" y="62407"/>
                  <a:pt x="71312" y="63363"/>
                </a:cubicBezTo>
                <a:cubicBezTo>
                  <a:pt x="73085" y="64317"/>
                  <a:pt x="74581" y="65040"/>
                  <a:pt x="75799" y="65532"/>
                </a:cubicBezTo>
                <a:cubicBezTo>
                  <a:pt x="77018" y="66022"/>
                  <a:pt x="78957" y="66785"/>
                  <a:pt x="81617" y="67822"/>
                </a:cubicBezTo>
                <a:cubicBezTo>
                  <a:pt x="94914" y="72788"/>
                  <a:pt x="101562" y="80208"/>
                  <a:pt x="101562" y="90082"/>
                </a:cubicBezTo>
                <a:cubicBezTo>
                  <a:pt x="101562" y="94133"/>
                  <a:pt x="100620" y="97664"/>
                  <a:pt x="98737" y="100675"/>
                </a:cubicBezTo>
                <a:cubicBezTo>
                  <a:pt x="96853" y="103686"/>
                  <a:pt x="94443" y="105965"/>
                  <a:pt x="91506" y="107513"/>
                </a:cubicBezTo>
                <a:cubicBezTo>
                  <a:pt x="88570" y="109061"/>
                  <a:pt x="85675" y="110173"/>
                  <a:pt x="82822" y="110848"/>
                </a:cubicBezTo>
                <a:cubicBezTo>
                  <a:pt x="79969" y="111523"/>
                  <a:pt x="77185" y="111861"/>
                  <a:pt x="74470" y="111861"/>
                </a:cubicBezTo>
                <a:cubicBezTo>
                  <a:pt x="68929" y="111861"/>
                  <a:pt x="63777" y="111243"/>
                  <a:pt x="59012" y="110006"/>
                </a:cubicBezTo>
                <a:cubicBezTo>
                  <a:pt x="58236" y="109752"/>
                  <a:pt x="57101" y="109625"/>
                  <a:pt x="55605" y="109625"/>
                </a:cubicBezTo>
                <a:cubicBezTo>
                  <a:pt x="54497" y="109625"/>
                  <a:pt x="53084" y="109816"/>
                  <a:pt x="51366" y="110199"/>
                </a:cubicBezTo>
                <a:cubicBezTo>
                  <a:pt x="51311" y="104199"/>
                  <a:pt x="50895" y="96266"/>
                  <a:pt x="50120" y="86399"/>
                </a:cubicBezTo>
                <a:close/>
                <a:moveTo>
                  <a:pt x="190525" y="12466"/>
                </a:moveTo>
                <a:cubicBezTo>
                  <a:pt x="185649" y="12466"/>
                  <a:pt x="181827" y="13831"/>
                  <a:pt x="179056" y="16561"/>
                </a:cubicBezTo>
                <a:cubicBezTo>
                  <a:pt x="176286" y="19292"/>
                  <a:pt x="174901" y="22671"/>
                  <a:pt x="174901" y="26698"/>
                </a:cubicBezTo>
                <a:cubicBezTo>
                  <a:pt x="174901" y="29842"/>
                  <a:pt x="175663" y="32807"/>
                  <a:pt x="177186" y="35593"/>
                </a:cubicBezTo>
                <a:cubicBezTo>
                  <a:pt x="178710" y="38379"/>
                  <a:pt x="181910" y="41343"/>
                  <a:pt x="186785" y="44485"/>
                </a:cubicBezTo>
                <a:lnTo>
                  <a:pt x="192104" y="47713"/>
                </a:lnTo>
                <a:cubicBezTo>
                  <a:pt x="201190" y="41039"/>
                  <a:pt x="205733" y="34337"/>
                  <a:pt x="205733" y="27607"/>
                </a:cubicBezTo>
                <a:cubicBezTo>
                  <a:pt x="205733" y="23304"/>
                  <a:pt x="204501" y="19706"/>
                  <a:pt x="202035" y="16811"/>
                </a:cubicBezTo>
                <a:cubicBezTo>
                  <a:pt x="199570" y="13914"/>
                  <a:pt x="195733" y="12466"/>
                  <a:pt x="190525" y="12466"/>
                </a:cubicBezTo>
                <a:moveTo>
                  <a:pt x="217618" y="27773"/>
                </a:moveTo>
                <a:cubicBezTo>
                  <a:pt x="217618" y="32626"/>
                  <a:pt x="215429" y="37108"/>
                  <a:pt x="211052" y="41218"/>
                </a:cubicBezTo>
                <a:cubicBezTo>
                  <a:pt x="206675" y="45327"/>
                  <a:pt x="201883" y="48678"/>
                  <a:pt x="196675" y="51271"/>
                </a:cubicBezTo>
                <a:lnTo>
                  <a:pt x="208725" y="58551"/>
                </a:lnTo>
                <a:cubicBezTo>
                  <a:pt x="217590" y="63845"/>
                  <a:pt x="222022" y="71816"/>
                  <a:pt x="222022" y="82462"/>
                </a:cubicBezTo>
                <a:cubicBezTo>
                  <a:pt x="222022" y="89756"/>
                  <a:pt x="219072" y="96480"/>
                  <a:pt x="213171" y="102633"/>
                </a:cubicBezTo>
                <a:cubicBezTo>
                  <a:pt x="207271" y="108785"/>
                  <a:pt x="199168" y="111861"/>
                  <a:pt x="188863" y="111861"/>
                </a:cubicBezTo>
                <a:cubicBezTo>
                  <a:pt x="179666" y="111861"/>
                  <a:pt x="172311" y="109562"/>
                  <a:pt x="166798" y="104963"/>
                </a:cubicBezTo>
                <a:cubicBezTo>
                  <a:pt x="161285" y="100364"/>
                  <a:pt x="158529" y="93774"/>
                  <a:pt x="158529" y="85192"/>
                </a:cubicBezTo>
                <a:cubicBezTo>
                  <a:pt x="158529" y="77414"/>
                  <a:pt x="161826" y="70630"/>
                  <a:pt x="168419" y="64838"/>
                </a:cubicBezTo>
                <a:cubicBezTo>
                  <a:pt x="172352" y="61419"/>
                  <a:pt x="176923" y="58330"/>
                  <a:pt x="182131" y="55572"/>
                </a:cubicBezTo>
                <a:lnTo>
                  <a:pt x="177810" y="52827"/>
                </a:lnTo>
                <a:cubicBezTo>
                  <a:pt x="167837" y="46559"/>
                  <a:pt x="162823" y="38876"/>
                  <a:pt x="162768" y="29778"/>
                </a:cubicBezTo>
                <a:cubicBezTo>
                  <a:pt x="162768" y="23067"/>
                  <a:pt x="165413" y="17479"/>
                  <a:pt x="170704" y="13014"/>
                </a:cubicBezTo>
                <a:cubicBezTo>
                  <a:pt x="175995" y="8549"/>
                  <a:pt x="182879" y="6316"/>
                  <a:pt x="191356" y="6316"/>
                </a:cubicBezTo>
                <a:cubicBezTo>
                  <a:pt x="199500" y="6316"/>
                  <a:pt x="205913" y="8314"/>
                  <a:pt x="210595" y="12310"/>
                </a:cubicBezTo>
                <a:cubicBezTo>
                  <a:pt x="215277" y="16304"/>
                  <a:pt x="217618" y="21459"/>
                  <a:pt x="217618" y="27773"/>
                </a:cubicBezTo>
                <a:moveTo>
                  <a:pt x="189195" y="105711"/>
                </a:moveTo>
                <a:cubicBezTo>
                  <a:pt x="194403" y="105711"/>
                  <a:pt x="199113" y="104264"/>
                  <a:pt x="203323" y="101369"/>
                </a:cubicBezTo>
                <a:cubicBezTo>
                  <a:pt x="207534" y="98472"/>
                  <a:pt x="209639" y="93300"/>
                  <a:pt x="209639" y="85854"/>
                </a:cubicBezTo>
                <a:cubicBezTo>
                  <a:pt x="209639" y="76807"/>
                  <a:pt x="204681" y="69306"/>
                  <a:pt x="194763" y="63350"/>
                </a:cubicBezTo>
                <a:lnTo>
                  <a:pt x="186785" y="58551"/>
                </a:lnTo>
                <a:cubicBezTo>
                  <a:pt x="180414" y="62743"/>
                  <a:pt x="176009" y="67293"/>
                  <a:pt x="173571" y="72204"/>
                </a:cubicBezTo>
                <a:cubicBezTo>
                  <a:pt x="171134" y="77112"/>
                  <a:pt x="169915" y="81441"/>
                  <a:pt x="169915" y="85192"/>
                </a:cubicBezTo>
                <a:cubicBezTo>
                  <a:pt x="169915" y="92086"/>
                  <a:pt x="171937" y="97230"/>
                  <a:pt x="175981" y="100623"/>
                </a:cubicBezTo>
                <a:cubicBezTo>
                  <a:pt x="180026" y="104015"/>
                  <a:pt x="184431" y="105711"/>
                  <a:pt x="189195" y="105711"/>
                </a:cubicBezTo>
                <a:close/>
                <a:moveTo>
                  <a:pt x="278230" y="88918"/>
                </a:moveTo>
                <a:cubicBezTo>
                  <a:pt x="278230" y="95698"/>
                  <a:pt x="279102" y="99902"/>
                  <a:pt x="280847" y="101530"/>
                </a:cubicBezTo>
                <a:cubicBezTo>
                  <a:pt x="282593" y="103155"/>
                  <a:pt x="286651" y="104106"/>
                  <a:pt x="293022" y="104381"/>
                </a:cubicBezTo>
                <a:cubicBezTo>
                  <a:pt x="293576" y="104992"/>
                  <a:pt x="293853" y="106048"/>
                  <a:pt x="293853" y="107547"/>
                </a:cubicBezTo>
                <a:cubicBezTo>
                  <a:pt x="293853" y="109046"/>
                  <a:pt x="293576" y="110041"/>
                  <a:pt x="293022" y="110531"/>
                </a:cubicBezTo>
                <a:cubicBezTo>
                  <a:pt x="281665" y="110287"/>
                  <a:pt x="274739" y="110165"/>
                  <a:pt x="272246" y="110165"/>
                </a:cubicBezTo>
                <a:cubicBezTo>
                  <a:pt x="267592" y="110165"/>
                  <a:pt x="259697" y="110287"/>
                  <a:pt x="248561" y="110531"/>
                </a:cubicBezTo>
                <a:cubicBezTo>
                  <a:pt x="248117" y="110041"/>
                  <a:pt x="247896" y="109046"/>
                  <a:pt x="247896" y="107547"/>
                </a:cubicBezTo>
                <a:cubicBezTo>
                  <a:pt x="247896" y="106048"/>
                  <a:pt x="248117" y="104992"/>
                  <a:pt x="248561" y="104381"/>
                </a:cubicBezTo>
                <a:cubicBezTo>
                  <a:pt x="255154" y="104161"/>
                  <a:pt x="259558" y="103169"/>
                  <a:pt x="261775" y="101405"/>
                </a:cubicBezTo>
                <a:cubicBezTo>
                  <a:pt x="263991" y="99641"/>
                  <a:pt x="265099" y="95479"/>
                  <a:pt x="265099" y="88918"/>
                </a:cubicBezTo>
                <a:lnTo>
                  <a:pt x="265099" y="33687"/>
                </a:lnTo>
                <a:cubicBezTo>
                  <a:pt x="265099" y="27126"/>
                  <a:pt x="263963" y="23874"/>
                  <a:pt x="261691" y="23929"/>
                </a:cubicBezTo>
                <a:cubicBezTo>
                  <a:pt x="258644" y="23929"/>
                  <a:pt x="253713" y="25335"/>
                  <a:pt x="246899" y="28147"/>
                </a:cubicBezTo>
                <a:cubicBezTo>
                  <a:pt x="245513" y="27264"/>
                  <a:pt x="244655" y="25748"/>
                  <a:pt x="244322" y="23600"/>
                </a:cubicBezTo>
                <a:cubicBezTo>
                  <a:pt x="260223" y="16267"/>
                  <a:pt x="271359" y="10617"/>
                  <a:pt x="277731" y="6648"/>
                </a:cubicBezTo>
                <a:cubicBezTo>
                  <a:pt x="278396" y="6648"/>
                  <a:pt x="278728" y="6924"/>
                  <a:pt x="278728" y="7474"/>
                </a:cubicBezTo>
                <a:cubicBezTo>
                  <a:pt x="278396" y="10066"/>
                  <a:pt x="278230" y="17618"/>
                  <a:pt x="278230" y="30131"/>
                </a:cubicBezTo>
                <a:lnTo>
                  <a:pt x="278230" y="88918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°��">
            <a:extLst xmlns:a="http://schemas.openxmlformats.org/drawingml/2006/main">
              <a:ext uri="{FF2B5EF4-FFF2-40B4-BE49-F238E27FC236}">
                <a16:creationId xmlns:a16="http://schemas.microsoft.com/office/drawing/2014/main" id="{F2492AFA-86A1-4D7B-8367-224C4531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607" y="2825704"/>
            <a:ext cx="150030" cy="133136"/>
          </a:xfrm>
          <a:custGeom xmlns:a="http://schemas.openxmlformats.org/drawingml/2006/main">
            <a:pathLst>
              <a:path w="150030" h="133136">
                <a:moveTo>
                  <a:pt x="25721" y="28887"/>
                </a:moveTo>
                <a:cubicBezTo>
                  <a:pt x="27633" y="26648"/>
                  <a:pt x="28588" y="24083"/>
                  <a:pt x="28588" y="21189"/>
                </a:cubicBezTo>
                <a:cubicBezTo>
                  <a:pt x="28588" y="18295"/>
                  <a:pt x="27660" y="15646"/>
                  <a:pt x="25804" y="13245"/>
                </a:cubicBezTo>
                <a:cubicBezTo>
                  <a:pt x="23948" y="10842"/>
                  <a:pt x="21372" y="9640"/>
                  <a:pt x="18076" y="9640"/>
                </a:cubicBezTo>
                <a:cubicBezTo>
                  <a:pt x="14779" y="9640"/>
                  <a:pt x="12161" y="10814"/>
                  <a:pt x="10222" y="13162"/>
                </a:cubicBezTo>
                <a:cubicBezTo>
                  <a:pt x="8283" y="15510"/>
                  <a:pt x="7313" y="18186"/>
                  <a:pt x="7313" y="21189"/>
                </a:cubicBezTo>
                <a:cubicBezTo>
                  <a:pt x="7313" y="24083"/>
                  <a:pt x="8311" y="26648"/>
                  <a:pt x="10305" y="28887"/>
                </a:cubicBezTo>
                <a:cubicBezTo>
                  <a:pt x="12300" y="31126"/>
                  <a:pt x="14890" y="32245"/>
                  <a:pt x="18076" y="32245"/>
                </a:cubicBezTo>
                <a:cubicBezTo>
                  <a:pt x="21261" y="32245"/>
                  <a:pt x="23810" y="31126"/>
                  <a:pt x="25721" y="28887"/>
                </a:cubicBezTo>
                <a:moveTo>
                  <a:pt x="0" y="21026"/>
                </a:moveTo>
                <a:cubicBezTo>
                  <a:pt x="0" y="15993"/>
                  <a:pt x="1759" y="11702"/>
                  <a:pt x="5277" y="8152"/>
                </a:cubicBezTo>
                <a:cubicBezTo>
                  <a:pt x="8795" y="4601"/>
                  <a:pt x="13062" y="2826"/>
                  <a:pt x="18076" y="2826"/>
                </a:cubicBezTo>
                <a:cubicBezTo>
                  <a:pt x="23090" y="2826"/>
                  <a:pt x="27314" y="4601"/>
                  <a:pt x="30749" y="8152"/>
                </a:cubicBezTo>
                <a:cubicBezTo>
                  <a:pt x="34184" y="11702"/>
                  <a:pt x="35902" y="15993"/>
                  <a:pt x="35902" y="21026"/>
                </a:cubicBezTo>
                <a:cubicBezTo>
                  <a:pt x="35902" y="25946"/>
                  <a:pt x="34184" y="30182"/>
                  <a:pt x="30749" y="33733"/>
                </a:cubicBezTo>
                <a:cubicBezTo>
                  <a:pt x="27314" y="37284"/>
                  <a:pt x="23090" y="39060"/>
                  <a:pt x="18076" y="39060"/>
                </a:cubicBezTo>
                <a:cubicBezTo>
                  <a:pt x="13062" y="39060"/>
                  <a:pt x="8795" y="37284"/>
                  <a:pt x="5277" y="33733"/>
                </a:cubicBezTo>
                <a:cubicBezTo>
                  <a:pt x="1759" y="30182"/>
                  <a:pt x="0" y="25946"/>
                  <a:pt x="0" y="21026"/>
                </a:cubicBezTo>
                <a:close/>
                <a:moveTo>
                  <a:pt x="86644" y="55515"/>
                </a:moveTo>
                <a:lnTo>
                  <a:pt x="70854" y="55515"/>
                </a:lnTo>
                <a:lnTo>
                  <a:pt x="70854" y="89355"/>
                </a:lnTo>
                <a:cubicBezTo>
                  <a:pt x="70854" y="96090"/>
                  <a:pt x="71727" y="100265"/>
                  <a:pt x="73472" y="101880"/>
                </a:cubicBezTo>
                <a:cubicBezTo>
                  <a:pt x="75217" y="103496"/>
                  <a:pt x="79276" y="104440"/>
                  <a:pt x="85647" y="104714"/>
                </a:cubicBezTo>
                <a:cubicBezTo>
                  <a:pt x="86201" y="105325"/>
                  <a:pt x="86478" y="106380"/>
                  <a:pt x="86478" y="107880"/>
                </a:cubicBezTo>
                <a:cubicBezTo>
                  <a:pt x="86478" y="109379"/>
                  <a:pt x="86201" y="110374"/>
                  <a:pt x="85647" y="110864"/>
                </a:cubicBezTo>
                <a:cubicBezTo>
                  <a:pt x="74289" y="110619"/>
                  <a:pt x="66976" y="110497"/>
                  <a:pt x="63707" y="110497"/>
                </a:cubicBezTo>
                <a:cubicBezTo>
                  <a:pt x="60050" y="110497"/>
                  <a:pt x="52654" y="110619"/>
                  <a:pt x="41518" y="110864"/>
                </a:cubicBezTo>
                <a:cubicBezTo>
                  <a:pt x="41075" y="110374"/>
                  <a:pt x="40853" y="109379"/>
                  <a:pt x="40853" y="107880"/>
                </a:cubicBezTo>
                <a:cubicBezTo>
                  <a:pt x="40853" y="106380"/>
                  <a:pt x="41075" y="105325"/>
                  <a:pt x="41518" y="104714"/>
                </a:cubicBezTo>
                <a:cubicBezTo>
                  <a:pt x="47889" y="104494"/>
                  <a:pt x="51961" y="103561"/>
                  <a:pt x="53734" y="101917"/>
                </a:cubicBezTo>
                <a:cubicBezTo>
                  <a:pt x="55507" y="100272"/>
                  <a:pt x="56394" y="96076"/>
                  <a:pt x="56394" y="89329"/>
                </a:cubicBezTo>
                <a:lnTo>
                  <a:pt x="56394" y="21784"/>
                </a:lnTo>
                <a:cubicBezTo>
                  <a:pt x="56394" y="15039"/>
                  <a:pt x="55507" y="10857"/>
                  <a:pt x="53734" y="9240"/>
                </a:cubicBezTo>
                <a:cubicBezTo>
                  <a:pt x="51961" y="7622"/>
                  <a:pt x="47889" y="6702"/>
                  <a:pt x="41518" y="6482"/>
                </a:cubicBezTo>
                <a:cubicBezTo>
                  <a:pt x="41075" y="5997"/>
                  <a:pt x="40853" y="4998"/>
                  <a:pt x="40853" y="3483"/>
                </a:cubicBezTo>
                <a:cubicBezTo>
                  <a:pt x="40853" y="1968"/>
                  <a:pt x="41075" y="918"/>
                  <a:pt x="41518" y="332"/>
                </a:cubicBezTo>
                <a:lnTo>
                  <a:pt x="63541" y="665"/>
                </a:lnTo>
                <a:lnTo>
                  <a:pt x="107005" y="665"/>
                </a:lnTo>
                <a:cubicBezTo>
                  <a:pt x="109997" y="665"/>
                  <a:pt x="112657" y="443"/>
                  <a:pt x="114984" y="0"/>
                </a:cubicBezTo>
                <a:cubicBezTo>
                  <a:pt x="115371" y="0"/>
                  <a:pt x="115593" y="166"/>
                  <a:pt x="115648" y="499"/>
                </a:cubicBezTo>
                <a:cubicBezTo>
                  <a:pt x="116867" y="7016"/>
                  <a:pt x="118086" y="15216"/>
                  <a:pt x="119305" y="25101"/>
                </a:cubicBezTo>
                <a:cubicBezTo>
                  <a:pt x="117809" y="25653"/>
                  <a:pt x="116064" y="25929"/>
                  <a:pt x="114069" y="25929"/>
                </a:cubicBezTo>
                <a:cubicBezTo>
                  <a:pt x="112684" y="21358"/>
                  <a:pt x="111202" y="17844"/>
                  <a:pt x="109623" y="15388"/>
                </a:cubicBezTo>
                <a:cubicBezTo>
                  <a:pt x="108044" y="12929"/>
                  <a:pt x="105496" y="10886"/>
                  <a:pt x="101977" y="9259"/>
                </a:cubicBezTo>
                <a:cubicBezTo>
                  <a:pt x="98459" y="7629"/>
                  <a:pt x="93819" y="6815"/>
                  <a:pt x="88057" y="6815"/>
                </a:cubicBezTo>
                <a:lnTo>
                  <a:pt x="76921" y="6815"/>
                </a:lnTo>
                <a:cubicBezTo>
                  <a:pt x="72821" y="6815"/>
                  <a:pt x="70799" y="8801"/>
                  <a:pt x="70854" y="12772"/>
                </a:cubicBezTo>
                <a:lnTo>
                  <a:pt x="70854" y="49365"/>
                </a:lnTo>
                <a:lnTo>
                  <a:pt x="86644" y="49365"/>
                </a:lnTo>
                <a:cubicBezTo>
                  <a:pt x="93570" y="49365"/>
                  <a:pt x="97822" y="48668"/>
                  <a:pt x="99401" y="47274"/>
                </a:cubicBezTo>
                <a:cubicBezTo>
                  <a:pt x="100980" y="45881"/>
                  <a:pt x="101908" y="42596"/>
                  <a:pt x="102185" y="37421"/>
                </a:cubicBezTo>
                <a:cubicBezTo>
                  <a:pt x="102628" y="36851"/>
                  <a:pt x="103529" y="36567"/>
                  <a:pt x="104886" y="36567"/>
                </a:cubicBezTo>
                <a:cubicBezTo>
                  <a:pt x="106244" y="36567"/>
                  <a:pt x="107199" y="36847"/>
                  <a:pt x="107753" y="37408"/>
                </a:cubicBezTo>
                <a:cubicBezTo>
                  <a:pt x="107532" y="44316"/>
                  <a:pt x="107421" y="49287"/>
                  <a:pt x="107421" y="52320"/>
                </a:cubicBezTo>
                <a:cubicBezTo>
                  <a:pt x="107421" y="54334"/>
                  <a:pt x="107532" y="59232"/>
                  <a:pt x="107753" y="67015"/>
                </a:cubicBezTo>
                <a:cubicBezTo>
                  <a:pt x="107199" y="67770"/>
                  <a:pt x="106244" y="68147"/>
                  <a:pt x="104886" y="68147"/>
                </a:cubicBezTo>
                <a:cubicBezTo>
                  <a:pt x="103529" y="68147"/>
                  <a:pt x="102628" y="67867"/>
                  <a:pt x="102185" y="67306"/>
                </a:cubicBezTo>
                <a:cubicBezTo>
                  <a:pt x="101964" y="64217"/>
                  <a:pt x="101617" y="61999"/>
                  <a:pt x="101146" y="60652"/>
                </a:cubicBezTo>
                <a:cubicBezTo>
                  <a:pt x="100675" y="59305"/>
                  <a:pt x="99304" y="58112"/>
                  <a:pt x="97033" y="57073"/>
                </a:cubicBezTo>
                <a:cubicBezTo>
                  <a:pt x="94761" y="56034"/>
                  <a:pt x="91298" y="55515"/>
                  <a:pt x="86644" y="55515"/>
                </a:cubicBezTo>
                <a:close/>
                <a:moveTo>
                  <a:pt x="138811" y="94242"/>
                </a:moveTo>
                <a:cubicBezTo>
                  <a:pt x="142191" y="94242"/>
                  <a:pt x="144906" y="95787"/>
                  <a:pt x="146956" y="98875"/>
                </a:cubicBezTo>
                <a:cubicBezTo>
                  <a:pt x="149005" y="101964"/>
                  <a:pt x="150030" y="106069"/>
                  <a:pt x="150030" y="111191"/>
                </a:cubicBezTo>
                <a:cubicBezTo>
                  <a:pt x="150030" y="116844"/>
                  <a:pt x="148050" y="121665"/>
                  <a:pt x="144088" y="125654"/>
                </a:cubicBezTo>
                <a:cubicBezTo>
                  <a:pt x="140127" y="129645"/>
                  <a:pt x="135404" y="132139"/>
                  <a:pt x="129919" y="133136"/>
                </a:cubicBezTo>
                <a:cubicBezTo>
                  <a:pt x="128922" y="132118"/>
                  <a:pt x="128423" y="130733"/>
                  <a:pt x="128423" y="128981"/>
                </a:cubicBezTo>
                <a:cubicBezTo>
                  <a:pt x="132523" y="127989"/>
                  <a:pt x="136041" y="125989"/>
                  <a:pt x="138977" y="122981"/>
                </a:cubicBezTo>
                <a:cubicBezTo>
                  <a:pt x="141914" y="119976"/>
                  <a:pt x="143382" y="117452"/>
                  <a:pt x="143382" y="115411"/>
                </a:cubicBezTo>
                <a:cubicBezTo>
                  <a:pt x="143382" y="112378"/>
                  <a:pt x="141360" y="110640"/>
                  <a:pt x="137315" y="110199"/>
                </a:cubicBezTo>
                <a:cubicBezTo>
                  <a:pt x="132329" y="109420"/>
                  <a:pt x="129808" y="106913"/>
                  <a:pt x="129753" y="102680"/>
                </a:cubicBezTo>
                <a:cubicBezTo>
                  <a:pt x="129753" y="100286"/>
                  <a:pt x="130611" y="98281"/>
                  <a:pt x="132329" y="96665"/>
                </a:cubicBezTo>
                <a:cubicBezTo>
                  <a:pt x="134046" y="95050"/>
                  <a:pt x="136207" y="94242"/>
                  <a:pt x="138811" y="94242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���������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222AD993-B6F5-414C-81CF-F3EB5362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859" y="2817227"/>
            <a:ext cx="2041949" cy="158899"/>
          </a:xfrm>
          <a:custGeom xmlns:a="http://schemas.openxmlformats.org/drawingml/2006/main">
            <a:pathLst>
              <a:path w="2041949" h="158899">
                <a:moveTo>
                  <a:pt x="33561" y="51692"/>
                </a:moveTo>
                <a:cubicBezTo>
                  <a:pt x="29627" y="51912"/>
                  <a:pt x="27342" y="52849"/>
                  <a:pt x="26705" y="54505"/>
                </a:cubicBezTo>
                <a:cubicBezTo>
                  <a:pt x="26068" y="56158"/>
                  <a:pt x="26636" y="58998"/>
                  <a:pt x="28408" y="63023"/>
                </a:cubicBezTo>
                <a:lnTo>
                  <a:pt x="42038" y="97928"/>
                </a:lnTo>
                <a:cubicBezTo>
                  <a:pt x="42813" y="99856"/>
                  <a:pt x="43409" y="101041"/>
                  <a:pt x="43825" y="101483"/>
                </a:cubicBezTo>
                <a:cubicBezTo>
                  <a:pt x="44240" y="101924"/>
                  <a:pt x="44642" y="101898"/>
                  <a:pt x="45030" y="101402"/>
                </a:cubicBezTo>
                <a:cubicBezTo>
                  <a:pt x="45417" y="100906"/>
                  <a:pt x="45999" y="99636"/>
                  <a:pt x="46775" y="97595"/>
                </a:cubicBezTo>
                <a:lnTo>
                  <a:pt x="58742" y="67573"/>
                </a:lnTo>
                <a:lnTo>
                  <a:pt x="57662" y="64927"/>
                </a:lnTo>
                <a:cubicBezTo>
                  <a:pt x="57496" y="64541"/>
                  <a:pt x="57274" y="64017"/>
                  <a:pt x="56997" y="63355"/>
                </a:cubicBezTo>
                <a:cubicBezTo>
                  <a:pt x="56166" y="61203"/>
                  <a:pt x="55515" y="59631"/>
                  <a:pt x="55044" y="58639"/>
                </a:cubicBezTo>
                <a:cubicBezTo>
                  <a:pt x="54573" y="57647"/>
                  <a:pt x="53867" y="56545"/>
                  <a:pt x="52925" y="55333"/>
                </a:cubicBezTo>
                <a:cubicBezTo>
                  <a:pt x="51983" y="54119"/>
                  <a:pt x="50847" y="53251"/>
                  <a:pt x="49517" y="52728"/>
                </a:cubicBezTo>
                <a:cubicBezTo>
                  <a:pt x="48188" y="52204"/>
                  <a:pt x="46553" y="51858"/>
                  <a:pt x="44614" y="51692"/>
                </a:cubicBezTo>
                <a:cubicBezTo>
                  <a:pt x="44171" y="51209"/>
                  <a:pt x="43949" y="50229"/>
                  <a:pt x="43949" y="48752"/>
                </a:cubicBezTo>
                <a:cubicBezTo>
                  <a:pt x="43949" y="47275"/>
                  <a:pt x="44171" y="46205"/>
                  <a:pt x="44614" y="45542"/>
                </a:cubicBezTo>
                <a:cubicBezTo>
                  <a:pt x="53036" y="45783"/>
                  <a:pt x="58022" y="45903"/>
                  <a:pt x="59573" y="45903"/>
                </a:cubicBezTo>
                <a:cubicBezTo>
                  <a:pt x="62510" y="45903"/>
                  <a:pt x="68189" y="45783"/>
                  <a:pt x="76610" y="45542"/>
                </a:cubicBezTo>
                <a:cubicBezTo>
                  <a:pt x="77053" y="46145"/>
                  <a:pt x="77275" y="47200"/>
                  <a:pt x="77275" y="48708"/>
                </a:cubicBezTo>
                <a:cubicBezTo>
                  <a:pt x="77275" y="50214"/>
                  <a:pt x="77053" y="51209"/>
                  <a:pt x="76610" y="51692"/>
                </a:cubicBezTo>
                <a:cubicBezTo>
                  <a:pt x="72178" y="52023"/>
                  <a:pt x="69615" y="52836"/>
                  <a:pt x="68923" y="54133"/>
                </a:cubicBezTo>
                <a:cubicBezTo>
                  <a:pt x="68230" y="55428"/>
                  <a:pt x="68715" y="58061"/>
                  <a:pt x="70377" y="62031"/>
                </a:cubicBezTo>
                <a:lnTo>
                  <a:pt x="85087" y="99086"/>
                </a:lnTo>
                <a:cubicBezTo>
                  <a:pt x="85862" y="101072"/>
                  <a:pt x="86416" y="102119"/>
                  <a:pt x="86749" y="102228"/>
                </a:cubicBezTo>
                <a:cubicBezTo>
                  <a:pt x="87026" y="102339"/>
                  <a:pt x="87358" y="101953"/>
                  <a:pt x="87746" y="101070"/>
                </a:cubicBezTo>
                <a:cubicBezTo>
                  <a:pt x="87802" y="101016"/>
                  <a:pt x="88162" y="100134"/>
                  <a:pt x="88827" y="98424"/>
                </a:cubicBezTo>
                <a:lnTo>
                  <a:pt x="103121" y="63189"/>
                </a:lnTo>
                <a:cubicBezTo>
                  <a:pt x="103730" y="61700"/>
                  <a:pt x="104146" y="60543"/>
                  <a:pt x="104367" y="59717"/>
                </a:cubicBezTo>
                <a:cubicBezTo>
                  <a:pt x="104589" y="58889"/>
                  <a:pt x="104700" y="57924"/>
                  <a:pt x="104700" y="56821"/>
                </a:cubicBezTo>
                <a:cubicBezTo>
                  <a:pt x="104700" y="55718"/>
                  <a:pt x="104381" y="54864"/>
                  <a:pt x="103744" y="54258"/>
                </a:cubicBezTo>
                <a:cubicBezTo>
                  <a:pt x="103107" y="53650"/>
                  <a:pt x="102027" y="53099"/>
                  <a:pt x="100503" y="52604"/>
                </a:cubicBezTo>
                <a:cubicBezTo>
                  <a:pt x="98979" y="52107"/>
                  <a:pt x="96971" y="51803"/>
                  <a:pt x="94478" y="51692"/>
                </a:cubicBezTo>
                <a:cubicBezTo>
                  <a:pt x="93924" y="51209"/>
                  <a:pt x="93647" y="50229"/>
                  <a:pt x="93647" y="48752"/>
                </a:cubicBezTo>
                <a:cubicBezTo>
                  <a:pt x="93647" y="47275"/>
                  <a:pt x="93924" y="46205"/>
                  <a:pt x="94478" y="45542"/>
                </a:cubicBezTo>
                <a:cubicBezTo>
                  <a:pt x="102899" y="45783"/>
                  <a:pt x="108800" y="45903"/>
                  <a:pt x="112179" y="45903"/>
                </a:cubicBezTo>
                <a:cubicBezTo>
                  <a:pt x="114451" y="45903"/>
                  <a:pt x="118412" y="45783"/>
                  <a:pt x="124064" y="45542"/>
                </a:cubicBezTo>
                <a:cubicBezTo>
                  <a:pt x="124618" y="46145"/>
                  <a:pt x="124908" y="47200"/>
                  <a:pt x="124936" y="48708"/>
                </a:cubicBezTo>
                <a:cubicBezTo>
                  <a:pt x="124964" y="50214"/>
                  <a:pt x="124673" y="51209"/>
                  <a:pt x="124064" y="51692"/>
                </a:cubicBezTo>
                <a:cubicBezTo>
                  <a:pt x="120074" y="51912"/>
                  <a:pt x="117083" y="53001"/>
                  <a:pt x="115088" y="54959"/>
                </a:cubicBezTo>
                <a:cubicBezTo>
                  <a:pt x="113094" y="56917"/>
                  <a:pt x="111293" y="59881"/>
                  <a:pt x="109686" y="63851"/>
                </a:cubicBezTo>
                <a:lnTo>
                  <a:pt x="87497" y="117613"/>
                </a:lnTo>
                <a:cubicBezTo>
                  <a:pt x="86610" y="119984"/>
                  <a:pt x="85308" y="121169"/>
                  <a:pt x="83591" y="121169"/>
                </a:cubicBezTo>
                <a:cubicBezTo>
                  <a:pt x="81873" y="121169"/>
                  <a:pt x="80516" y="120038"/>
                  <a:pt x="79519" y="117777"/>
                </a:cubicBezTo>
                <a:lnTo>
                  <a:pt x="61983" y="75762"/>
                </a:lnTo>
                <a:lnTo>
                  <a:pt x="44780" y="117447"/>
                </a:lnTo>
                <a:cubicBezTo>
                  <a:pt x="43672" y="119928"/>
                  <a:pt x="42315" y="121169"/>
                  <a:pt x="40708" y="121169"/>
                </a:cubicBezTo>
                <a:cubicBezTo>
                  <a:pt x="38991" y="121169"/>
                  <a:pt x="37633" y="120038"/>
                  <a:pt x="36636" y="117777"/>
                </a:cubicBezTo>
                <a:lnTo>
                  <a:pt x="14364" y="63023"/>
                </a:lnTo>
                <a:cubicBezTo>
                  <a:pt x="12535" y="58556"/>
                  <a:pt x="10818" y="55647"/>
                  <a:pt x="9211" y="54297"/>
                </a:cubicBezTo>
                <a:cubicBezTo>
                  <a:pt x="7604" y="52946"/>
                  <a:pt x="4834" y="52078"/>
                  <a:pt x="900" y="51692"/>
                </a:cubicBezTo>
                <a:cubicBezTo>
                  <a:pt x="346" y="51209"/>
                  <a:pt x="55" y="50229"/>
                  <a:pt x="28" y="48752"/>
                </a:cubicBezTo>
                <a:cubicBezTo>
                  <a:pt x="0" y="47275"/>
                  <a:pt x="291" y="46205"/>
                  <a:pt x="900" y="45542"/>
                </a:cubicBezTo>
                <a:cubicBezTo>
                  <a:pt x="6773" y="45783"/>
                  <a:pt x="11760" y="45903"/>
                  <a:pt x="15859" y="45903"/>
                </a:cubicBezTo>
                <a:cubicBezTo>
                  <a:pt x="19239" y="45903"/>
                  <a:pt x="25140" y="45783"/>
                  <a:pt x="33561" y="45542"/>
                </a:cubicBezTo>
                <a:cubicBezTo>
                  <a:pt x="34115" y="46145"/>
                  <a:pt x="34392" y="47200"/>
                  <a:pt x="34392" y="48708"/>
                </a:cubicBezTo>
                <a:cubicBezTo>
                  <a:pt x="34392" y="50214"/>
                  <a:pt x="34115" y="51209"/>
                  <a:pt x="33561" y="51692"/>
                </a:cubicBezTo>
                <a:close/>
                <a:moveTo>
                  <a:pt x="141353" y="16993"/>
                </a:moveTo>
                <a:cubicBezTo>
                  <a:pt x="141353" y="14934"/>
                  <a:pt x="142322" y="13055"/>
                  <a:pt x="144262" y="11357"/>
                </a:cubicBezTo>
                <a:cubicBezTo>
                  <a:pt x="146201" y="9658"/>
                  <a:pt x="148195" y="8809"/>
                  <a:pt x="150245" y="8809"/>
                </a:cubicBezTo>
                <a:cubicBezTo>
                  <a:pt x="152406" y="8809"/>
                  <a:pt x="154304" y="9756"/>
                  <a:pt x="155938" y="11650"/>
                </a:cubicBezTo>
                <a:cubicBezTo>
                  <a:pt x="157572" y="13543"/>
                  <a:pt x="158390" y="15547"/>
                  <a:pt x="158390" y="17663"/>
                </a:cubicBezTo>
                <a:cubicBezTo>
                  <a:pt x="158390" y="19610"/>
                  <a:pt x="157489" y="21475"/>
                  <a:pt x="155689" y="23257"/>
                </a:cubicBezTo>
                <a:cubicBezTo>
                  <a:pt x="153888" y="25038"/>
                  <a:pt x="151852" y="25929"/>
                  <a:pt x="149580" y="25929"/>
                </a:cubicBezTo>
                <a:cubicBezTo>
                  <a:pt x="147530" y="25929"/>
                  <a:pt x="145647" y="24983"/>
                  <a:pt x="143929" y="23091"/>
                </a:cubicBezTo>
                <a:cubicBezTo>
                  <a:pt x="142212" y="21196"/>
                  <a:pt x="141353" y="19164"/>
                  <a:pt x="141353" y="16993"/>
                </a:cubicBezTo>
                <a:moveTo>
                  <a:pt x="156894" y="97756"/>
                </a:moveTo>
                <a:cubicBezTo>
                  <a:pt x="156894" y="104524"/>
                  <a:pt x="157572" y="108692"/>
                  <a:pt x="158930" y="110261"/>
                </a:cubicBezTo>
                <a:cubicBezTo>
                  <a:pt x="160287" y="111830"/>
                  <a:pt x="163681" y="112806"/>
                  <a:pt x="169110" y="113190"/>
                </a:cubicBezTo>
                <a:cubicBezTo>
                  <a:pt x="169664" y="113802"/>
                  <a:pt x="169941" y="114857"/>
                  <a:pt x="169941" y="116356"/>
                </a:cubicBezTo>
                <a:cubicBezTo>
                  <a:pt x="169941" y="117856"/>
                  <a:pt x="169664" y="118850"/>
                  <a:pt x="169110" y="119340"/>
                </a:cubicBezTo>
                <a:cubicBezTo>
                  <a:pt x="159359" y="119096"/>
                  <a:pt x="153071" y="118974"/>
                  <a:pt x="150245" y="118974"/>
                </a:cubicBezTo>
                <a:cubicBezTo>
                  <a:pt x="147087" y="118974"/>
                  <a:pt x="140716" y="119096"/>
                  <a:pt x="131131" y="119340"/>
                </a:cubicBezTo>
                <a:cubicBezTo>
                  <a:pt x="130688" y="118850"/>
                  <a:pt x="130466" y="117856"/>
                  <a:pt x="130466" y="116356"/>
                </a:cubicBezTo>
                <a:cubicBezTo>
                  <a:pt x="130466" y="114857"/>
                  <a:pt x="130688" y="113802"/>
                  <a:pt x="131131" y="113190"/>
                </a:cubicBezTo>
                <a:cubicBezTo>
                  <a:pt x="136560" y="112751"/>
                  <a:pt x="139968" y="111760"/>
                  <a:pt x="141353" y="110219"/>
                </a:cubicBezTo>
                <a:cubicBezTo>
                  <a:pt x="142738" y="108679"/>
                  <a:pt x="143431" y="104524"/>
                  <a:pt x="143431" y="97756"/>
                </a:cubicBezTo>
                <a:lnTo>
                  <a:pt x="143431" y="64825"/>
                </a:lnTo>
                <a:cubicBezTo>
                  <a:pt x="143431" y="60093"/>
                  <a:pt x="142780" y="57109"/>
                  <a:pt x="141478" y="55871"/>
                </a:cubicBezTo>
                <a:cubicBezTo>
                  <a:pt x="140176" y="54633"/>
                  <a:pt x="137142" y="53794"/>
                  <a:pt x="132377" y="53354"/>
                </a:cubicBezTo>
                <a:cubicBezTo>
                  <a:pt x="131713" y="51415"/>
                  <a:pt x="131602" y="49808"/>
                  <a:pt x="132045" y="48534"/>
                </a:cubicBezTo>
                <a:cubicBezTo>
                  <a:pt x="142572" y="47173"/>
                  <a:pt x="150328" y="45566"/>
                  <a:pt x="155315" y="43714"/>
                </a:cubicBezTo>
                <a:cubicBezTo>
                  <a:pt x="156811" y="43714"/>
                  <a:pt x="157559" y="44095"/>
                  <a:pt x="157559" y="44857"/>
                </a:cubicBezTo>
                <a:cubicBezTo>
                  <a:pt x="157559" y="45128"/>
                  <a:pt x="157531" y="45523"/>
                  <a:pt x="157475" y="46041"/>
                </a:cubicBezTo>
                <a:cubicBezTo>
                  <a:pt x="157420" y="46558"/>
                  <a:pt x="157365" y="47602"/>
                  <a:pt x="157309" y="49173"/>
                </a:cubicBezTo>
                <a:cubicBezTo>
                  <a:pt x="157254" y="50741"/>
                  <a:pt x="157185" y="52257"/>
                  <a:pt x="157101" y="53720"/>
                </a:cubicBezTo>
                <a:cubicBezTo>
                  <a:pt x="157018" y="55182"/>
                  <a:pt x="156963" y="56876"/>
                  <a:pt x="156935" y="58803"/>
                </a:cubicBezTo>
                <a:cubicBezTo>
                  <a:pt x="156908" y="60728"/>
                  <a:pt x="156894" y="62488"/>
                  <a:pt x="156894" y="64083"/>
                </a:cubicBezTo>
                <a:lnTo>
                  <a:pt x="156894" y="97756"/>
                </a:lnTo>
                <a:close/>
                <a:moveTo>
                  <a:pt x="179431" y="45875"/>
                </a:moveTo>
                <a:lnTo>
                  <a:pt x="187243" y="45875"/>
                </a:lnTo>
                <a:cubicBezTo>
                  <a:pt x="187243" y="42394"/>
                  <a:pt x="187229" y="39398"/>
                  <a:pt x="187201" y="36886"/>
                </a:cubicBezTo>
                <a:cubicBezTo>
                  <a:pt x="187174" y="34374"/>
                  <a:pt x="187132" y="32538"/>
                  <a:pt x="187077" y="31378"/>
                </a:cubicBezTo>
                <a:cubicBezTo>
                  <a:pt x="187021" y="30218"/>
                  <a:pt x="186966" y="29306"/>
                  <a:pt x="186911" y="28643"/>
                </a:cubicBezTo>
                <a:cubicBezTo>
                  <a:pt x="186855" y="27980"/>
                  <a:pt x="186814" y="27483"/>
                  <a:pt x="186786" y="27152"/>
                </a:cubicBezTo>
                <a:cubicBezTo>
                  <a:pt x="186758" y="26822"/>
                  <a:pt x="186744" y="26518"/>
                  <a:pt x="186744" y="26241"/>
                </a:cubicBezTo>
                <a:cubicBezTo>
                  <a:pt x="186744" y="25855"/>
                  <a:pt x="186966" y="25496"/>
                  <a:pt x="187409" y="25166"/>
                </a:cubicBezTo>
                <a:cubicBezTo>
                  <a:pt x="187852" y="24833"/>
                  <a:pt x="188337" y="24585"/>
                  <a:pt x="188864" y="24420"/>
                </a:cubicBezTo>
                <a:cubicBezTo>
                  <a:pt x="189390" y="24254"/>
                  <a:pt x="190110" y="24033"/>
                  <a:pt x="191024" y="23758"/>
                </a:cubicBezTo>
                <a:cubicBezTo>
                  <a:pt x="191938" y="23481"/>
                  <a:pt x="192673" y="23232"/>
                  <a:pt x="193227" y="23010"/>
                </a:cubicBezTo>
                <a:cubicBezTo>
                  <a:pt x="193891" y="22735"/>
                  <a:pt x="194750" y="22321"/>
                  <a:pt x="195803" y="21769"/>
                </a:cubicBezTo>
                <a:cubicBezTo>
                  <a:pt x="196856" y="21216"/>
                  <a:pt x="197742" y="20775"/>
                  <a:pt x="198462" y="20444"/>
                </a:cubicBezTo>
                <a:cubicBezTo>
                  <a:pt x="199183" y="20112"/>
                  <a:pt x="199709" y="19945"/>
                  <a:pt x="200041" y="19945"/>
                </a:cubicBezTo>
                <a:cubicBezTo>
                  <a:pt x="200928" y="19945"/>
                  <a:pt x="201371" y="20442"/>
                  <a:pt x="201371" y="21436"/>
                </a:cubicBezTo>
                <a:cubicBezTo>
                  <a:pt x="200928" y="25965"/>
                  <a:pt x="200706" y="31930"/>
                  <a:pt x="200706" y="39330"/>
                </a:cubicBezTo>
                <a:lnTo>
                  <a:pt x="200706" y="45875"/>
                </a:lnTo>
                <a:lnTo>
                  <a:pt x="221150" y="45875"/>
                </a:lnTo>
                <a:cubicBezTo>
                  <a:pt x="222037" y="45875"/>
                  <a:pt x="222480" y="46208"/>
                  <a:pt x="222480" y="46874"/>
                </a:cubicBezTo>
                <a:lnTo>
                  <a:pt x="222480" y="50025"/>
                </a:lnTo>
                <a:cubicBezTo>
                  <a:pt x="222480" y="51413"/>
                  <a:pt x="221123" y="52080"/>
                  <a:pt x="218408" y="52024"/>
                </a:cubicBezTo>
                <a:lnTo>
                  <a:pt x="200706" y="52024"/>
                </a:lnTo>
                <a:lnTo>
                  <a:pt x="200706" y="95499"/>
                </a:lnTo>
                <a:cubicBezTo>
                  <a:pt x="200706" y="101095"/>
                  <a:pt x="201108" y="105138"/>
                  <a:pt x="201911" y="107628"/>
                </a:cubicBezTo>
                <a:cubicBezTo>
                  <a:pt x="202715" y="110117"/>
                  <a:pt x="204197" y="111362"/>
                  <a:pt x="206357" y="111362"/>
                </a:cubicBezTo>
                <a:cubicBezTo>
                  <a:pt x="211565" y="111362"/>
                  <a:pt x="216219" y="109740"/>
                  <a:pt x="220319" y="106495"/>
                </a:cubicBezTo>
                <a:cubicBezTo>
                  <a:pt x="222037" y="106608"/>
                  <a:pt x="223034" y="107587"/>
                  <a:pt x="223311" y="109433"/>
                </a:cubicBezTo>
                <a:cubicBezTo>
                  <a:pt x="216607" y="116924"/>
                  <a:pt x="208961" y="120670"/>
                  <a:pt x="200374" y="120670"/>
                </a:cubicBezTo>
                <a:cubicBezTo>
                  <a:pt x="191620" y="120670"/>
                  <a:pt x="187243" y="115027"/>
                  <a:pt x="187243" y="103740"/>
                </a:cubicBezTo>
                <a:lnTo>
                  <a:pt x="187243" y="52024"/>
                </a:lnTo>
                <a:lnTo>
                  <a:pt x="177187" y="52024"/>
                </a:lnTo>
                <a:cubicBezTo>
                  <a:pt x="176633" y="52024"/>
                  <a:pt x="176356" y="51717"/>
                  <a:pt x="176356" y="51102"/>
                </a:cubicBezTo>
                <a:lnTo>
                  <a:pt x="176356" y="49027"/>
                </a:lnTo>
                <a:cubicBezTo>
                  <a:pt x="176356" y="46926"/>
                  <a:pt x="177381" y="45875"/>
                  <a:pt x="179431" y="45875"/>
                </a:cubicBezTo>
                <a:close/>
                <a:moveTo>
                  <a:pt x="254256" y="70084"/>
                </a:moveTo>
                <a:lnTo>
                  <a:pt x="254256" y="97777"/>
                </a:lnTo>
                <a:cubicBezTo>
                  <a:pt x="254256" y="102557"/>
                  <a:pt x="254546" y="105951"/>
                  <a:pt x="255128" y="107957"/>
                </a:cubicBezTo>
                <a:cubicBezTo>
                  <a:pt x="255710" y="109962"/>
                  <a:pt x="256610" y="111267"/>
                  <a:pt x="257829" y="111871"/>
                </a:cubicBezTo>
                <a:cubicBezTo>
                  <a:pt x="259048" y="112475"/>
                  <a:pt x="261236" y="112915"/>
                  <a:pt x="264394" y="113190"/>
                </a:cubicBezTo>
                <a:cubicBezTo>
                  <a:pt x="264893" y="113741"/>
                  <a:pt x="265156" y="114766"/>
                  <a:pt x="265184" y="116265"/>
                </a:cubicBezTo>
                <a:cubicBezTo>
                  <a:pt x="265212" y="117765"/>
                  <a:pt x="264948" y="118790"/>
                  <a:pt x="264394" y="119340"/>
                </a:cubicBezTo>
                <a:cubicBezTo>
                  <a:pt x="254865" y="119096"/>
                  <a:pt x="249269" y="118974"/>
                  <a:pt x="247607" y="118974"/>
                </a:cubicBezTo>
                <a:cubicBezTo>
                  <a:pt x="244504" y="118974"/>
                  <a:pt x="238271" y="119096"/>
                  <a:pt x="228908" y="119340"/>
                </a:cubicBezTo>
                <a:cubicBezTo>
                  <a:pt x="228410" y="118790"/>
                  <a:pt x="228160" y="117765"/>
                  <a:pt x="228160" y="116265"/>
                </a:cubicBezTo>
                <a:cubicBezTo>
                  <a:pt x="228160" y="114766"/>
                  <a:pt x="228410" y="113741"/>
                  <a:pt x="228908" y="113190"/>
                </a:cubicBezTo>
                <a:cubicBezTo>
                  <a:pt x="231734" y="112971"/>
                  <a:pt x="233770" y="112723"/>
                  <a:pt x="235016" y="112448"/>
                </a:cubicBezTo>
                <a:cubicBezTo>
                  <a:pt x="236263" y="112171"/>
                  <a:pt x="237413" y="111495"/>
                  <a:pt x="238465" y="110419"/>
                </a:cubicBezTo>
                <a:cubicBezTo>
                  <a:pt x="239518" y="109344"/>
                  <a:pt x="240169" y="107870"/>
                  <a:pt x="240418" y="105997"/>
                </a:cubicBezTo>
                <a:cubicBezTo>
                  <a:pt x="240668" y="104122"/>
                  <a:pt x="240792" y="101364"/>
                  <a:pt x="240792" y="97725"/>
                </a:cubicBezTo>
                <a:lnTo>
                  <a:pt x="240792" y="23703"/>
                </a:lnTo>
                <a:cubicBezTo>
                  <a:pt x="240792" y="20064"/>
                  <a:pt x="240709" y="17348"/>
                  <a:pt x="240543" y="15556"/>
                </a:cubicBezTo>
                <a:cubicBezTo>
                  <a:pt x="240377" y="13764"/>
                  <a:pt x="239670" y="12442"/>
                  <a:pt x="238424" y="11588"/>
                </a:cubicBezTo>
                <a:cubicBezTo>
                  <a:pt x="237177" y="10733"/>
                  <a:pt x="236208" y="10277"/>
                  <a:pt x="235515" y="10222"/>
                </a:cubicBezTo>
                <a:cubicBezTo>
                  <a:pt x="234823" y="10167"/>
                  <a:pt x="232953" y="10028"/>
                  <a:pt x="229905" y="9807"/>
                </a:cubicBezTo>
                <a:cubicBezTo>
                  <a:pt x="228631" y="8511"/>
                  <a:pt x="228299" y="6794"/>
                  <a:pt x="228908" y="4654"/>
                </a:cubicBezTo>
                <a:cubicBezTo>
                  <a:pt x="238992" y="3878"/>
                  <a:pt x="246942" y="2327"/>
                  <a:pt x="252760" y="0"/>
                </a:cubicBezTo>
                <a:cubicBezTo>
                  <a:pt x="254256" y="0"/>
                  <a:pt x="254976" y="582"/>
                  <a:pt x="254920" y="1745"/>
                </a:cubicBezTo>
                <a:cubicBezTo>
                  <a:pt x="254477" y="6290"/>
                  <a:pt x="254256" y="12249"/>
                  <a:pt x="254256" y="19621"/>
                </a:cubicBezTo>
                <a:lnTo>
                  <a:pt x="254089" y="57951"/>
                </a:lnTo>
                <a:cubicBezTo>
                  <a:pt x="254200" y="59170"/>
                  <a:pt x="254754" y="59175"/>
                  <a:pt x="255751" y="57966"/>
                </a:cubicBezTo>
                <a:cubicBezTo>
                  <a:pt x="264062" y="48797"/>
                  <a:pt x="273730" y="44212"/>
                  <a:pt x="284755" y="44212"/>
                </a:cubicBezTo>
                <a:cubicBezTo>
                  <a:pt x="291238" y="44212"/>
                  <a:pt x="295947" y="46140"/>
                  <a:pt x="298883" y="49996"/>
                </a:cubicBezTo>
                <a:cubicBezTo>
                  <a:pt x="301931" y="53963"/>
                  <a:pt x="303454" y="61510"/>
                  <a:pt x="303454" y="72637"/>
                </a:cubicBezTo>
                <a:lnTo>
                  <a:pt x="303454" y="97777"/>
                </a:lnTo>
                <a:cubicBezTo>
                  <a:pt x="303454" y="104425"/>
                  <a:pt x="304105" y="108533"/>
                  <a:pt x="305407" y="110100"/>
                </a:cubicBezTo>
                <a:cubicBezTo>
                  <a:pt x="306709" y="111665"/>
                  <a:pt x="309853" y="112695"/>
                  <a:pt x="314840" y="113190"/>
                </a:cubicBezTo>
                <a:cubicBezTo>
                  <a:pt x="315283" y="113680"/>
                  <a:pt x="315505" y="114675"/>
                  <a:pt x="315505" y="116175"/>
                </a:cubicBezTo>
                <a:cubicBezTo>
                  <a:pt x="315505" y="117674"/>
                  <a:pt x="315283" y="118729"/>
                  <a:pt x="314840" y="119340"/>
                </a:cubicBezTo>
                <a:cubicBezTo>
                  <a:pt x="305089" y="119096"/>
                  <a:pt x="299077" y="118974"/>
                  <a:pt x="296806" y="118974"/>
                </a:cubicBezTo>
                <a:cubicBezTo>
                  <a:pt x="294756" y="118974"/>
                  <a:pt x="288966" y="119096"/>
                  <a:pt x="279437" y="119340"/>
                </a:cubicBezTo>
                <a:cubicBezTo>
                  <a:pt x="278993" y="118850"/>
                  <a:pt x="278772" y="117856"/>
                  <a:pt x="278772" y="116356"/>
                </a:cubicBezTo>
                <a:cubicBezTo>
                  <a:pt x="278772" y="114857"/>
                  <a:pt x="278993" y="113802"/>
                  <a:pt x="279437" y="113190"/>
                </a:cubicBezTo>
                <a:cubicBezTo>
                  <a:pt x="284091" y="112751"/>
                  <a:pt x="287013" y="111734"/>
                  <a:pt x="288204" y="110142"/>
                </a:cubicBezTo>
                <a:cubicBezTo>
                  <a:pt x="289396" y="108547"/>
                  <a:pt x="289991" y="104425"/>
                  <a:pt x="289991" y="97777"/>
                </a:cubicBezTo>
                <a:lnTo>
                  <a:pt x="289991" y="72144"/>
                </a:lnTo>
                <a:cubicBezTo>
                  <a:pt x="289991" y="66155"/>
                  <a:pt x="289326" y="61814"/>
                  <a:pt x="287997" y="59122"/>
                </a:cubicBezTo>
                <a:cubicBezTo>
                  <a:pt x="285947" y="55055"/>
                  <a:pt x="282927" y="53022"/>
                  <a:pt x="278938" y="53022"/>
                </a:cubicBezTo>
                <a:cubicBezTo>
                  <a:pt x="271237" y="53022"/>
                  <a:pt x="263979" y="56346"/>
                  <a:pt x="257164" y="62994"/>
                </a:cubicBezTo>
                <a:cubicBezTo>
                  <a:pt x="255225" y="65082"/>
                  <a:pt x="254256" y="67446"/>
                  <a:pt x="254256" y="70084"/>
                </a:cubicBezTo>
                <a:close/>
                <a:moveTo>
                  <a:pt x="409679" y="79366"/>
                </a:moveTo>
                <a:lnTo>
                  <a:pt x="396216" y="82839"/>
                </a:lnTo>
                <a:cubicBezTo>
                  <a:pt x="385412" y="85602"/>
                  <a:pt x="380038" y="91850"/>
                  <a:pt x="380094" y="101582"/>
                </a:cubicBezTo>
                <a:cubicBezTo>
                  <a:pt x="380094" y="104622"/>
                  <a:pt x="381132" y="107400"/>
                  <a:pt x="383210" y="109916"/>
                </a:cubicBezTo>
                <a:cubicBezTo>
                  <a:pt x="385288" y="112431"/>
                  <a:pt x="388321" y="113689"/>
                  <a:pt x="392310" y="113689"/>
                </a:cubicBezTo>
                <a:cubicBezTo>
                  <a:pt x="396299" y="113689"/>
                  <a:pt x="401286" y="111230"/>
                  <a:pt x="407269" y="106311"/>
                </a:cubicBezTo>
                <a:cubicBezTo>
                  <a:pt x="408876" y="105205"/>
                  <a:pt x="409679" y="103740"/>
                  <a:pt x="409679" y="101917"/>
                </a:cubicBezTo>
                <a:lnTo>
                  <a:pt x="409679" y="79366"/>
                </a:lnTo>
                <a:moveTo>
                  <a:pt x="409679" y="110804"/>
                </a:moveTo>
                <a:lnTo>
                  <a:pt x="409347" y="110804"/>
                </a:lnTo>
                <a:lnTo>
                  <a:pt x="405940" y="113479"/>
                </a:lnTo>
                <a:cubicBezTo>
                  <a:pt x="402172" y="116434"/>
                  <a:pt x="399097" y="118372"/>
                  <a:pt x="396715" y="119291"/>
                </a:cubicBezTo>
                <a:cubicBezTo>
                  <a:pt x="394332" y="120210"/>
                  <a:pt x="391230" y="120670"/>
                  <a:pt x="387407" y="120670"/>
                </a:cubicBezTo>
                <a:cubicBezTo>
                  <a:pt x="380925" y="120670"/>
                  <a:pt x="375731" y="119203"/>
                  <a:pt x="371825" y="116268"/>
                </a:cubicBezTo>
                <a:cubicBezTo>
                  <a:pt x="367919" y="113332"/>
                  <a:pt x="365966" y="108679"/>
                  <a:pt x="365966" y="102309"/>
                </a:cubicBezTo>
                <a:cubicBezTo>
                  <a:pt x="365966" y="96671"/>
                  <a:pt x="368542" y="91698"/>
                  <a:pt x="373694" y="87389"/>
                </a:cubicBezTo>
                <a:cubicBezTo>
                  <a:pt x="378847" y="83078"/>
                  <a:pt x="385634" y="79866"/>
                  <a:pt x="394055" y="77754"/>
                </a:cubicBezTo>
                <a:lnTo>
                  <a:pt x="408682" y="74123"/>
                </a:lnTo>
                <a:cubicBezTo>
                  <a:pt x="409347" y="73905"/>
                  <a:pt x="409679" y="73249"/>
                  <a:pt x="409679" y="72157"/>
                </a:cubicBezTo>
                <a:cubicBezTo>
                  <a:pt x="409679" y="57627"/>
                  <a:pt x="405081" y="50362"/>
                  <a:pt x="395884" y="50362"/>
                </a:cubicBezTo>
                <a:cubicBezTo>
                  <a:pt x="392116" y="50362"/>
                  <a:pt x="388820" y="50940"/>
                  <a:pt x="385994" y="52095"/>
                </a:cubicBezTo>
                <a:cubicBezTo>
                  <a:pt x="383168" y="53249"/>
                  <a:pt x="381756" y="54982"/>
                  <a:pt x="381756" y="57294"/>
                </a:cubicBezTo>
                <a:cubicBezTo>
                  <a:pt x="381756" y="58850"/>
                  <a:pt x="381867" y="59925"/>
                  <a:pt x="382088" y="60517"/>
                </a:cubicBezTo>
                <a:cubicBezTo>
                  <a:pt x="382421" y="61161"/>
                  <a:pt x="382587" y="62155"/>
                  <a:pt x="382587" y="63498"/>
                </a:cubicBezTo>
                <a:cubicBezTo>
                  <a:pt x="382587" y="64734"/>
                  <a:pt x="381908" y="65957"/>
                  <a:pt x="380551" y="67165"/>
                </a:cubicBezTo>
                <a:cubicBezTo>
                  <a:pt x="379193" y="68374"/>
                  <a:pt x="377379" y="68978"/>
                  <a:pt x="375107" y="68978"/>
                </a:cubicBezTo>
                <a:cubicBezTo>
                  <a:pt x="371118" y="68978"/>
                  <a:pt x="369151" y="66990"/>
                  <a:pt x="369207" y="63015"/>
                </a:cubicBezTo>
                <a:cubicBezTo>
                  <a:pt x="369207" y="58377"/>
                  <a:pt x="372157" y="54084"/>
                  <a:pt x="378057" y="50136"/>
                </a:cubicBezTo>
                <a:cubicBezTo>
                  <a:pt x="383958" y="46187"/>
                  <a:pt x="390371" y="44212"/>
                  <a:pt x="397297" y="44212"/>
                </a:cubicBezTo>
                <a:cubicBezTo>
                  <a:pt x="414416" y="44212"/>
                  <a:pt x="422976" y="53903"/>
                  <a:pt x="422976" y="73284"/>
                </a:cubicBezTo>
                <a:lnTo>
                  <a:pt x="422976" y="98429"/>
                </a:lnTo>
                <a:cubicBezTo>
                  <a:pt x="422976" y="101672"/>
                  <a:pt x="423059" y="104145"/>
                  <a:pt x="423226" y="105849"/>
                </a:cubicBezTo>
                <a:cubicBezTo>
                  <a:pt x="423392" y="107552"/>
                  <a:pt x="424015" y="109133"/>
                  <a:pt x="425096" y="110591"/>
                </a:cubicBezTo>
                <a:cubicBezTo>
                  <a:pt x="426176" y="112047"/>
                  <a:pt x="427741" y="112775"/>
                  <a:pt x="429791" y="112775"/>
                </a:cubicBezTo>
                <a:cubicBezTo>
                  <a:pt x="431176" y="112775"/>
                  <a:pt x="432367" y="112346"/>
                  <a:pt x="433365" y="111487"/>
                </a:cubicBezTo>
                <a:cubicBezTo>
                  <a:pt x="434362" y="110628"/>
                  <a:pt x="434916" y="110199"/>
                  <a:pt x="435027" y="110199"/>
                </a:cubicBezTo>
                <a:cubicBezTo>
                  <a:pt x="435359" y="110199"/>
                  <a:pt x="435816" y="110531"/>
                  <a:pt x="436398" y="111196"/>
                </a:cubicBezTo>
                <a:cubicBezTo>
                  <a:pt x="436980" y="111861"/>
                  <a:pt x="437271" y="112470"/>
                  <a:pt x="437271" y="113024"/>
                </a:cubicBezTo>
                <a:cubicBezTo>
                  <a:pt x="437271" y="113357"/>
                  <a:pt x="436675" y="114119"/>
                  <a:pt x="435484" y="115310"/>
                </a:cubicBezTo>
                <a:cubicBezTo>
                  <a:pt x="434293" y="116501"/>
                  <a:pt x="432506" y="117692"/>
                  <a:pt x="430123" y="118883"/>
                </a:cubicBezTo>
                <a:cubicBezTo>
                  <a:pt x="427741" y="120074"/>
                  <a:pt x="425303" y="120670"/>
                  <a:pt x="422810" y="120670"/>
                </a:cubicBezTo>
                <a:cubicBezTo>
                  <a:pt x="415995" y="120725"/>
                  <a:pt x="411618" y="117437"/>
                  <a:pt x="409679" y="110804"/>
                </a:cubicBezTo>
                <a:close/>
                <a:moveTo>
                  <a:pt x="512440" y="51692"/>
                </a:moveTo>
                <a:cubicBezTo>
                  <a:pt x="508506" y="51912"/>
                  <a:pt x="506221" y="52849"/>
                  <a:pt x="505583" y="54505"/>
                </a:cubicBezTo>
                <a:cubicBezTo>
                  <a:pt x="504946" y="56158"/>
                  <a:pt x="505514" y="58998"/>
                  <a:pt x="507287" y="63023"/>
                </a:cubicBezTo>
                <a:lnTo>
                  <a:pt x="520917" y="97928"/>
                </a:lnTo>
                <a:cubicBezTo>
                  <a:pt x="521692" y="99856"/>
                  <a:pt x="522288" y="101041"/>
                  <a:pt x="522703" y="101483"/>
                </a:cubicBezTo>
                <a:cubicBezTo>
                  <a:pt x="523119" y="101924"/>
                  <a:pt x="523521" y="101898"/>
                  <a:pt x="523908" y="101402"/>
                </a:cubicBezTo>
                <a:cubicBezTo>
                  <a:pt x="524296" y="100906"/>
                  <a:pt x="524878" y="99636"/>
                  <a:pt x="525654" y="97595"/>
                </a:cubicBezTo>
                <a:lnTo>
                  <a:pt x="537621" y="67573"/>
                </a:lnTo>
                <a:lnTo>
                  <a:pt x="536540" y="64927"/>
                </a:lnTo>
                <a:cubicBezTo>
                  <a:pt x="536374" y="64541"/>
                  <a:pt x="536153" y="64017"/>
                  <a:pt x="535876" y="63355"/>
                </a:cubicBezTo>
                <a:cubicBezTo>
                  <a:pt x="535045" y="61203"/>
                  <a:pt x="534394" y="59631"/>
                  <a:pt x="533923" y="58639"/>
                </a:cubicBezTo>
                <a:cubicBezTo>
                  <a:pt x="533452" y="57647"/>
                  <a:pt x="532745" y="56545"/>
                  <a:pt x="531803" y="55333"/>
                </a:cubicBezTo>
                <a:cubicBezTo>
                  <a:pt x="530862" y="54119"/>
                  <a:pt x="529726" y="53251"/>
                  <a:pt x="528396" y="52728"/>
                </a:cubicBezTo>
                <a:cubicBezTo>
                  <a:pt x="527066" y="52204"/>
                  <a:pt x="525432" y="51858"/>
                  <a:pt x="523493" y="51692"/>
                </a:cubicBezTo>
                <a:cubicBezTo>
                  <a:pt x="523050" y="51209"/>
                  <a:pt x="522828" y="50229"/>
                  <a:pt x="522828" y="48752"/>
                </a:cubicBezTo>
                <a:cubicBezTo>
                  <a:pt x="522828" y="47275"/>
                  <a:pt x="523050" y="46205"/>
                  <a:pt x="523493" y="45542"/>
                </a:cubicBezTo>
                <a:cubicBezTo>
                  <a:pt x="531914" y="45783"/>
                  <a:pt x="536901" y="45903"/>
                  <a:pt x="538452" y="45903"/>
                </a:cubicBezTo>
                <a:cubicBezTo>
                  <a:pt x="541388" y="45903"/>
                  <a:pt x="547067" y="45783"/>
                  <a:pt x="555489" y="45542"/>
                </a:cubicBezTo>
                <a:cubicBezTo>
                  <a:pt x="555932" y="46145"/>
                  <a:pt x="556154" y="47200"/>
                  <a:pt x="556154" y="48708"/>
                </a:cubicBezTo>
                <a:cubicBezTo>
                  <a:pt x="556154" y="50214"/>
                  <a:pt x="555932" y="51209"/>
                  <a:pt x="555489" y="51692"/>
                </a:cubicBezTo>
                <a:cubicBezTo>
                  <a:pt x="551056" y="52023"/>
                  <a:pt x="548494" y="52836"/>
                  <a:pt x="547801" y="54133"/>
                </a:cubicBezTo>
                <a:cubicBezTo>
                  <a:pt x="547109" y="55428"/>
                  <a:pt x="547594" y="58061"/>
                  <a:pt x="549256" y="62031"/>
                </a:cubicBezTo>
                <a:lnTo>
                  <a:pt x="563965" y="99086"/>
                </a:lnTo>
                <a:cubicBezTo>
                  <a:pt x="564741" y="101072"/>
                  <a:pt x="565295" y="102119"/>
                  <a:pt x="565628" y="102228"/>
                </a:cubicBezTo>
                <a:cubicBezTo>
                  <a:pt x="565905" y="102339"/>
                  <a:pt x="566237" y="101953"/>
                  <a:pt x="566625" y="101070"/>
                </a:cubicBezTo>
                <a:cubicBezTo>
                  <a:pt x="566680" y="101016"/>
                  <a:pt x="567040" y="100134"/>
                  <a:pt x="567705" y="98424"/>
                </a:cubicBezTo>
                <a:lnTo>
                  <a:pt x="582000" y="63189"/>
                </a:lnTo>
                <a:cubicBezTo>
                  <a:pt x="582609" y="61700"/>
                  <a:pt x="583024" y="60543"/>
                  <a:pt x="583246" y="59717"/>
                </a:cubicBezTo>
                <a:cubicBezTo>
                  <a:pt x="583468" y="58889"/>
                  <a:pt x="583579" y="57924"/>
                  <a:pt x="583579" y="56821"/>
                </a:cubicBezTo>
                <a:cubicBezTo>
                  <a:pt x="583579" y="55718"/>
                  <a:pt x="583260" y="54864"/>
                  <a:pt x="582623" y="54258"/>
                </a:cubicBezTo>
                <a:cubicBezTo>
                  <a:pt x="581986" y="53650"/>
                  <a:pt x="580905" y="53099"/>
                  <a:pt x="579382" y="52604"/>
                </a:cubicBezTo>
                <a:cubicBezTo>
                  <a:pt x="577858" y="52107"/>
                  <a:pt x="575850" y="51803"/>
                  <a:pt x="573356" y="51692"/>
                </a:cubicBezTo>
                <a:cubicBezTo>
                  <a:pt x="572802" y="51209"/>
                  <a:pt x="572525" y="50229"/>
                  <a:pt x="572525" y="48752"/>
                </a:cubicBezTo>
                <a:cubicBezTo>
                  <a:pt x="572525" y="47275"/>
                  <a:pt x="572802" y="46205"/>
                  <a:pt x="573356" y="45542"/>
                </a:cubicBezTo>
                <a:cubicBezTo>
                  <a:pt x="581778" y="45783"/>
                  <a:pt x="587678" y="45903"/>
                  <a:pt x="591058" y="45903"/>
                </a:cubicBezTo>
                <a:cubicBezTo>
                  <a:pt x="593330" y="45903"/>
                  <a:pt x="597291" y="45783"/>
                  <a:pt x="602942" y="45542"/>
                </a:cubicBezTo>
                <a:cubicBezTo>
                  <a:pt x="603496" y="46145"/>
                  <a:pt x="603787" y="47200"/>
                  <a:pt x="603815" y="48708"/>
                </a:cubicBezTo>
                <a:cubicBezTo>
                  <a:pt x="603843" y="50214"/>
                  <a:pt x="603552" y="51209"/>
                  <a:pt x="602942" y="51692"/>
                </a:cubicBezTo>
                <a:cubicBezTo>
                  <a:pt x="598953" y="51912"/>
                  <a:pt x="595961" y="53001"/>
                  <a:pt x="593967" y="54959"/>
                </a:cubicBezTo>
                <a:cubicBezTo>
                  <a:pt x="591972" y="56917"/>
                  <a:pt x="590172" y="59881"/>
                  <a:pt x="588565" y="63851"/>
                </a:cubicBezTo>
                <a:lnTo>
                  <a:pt x="566376" y="117613"/>
                </a:lnTo>
                <a:cubicBezTo>
                  <a:pt x="565489" y="119984"/>
                  <a:pt x="564187" y="121169"/>
                  <a:pt x="562470" y="121169"/>
                </a:cubicBezTo>
                <a:cubicBezTo>
                  <a:pt x="560752" y="121169"/>
                  <a:pt x="559395" y="120038"/>
                  <a:pt x="558397" y="117777"/>
                </a:cubicBezTo>
                <a:lnTo>
                  <a:pt x="540862" y="75762"/>
                </a:lnTo>
                <a:lnTo>
                  <a:pt x="523659" y="117447"/>
                </a:lnTo>
                <a:cubicBezTo>
                  <a:pt x="522551" y="119928"/>
                  <a:pt x="521194" y="121169"/>
                  <a:pt x="519587" y="121169"/>
                </a:cubicBezTo>
                <a:cubicBezTo>
                  <a:pt x="517869" y="121169"/>
                  <a:pt x="516512" y="120038"/>
                  <a:pt x="515515" y="117777"/>
                </a:cubicBezTo>
                <a:lnTo>
                  <a:pt x="493242" y="63023"/>
                </a:lnTo>
                <a:cubicBezTo>
                  <a:pt x="491414" y="58556"/>
                  <a:pt x="489696" y="55647"/>
                  <a:pt x="488090" y="54297"/>
                </a:cubicBezTo>
                <a:cubicBezTo>
                  <a:pt x="486483" y="52946"/>
                  <a:pt x="483713" y="52078"/>
                  <a:pt x="479779" y="51692"/>
                </a:cubicBezTo>
                <a:cubicBezTo>
                  <a:pt x="479225" y="51209"/>
                  <a:pt x="478934" y="50229"/>
                  <a:pt x="478906" y="48752"/>
                </a:cubicBezTo>
                <a:cubicBezTo>
                  <a:pt x="478879" y="47275"/>
                  <a:pt x="479170" y="46205"/>
                  <a:pt x="479779" y="45542"/>
                </a:cubicBezTo>
                <a:cubicBezTo>
                  <a:pt x="485652" y="45783"/>
                  <a:pt x="490638" y="45903"/>
                  <a:pt x="494738" y="45903"/>
                </a:cubicBezTo>
                <a:cubicBezTo>
                  <a:pt x="498118" y="45903"/>
                  <a:pt x="504018" y="45783"/>
                  <a:pt x="512440" y="45542"/>
                </a:cubicBezTo>
                <a:cubicBezTo>
                  <a:pt x="512994" y="46145"/>
                  <a:pt x="513271" y="47200"/>
                  <a:pt x="513271" y="48708"/>
                </a:cubicBezTo>
                <a:cubicBezTo>
                  <a:pt x="513271" y="50214"/>
                  <a:pt x="512994" y="51209"/>
                  <a:pt x="512440" y="51692"/>
                </a:cubicBezTo>
                <a:close/>
                <a:moveTo>
                  <a:pt x="620367" y="16993"/>
                </a:moveTo>
                <a:cubicBezTo>
                  <a:pt x="620367" y="14934"/>
                  <a:pt x="621337" y="13055"/>
                  <a:pt x="623276" y="11357"/>
                </a:cubicBezTo>
                <a:cubicBezTo>
                  <a:pt x="625215" y="9658"/>
                  <a:pt x="627210" y="8809"/>
                  <a:pt x="629260" y="8809"/>
                </a:cubicBezTo>
                <a:cubicBezTo>
                  <a:pt x="631420" y="8809"/>
                  <a:pt x="633318" y="9756"/>
                  <a:pt x="634952" y="11650"/>
                </a:cubicBezTo>
                <a:cubicBezTo>
                  <a:pt x="636587" y="13543"/>
                  <a:pt x="637404" y="15547"/>
                  <a:pt x="637404" y="17663"/>
                </a:cubicBezTo>
                <a:cubicBezTo>
                  <a:pt x="637404" y="19610"/>
                  <a:pt x="636504" y="21475"/>
                  <a:pt x="634703" y="23257"/>
                </a:cubicBezTo>
                <a:cubicBezTo>
                  <a:pt x="632902" y="25038"/>
                  <a:pt x="630866" y="25929"/>
                  <a:pt x="628595" y="25929"/>
                </a:cubicBezTo>
                <a:cubicBezTo>
                  <a:pt x="626545" y="25929"/>
                  <a:pt x="624661" y="24983"/>
                  <a:pt x="622944" y="23091"/>
                </a:cubicBezTo>
                <a:cubicBezTo>
                  <a:pt x="621226" y="21196"/>
                  <a:pt x="620367" y="19164"/>
                  <a:pt x="620367" y="16993"/>
                </a:cubicBezTo>
                <a:moveTo>
                  <a:pt x="635908" y="97756"/>
                </a:moveTo>
                <a:cubicBezTo>
                  <a:pt x="635908" y="104524"/>
                  <a:pt x="636587" y="108692"/>
                  <a:pt x="637944" y="110261"/>
                </a:cubicBezTo>
                <a:cubicBezTo>
                  <a:pt x="639302" y="111830"/>
                  <a:pt x="642695" y="112806"/>
                  <a:pt x="648125" y="113190"/>
                </a:cubicBezTo>
                <a:cubicBezTo>
                  <a:pt x="648679" y="113802"/>
                  <a:pt x="648956" y="114857"/>
                  <a:pt x="648956" y="116356"/>
                </a:cubicBezTo>
                <a:cubicBezTo>
                  <a:pt x="648956" y="117856"/>
                  <a:pt x="648679" y="118850"/>
                  <a:pt x="648125" y="119340"/>
                </a:cubicBezTo>
                <a:cubicBezTo>
                  <a:pt x="638374" y="119096"/>
                  <a:pt x="632085" y="118974"/>
                  <a:pt x="629260" y="118974"/>
                </a:cubicBezTo>
                <a:cubicBezTo>
                  <a:pt x="626102" y="118974"/>
                  <a:pt x="619730" y="119096"/>
                  <a:pt x="610145" y="119340"/>
                </a:cubicBezTo>
                <a:cubicBezTo>
                  <a:pt x="609702" y="118850"/>
                  <a:pt x="609480" y="117856"/>
                  <a:pt x="609480" y="116356"/>
                </a:cubicBezTo>
                <a:cubicBezTo>
                  <a:pt x="609480" y="114857"/>
                  <a:pt x="609702" y="113802"/>
                  <a:pt x="610145" y="113190"/>
                </a:cubicBezTo>
                <a:cubicBezTo>
                  <a:pt x="615575" y="112751"/>
                  <a:pt x="618982" y="111760"/>
                  <a:pt x="620367" y="110219"/>
                </a:cubicBezTo>
                <a:cubicBezTo>
                  <a:pt x="621752" y="108679"/>
                  <a:pt x="622445" y="104524"/>
                  <a:pt x="622445" y="97756"/>
                </a:cubicBezTo>
                <a:lnTo>
                  <a:pt x="622445" y="64825"/>
                </a:lnTo>
                <a:cubicBezTo>
                  <a:pt x="622445" y="60093"/>
                  <a:pt x="621794" y="57109"/>
                  <a:pt x="620492" y="55871"/>
                </a:cubicBezTo>
                <a:cubicBezTo>
                  <a:pt x="619190" y="54633"/>
                  <a:pt x="616157" y="53794"/>
                  <a:pt x="611392" y="53354"/>
                </a:cubicBezTo>
                <a:cubicBezTo>
                  <a:pt x="610727" y="51415"/>
                  <a:pt x="610616" y="49808"/>
                  <a:pt x="611059" y="48534"/>
                </a:cubicBezTo>
                <a:cubicBezTo>
                  <a:pt x="621586" y="47173"/>
                  <a:pt x="629343" y="45566"/>
                  <a:pt x="634329" y="43714"/>
                </a:cubicBezTo>
                <a:cubicBezTo>
                  <a:pt x="635825" y="43714"/>
                  <a:pt x="636573" y="44095"/>
                  <a:pt x="636573" y="44857"/>
                </a:cubicBezTo>
                <a:cubicBezTo>
                  <a:pt x="636573" y="45128"/>
                  <a:pt x="636545" y="45523"/>
                  <a:pt x="636490" y="46041"/>
                </a:cubicBezTo>
                <a:cubicBezTo>
                  <a:pt x="636434" y="46558"/>
                  <a:pt x="636379" y="47602"/>
                  <a:pt x="636324" y="49173"/>
                </a:cubicBezTo>
                <a:cubicBezTo>
                  <a:pt x="636268" y="50741"/>
                  <a:pt x="636199" y="52257"/>
                  <a:pt x="636116" y="53720"/>
                </a:cubicBezTo>
                <a:cubicBezTo>
                  <a:pt x="636033" y="55182"/>
                  <a:pt x="635977" y="56876"/>
                  <a:pt x="635950" y="58803"/>
                </a:cubicBezTo>
                <a:cubicBezTo>
                  <a:pt x="635922" y="60728"/>
                  <a:pt x="635908" y="62488"/>
                  <a:pt x="635908" y="64083"/>
                </a:cubicBezTo>
                <a:lnTo>
                  <a:pt x="635908" y="97756"/>
                </a:lnTo>
                <a:close/>
                <a:moveTo>
                  <a:pt x="682463" y="57966"/>
                </a:moveTo>
                <a:cubicBezTo>
                  <a:pt x="690774" y="48797"/>
                  <a:pt x="700082" y="44212"/>
                  <a:pt x="710387" y="44212"/>
                </a:cubicBezTo>
                <a:cubicBezTo>
                  <a:pt x="716869" y="44212"/>
                  <a:pt x="721578" y="46140"/>
                  <a:pt x="724515" y="49996"/>
                </a:cubicBezTo>
                <a:cubicBezTo>
                  <a:pt x="727562" y="54074"/>
                  <a:pt x="729086" y="61621"/>
                  <a:pt x="729086" y="72637"/>
                </a:cubicBezTo>
                <a:lnTo>
                  <a:pt x="729086" y="97777"/>
                </a:lnTo>
                <a:cubicBezTo>
                  <a:pt x="729086" y="104425"/>
                  <a:pt x="729737" y="108533"/>
                  <a:pt x="731039" y="110100"/>
                </a:cubicBezTo>
                <a:cubicBezTo>
                  <a:pt x="732341" y="111665"/>
                  <a:pt x="735485" y="112695"/>
                  <a:pt x="740471" y="113190"/>
                </a:cubicBezTo>
                <a:cubicBezTo>
                  <a:pt x="740914" y="113680"/>
                  <a:pt x="741136" y="114675"/>
                  <a:pt x="741136" y="116175"/>
                </a:cubicBezTo>
                <a:cubicBezTo>
                  <a:pt x="741136" y="117674"/>
                  <a:pt x="740914" y="118729"/>
                  <a:pt x="740471" y="119340"/>
                </a:cubicBezTo>
                <a:cubicBezTo>
                  <a:pt x="730720" y="119096"/>
                  <a:pt x="724709" y="118974"/>
                  <a:pt x="722437" y="118974"/>
                </a:cubicBezTo>
                <a:cubicBezTo>
                  <a:pt x="720387" y="118974"/>
                  <a:pt x="714597" y="119096"/>
                  <a:pt x="705068" y="119340"/>
                </a:cubicBezTo>
                <a:cubicBezTo>
                  <a:pt x="704625" y="118850"/>
                  <a:pt x="704403" y="117856"/>
                  <a:pt x="704403" y="116356"/>
                </a:cubicBezTo>
                <a:cubicBezTo>
                  <a:pt x="704403" y="114857"/>
                  <a:pt x="704625" y="113802"/>
                  <a:pt x="705068" y="113190"/>
                </a:cubicBezTo>
                <a:cubicBezTo>
                  <a:pt x="709722" y="112751"/>
                  <a:pt x="712644" y="111734"/>
                  <a:pt x="713836" y="110142"/>
                </a:cubicBezTo>
                <a:cubicBezTo>
                  <a:pt x="715027" y="108547"/>
                  <a:pt x="715622" y="104425"/>
                  <a:pt x="715622" y="97777"/>
                </a:cubicBezTo>
                <a:lnTo>
                  <a:pt x="715622" y="72144"/>
                </a:lnTo>
                <a:cubicBezTo>
                  <a:pt x="715622" y="66155"/>
                  <a:pt x="714958" y="61814"/>
                  <a:pt x="713628" y="59122"/>
                </a:cubicBezTo>
                <a:cubicBezTo>
                  <a:pt x="711467" y="55055"/>
                  <a:pt x="708448" y="53022"/>
                  <a:pt x="704569" y="53022"/>
                </a:cubicBezTo>
                <a:cubicBezTo>
                  <a:pt x="697644" y="53022"/>
                  <a:pt x="690718" y="56346"/>
                  <a:pt x="683793" y="62994"/>
                </a:cubicBezTo>
                <a:cubicBezTo>
                  <a:pt x="681854" y="65138"/>
                  <a:pt x="680884" y="67501"/>
                  <a:pt x="680884" y="70084"/>
                </a:cubicBezTo>
                <a:lnTo>
                  <a:pt x="680884" y="97777"/>
                </a:lnTo>
                <a:cubicBezTo>
                  <a:pt x="680884" y="104425"/>
                  <a:pt x="681452" y="108533"/>
                  <a:pt x="682588" y="110100"/>
                </a:cubicBezTo>
                <a:cubicBezTo>
                  <a:pt x="683724" y="111665"/>
                  <a:pt x="686563" y="112695"/>
                  <a:pt x="691106" y="113190"/>
                </a:cubicBezTo>
                <a:cubicBezTo>
                  <a:pt x="691660" y="113802"/>
                  <a:pt x="691951" y="114857"/>
                  <a:pt x="691979" y="116356"/>
                </a:cubicBezTo>
                <a:cubicBezTo>
                  <a:pt x="692006" y="117856"/>
                  <a:pt x="691716" y="118850"/>
                  <a:pt x="691106" y="119340"/>
                </a:cubicBezTo>
                <a:cubicBezTo>
                  <a:pt x="681577" y="119096"/>
                  <a:pt x="675981" y="118974"/>
                  <a:pt x="674319" y="118974"/>
                </a:cubicBezTo>
                <a:cubicBezTo>
                  <a:pt x="671161" y="118974"/>
                  <a:pt x="664900" y="119096"/>
                  <a:pt x="655537" y="119340"/>
                </a:cubicBezTo>
                <a:cubicBezTo>
                  <a:pt x="655093" y="118850"/>
                  <a:pt x="654872" y="117856"/>
                  <a:pt x="654872" y="116356"/>
                </a:cubicBezTo>
                <a:cubicBezTo>
                  <a:pt x="654872" y="114857"/>
                  <a:pt x="655093" y="113802"/>
                  <a:pt x="655537" y="113190"/>
                </a:cubicBezTo>
                <a:cubicBezTo>
                  <a:pt x="660856" y="112751"/>
                  <a:pt x="664180" y="111762"/>
                  <a:pt x="665509" y="110225"/>
                </a:cubicBezTo>
                <a:cubicBezTo>
                  <a:pt x="666839" y="108685"/>
                  <a:pt x="667504" y="104536"/>
                  <a:pt x="667504" y="97777"/>
                </a:cubicBezTo>
                <a:lnTo>
                  <a:pt x="667504" y="64893"/>
                </a:lnTo>
                <a:cubicBezTo>
                  <a:pt x="667504" y="60168"/>
                  <a:pt x="666853" y="57187"/>
                  <a:pt x="665551" y="55951"/>
                </a:cubicBezTo>
                <a:cubicBezTo>
                  <a:pt x="664249" y="54715"/>
                  <a:pt x="661188" y="53877"/>
                  <a:pt x="656368" y="53437"/>
                </a:cubicBezTo>
                <a:cubicBezTo>
                  <a:pt x="655703" y="51465"/>
                  <a:pt x="655592" y="49831"/>
                  <a:pt x="656035" y="48534"/>
                </a:cubicBezTo>
                <a:cubicBezTo>
                  <a:pt x="664900" y="47445"/>
                  <a:pt x="672047" y="45838"/>
                  <a:pt x="677477" y="43714"/>
                </a:cubicBezTo>
                <a:cubicBezTo>
                  <a:pt x="678363" y="43714"/>
                  <a:pt x="679056" y="44156"/>
                  <a:pt x="679554" y="45041"/>
                </a:cubicBezTo>
                <a:cubicBezTo>
                  <a:pt x="680441" y="47084"/>
                  <a:pt x="680884" y="51392"/>
                  <a:pt x="680884" y="57966"/>
                </a:cubicBezTo>
                <a:cubicBezTo>
                  <a:pt x="680939" y="59341"/>
                  <a:pt x="681466" y="59341"/>
                  <a:pt x="682463" y="57966"/>
                </a:cubicBezTo>
                <a:close/>
                <a:moveTo>
                  <a:pt x="802069" y="97920"/>
                </a:moveTo>
                <a:lnTo>
                  <a:pt x="802069" y="65633"/>
                </a:lnTo>
                <a:cubicBezTo>
                  <a:pt x="802069" y="63033"/>
                  <a:pt x="801889" y="61193"/>
                  <a:pt x="801529" y="60114"/>
                </a:cubicBezTo>
                <a:cubicBezTo>
                  <a:pt x="801169" y="59036"/>
                  <a:pt x="800380" y="57805"/>
                  <a:pt x="799161" y="56421"/>
                </a:cubicBezTo>
                <a:cubicBezTo>
                  <a:pt x="795670" y="52327"/>
                  <a:pt x="791072" y="50307"/>
                  <a:pt x="785365" y="50362"/>
                </a:cubicBezTo>
                <a:cubicBezTo>
                  <a:pt x="778550" y="50362"/>
                  <a:pt x="773259" y="53180"/>
                  <a:pt x="769492" y="58816"/>
                </a:cubicBezTo>
                <a:cubicBezTo>
                  <a:pt x="766223" y="63456"/>
                  <a:pt x="764588" y="70969"/>
                  <a:pt x="764588" y="81356"/>
                </a:cubicBezTo>
                <a:cubicBezTo>
                  <a:pt x="764588" y="91330"/>
                  <a:pt x="766458" y="99047"/>
                  <a:pt x="770198" y="104506"/>
                </a:cubicBezTo>
                <a:cubicBezTo>
                  <a:pt x="773938" y="109963"/>
                  <a:pt x="778301" y="112692"/>
                  <a:pt x="783287" y="112692"/>
                </a:cubicBezTo>
                <a:cubicBezTo>
                  <a:pt x="787720" y="112692"/>
                  <a:pt x="793066" y="109981"/>
                  <a:pt x="799327" y="104558"/>
                </a:cubicBezTo>
                <a:cubicBezTo>
                  <a:pt x="801155" y="102953"/>
                  <a:pt x="802069" y="100740"/>
                  <a:pt x="802069" y="97920"/>
                </a:cubicBezTo>
                <a:moveTo>
                  <a:pt x="800158" y="110393"/>
                </a:moveTo>
                <a:cubicBezTo>
                  <a:pt x="791847" y="117245"/>
                  <a:pt x="784756" y="120670"/>
                  <a:pt x="778883" y="120670"/>
                </a:cubicBezTo>
                <a:cubicBezTo>
                  <a:pt x="769907" y="120670"/>
                  <a:pt x="762843" y="117331"/>
                  <a:pt x="757691" y="110653"/>
                </a:cubicBezTo>
                <a:cubicBezTo>
                  <a:pt x="752538" y="103974"/>
                  <a:pt x="749962" y="95230"/>
                  <a:pt x="749962" y="84423"/>
                </a:cubicBezTo>
                <a:cubicBezTo>
                  <a:pt x="749962" y="72269"/>
                  <a:pt x="753868" y="62278"/>
                  <a:pt x="761680" y="54453"/>
                </a:cubicBezTo>
                <a:cubicBezTo>
                  <a:pt x="768827" y="47626"/>
                  <a:pt x="777331" y="44212"/>
                  <a:pt x="787193" y="44212"/>
                </a:cubicBezTo>
                <a:cubicBezTo>
                  <a:pt x="788911" y="44212"/>
                  <a:pt x="790795" y="44469"/>
                  <a:pt x="792845" y="44981"/>
                </a:cubicBezTo>
                <a:cubicBezTo>
                  <a:pt x="794895" y="45494"/>
                  <a:pt x="796654" y="45992"/>
                  <a:pt x="798122" y="46477"/>
                </a:cubicBezTo>
                <a:cubicBezTo>
                  <a:pt x="799590" y="46960"/>
                  <a:pt x="800380" y="47202"/>
                  <a:pt x="800490" y="47202"/>
                </a:cubicBezTo>
                <a:cubicBezTo>
                  <a:pt x="801488" y="47202"/>
                  <a:pt x="802014" y="46674"/>
                  <a:pt x="802069" y="45620"/>
                </a:cubicBezTo>
                <a:lnTo>
                  <a:pt x="802069" y="23797"/>
                </a:lnTo>
                <a:cubicBezTo>
                  <a:pt x="802069" y="20133"/>
                  <a:pt x="801972" y="17399"/>
                  <a:pt x="801778" y="15595"/>
                </a:cubicBezTo>
                <a:cubicBezTo>
                  <a:pt x="801585" y="13790"/>
                  <a:pt x="800864" y="12456"/>
                  <a:pt x="799618" y="11596"/>
                </a:cubicBezTo>
                <a:cubicBezTo>
                  <a:pt x="798371" y="10735"/>
                  <a:pt x="797415" y="10277"/>
                  <a:pt x="796751" y="10222"/>
                </a:cubicBezTo>
                <a:cubicBezTo>
                  <a:pt x="796086" y="10167"/>
                  <a:pt x="794202" y="10028"/>
                  <a:pt x="791099" y="9807"/>
                </a:cubicBezTo>
                <a:cubicBezTo>
                  <a:pt x="789825" y="8511"/>
                  <a:pt x="789493" y="6794"/>
                  <a:pt x="790102" y="4654"/>
                </a:cubicBezTo>
                <a:cubicBezTo>
                  <a:pt x="800186" y="3878"/>
                  <a:pt x="808136" y="2327"/>
                  <a:pt x="813954" y="0"/>
                </a:cubicBezTo>
                <a:cubicBezTo>
                  <a:pt x="815449" y="0"/>
                  <a:pt x="816197" y="586"/>
                  <a:pt x="816197" y="1758"/>
                </a:cubicBezTo>
                <a:cubicBezTo>
                  <a:pt x="815754" y="6336"/>
                  <a:pt x="815505" y="12310"/>
                  <a:pt x="815449" y="19681"/>
                </a:cubicBezTo>
                <a:lnTo>
                  <a:pt x="815449" y="96819"/>
                </a:lnTo>
                <a:cubicBezTo>
                  <a:pt x="815449" y="101253"/>
                  <a:pt x="816225" y="104315"/>
                  <a:pt x="817776" y="106004"/>
                </a:cubicBezTo>
                <a:cubicBezTo>
                  <a:pt x="819328" y="107694"/>
                  <a:pt x="822707" y="108760"/>
                  <a:pt x="827915" y="109201"/>
                </a:cubicBezTo>
                <a:cubicBezTo>
                  <a:pt x="828469" y="109769"/>
                  <a:pt x="828746" y="110571"/>
                  <a:pt x="828746" y="111606"/>
                </a:cubicBezTo>
                <a:cubicBezTo>
                  <a:pt x="828746" y="112640"/>
                  <a:pt x="828469" y="113390"/>
                  <a:pt x="827915" y="113855"/>
                </a:cubicBezTo>
                <a:cubicBezTo>
                  <a:pt x="818386" y="114977"/>
                  <a:pt x="811516" y="117249"/>
                  <a:pt x="807305" y="120670"/>
                </a:cubicBezTo>
                <a:cubicBezTo>
                  <a:pt x="806031" y="121002"/>
                  <a:pt x="804950" y="121002"/>
                  <a:pt x="804064" y="120670"/>
                </a:cubicBezTo>
                <a:cubicBezTo>
                  <a:pt x="802790" y="116662"/>
                  <a:pt x="802180" y="113321"/>
                  <a:pt x="802236" y="110648"/>
                </a:cubicBezTo>
                <a:cubicBezTo>
                  <a:pt x="802236" y="110364"/>
                  <a:pt x="802166" y="110151"/>
                  <a:pt x="802028" y="110009"/>
                </a:cubicBezTo>
                <a:cubicBezTo>
                  <a:pt x="801889" y="109867"/>
                  <a:pt x="801709" y="109796"/>
                  <a:pt x="801488" y="109796"/>
                </a:cubicBezTo>
                <a:cubicBezTo>
                  <a:pt x="801266" y="109796"/>
                  <a:pt x="801044" y="109853"/>
                  <a:pt x="800823" y="109968"/>
                </a:cubicBezTo>
                <a:cubicBezTo>
                  <a:pt x="800601" y="110080"/>
                  <a:pt x="800380" y="110222"/>
                  <a:pt x="800158" y="110393"/>
                </a:cubicBezTo>
                <a:close/>
                <a:moveTo>
                  <a:pt x="880828" y="95208"/>
                </a:moveTo>
                <a:cubicBezTo>
                  <a:pt x="881382" y="94661"/>
                  <a:pt x="882268" y="94388"/>
                  <a:pt x="883487" y="94388"/>
                </a:cubicBezTo>
                <a:cubicBezTo>
                  <a:pt x="884706" y="94388"/>
                  <a:pt x="885593" y="94607"/>
                  <a:pt x="886147" y="95045"/>
                </a:cubicBezTo>
                <a:cubicBezTo>
                  <a:pt x="888086" y="102955"/>
                  <a:pt x="890302" y="108111"/>
                  <a:pt x="892795" y="110510"/>
                </a:cubicBezTo>
                <a:cubicBezTo>
                  <a:pt x="895288" y="113184"/>
                  <a:pt x="899305" y="114520"/>
                  <a:pt x="904846" y="114520"/>
                </a:cubicBezTo>
                <a:cubicBezTo>
                  <a:pt x="908502" y="114520"/>
                  <a:pt x="911826" y="113511"/>
                  <a:pt x="914818" y="111492"/>
                </a:cubicBezTo>
                <a:cubicBezTo>
                  <a:pt x="917810" y="109473"/>
                  <a:pt x="919306" y="106582"/>
                  <a:pt x="919306" y="102818"/>
                </a:cubicBezTo>
                <a:cubicBezTo>
                  <a:pt x="919306" y="99107"/>
                  <a:pt x="918143" y="96134"/>
                  <a:pt x="915816" y="93897"/>
                </a:cubicBezTo>
                <a:cubicBezTo>
                  <a:pt x="913489" y="91660"/>
                  <a:pt x="908862" y="89150"/>
                  <a:pt x="901937" y="86368"/>
                </a:cubicBezTo>
                <a:cubicBezTo>
                  <a:pt x="895122" y="83586"/>
                  <a:pt x="890302" y="80572"/>
                  <a:pt x="887476" y="77328"/>
                </a:cubicBezTo>
                <a:cubicBezTo>
                  <a:pt x="884651" y="74081"/>
                  <a:pt x="883238" y="69484"/>
                  <a:pt x="883238" y="63537"/>
                </a:cubicBezTo>
                <a:cubicBezTo>
                  <a:pt x="883238" y="58137"/>
                  <a:pt x="885620" y="53566"/>
                  <a:pt x="890385" y="49825"/>
                </a:cubicBezTo>
                <a:cubicBezTo>
                  <a:pt x="895150" y="46083"/>
                  <a:pt x="900773" y="44212"/>
                  <a:pt x="907256" y="44212"/>
                </a:cubicBezTo>
                <a:cubicBezTo>
                  <a:pt x="909860" y="44212"/>
                  <a:pt x="912519" y="44406"/>
                  <a:pt x="915234" y="44794"/>
                </a:cubicBezTo>
                <a:cubicBezTo>
                  <a:pt x="917949" y="45182"/>
                  <a:pt x="920816" y="45694"/>
                  <a:pt x="923835" y="46332"/>
                </a:cubicBezTo>
                <a:cubicBezTo>
                  <a:pt x="926855" y="46969"/>
                  <a:pt x="928752" y="47343"/>
                  <a:pt x="929528" y="47454"/>
                </a:cubicBezTo>
                <a:cubicBezTo>
                  <a:pt x="929528" y="48949"/>
                  <a:pt x="929362" y="51761"/>
                  <a:pt x="929029" y="55889"/>
                </a:cubicBezTo>
                <a:cubicBezTo>
                  <a:pt x="928697" y="60016"/>
                  <a:pt x="928531" y="63216"/>
                  <a:pt x="928531" y="65488"/>
                </a:cubicBezTo>
                <a:cubicBezTo>
                  <a:pt x="927977" y="66042"/>
                  <a:pt x="927063" y="66319"/>
                  <a:pt x="925788" y="66319"/>
                </a:cubicBezTo>
                <a:cubicBezTo>
                  <a:pt x="924514" y="66319"/>
                  <a:pt x="923600" y="66104"/>
                  <a:pt x="923046" y="65675"/>
                </a:cubicBezTo>
                <a:cubicBezTo>
                  <a:pt x="922492" y="62397"/>
                  <a:pt x="921564" y="59657"/>
                  <a:pt x="920262" y="57455"/>
                </a:cubicBezTo>
                <a:cubicBezTo>
                  <a:pt x="918960" y="55251"/>
                  <a:pt x="917422" y="53679"/>
                  <a:pt x="915649" y="52739"/>
                </a:cubicBezTo>
                <a:cubicBezTo>
                  <a:pt x="913876" y="51798"/>
                  <a:pt x="912339" y="51167"/>
                  <a:pt x="911037" y="50845"/>
                </a:cubicBezTo>
                <a:cubicBezTo>
                  <a:pt x="909735" y="50523"/>
                  <a:pt x="908475" y="50362"/>
                  <a:pt x="907256" y="50362"/>
                </a:cubicBezTo>
                <a:cubicBezTo>
                  <a:pt x="904208" y="50362"/>
                  <a:pt x="901452" y="51331"/>
                  <a:pt x="898987" y="53268"/>
                </a:cubicBezTo>
                <a:cubicBezTo>
                  <a:pt x="896521" y="55204"/>
                  <a:pt x="895288" y="57809"/>
                  <a:pt x="895288" y="61083"/>
                </a:cubicBezTo>
                <a:cubicBezTo>
                  <a:pt x="895288" y="62884"/>
                  <a:pt x="895593" y="64493"/>
                  <a:pt x="896203" y="65911"/>
                </a:cubicBezTo>
                <a:cubicBezTo>
                  <a:pt x="896812" y="67329"/>
                  <a:pt x="897491" y="68488"/>
                  <a:pt x="898239" y="69388"/>
                </a:cubicBezTo>
                <a:cubicBezTo>
                  <a:pt x="898987" y="70289"/>
                  <a:pt x="900247" y="71217"/>
                  <a:pt x="902020" y="72172"/>
                </a:cubicBezTo>
                <a:cubicBezTo>
                  <a:pt x="903793" y="73126"/>
                  <a:pt x="905289" y="73849"/>
                  <a:pt x="906508" y="74341"/>
                </a:cubicBezTo>
                <a:cubicBezTo>
                  <a:pt x="907727" y="74831"/>
                  <a:pt x="909666" y="75595"/>
                  <a:pt x="912325" y="76632"/>
                </a:cubicBezTo>
                <a:cubicBezTo>
                  <a:pt x="925622" y="81597"/>
                  <a:pt x="932271" y="89017"/>
                  <a:pt x="932271" y="98891"/>
                </a:cubicBezTo>
                <a:cubicBezTo>
                  <a:pt x="932271" y="102942"/>
                  <a:pt x="931329" y="106474"/>
                  <a:pt x="929445" y="109484"/>
                </a:cubicBezTo>
                <a:cubicBezTo>
                  <a:pt x="927561" y="112495"/>
                  <a:pt x="925151" y="114775"/>
                  <a:pt x="922215" y="116323"/>
                </a:cubicBezTo>
                <a:cubicBezTo>
                  <a:pt x="919278" y="117870"/>
                  <a:pt x="916383" y="118982"/>
                  <a:pt x="913530" y="119657"/>
                </a:cubicBezTo>
                <a:cubicBezTo>
                  <a:pt x="910677" y="120332"/>
                  <a:pt x="907893" y="120670"/>
                  <a:pt x="905178" y="120670"/>
                </a:cubicBezTo>
                <a:cubicBezTo>
                  <a:pt x="899638" y="120670"/>
                  <a:pt x="894485" y="120052"/>
                  <a:pt x="889720" y="118816"/>
                </a:cubicBezTo>
                <a:cubicBezTo>
                  <a:pt x="888945" y="118561"/>
                  <a:pt x="887809" y="118434"/>
                  <a:pt x="886313" y="118434"/>
                </a:cubicBezTo>
                <a:cubicBezTo>
                  <a:pt x="885205" y="118434"/>
                  <a:pt x="883792" y="118625"/>
                  <a:pt x="882074" y="119008"/>
                </a:cubicBezTo>
                <a:cubicBezTo>
                  <a:pt x="882019" y="113009"/>
                  <a:pt x="881604" y="105076"/>
                  <a:pt x="880828" y="95208"/>
                </a:cubicBezTo>
                <a:close/>
                <a:moveTo>
                  <a:pt x="968746" y="62522"/>
                </a:moveTo>
                <a:cubicBezTo>
                  <a:pt x="966917" y="64783"/>
                  <a:pt x="966031" y="67263"/>
                  <a:pt x="966086" y="69962"/>
                </a:cubicBezTo>
                <a:lnTo>
                  <a:pt x="966086" y="100797"/>
                </a:lnTo>
                <a:cubicBezTo>
                  <a:pt x="966086" y="102892"/>
                  <a:pt x="966197" y="104477"/>
                  <a:pt x="966419" y="105553"/>
                </a:cubicBezTo>
                <a:cubicBezTo>
                  <a:pt x="966640" y="106626"/>
                  <a:pt x="967001" y="107507"/>
                  <a:pt x="967499" y="108196"/>
                </a:cubicBezTo>
                <a:cubicBezTo>
                  <a:pt x="967998" y="108885"/>
                  <a:pt x="968884" y="109808"/>
                  <a:pt x="970159" y="110965"/>
                </a:cubicBezTo>
                <a:cubicBezTo>
                  <a:pt x="971544" y="112179"/>
                  <a:pt x="973414" y="113074"/>
                  <a:pt x="975768" y="113653"/>
                </a:cubicBezTo>
                <a:cubicBezTo>
                  <a:pt x="978123" y="114231"/>
                  <a:pt x="980270" y="114520"/>
                  <a:pt x="982209" y="114520"/>
                </a:cubicBezTo>
                <a:cubicBezTo>
                  <a:pt x="986752" y="114520"/>
                  <a:pt x="990672" y="113585"/>
                  <a:pt x="993968" y="111715"/>
                </a:cubicBezTo>
                <a:cubicBezTo>
                  <a:pt x="997265" y="109844"/>
                  <a:pt x="999758" y="107312"/>
                  <a:pt x="1001448" y="104122"/>
                </a:cubicBezTo>
                <a:cubicBezTo>
                  <a:pt x="1003138" y="100929"/>
                  <a:pt x="1004357" y="97641"/>
                  <a:pt x="1005105" y="94258"/>
                </a:cubicBezTo>
                <a:cubicBezTo>
                  <a:pt x="1005853" y="90873"/>
                  <a:pt x="1006227" y="87254"/>
                  <a:pt x="1006227" y="83402"/>
                </a:cubicBezTo>
                <a:cubicBezTo>
                  <a:pt x="1006227" y="74129"/>
                  <a:pt x="1004274" y="66581"/>
                  <a:pt x="1000368" y="60758"/>
                </a:cubicBezTo>
                <a:cubicBezTo>
                  <a:pt x="996462" y="54936"/>
                  <a:pt x="991655" y="52024"/>
                  <a:pt x="985949" y="52024"/>
                </a:cubicBezTo>
                <a:cubicBezTo>
                  <a:pt x="983566" y="52024"/>
                  <a:pt x="980671" y="53072"/>
                  <a:pt x="977264" y="55167"/>
                </a:cubicBezTo>
                <a:cubicBezTo>
                  <a:pt x="973857" y="57260"/>
                  <a:pt x="971017" y="59712"/>
                  <a:pt x="968746" y="62522"/>
                </a:cubicBezTo>
                <a:moveTo>
                  <a:pt x="966086" y="56328"/>
                </a:moveTo>
                <a:cubicBezTo>
                  <a:pt x="966086" y="56877"/>
                  <a:pt x="966253" y="57220"/>
                  <a:pt x="966585" y="57359"/>
                </a:cubicBezTo>
                <a:cubicBezTo>
                  <a:pt x="966917" y="57496"/>
                  <a:pt x="967194" y="57399"/>
                  <a:pt x="967416" y="57071"/>
                </a:cubicBezTo>
                <a:cubicBezTo>
                  <a:pt x="974674" y="48498"/>
                  <a:pt x="982458" y="44212"/>
                  <a:pt x="990769" y="44212"/>
                </a:cubicBezTo>
                <a:cubicBezTo>
                  <a:pt x="999301" y="44212"/>
                  <a:pt x="1006448" y="47667"/>
                  <a:pt x="1012210" y="54575"/>
                </a:cubicBezTo>
                <a:cubicBezTo>
                  <a:pt x="1017972" y="61483"/>
                  <a:pt x="1020853" y="69579"/>
                  <a:pt x="1020853" y="78862"/>
                </a:cubicBezTo>
                <a:cubicBezTo>
                  <a:pt x="1020853" y="92215"/>
                  <a:pt x="1016670" y="102980"/>
                  <a:pt x="1008304" y="111157"/>
                </a:cubicBezTo>
                <a:cubicBezTo>
                  <a:pt x="1001600" y="117554"/>
                  <a:pt x="993234" y="120725"/>
                  <a:pt x="983206" y="120670"/>
                </a:cubicBezTo>
                <a:cubicBezTo>
                  <a:pt x="977666" y="120670"/>
                  <a:pt x="972735" y="119749"/>
                  <a:pt x="968413" y="117907"/>
                </a:cubicBezTo>
                <a:cubicBezTo>
                  <a:pt x="967527" y="117432"/>
                  <a:pt x="966917" y="117251"/>
                  <a:pt x="966585" y="117361"/>
                </a:cubicBezTo>
                <a:cubicBezTo>
                  <a:pt x="966253" y="117470"/>
                  <a:pt x="966086" y="118048"/>
                  <a:pt x="966086" y="119094"/>
                </a:cubicBezTo>
                <a:lnTo>
                  <a:pt x="966086" y="137322"/>
                </a:lnTo>
                <a:cubicBezTo>
                  <a:pt x="966086" y="144087"/>
                  <a:pt x="966848" y="148266"/>
                  <a:pt x="968372" y="149861"/>
                </a:cubicBezTo>
                <a:cubicBezTo>
                  <a:pt x="969895" y="151456"/>
                  <a:pt x="973788" y="152418"/>
                  <a:pt x="980048" y="152749"/>
                </a:cubicBezTo>
                <a:cubicBezTo>
                  <a:pt x="980602" y="153360"/>
                  <a:pt x="980879" y="154415"/>
                  <a:pt x="980879" y="155915"/>
                </a:cubicBezTo>
                <a:cubicBezTo>
                  <a:pt x="980879" y="157414"/>
                  <a:pt x="980602" y="158409"/>
                  <a:pt x="980048" y="158899"/>
                </a:cubicBezTo>
                <a:cubicBezTo>
                  <a:pt x="970297" y="158655"/>
                  <a:pt x="963427" y="158533"/>
                  <a:pt x="959438" y="158533"/>
                </a:cubicBezTo>
                <a:cubicBezTo>
                  <a:pt x="956280" y="158533"/>
                  <a:pt x="949908" y="158655"/>
                  <a:pt x="940323" y="158899"/>
                </a:cubicBezTo>
                <a:cubicBezTo>
                  <a:pt x="939880" y="158409"/>
                  <a:pt x="939659" y="157414"/>
                  <a:pt x="939659" y="155915"/>
                </a:cubicBezTo>
                <a:cubicBezTo>
                  <a:pt x="939659" y="154415"/>
                  <a:pt x="939880" y="153360"/>
                  <a:pt x="940323" y="152749"/>
                </a:cubicBezTo>
                <a:cubicBezTo>
                  <a:pt x="945642" y="152529"/>
                  <a:pt x="949022" y="151592"/>
                  <a:pt x="950462" y="149936"/>
                </a:cubicBezTo>
                <a:cubicBezTo>
                  <a:pt x="951903" y="148283"/>
                  <a:pt x="952623" y="144066"/>
                  <a:pt x="952623" y="137286"/>
                </a:cubicBezTo>
                <a:lnTo>
                  <a:pt x="952623" y="65015"/>
                </a:lnTo>
                <a:cubicBezTo>
                  <a:pt x="952623" y="60274"/>
                  <a:pt x="951972" y="57284"/>
                  <a:pt x="950670" y="56045"/>
                </a:cubicBezTo>
                <a:cubicBezTo>
                  <a:pt x="949368" y="54803"/>
                  <a:pt x="946335" y="53962"/>
                  <a:pt x="941570" y="53520"/>
                </a:cubicBezTo>
                <a:cubicBezTo>
                  <a:pt x="940905" y="51581"/>
                  <a:pt x="940794" y="49974"/>
                  <a:pt x="941238" y="48700"/>
                </a:cubicBezTo>
                <a:cubicBezTo>
                  <a:pt x="950102" y="47573"/>
                  <a:pt x="957249" y="45911"/>
                  <a:pt x="962679" y="43714"/>
                </a:cubicBezTo>
                <a:cubicBezTo>
                  <a:pt x="963565" y="43714"/>
                  <a:pt x="964230" y="44160"/>
                  <a:pt x="964674" y="45051"/>
                </a:cubicBezTo>
                <a:cubicBezTo>
                  <a:pt x="965615" y="47112"/>
                  <a:pt x="966086" y="50870"/>
                  <a:pt x="966086" y="56328"/>
                </a:cubicBezTo>
                <a:close/>
                <a:moveTo>
                  <a:pt x="1047314" y="70640"/>
                </a:moveTo>
                <a:lnTo>
                  <a:pt x="1078147" y="70160"/>
                </a:lnTo>
                <a:cubicBezTo>
                  <a:pt x="1079864" y="70160"/>
                  <a:pt x="1080695" y="69412"/>
                  <a:pt x="1080640" y="67916"/>
                </a:cubicBezTo>
                <a:cubicBezTo>
                  <a:pt x="1080640" y="61669"/>
                  <a:pt x="1079255" y="57238"/>
                  <a:pt x="1076484" y="54621"/>
                </a:cubicBezTo>
                <a:cubicBezTo>
                  <a:pt x="1073714" y="52004"/>
                  <a:pt x="1070390" y="50695"/>
                  <a:pt x="1066512" y="50695"/>
                </a:cubicBezTo>
                <a:cubicBezTo>
                  <a:pt x="1065016" y="50695"/>
                  <a:pt x="1063548" y="50882"/>
                  <a:pt x="1062107" y="51256"/>
                </a:cubicBezTo>
                <a:cubicBezTo>
                  <a:pt x="1060667" y="51630"/>
                  <a:pt x="1058894" y="52417"/>
                  <a:pt x="1056788" y="53619"/>
                </a:cubicBezTo>
                <a:cubicBezTo>
                  <a:pt x="1054683" y="54821"/>
                  <a:pt x="1052772" y="56890"/>
                  <a:pt x="1051054" y="59829"/>
                </a:cubicBezTo>
                <a:cubicBezTo>
                  <a:pt x="1049336" y="62765"/>
                  <a:pt x="1048090" y="66369"/>
                  <a:pt x="1047314" y="70640"/>
                </a:cubicBezTo>
                <a:moveTo>
                  <a:pt x="1091942" y="103218"/>
                </a:moveTo>
                <a:cubicBezTo>
                  <a:pt x="1093881" y="103329"/>
                  <a:pt x="1095073" y="104215"/>
                  <a:pt x="1095516" y="105877"/>
                </a:cubicBezTo>
                <a:cubicBezTo>
                  <a:pt x="1087925" y="115739"/>
                  <a:pt x="1078257" y="120670"/>
                  <a:pt x="1066512" y="120670"/>
                </a:cubicBezTo>
                <a:cubicBezTo>
                  <a:pt x="1055265" y="120670"/>
                  <a:pt x="1046594" y="117041"/>
                  <a:pt x="1040500" y="109783"/>
                </a:cubicBezTo>
                <a:cubicBezTo>
                  <a:pt x="1035181" y="103633"/>
                  <a:pt x="1032521" y="95240"/>
                  <a:pt x="1032521" y="84602"/>
                </a:cubicBezTo>
                <a:cubicBezTo>
                  <a:pt x="1032521" y="72555"/>
                  <a:pt x="1036123" y="62867"/>
                  <a:pt x="1043325" y="55538"/>
                </a:cubicBezTo>
                <a:cubicBezTo>
                  <a:pt x="1050528" y="48209"/>
                  <a:pt x="1058257" y="44545"/>
                  <a:pt x="1066512" y="44545"/>
                </a:cubicBezTo>
                <a:cubicBezTo>
                  <a:pt x="1085682" y="44545"/>
                  <a:pt x="1095266" y="54385"/>
                  <a:pt x="1095266" y="74066"/>
                </a:cubicBezTo>
                <a:cubicBezTo>
                  <a:pt x="1095266" y="76104"/>
                  <a:pt x="1094214" y="77122"/>
                  <a:pt x="1092108" y="77122"/>
                </a:cubicBezTo>
                <a:lnTo>
                  <a:pt x="1046816" y="76790"/>
                </a:lnTo>
                <a:cubicBezTo>
                  <a:pt x="1046816" y="86320"/>
                  <a:pt x="1048616" y="94104"/>
                  <a:pt x="1052217" y="100143"/>
                </a:cubicBezTo>
                <a:cubicBezTo>
                  <a:pt x="1057204" y="108287"/>
                  <a:pt x="1063409" y="112359"/>
                  <a:pt x="1070833" y="112359"/>
                </a:cubicBezTo>
                <a:cubicBezTo>
                  <a:pt x="1075598" y="112359"/>
                  <a:pt x="1079490" y="111681"/>
                  <a:pt x="1082510" y="110323"/>
                </a:cubicBezTo>
                <a:cubicBezTo>
                  <a:pt x="1085529" y="108966"/>
                  <a:pt x="1088673" y="106597"/>
                  <a:pt x="1091942" y="103218"/>
                </a:cubicBezTo>
                <a:close/>
                <a:moveTo>
                  <a:pt x="1123326" y="70640"/>
                </a:moveTo>
                <a:lnTo>
                  <a:pt x="1154158" y="70160"/>
                </a:lnTo>
                <a:cubicBezTo>
                  <a:pt x="1155876" y="70160"/>
                  <a:pt x="1156707" y="69412"/>
                  <a:pt x="1156652" y="67916"/>
                </a:cubicBezTo>
                <a:cubicBezTo>
                  <a:pt x="1156652" y="61669"/>
                  <a:pt x="1155266" y="57238"/>
                  <a:pt x="1152496" y="54621"/>
                </a:cubicBezTo>
                <a:cubicBezTo>
                  <a:pt x="1149726" y="52004"/>
                  <a:pt x="1146402" y="50695"/>
                  <a:pt x="1142524" y="50695"/>
                </a:cubicBezTo>
                <a:cubicBezTo>
                  <a:pt x="1141028" y="50695"/>
                  <a:pt x="1139559" y="50882"/>
                  <a:pt x="1138119" y="51256"/>
                </a:cubicBezTo>
                <a:cubicBezTo>
                  <a:pt x="1136678" y="51630"/>
                  <a:pt x="1134905" y="52417"/>
                  <a:pt x="1132800" y="53619"/>
                </a:cubicBezTo>
                <a:cubicBezTo>
                  <a:pt x="1130695" y="54821"/>
                  <a:pt x="1128783" y="56890"/>
                  <a:pt x="1127066" y="59829"/>
                </a:cubicBezTo>
                <a:cubicBezTo>
                  <a:pt x="1125348" y="62765"/>
                  <a:pt x="1124102" y="66369"/>
                  <a:pt x="1123326" y="70640"/>
                </a:cubicBezTo>
                <a:moveTo>
                  <a:pt x="1167954" y="103218"/>
                </a:moveTo>
                <a:cubicBezTo>
                  <a:pt x="1169893" y="103329"/>
                  <a:pt x="1171084" y="104215"/>
                  <a:pt x="1171528" y="105877"/>
                </a:cubicBezTo>
                <a:cubicBezTo>
                  <a:pt x="1163937" y="115739"/>
                  <a:pt x="1154269" y="120670"/>
                  <a:pt x="1142524" y="120670"/>
                </a:cubicBezTo>
                <a:cubicBezTo>
                  <a:pt x="1131276" y="120670"/>
                  <a:pt x="1122606" y="117041"/>
                  <a:pt x="1116511" y="109783"/>
                </a:cubicBezTo>
                <a:cubicBezTo>
                  <a:pt x="1111193" y="103633"/>
                  <a:pt x="1108533" y="95240"/>
                  <a:pt x="1108533" y="84602"/>
                </a:cubicBezTo>
                <a:cubicBezTo>
                  <a:pt x="1108533" y="72555"/>
                  <a:pt x="1112134" y="62867"/>
                  <a:pt x="1119337" y="55538"/>
                </a:cubicBezTo>
                <a:cubicBezTo>
                  <a:pt x="1126539" y="48209"/>
                  <a:pt x="1134268" y="44545"/>
                  <a:pt x="1142524" y="44545"/>
                </a:cubicBezTo>
                <a:cubicBezTo>
                  <a:pt x="1161693" y="44545"/>
                  <a:pt x="1171278" y="54385"/>
                  <a:pt x="1171278" y="74066"/>
                </a:cubicBezTo>
                <a:cubicBezTo>
                  <a:pt x="1171278" y="76104"/>
                  <a:pt x="1170226" y="77122"/>
                  <a:pt x="1168120" y="77122"/>
                </a:cubicBezTo>
                <a:lnTo>
                  <a:pt x="1122827" y="76790"/>
                </a:lnTo>
                <a:cubicBezTo>
                  <a:pt x="1122827" y="86320"/>
                  <a:pt x="1124628" y="94104"/>
                  <a:pt x="1128229" y="100143"/>
                </a:cubicBezTo>
                <a:cubicBezTo>
                  <a:pt x="1133216" y="108287"/>
                  <a:pt x="1139421" y="112359"/>
                  <a:pt x="1146845" y="112359"/>
                </a:cubicBezTo>
                <a:cubicBezTo>
                  <a:pt x="1151610" y="112359"/>
                  <a:pt x="1155502" y="111681"/>
                  <a:pt x="1158521" y="110323"/>
                </a:cubicBezTo>
                <a:cubicBezTo>
                  <a:pt x="1161541" y="108966"/>
                  <a:pt x="1164685" y="106597"/>
                  <a:pt x="1167954" y="103218"/>
                </a:cubicBezTo>
                <a:close/>
                <a:moveTo>
                  <a:pt x="1236985" y="97920"/>
                </a:moveTo>
                <a:lnTo>
                  <a:pt x="1236985" y="65633"/>
                </a:lnTo>
                <a:cubicBezTo>
                  <a:pt x="1236985" y="63033"/>
                  <a:pt x="1236805" y="61193"/>
                  <a:pt x="1236445" y="60114"/>
                </a:cubicBezTo>
                <a:cubicBezTo>
                  <a:pt x="1236085" y="59036"/>
                  <a:pt x="1235295" y="57805"/>
                  <a:pt x="1234076" y="56421"/>
                </a:cubicBezTo>
                <a:cubicBezTo>
                  <a:pt x="1230586" y="52327"/>
                  <a:pt x="1225987" y="50307"/>
                  <a:pt x="1220281" y="50362"/>
                </a:cubicBezTo>
                <a:cubicBezTo>
                  <a:pt x="1213466" y="50362"/>
                  <a:pt x="1208175" y="53180"/>
                  <a:pt x="1204407" y="58816"/>
                </a:cubicBezTo>
                <a:cubicBezTo>
                  <a:pt x="1201138" y="63456"/>
                  <a:pt x="1199504" y="70969"/>
                  <a:pt x="1199504" y="81356"/>
                </a:cubicBezTo>
                <a:cubicBezTo>
                  <a:pt x="1199504" y="91330"/>
                  <a:pt x="1201374" y="99047"/>
                  <a:pt x="1205114" y="104506"/>
                </a:cubicBezTo>
                <a:cubicBezTo>
                  <a:pt x="1208853" y="109963"/>
                  <a:pt x="1213216" y="112692"/>
                  <a:pt x="1218203" y="112692"/>
                </a:cubicBezTo>
                <a:cubicBezTo>
                  <a:pt x="1222635" y="112692"/>
                  <a:pt x="1227982" y="109981"/>
                  <a:pt x="1234242" y="104558"/>
                </a:cubicBezTo>
                <a:cubicBezTo>
                  <a:pt x="1236071" y="102953"/>
                  <a:pt x="1236985" y="100740"/>
                  <a:pt x="1236985" y="97920"/>
                </a:cubicBezTo>
                <a:moveTo>
                  <a:pt x="1235073" y="110393"/>
                </a:moveTo>
                <a:cubicBezTo>
                  <a:pt x="1226763" y="117245"/>
                  <a:pt x="1219671" y="120670"/>
                  <a:pt x="1213798" y="120670"/>
                </a:cubicBezTo>
                <a:cubicBezTo>
                  <a:pt x="1204823" y="120670"/>
                  <a:pt x="1197759" y="117331"/>
                  <a:pt x="1192606" y="110653"/>
                </a:cubicBezTo>
                <a:cubicBezTo>
                  <a:pt x="1187454" y="103974"/>
                  <a:pt x="1184877" y="95230"/>
                  <a:pt x="1184877" y="84423"/>
                </a:cubicBezTo>
                <a:cubicBezTo>
                  <a:pt x="1184877" y="72269"/>
                  <a:pt x="1188783" y="62278"/>
                  <a:pt x="1196595" y="54453"/>
                </a:cubicBezTo>
                <a:cubicBezTo>
                  <a:pt x="1203742" y="47626"/>
                  <a:pt x="1212247" y="44212"/>
                  <a:pt x="1222109" y="44212"/>
                </a:cubicBezTo>
                <a:cubicBezTo>
                  <a:pt x="1223826" y="44212"/>
                  <a:pt x="1225710" y="44469"/>
                  <a:pt x="1227760" y="44981"/>
                </a:cubicBezTo>
                <a:cubicBezTo>
                  <a:pt x="1229810" y="45494"/>
                  <a:pt x="1231569" y="45992"/>
                  <a:pt x="1233037" y="46477"/>
                </a:cubicBezTo>
                <a:cubicBezTo>
                  <a:pt x="1234506" y="46960"/>
                  <a:pt x="1235295" y="47202"/>
                  <a:pt x="1235406" y="47202"/>
                </a:cubicBezTo>
                <a:cubicBezTo>
                  <a:pt x="1236403" y="47202"/>
                  <a:pt x="1236929" y="46674"/>
                  <a:pt x="1236985" y="45620"/>
                </a:cubicBezTo>
                <a:lnTo>
                  <a:pt x="1236985" y="23797"/>
                </a:lnTo>
                <a:cubicBezTo>
                  <a:pt x="1236985" y="20133"/>
                  <a:pt x="1236888" y="17399"/>
                  <a:pt x="1236694" y="15595"/>
                </a:cubicBezTo>
                <a:cubicBezTo>
                  <a:pt x="1236500" y="13790"/>
                  <a:pt x="1235780" y="12456"/>
                  <a:pt x="1234533" y="11596"/>
                </a:cubicBezTo>
                <a:cubicBezTo>
                  <a:pt x="1233287" y="10735"/>
                  <a:pt x="1232331" y="10277"/>
                  <a:pt x="1231666" y="10222"/>
                </a:cubicBezTo>
                <a:cubicBezTo>
                  <a:pt x="1231001" y="10167"/>
                  <a:pt x="1229117" y="10028"/>
                  <a:pt x="1226015" y="9807"/>
                </a:cubicBezTo>
                <a:cubicBezTo>
                  <a:pt x="1224741" y="8511"/>
                  <a:pt x="1224408" y="6794"/>
                  <a:pt x="1225018" y="4654"/>
                </a:cubicBezTo>
                <a:cubicBezTo>
                  <a:pt x="1235101" y="3878"/>
                  <a:pt x="1243052" y="2327"/>
                  <a:pt x="1248869" y="0"/>
                </a:cubicBezTo>
                <a:cubicBezTo>
                  <a:pt x="1250365" y="0"/>
                  <a:pt x="1251113" y="586"/>
                  <a:pt x="1251113" y="1758"/>
                </a:cubicBezTo>
                <a:cubicBezTo>
                  <a:pt x="1250670" y="6336"/>
                  <a:pt x="1250420" y="12310"/>
                  <a:pt x="1250365" y="19681"/>
                </a:cubicBezTo>
                <a:lnTo>
                  <a:pt x="1250365" y="96819"/>
                </a:lnTo>
                <a:cubicBezTo>
                  <a:pt x="1250365" y="101253"/>
                  <a:pt x="1251141" y="104315"/>
                  <a:pt x="1252692" y="106004"/>
                </a:cubicBezTo>
                <a:cubicBezTo>
                  <a:pt x="1254243" y="107694"/>
                  <a:pt x="1257623" y="108760"/>
                  <a:pt x="1262831" y="109201"/>
                </a:cubicBezTo>
                <a:cubicBezTo>
                  <a:pt x="1263385" y="109769"/>
                  <a:pt x="1263662" y="110571"/>
                  <a:pt x="1263662" y="111606"/>
                </a:cubicBezTo>
                <a:cubicBezTo>
                  <a:pt x="1263662" y="112640"/>
                  <a:pt x="1263385" y="113390"/>
                  <a:pt x="1262831" y="113855"/>
                </a:cubicBezTo>
                <a:cubicBezTo>
                  <a:pt x="1253301" y="114977"/>
                  <a:pt x="1246431" y="117249"/>
                  <a:pt x="1242221" y="120670"/>
                </a:cubicBezTo>
                <a:cubicBezTo>
                  <a:pt x="1240946" y="121002"/>
                  <a:pt x="1239866" y="121002"/>
                  <a:pt x="1238979" y="120670"/>
                </a:cubicBezTo>
                <a:cubicBezTo>
                  <a:pt x="1237705" y="116662"/>
                  <a:pt x="1237096" y="113321"/>
                  <a:pt x="1237151" y="110648"/>
                </a:cubicBezTo>
                <a:cubicBezTo>
                  <a:pt x="1237151" y="110364"/>
                  <a:pt x="1237082" y="110151"/>
                  <a:pt x="1236943" y="110009"/>
                </a:cubicBezTo>
                <a:cubicBezTo>
                  <a:pt x="1236805" y="109867"/>
                  <a:pt x="1236625" y="109796"/>
                  <a:pt x="1236403" y="109796"/>
                </a:cubicBezTo>
                <a:cubicBezTo>
                  <a:pt x="1236181" y="109796"/>
                  <a:pt x="1235960" y="109853"/>
                  <a:pt x="1235738" y="109968"/>
                </a:cubicBezTo>
                <a:cubicBezTo>
                  <a:pt x="1235517" y="110080"/>
                  <a:pt x="1235295" y="110222"/>
                  <a:pt x="1235073" y="110393"/>
                </a:cubicBezTo>
                <a:close/>
                <a:moveTo>
                  <a:pt x="1312640" y="84012"/>
                </a:moveTo>
                <a:cubicBezTo>
                  <a:pt x="1312640" y="72767"/>
                  <a:pt x="1315770" y="63461"/>
                  <a:pt x="1322031" y="56094"/>
                </a:cubicBezTo>
                <a:cubicBezTo>
                  <a:pt x="1328790" y="48173"/>
                  <a:pt x="1337682" y="44212"/>
                  <a:pt x="1348708" y="44212"/>
                </a:cubicBezTo>
                <a:cubicBezTo>
                  <a:pt x="1356852" y="44212"/>
                  <a:pt x="1363736" y="46221"/>
                  <a:pt x="1369360" y="50238"/>
                </a:cubicBezTo>
                <a:cubicBezTo>
                  <a:pt x="1374983" y="54254"/>
                  <a:pt x="1378903" y="59047"/>
                  <a:pt x="1381119" y="64615"/>
                </a:cubicBezTo>
                <a:cubicBezTo>
                  <a:pt x="1383335" y="70183"/>
                  <a:pt x="1384443" y="76153"/>
                  <a:pt x="1384443" y="82524"/>
                </a:cubicBezTo>
                <a:cubicBezTo>
                  <a:pt x="1384443" y="94407"/>
                  <a:pt x="1380759" y="103957"/>
                  <a:pt x="1373390" y="111175"/>
                </a:cubicBezTo>
                <a:cubicBezTo>
                  <a:pt x="1366908" y="117560"/>
                  <a:pt x="1358570" y="120725"/>
                  <a:pt x="1348375" y="120670"/>
                </a:cubicBezTo>
                <a:cubicBezTo>
                  <a:pt x="1337017" y="120670"/>
                  <a:pt x="1328222" y="116977"/>
                  <a:pt x="1321989" y="109591"/>
                </a:cubicBezTo>
                <a:cubicBezTo>
                  <a:pt x="1315756" y="102203"/>
                  <a:pt x="1312640" y="93677"/>
                  <a:pt x="1312640" y="84012"/>
                </a:cubicBezTo>
                <a:moveTo>
                  <a:pt x="1346131" y="50362"/>
                </a:moveTo>
                <a:cubicBezTo>
                  <a:pt x="1333555" y="50362"/>
                  <a:pt x="1327266" y="60284"/>
                  <a:pt x="1327266" y="80127"/>
                </a:cubicBezTo>
                <a:cubicBezTo>
                  <a:pt x="1327266" y="83765"/>
                  <a:pt x="1327696" y="87444"/>
                  <a:pt x="1328554" y="91165"/>
                </a:cubicBezTo>
                <a:cubicBezTo>
                  <a:pt x="1329413" y="94884"/>
                  <a:pt x="1330688" y="98549"/>
                  <a:pt x="1332377" y="102161"/>
                </a:cubicBezTo>
                <a:cubicBezTo>
                  <a:pt x="1334067" y="105771"/>
                  <a:pt x="1336505" y="108733"/>
                  <a:pt x="1339691" y="111048"/>
                </a:cubicBezTo>
                <a:cubicBezTo>
                  <a:pt x="1342876" y="113363"/>
                  <a:pt x="1346575" y="114520"/>
                  <a:pt x="1350785" y="114520"/>
                </a:cubicBezTo>
                <a:cubicBezTo>
                  <a:pt x="1355772" y="114520"/>
                  <a:pt x="1360190" y="112481"/>
                  <a:pt x="1364041" y="108402"/>
                </a:cubicBezTo>
                <a:cubicBezTo>
                  <a:pt x="1367891" y="104322"/>
                  <a:pt x="1369817" y="97488"/>
                  <a:pt x="1369817" y="87898"/>
                </a:cubicBezTo>
                <a:cubicBezTo>
                  <a:pt x="1369817" y="75827"/>
                  <a:pt x="1367711" y="66553"/>
                  <a:pt x="1363501" y="60078"/>
                </a:cubicBezTo>
                <a:cubicBezTo>
                  <a:pt x="1359290" y="53601"/>
                  <a:pt x="1353500" y="50362"/>
                  <a:pt x="1346131" y="50362"/>
                </a:cubicBezTo>
                <a:close/>
                <a:moveTo>
                  <a:pt x="1421124" y="97650"/>
                </a:moveTo>
                <a:cubicBezTo>
                  <a:pt x="1421124" y="104464"/>
                  <a:pt x="1421872" y="108661"/>
                  <a:pt x="1423368" y="110240"/>
                </a:cubicBezTo>
                <a:cubicBezTo>
                  <a:pt x="1424864" y="111819"/>
                  <a:pt x="1428604" y="112803"/>
                  <a:pt x="1434587" y="113190"/>
                </a:cubicBezTo>
                <a:cubicBezTo>
                  <a:pt x="1435030" y="113802"/>
                  <a:pt x="1435252" y="114857"/>
                  <a:pt x="1435252" y="116356"/>
                </a:cubicBezTo>
                <a:cubicBezTo>
                  <a:pt x="1435252" y="117856"/>
                  <a:pt x="1435030" y="118850"/>
                  <a:pt x="1434587" y="119340"/>
                </a:cubicBezTo>
                <a:cubicBezTo>
                  <a:pt x="1424836" y="119096"/>
                  <a:pt x="1418160" y="118974"/>
                  <a:pt x="1414559" y="118974"/>
                </a:cubicBezTo>
                <a:cubicBezTo>
                  <a:pt x="1412176" y="118974"/>
                  <a:pt x="1406193" y="119096"/>
                  <a:pt x="1396608" y="119340"/>
                </a:cubicBezTo>
                <a:cubicBezTo>
                  <a:pt x="1396054" y="118850"/>
                  <a:pt x="1395777" y="117856"/>
                  <a:pt x="1395777" y="116356"/>
                </a:cubicBezTo>
                <a:cubicBezTo>
                  <a:pt x="1395777" y="114857"/>
                  <a:pt x="1396054" y="113802"/>
                  <a:pt x="1396608" y="113190"/>
                </a:cubicBezTo>
                <a:cubicBezTo>
                  <a:pt x="1401483" y="112858"/>
                  <a:pt x="1404558" y="111889"/>
                  <a:pt x="1405833" y="110282"/>
                </a:cubicBezTo>
                <a:cubicBezTo>
                  <a:pt x="1407107" y="108675"/>
                  <a:pt x="1407744" y="104464"/>
                  <a:pt x="1407744" y="97650"/>
                </a:cubicBezTo>
                <a:lnTo>
                  <a:pt x="1407744" y="52024"/>
                </a:lnTo>
                <a:lnTo>
                  <a:pt x="1395943" y="52024"/>
                </a:lnTo>
                <a:cubicBezTo>
                  <a:pt x="1395389" y="52024"/>
                  <a:pt x="1395112" y="51717"/>
                  <a:pt x="1395112" y="51102"/>
                </a:cubicBezTo>
                <a:lnTo>
                  <a:pt x="1395112" y="49027"/>
                </a:lnTo>
                <a:cubicBezTo>
                  <a:pt x="1395112" y="46926"/>
                  <a:pt x="1396414" y="45875"/>
                  <a:pt x="1399018" y="45875"/>
                </a:cubicBezTo>
                <a:lnTo>
                  <a:pt x="1407744" y="45875"/>
                </a:lnTo>
                <a:lnTo>
                  <a:pt x="1407744" y="39047"/>
                </a:lnTo>
                <a:cubicBezTo>
                  <a:pt x="1407744" y="26669"/>
                  <a:pt x="1410777" y="17067"/>
                  <a:pt x="1416844" y="10240"/>
                </a:cubicBezTo>
                <a:cubicBezTo>
                  <a:pt x="1422911" y="3413"/>
                  <a:pt x="1429906" y="0"/>
                  <a:pt x="1437828" y="0"/>
                </a:cubicBezTo>
                <a:cubicBezTo>
                  <a:pt x="1444643" y="0"/>
                  <a:pt x="1449740" y="1219"/>
                  <a:pt x="1453120" y="3657"/>
                </a:cubicBezTo>
                <a:cubicBezTo>
                  <a:pt x="1456777" y="6371"/>
                  <a:pt x="1458605" y="9252"/>
                  <a:pt x="1458605" y="12300"/>
                </a:cubicBezTo>
                <a:cubicBezTo>
                  <a:pt x="1458605" y="14017"/>
                  <a:pt x="1457815" y="15610"/>
                  <a:pt x="1456236" y="17078"/>
                </a:cubicBezTo>
                <a:cubicBezTo>
                  <a:pt x="1454657" y="18547"/>
                  <a:pt x="1453120" y="19281"/>
                  <a:pt x="1451624" y="19281"/>
                </a:cubicBezTo>
                <a:cubicBezTo>
                  <a:pt x="1448688" y="19281"/>
                  <a:pt x="1446416" y="17497"/>
                  <a:pt x="1444809" y="13931"/>
                </a:cubicBezTo>
                <a:cubicBezTo>
                  <a:pt x="1443701" y="11067"/>
                  <a:pt x="1442371" y="9054"/>
                  <a:pt x="1440820" y="7892"/>
                </a:cubicBezTo>
                <a:cubicBezTo>
                  <a:pt x="1439269" y="6731"/>
                  <a:pt x="1437191" y="6150"/>
                  <a:pt x="1434587" y="6150"/>
                </a:cubicBezTo>
                <a:cubicBezTo>
                  <a:pt x="1425612" y="6150"/>
                  <a:pt x="1421124" y="16198"/>
                  <a:pt x="1421124" y="36294"/>
                </a:cubicBezTo>
                <a:lnTo>
                  <a:pt x="1421124" y="45875"/>
                </a:lnTo>
                <a:lnTo>
                  <a:pt x="1439574" y="45875"/>
                </a:lnTo>
                <a:cubicBezTo>
                  <a:pt x="1440460" y="45875"/>
                  <a:pt x="1440903" y="46208"/>
                  <a:pt x="1440903" y="46874"/>
                </a:cubicBezTo>
                <a:lnTo>
                  <a:pt x="1440903" y="50025"/>
                </a:lnTo>
                <a:cubicBezTo>
                  <a:pt x="1440903" y="51413"/>
                  <a:pt x="1439601" y="52080"/>
                  <a:pt x="1436997" y="52024"/>
                </a:cubicBezTo>
                <a:lnTo>
                  <a:pt x="1421124" y="52024"/>
                </a:lnTo>
                <a:lnTo>
                  <a:pt x="1421124" y="97650"/>
                </a:lnTo>
                <a:close/>
                <a:moveTo>
                  <a:pt x="1517750" y="27924"/>
                </a:moveTo>
                <a:cubicBezTo>
                  <a:pt x="1515590" y="27924"/>
                  <a:pt x="1513747" y="28187"/>
                  <a:pt x="1512224" y="28713"/>
                </a:cubicBezTo>
                <a:cubicBezTo>
                  <a:pt x="1510700" y="29240"/>
                  <a:pt x="1509052" y="30638"/>
                  <a:pt x="1507279" y="32910"/>
                </a:cubicBezTo>
                <a:cubicBezTo>
                  <a:pt x="1505506" y="35182"/>
                  <a:pt x="1504065" y="38450"/>
                  <a:pt x="1502957" y="42717"/>
                </a:cubicBezTo>
                <a:cubicBezTo>
                  <a:pt x="1501240" y="42938"/>
                  <a:pt x="1499412" y="42772"/>
                  <a:pt x="1497472" y="42218"/>
                </a:cubicBezTo>
                <a:cubicBezTo>
                  <a:pt x="1499633" y="28064"/>
                  <a:pt x="1500769" y="19032"/>
                  <a:pt x="1500880" y="15123"/>
                </a:cubicBezTo>
                <a:cubicBezTo>
                  <a:pt x="1500880" y="14792"/>
                  <a:pt x="1501129" y="14627"/>
                  <a:pt x="1501628" y="14627"/>
                </a:cubicBezTo>
                <a:cubicBezTo>
                  <a:pt x="1502071" y="14729"/>
                  <a:pt x="1503027" y="15115"/>
                  <a:pt x="1504495" y="15785"/>
                </a:cubicBezTo>
                <a:cubicBezTo>
                  <a:pt x="1505963" y="16453"/>
                  <a:pt x="1507833" y="16787"/>
                  <a:pt x="1510105" y="16787"/>
                </a:cubicBezTo>
                <a:lnTo>
                  <a:pt x="1545175" y="16787"/>
                </a:lnTo>
                <a:cubicBezTo>
                  <a:pt x="1549718" y="16787"/>
                  <a:pt x="1554095" y="16178"/>
                  <a:pt x="1558306" y="14959"/>
                </a:cubicBezTo>
                <a:lnTo>
                  <a:pt x="1560965" y="16954"/>
                </a:lnTo>
                <a:cubicBezTo>
                  <a:pt x="1548721" y="46983"/>
                  <a:pt x="1536034" y="81555"/>
                  <a:pt x="1522903" y="120670"/>
                </a:cubicBezTo>
                <a:lnTo>
                  <a:pt x="1511268" y="121252"/>
                </a:lnTo>
                <a:lnTo>
                  <a:pt x="1509938" y="120005"/>
                </a:lnTo>
                <a:cubicBezTo>
                  <a:pt x="1518360" y="101279"/>
                  <a:pt x="1531130" y="70585"/>
                  <a:pt x="1548250" y="27924"/>
                </a:cubicBezTo>
                <a:lnTo>
                  <a:pt x="1517750" y="27924"/>
                </a:lnTo>
                <a:close/>
                <a:moveTo>
                  <a:pt x="1639398" y="57966"/>
                </a:moveTo>
                <a:cubicBezTo>
                  <a:pt x="1639398" y="59341"/>
                  <a:pt x="1639786" y="59479"/>
                  <a:pt x="1640562" y="58379"/>
                </a:cubicBezTo>
                <a:cubicBezTo>
                  <a:pt x="1640728" y="58215"/>
                  <a:pt x="1640867" y="58077"/>
                  <a:pt x="1640977" y="57966"/>
                </a:cubicBezTo>
                <a:cubicBezTo>
                  <a:pt x="1649731" y="48797"/>
                  <a:pt x="1658347" y="44212"/>
                  <a:pt x="1666823" y="44212"/>
                </a:cubicBezTo>
                <a:cubicBezTo>
                  <a:pt x="1671145" y="44212"/>
                  <a:pt x="1674857" y="45387"/>
                  <a:pt x="1677960" y="47737"/>
                </a:cubicBezTo>
                <a:cubicBezTo>
                  <a:pt x="1681062" y="50084"/>
                  <a:pt x="1683029" y="53055"/>
                  <a:pt x="1683860" y="56647"/>
                </a:cubicBezTo>
                <a:cubicBezTo>
                  <a:pt x="1684137" y="57747"/>
                  <a:pt x="1684747" y="57774"/>
                  <a:pt x="1685688" y="56730"/>
                </a:cubicBezTo>
                <a:cubicBezTo>
                  <a:pt x="1688514" y="53751"/>
                  <a:pt x="1691617" y="51293"/>
                  <a:pt x="1694996" y="49357"/>
                </a:cubicBezTo>
                <a:cubicBezTo>
                  <a:pt x="1698376" y="47422"/>
                  <a:pt x="1701589" y="46081"/>
                  <a:pt x="1704637" y="45334"/>
                </a:cubicBezTo>
                <a:cubicBezTo>
                  <a:pt x="1707684" y="44586"/>
                  <a:pt x="1710731" y="44212"/>
                  <a:pt x="1713778" y="44212"/>
                </a:cubicBezTo>
                <a:cubicBezTo>
                  <a:pt x="1720704" y="44212"/>
                  <a:pt x="1725358" y="46526"/>
                  <a:pt x="1727740" y="51154"/>
                </a:cubicBezTo>
                <a:cubicBezTo>
                  <a:pt x="1730122" y="55782"/>
                  <a:pt x="1731314" y="62449"/>
                  <a:pt x="1731314" y="71154"/>
                </a:cubicBezTo>
                <a:lnTo>
                  <a:pt x="1731314" y="97777"/>
                </a:lnTo>
                <a:cubicBezTo>
                  <a:pt x="1731314" y="104536"/>
                  <a:pt x="1731909" y="108699"/>
                  <a:pt x="1733100" y="110266"/>
                </a:cubicBezTo>
                <a:cubicBezTo>
                  <a:pt x="1734292" y="111831"/>
                  <a:pt x="1737325" y="112806"/>
                  <a:pt x="1742201" y="113190"/>
                </a:cubicBezTo>
                <a:cubicBezTo>
                  <a:pt x="1742644" y="113680"/>
                  <a:pt x="1742865" y="114675"/>
                  <a:pt x="1742865" y="116175"/>
                </a:cubicBezTo>
                <a:cubicBezTo>
                  <a:pt x="1742865" y="117674"/>
                  <a:pt x="1742644" y="118729"/>
                  <a:pt x="1742201" y="119340"/>
                </a:cubicBezTo>
                <a:cubicBezTo>
                  <a:pt x="1732449" y="119096"/>
                  <a:pt x="1726604" y="118974"/>
                  <a:pt x="1724665" y="118974"/>
                </a:cubicBezTo>
                <a:cubicBezTo>
                  <a:pt x="1722615" y="118974"/>
                  <a:pt x="1716826" y="119096"/>
                  <a:pt x="1707296" y="119340"/>
                </a:cubicBezTo>
                <a:cubicBezTo>
                  <a:pt x="1706853" y="118729"/>
                  <a:pt x="1706631" y="117674"/>
                  <a:pt x="1706631" y="116175"/>
                </a:cubicBezTo>
                <a:cubicBezTo>
                  <a:pt x="1706631" y="114675"/>
                  <a:pt x="1706853" y="113680"/>
                  <a:pt x="1707296" y="113190"/>
                </a:cubicBezTo>
                <a:cubicBezTo>
                  <a:pt x="1711950" y="112862"/>
                  <a:pt x="1714873" y="111873"/>
                  <a:pt x="1716064" y="110225"/>
                </a:cubicBezTo>
                <a:cubicBezTo>
                  <a:pt x="1717255" y="108575"/>
                  <a:pt x="1717851" y="104425"/>
                  <a:pt x="1717851" y="97777"/>
                </a:cubicBezTo>
                <a:lnTo>
                  <a:pt x="1717851" y="68105"/>
                </a:lnTo>
                <a:cubicBezTo>
                  <a:pt x="1717851" y="62721"/>
                  <a:pt x="1717006" y="58861"/>
                  <a:pt x="1715316" y="56525"/>
                </a:cubicBezTo>
                <a:cubicBezTo>
                  <a:pt x="1713626" y="54189"/>
                  <a:pt x="1711091" y="53022"/>
                  <a:pt x="1707712" y="53022"/>
                </a:cubicBezTo>
                <a:cubicBezTo>
                  <a:pt x="1699567" y="53022"/>
                  <a:pt x="1692060" y="56758"/>
                  <a:pt x="1685190" y="64231"/>
                </a:cubicBezTo>
                <a:cubicBezTo>
                  <a:pt x="1685301" y="65604"/>
                  <a:pt x="1685356" y="67856"/>
                  <a:pt x="1685356" y="70988"/>
                </a:cubicBezTo>
                <a:lnTo>
                  <a:pt x="1685356" y="97777"/>
                </a:lnTo>
                <a:cubicBezTo>
                  <a:pt x="1685356" y="104536"/>
                  <a:pt x="1685924" y="108699"/>
                  <a:pt x="1687060" y="110266"/>
                </a:cubicBezTo>
                <a:cubicBezTo>
                  <a:pt x="1688195" y="111831"/>
                  <a:pt x="1690980" y="112806"/>
                  <a:pt x="1695412" y="113190"/>
                </a:cubicBezTo>
                <a:cubicBezTo>
                  <a:pt x="1695855" y="113680"/>
                  <a:pt x="1696077" y="114705"/>
                  <a:pt x="1696077" y="116265"/>
                </a:cubicBezTo>
                <a:cubicBezTo>
                  <a:pt x="1696077" y="117825"/>
                  <a:pt x="1695855" y="118850"/>
                  <a:pt x="1695412" y="119340"/>
                </a:cubicBezTo>
                <a:cubicBezTo>
                  <a:pt x="1685661" y="119096"/>
                  <a:pt x="1680093" y="118974"/>
                  <a:pt x="1678708" y="118974"/>
                </a:cubicBezTo>
                <a:cubicBezTo>
                  <a:pt x="1676658" y="118974"/>
                  <a:pt x="1670868" y="119096"/>
                  <a:pt x="1661338" y="119340"/>
                </a:cubicBezTo>
                <a:cubicBezTo>
                  <a:pt x="1660895" y="118850"/>
                  <a:pt x="1660674" y="117856"/>
                  <a:pt x="1660674" y="116356"/>
                </a:cubicBezTo>
                <a:cubicBezTo>
                  <a:pt x="1660674" y="114857"/>
                  <a:pt x="1660895" y="113802"/>
                  <a:pt x="1661338" y="113190"/>
                </a:cubicBezTo>
                <a:cubicBezTo>
                  <a:pt x="1666103" y="112862"/>
                  <a:pt x="1669053" y="111901"/>
                  <a:pt x="1670189" y="110308"/>
                </a:cubicBezTo>
                <a:cubicBezTo>
                  <a:pt x="1671325" y="108713"/>
                  <a:pt x="1671893" y="104536"/>
                  <a:pt x="1671893" y="97777"/>
                </a:cubicBezTo>
                <a:lnTo>
                  <a:pt x="1671893" y="68435"/>
                </a:lnTo>
                <a:cubicBezTo>
                  <a:pt x="1671893" y="58215"/>
                  <a:pt x="1668153" y="53077"/>
                  <a:pt x="1660674" y="53022"/>
                </a:cubicBezTo>
                <a:cubicBezTo>
                  <a:pt x="1655244" y="53022"/>
                  <a:pt x="1649122" y="56346"/>
                  <a:pt x="1642307" y="62994"/>
                </a:cubicBezTo>
                <a:cubicBezTo>
                  <a:pt x="1640368" y="65027"/>
                  <a:pt x="1639398" y="67390"/>
                  <a:pt x="1639398" y="70084"/>
                </a:cubicBezTo>
                <a:lnTo>
                  <a:pt x="1639398" y="97777"/>
                </a:lnTo>
                <a:cubicBezTo>
                  <a:pt x="1639398" y="102504"/>
                  <a:pt x="1639689" y="105856"/>
                  <a:pt x="1640271" y="107835"/>
                </a:cubicBezTo>
                <a:cubicBezTo>
                  <a:pt x="1640853" y="109813"/>
                  <a:pt x="1641753" y="111117"/>
                  <a:pt x="1642972" y="111749"/>
                </a:cubicBezTo>
                <a:cubicBezTo>
                  <a:pt x="1644191" y="112381"/>
                  <a:pt x="1646407" y="112862"/>
                  <a:pt x="1649620" y="113190"/>
                </a:cubicBezTo>
                <a:cubicBezTo>
                  <a:pt x="1650119" y="113741"/>
                  <a:pt x="1650368" y="114766"/>
                  <a:pt x="1650368" y="116265"/>
                </a:cubicBezTo>
                <a:cubicBezTo>
                  <a:pt x="1650368" y="117765"/>
                  <a:pt x="1650119" y="118790"/>
                  <a:pt x="1649620" y="119340"/>
                </a:cubicBezTo>
                <a:cubicBezTo>
                  <a:pt x="1640091" y="119096"/>
                  <a:pt x="1634467" y="118974"/>
                  <a:pt x="1632750" y="118974"/>
                </a:cubicBezTo>
                <a:cubicBezTo>
                  <a:pt x="1629813" y="118974"/>
                  <a:pt x="1623691" y="119096"/>
                  <a:pt x="1614383" y="119340"/>
                </a:cubicBezTo>
                <a:cubicBezTo>
                  <a:pt x="1613940" y="118850"/>
                  <a:pt x="1613719" y="117856"/>
                  <a:pt x="1613719" y="116356"/>
                </a:cubicBezTo>
                <a:cubicBezTo>
                  <a:pt x="1613719" y="114857"/>
                  <a:pt x="1613940" y="113802"/>
                  <a:pt x="1614383" y="113190"/>
                </a:cubicBezTo>
                <a:cubicBezTo>
                  <a:pt x="1619370" y="112862"/>
                  <a:pt x="1622556" y="111873"/>
                  <a:pt x="1623941" y="110225"/>
                </a:cubicBezTo>
                <a:cubicBezTo>
                  <a:pt x="1625326" y="108575"/>
                  <a:pt x="1626018" y="104426"/>
                  <a:pt x="1626018" y="97780"/>
                </a:cubicBezTo>
                <a:lnTo>
                  <a:pt x="1626018" y="64893"/>
                </a:lnTo>
                <a:cubicBezTo>
                  <a:pt x="1626018" y="60168"/>
                  <a:pt x="1625353" y="57187"/>
                  <a:pt x="1624024" y="55951"/>
                </a:cubicBezTo>
                <a:cubicBezTo>
                  <a:pt x="1622694" y="54715"/>
                  <a:pt x="1619647" y="53877"/>
                  <a:pt x="1614882" y="53437"/>
                </a:cubicBezTo>
                <a:cubicBezTo>
                  <a:pt x="1614217" y="51465"/>
                  <a:pt x="1614106" y="49831"/>
                  <a:pt x="1614550" y="48534"/>
                </a:cubicBezTo>
                <a:cubicBezTo>
                  <a:pt x="1623414" y="47445"/>
                  <a:pt x="1630561" y="45838"/>
                  <a:pt x="1635991" y="43714"/>
                </a:cubicBezTo>
                <a:cubicBezTo>
                  <a:pt x="1636877" y="43714"/>
                  <a:pt x="1637570" y="44156"/>
                  <a:pt x="1638069" y="45041"/>
                </a:cubicBezTo>
                <a:cubicBezTo>
                  <a:pt x="1638955" y="47084"/>
                  <a:pt x="1639398" y="51392"/>
                  <a:pt x="1639398" y="57966"/>
                </a:cubicBezTo>
                <a:close/>
                <a:moveTo>
                  <a:pt x="1774122" y="62522"/>
                </a:moveTo>
                <a:cubicBezTo>
                  <a:pt x="1772293" y="64783"/>
                  <a:pt x="1771407" y="67263"/>
                  <a:pt x="1771462" y="69962"/>
                </a:cubicBezTo>
                <a:lnTo>
                  <a:pt x="1771462" y="100797"/>
                </a:lnTo>
                <a:cubicBezTo>
                  <a:pt x="1771462" y="102892"/>
                  <a:pt x="1771573" y="104477"/>
                  <a:pt x="1771795" y="105553"/>
                </a:cubicBezTo>
                <a:cubicBezTo>
                  <a:pt x="1772016" y="106626"/>
                  <a:pt x="1772376" y="107507"/>
                  <a:pt x="1772875" y="108196"/>
                </a:cubicBezTo>
                <a:cubicBezTo>
                  <a:pt x="1773374" y="108885"/>
                  <a:pt x="1774260" y="109808"/>
                  <a:pt x="1775534" y="110965"/>
                </a:cubicBezTo>
                <a:cubicBezTo>
                  <a:pt x="1776919" y="112179"/>
                  <a:pt x="1778789" y="113074"/>
                  <a:pt x="1781144" y="113653"/>
                </a:cubicBezTo>
                <a:cubicBezTo>
                  <a:pt x="1783499" y="114231"/>
                  <a:pt x="1785646" y="114520"/>
                  <a:pt x="1787585" y="114520"/>
                </a:cubicBezTo>
                <a:cubicBezTo>
                  <a:pt x="1792128" y="114520"/>
                  <a:pt x="1796048" y="113585"/>
                  <a:pt x="1799344" y="111715"/>
                </a:cubicBezTo>
                <a:cubicBezTo>
                  <a:pt x="1802641" y="109844"/>
                  <a:pt x="1805134" y="107312"/>
                  <a:pt x="1806824" y="104122"/>
                </a:cubicBezTo>
                <a:cubicBezTo>
                  <a:pt x="1808514" y="100929"/>
                  <a:pt x="1809733" y="97641"/>
                  <a:pt x="1810480" y="94258"/>
                </a:cubicBezTo>
                <a:cubicBezTo>
                  <a:pt x="1811228" y="90873"/>
                  <a:pt x="1811602" y="87254"/>
                  <a:pt x="1811602" y="83402"/>
                </a:cubicBezTo>
                <a:cubicBezTo>
                  <a:pt x="1811602" y="74129"/>
                  <a:pt x="1809649" y="66581"/>
                  <a:pt x="1805743" y="60758"/>
                </a:cubicBezTo>
                <a:cubicBezTo>
                  <a:pt x="1801837" y="54936"/>
                  <a:pt x="1797031" y="52024"/>
                  <a:pt x="1791325" y="52024"/>
                </a:cubicBezTo>
                <a:cubicBezTo>
                  <a:pt x="1788942" y="52024"/>
                  <a:pt x="1786047" y="53072"/>
                  <a:pt x="1782640" y="55167"/>
                </a:cubicBezTo>
                <a:cubicBezTo>
                  <a:pt x="1779233" y="57260"/>
                  <a:pt x="1776393" y="59712"/>
                  <a:pt x="1774122" y="62522"/>
                </a:cubicBezTo>
                <a:moveTo>
                  <a:pt x="1771462" y="56328"/>
                </a:moveTo>
                <a:cubicBezTo>
                  <a:pt x="1771462" y="56877"/>
                  <a:pt x="1771628" y="57220"/>
                  <a:pt x="1771961" y="57359"/>
                </a:cubicBezTo>
                <a:cubicBezTo>
                  <a:pt x="1772293" y="57496"/>
                  <a:pt x="1772570" y="57399"/>
                  <a:pt x="1772792" y="57071"/>
                </a:cubicBezTo>
                <a:cubicBezTo>
                  <a:pt x="1780050" y="48498"/>
                  <a:pt x="1787834" y="44212"/>
                  <a:pt x="1796145" y="44212"/>
                </a:cubicBezTo>
                <a:cubicBezTo>
                  <a:pt x="1804677" y="44212"/>
                  <a:pt x="1811824" y="47667"/>
                  <a:pt x="1817586" y="54575"/>
                </a:cubicBezTo>
                <a:cubicBezTo>
                  <a:pt x="1823348" y="61483"/>
                  <a:pt x="1826229" y="69579"/>
                  <a:pt x="1826229" y="78862"/>
                </a:cubicBezTo>
                <a:cubicBezTo>
                  <a:pt x="1826229" y="92215"/>
                  <a:pt x="1822046" y="102980"/>
                  <a:pt x="1813680" y="111157"/>
                </a:cubicBezTo>
                <a:cubicBezTo>
                  <a:pt x="1806976" y="117554"/>
                  <a:pt x="1798610" y="120725"/>
                  <a:pt x="1788582" y="120670"/>
                </a:cubicBezTo>
                <a:cubicBezTo>
                  <a:pt x="1783042" y="120670"/>
                  <a:pt x="1778111" y="119749"/>
                  <a:pt x="1773789" y="117907"/>
                </a:cubicBezTo>
                <a:cubicBezTo>
                  <a:pt x="1772903" y="117432"/>
                  <a:pt x="1772293" y="117251"/>
                  <a:pt x="1771961" y="117361"/>
                </a:cubicBezTo>
                <a:cubicBezTo>
                  <a:pt x="1771628" y="117470"/>
                  <a:pt x="1771462" y="118048"/>
                  <a:pt x="1771462" y="119094"/>
                </a:cubicBezTo>
                <a:lnTo>
                  <a:pt x="1771462" y="137322"/>
                </a:lnTo>
                <a:cubicBezTo>
                  <a:pt x="1771462" y="144087"/>
                  <a:pt x="1772224" y="148266"/>
                  <a:pt x="1773748" y="149861"/>
                </a:cubicBezTo>
                <a:cubicBezTo>
                  <a:pt x="1775271" y="151456"/>
                  <a:pt x="1779163" y="152418"/>
                  <a:pt x="1785424" y="152749"/>
                </a:cubicBezTo>
                <a:cubicBezTo>
                  <a:pt x="1785978" y="153360"/>
                  <a:pt x="1786255" y="154415"/>
                  <a:pt x="1786255" y="155915"/>
                </a:cubicBezTo>
                <a:cubicBezTo>
                  <a:pt x="1786255" y="157414"/>
                  <a:pt x="1785978" y="158409"/>
                  <a:pt x="1785424" y="158899"/>
                </a:cubicBezTo>
                <a:cubicBezTo>
                  <a:pt x="1775673" y="158655"/>
                  <a:pt x="1768803" y="158533"/>
                  <a:pt x="1764814" y="158533"/>
                </a:cubicBezTo>
                <a:cubicBezTo>
                  <a:pt x="1761656" y="158533"/>
                  <a:pt x="1755284" y="158655"/>
                  <a:pt x="1745699" y="158899"/>
                </a:cubicBezTo>
                <a:cubicBezTo>
                  <a:pt x="1745256" y="158409"/>
                  <a:pt x="1745034" y="157414"/>
                  <a:pt x="1745034" y="155915"/>
                </a:cubicBezTo>
                <a:cubicBezTo>
                  <a:pt x="1745034" y="154415"/>
                  <a:pt x="1745256" y="153360"/>
                  <a:pt x="1745699" y="152749"/>
                </a:cubicBezTo>
                <a:cubicBezTo>
                  <a:pt x="1751018" y="152529"/>
                  <a:pt x="1754398" y="151592"/>
                  <a:pt x="1755838" y="149936"/>
                </a:cubicBezTo>
                <a:cubicBezTo>
                  <a:pt x="1757279" y="148283"/>
                  <a:pt x="1757999" y="144066"/>
                  <a:pt x="1757999" y="137286"/>
                </a:cubicBezTo>
                <a:lnTo>
                  <a:pt x="1757999" y="65015"/>
                </a:lnTo>
                <a:cubicBezTo>
                  <a:pt x="1757999" y="60274"/>
                  <a:pt x="1757348" y="57284"/>
                  <a:pt x="1756046" y="56045"/>
                </a:cubicBezTo>
                <a:cubicBezTo>
                  <a:pt x="1754744" y="54803"/>
                  <a:pt x="1751711" y="53962"/>
                  <a:pt x="1746946" y="53520"/>
                </a:cubicBezTo>
                <a:cubicBezTo>
                  <a:pt x="1746281" y="51581"/>
                  <a:pt x="1746170" y="49974"/>
                  <a:pt x="1746613" y="48700"/>
                </a:cubicBezTo>
                <a:cubicBezTo>
                  <a:pt x="1755478" y="47573"/>
                  <a:pt x="1762625" y="45911"/>
                  <a:pt x="1768055" y="43714"/>
                </a:cubicBezTo>
                <a:cubicBezTo>
                  <a:pt x="1768941" y="43714"/>
                  <a:pt x="1769606" y="44160"/>
                  <a:pt x="1770049" y="45051"/>
                </a:cubicBezTo>
                <a:cubicBezTo>
                  <a:pt x="1770991" y="47112"/>
                  <a:pt x="1771462" y="50870"/>
                  <a:pt x="1771462" y="56328"/>
                </a:cubicBezTo>
                <a:close/>
                <a:moveTo>
                  <a:pt x="1860003" y="70084"/>
                </a:moveTo>
                <a:lnTo>
                  <a:pt x="1860003" y="97777"/>
                </a:lnTo>
                <a:cubicBezTo>
                  <a:pt x="1860003" y="102557"/>
                  <a:pt x="1860294" y="105951"/>
                  <a:pt x="1860876" y="107957"/>
                </a:cubicBezTo>
                <a:cubicBezTo>
                  <a:pt x="1861458" y="109962"/>
                  <a:pt x="1862358" y="111267"/>
                  <a:pt x="1863577" y="111871"/>
                </a:cubicBezTo>
                <a:cubicBezTo>
                  <a:pt x="1864796" y="112475"/>
                  <a:pt x="1866984" y="112915"/>
                  <a:pt x="1870142" y="113190"/>
                </a:cubicBezTo>
                <a:cubicBezTo>
                  <a:pt x="1870641" y="113741"/>
                  <a:pt x="1870904" y="114766"/>
                  <a:pt x="1870932" y="116265"/>
                </a:cubicBezTo>
                <a:cubicBezTo>
                  <a:pt x="1870960" y="117765"/>
                  <a:pt x="1870696" y="118790"/>
                  <a:pt x="1870142" y="119340"/>
                </a:cubicBezTo>
                <a:cubicBezTo>
                  <a:pt x="1860613" y="119096"/>
                  <a:pt x="1855017" y="118974"/>
                  <a:pt x="1853355" y="118974"/>
                </a:cubicBezTo>
                <a:cubicBezTo>
                  <a:pt x="1850252" y="118974"/>
                  <a:pt x="1844019" y="119096"/>
                  <a:pt x="1834656" y="119340"/>
                </a:cubicBezTo>
                <a:cubicBezTo>
                  <a:pt x="1834157" y="118790"/>
                  <a:pt x="1833908" y="117765"/>
                  <a:pt x="1833908" y="116265"/>
                </a:cubicBezTo>
                <a:cubicBezTo>
                  <a:pt x="1833908" y="114766"/>
                  <a:pt x="1834157" y="113741"/>
                  <a:pt x="1834656" y="113190"/>
                </a:cubicBezTo>
                <a:cubicBezTo>
                  <a:pt x="1837482" y="112971"/>
                  <a:pt x="1839518" y="112723"/>
                  <a:pt x="1840764" y="112448"/>
                </a:cubicBezTo>
                <a:cubicBezTo>
                  <a:pt x="1842011" y="112171"/>
                  <a:pt x="1843161" y="111495"/>
                  <a:pt x="1844213" y="110419"/>
                </a:cubicBezTo>
                <a:cubicBezTo>
                  <a:pt x="1845266" y="109344"/>
                  <a:pt x="1845917" y="107870"/>
                  <a:pt x="1846166" y="105997"/>
                </a:cubicBezTo>
                <a:cubicBezTo>
                  <a:pt x="1846416" y="104122"/>
                  <a:pt x="1846540" y="101364"/>
                  <a:pt x="1846540" y="97725"/>
                </a:cubicBezTo>
                <a:lnTo>
                  <a:pt x="1846540" y="23703"/>
                </a:lnTo>
                <a:cubicBezTo>
                  <a:pt x="1846540" y="20064"/>
                  <a:pt x="1846457" y="17348"/>
                  <a:pt x="1846291" y="15556"/>
                </a:cubicBezTo>
                <a:cubicBezTo>
                  <a:pt x="1846125" y="13764"/>
                  <a:pt x="1845418" y="12442"/>
                  <a:pt x="1844172" y="11588"/>
                </a:cubicBezTo>
                <a:cubicBezTo>
                  <a:pt x="1842925" y="10733"/>
                  <a:pt x="1841955" y="10277"/>
                  <a:pt x="1841263" y="10222"/>
                </a:cubicBezTo>
                <a:cubicBezTo>
                  <a:pt x="1840570" y="10167"/>
                  <a:pt x="1838700" y="10028"/>
                  <a:pt x="1835653" y="9807"/>
                </a:cubicBezTo>
                <a:cubicBezTo>
                  <a:pt x="1834379" y="8511"/>
                  <a:pt x="1834047" y="6794"/>
                  <a:pt x="1834656" y="4654"/>
                </a:cubicBezTo>
                <a:cubicBezTo>
                  <a:pt x="1844740" y="3878"/>
                  <a:pt x="1852690" y="2327"/>
                  <a:pt x="1858507" y="0"/>
                </a:cubicBezTo>
                <a:cubicBezTo>
                  <a:pt x="1860003" y="0"/>
                  <a:pt x="1860724" y="582"/>
                  <a:pt x="1860668" y="1745"/>
                </a:cubicBezTo>
                <a:cubicBezTo>
                  <a:pt x="1860225" y="6290"/>
                  <a:pt x="1860003" y="12249"/>
                  <a:pt x="1860003" y="19621"/>
                </a:cubicBezTo>
                <a:lnTo>
                  <a:pt x="1859837" y="57951"/>
                </a:lnTo>
                <a:cubicBezTo>
                  <a:pt x="1859948" y="59170"/>
                  <a:pt x="1860502" y="59175"/>
                  <a:pt x="1861499" y="57966"/>
                </a:cubicBezTo>
                <a:cubicBezTo>
                  <a:pt x="1869810" y="48797"/>
                  <a:pt x="1879478" y="44212"/>
                  <a:pt x="1890503" y="44212"/>
                </a:cubicBezTo>
                <a:cubicBezTo>
                  <a:pt x="1896986" y="44212"/>
                  <a:pt x="1901695" y="46140"/>
                  <a:pt x="1904631" y="49996"/>
                </a:cubicBezTo>
                <a:cubicBezTo>
                  <a:pt x="1907679" y="53963"/>
                  <a:pt x="1909202" y="61510"/>
                  <a:pt x="1909202" y="72637"/>
                </a:cubicBezTo>
                <a:lnTo>
                  <a:pt x="1909202" y="97777"/>
                </a:lnTo>
                <a:cubicBezTo>
                  <a:pt x="1909202" y="104425"/>
                  <a:pt x="1909853" y="108533"/>
                  <a:pt x="1911155" y="110100"/>
                </a:cubicBezTo>
                <a:cubicBezTo>
                  <a:pt x="1912457" y="111665"/>
                  <a:pt x="1915601" y="112695"/>
                  <a:pt x="1920588" y="113190"/>
                </a:cubicBezTo>
                <a:cubicBezTo>
                  <a:pt x="1921031" y="113680"/>
                  <a:pt x="1921253" y="114675"/>
                  <a:pt x="1921253" y="116175"/>
                </a:cubicBezTo>
                <a:cubicBezTo>
                  <a:pt x="1921253" y="117674"/>
                  <a:pt x="1921031" y="118729"/>
                  <a:pt x="1920588" y="119340"/>
                </a:cubicBezTo>
                <a:cubicBezTo>
                  <a:pt x="1910837" y="119096"/>
                  <a:pt x="1904825" y="118974"/>
                  <a:pt x="1902554" y="118974"/>
                </a:cubicBezTo>
                <a:cubicBezTo>
                  <a:pt x="1900504" y="118974"/>
                  <a:pt x="1894714" y="119096"/>
                  <a:pt x="1885184" y="119340"/>
                </a:cubicBezTo>
                <a:cubicBezTo>
                  <a:pt x="1884741" y="118850"/>
                  <a:pt x="1884520" y="117856"/>
                  <a:pt x="1884520" y="116356"/>
                </a:cubicBezTo>
                <a:cubicBezTo>
                  <a:pt x="1884520" y="114857"/>
                  <a:pt x="1884741" y="113802"/>
                  <a:pt x="1885184" y="113190"/>
                </a:cubicBezTo>
                <a:cubicBezTo>
                  <a:pt x="1889838" y="112751"/>
                  <a:pt x="1892761" y="111734"/>
                  <a:pt x="1893952" y="110142"/>
                </a:cubicBezTo>
                <a:cubicBezTo>
                  <a:pt x="1895143" y="108547"/>
                  <a:pt x="1895739" y="104425"/>
                  <a:pt x="1895739" y="97777"/>
                </a:cubicBezTo>
                <a:lnTo>
                  <a:pt x="1895739" y="72144"/>
                </a:lnTo>
                <a:cubicBezTo>
                  <a:pt x="1895739" y="66155"/>
                  <a:pt x="1895074" y="61814"/>
                  <a:pt x="1893744" y="59122"/>
                </a:cubicBezTo>
                <a:cubicBezTo>
                  <a:pt x="1891694" y="55055"/>
                  <a:pt x="1888675" y="53022"/>
                  <a:pt x="1884686" y="53022"/>
                </a:cubicBezTo>
                <a:cubicBezTo>
                  <a:pt x="1876985" y="53022"/>
                  <a:pt x="1869727" y="56346"/>
                  <a:pt x="1862912" y="62994"/>
                </a:cubicBezTo>
                <a:cubicBezTo>
                  <a:pt x="1860973" y="65082"/>
                  <a:pt x="1860003" y="67446"/>
                  <a:pt x="1860003" y="70084"/>
                </a:cubicBezTo>
                <a:close/>
                <a:moveTo>
                  <a:pt x="1936529" y="118042"/>
                </a:moveTo>
                <a:cubicBezTo>
                  <a:pt x="1934784" y="116288"/>
                  <a:pt x="1933911" y="114158"/>
                  <a:pt x="1933911" y="111653"/>
                </a:cubicBezTo>
                <a:cubicBezTo>
                  <a:pt x="1933911" y="109148"/>
                  <a:pt x="1934784" y="107005"/>
                  <a:pt x="1936529" y="105225"/>
                </a:cubicBezTo>
                <a:cubicBezTo>
                  <a:pt x="1938274" y="103444"/>
                  <a:pt x="1940393" y="102553"/>
                  <a:pt x="1942886" y="102553"/>
                </a:cubicBezTo>
                <a:cubicBezTo>
                  <a:pt x="1945380" y="102553"/>
                  <a:pt x="1947513" y="103444"/>
                  <a:pt x="1949286" y="105225"/>
                </a:cubicBezTo>
                <a:cubicBezTo>
                  <a:pt x="1951058" y="107005"/>
                  <a:pt x="1951945" y="109148"/>
                  <a:pt x="1951945" y="111653"/>
                </a:cubicBezTo>
                <a:cubicBezTo>
                  <a:pt x="1951945" y="114158"/>
                  <a:pt x="1951058" y="116288"/>
                  <a:pt x="1949286" y="118042"/>
                </a:cubicBezTo>
                <a:cubicBezTo>
                  <a:pt x="1947513" y="119794"/>
                  <a:pt x="1945380" y="120670"/>
                  <a:pt x="1942886" y="120670"/>
                </a:cubicBezTo>
                <a:cubicBezTo>
                  <a:pt x="1940393" y="120670"/>
                  <a:pt x="1938274" y="119794"/>
                  <a:pt x="1936529" y="118042"/>
                </a:cubicBezTo>
                <a:moveTo>
                  <a:pt x="1981614" y="118042"/>
                </a:moveTo>
                <a:cubicBezTo>
                  <a:pt x="1979841" y="116288"/>
                  <a:pt x="1978954" y="114158"/>
                  <a:pt x="1978954" y="111653"/>
                </a:cubicBezTo>
                <a:cubicBezTo>
                  <a:pt x="1978954" y="109148"/>
                  <a:pt x="1979841" y="107005"/>
                  <a:pt x="1981614" y="105225"/>
                </a:cubicBezTo>
                <a:cubicBezTo>
                  <a:pt x="1983387" y="103444"/>
                  <a:pt x="1985520" y="102553"/>
                  <a:pt x="1988013" y="102553"/>
                </a:cubicBezTo>
                <a:cubicBezTo>
                  <a:pt x="1990506" y="102553"/>
                  <a:pt x="1992639" y="103444"/>
                  <a:pt x="1994412" y="105225"/>
                </a:cubicBezTo>
                <a:cubicBezTo>
                  <a:pt x="1996185" y="107005"/>
                  <a:pt x="1997072" y="109148"/>
                  <a:pt x="1997072" y="111653"/>
                </a:cubicBezTo>
                <a:cubicBezTo>
                  <a:pt x="1997072" y="114158"/>
                  <a:pt x="1996185" y="116288"/>
                  <a:pt x="1994412" y="118042"/>
                </a:cubicBezTo>
                <a:cubicBezTo>
                  <a:pt x="1992639" y="119794"/>
                  <a:pt x="1990506" y="120670"/>
                  <a:pt x="1988013" y="120670"/>
                </a:cubicBezTo>
                <a:cubicBezTo>
                  <a:pt x="1985520" y="120670"/>
                  <a:pt x="1983387" y="119794"/>
                  <a:pt x="1981614" y="118042"/>
                </a:cubicBezTo>
                <a:moveTo>
                  <a:pt x="2026574" y="118042"/>
                </a:moveTo>
                <a:cubicBezTo>
                  <a:pt x="2024801" y="116288"/>
                  <a:pt x="2023915" y="114158"/>
                  <a:pt x="2023915" y="111653"/>
                </a:cubicBezTo>
                <a:cubicBezTo>
                  <a:pt x="2023915" y="109148"/>
                  <a:pt x="2024801" y="107005"/>
                  <a:pt x="2026574" y="105225"/>
                </a:cubicBezTo>
                <a:cubicBezTo>
                  <a:pt x="2028347" y="103444"/>
                  <a:pt x="2030480" y="102553"/>
                  <a:pt x="2032973" y="102553"/>
                </a:cubicBezTo>
                <a:cubicBezTo>
                  <a:pt x="2035467" y="102553"/>
                  <a:pt x="2037586" y="103444"/>
                  <a:pt x="2039331" y="105225"/>
                </a:cubicBezTo>
                <a:cubicBezTo>
                  <a:pt x="2041076" y="107005"/>
                  <a:pt x="2041949" y="109148"/>
                  <a:pt x="2041949" y="111653"/>
                </a:cubicBezTo>
                <a:cubicBezTo>
                  <a:pt x="2041949" y="114158"/>
                  <a:pt x="2041076" y="116288"/>
                  <a:pt x="2039331" y="118042"/>
                </a:cubicBezTo>
                <a:cubicBezTo>
                  <a:pt x="2037586" y="119794"/>
                  <a:pt x="2035467" y="120670"/>
                  <a:pt x="2032973" y="120670"/>
                </a:cubicBezTo>
                <a:cubicBezTo>
                  <a:pt x="2030480" y="120670"/>
                  <a:pt x="2028347" y="119794"/>
                  <a:pt x="2026574" y="118042"/>
                </a:cubicBez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13f89685f4f48"/>
          <a:stretch xmlns:a="http://schemas.openxmlformats.org/drawingml/2006/main"/>
        </p:blipFill>
        <p:spPr>
          <a:xfrm xmlns:a="http://schemas.openxmlformats.org/drawingml/2006/main">
            <a:off x="2490397" y="2585826"/>
            <a:ext cx="203940" cy="197361"/>
          </a:xfrm>
          <a:prstGeom xmlns:a="http://schemas.openxmlformats.org/drawingml/2006/main" prst="rect">
            <a:avLst/>
          </a:prstGeom>
        </p:spPr>
      </p:pic>
      <p:sp>
        <p:nvSpPr>
          <p:cNvPr id="152" name="Text User">
            <a:extLst xmlns:a="http://schemas.openxmlformats.org/drawingml/2006/main">
              <a:ext uri="{FF2B5EF4-FFF2-40B4-BE49-F238E27FC236}">
                <a16:creationId xmlns:a16="http://schemas.microsoft.com/office/drawing/2014/main" id="{86438C82-7EB4-4B8C-AE4C-BC404382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284" y="1531627"/>
            <a:ext cx="436197" cy="139609"/>
          </a:xfrm>
          <a:custGeom xmlns:a="http://schemas.openxmlformats.org/drawingml/2006/main">
            <a:pathLst>
              <a:path w="436197" h="139609">
                <a:moveTo>
                  <a:pt x="46986" y="26634"/>
                </a:moveTo>
                <a:lnTo>
                  <a:pt x="46986" y="80588"/>
                </a:lnTo>
                <a:cubicBezTo>
                  <a:pt x="46986" y="86559"/>
                  <a:pt x="47124" y="91437"/>
                  <a:pt x="47401" y="95222"/>
                </a:cubicBezTo>
                <a:cubicBezTo>
                  <a:pt x="47677" y="99006"/>
                  <a:pt x="48662" y="103381"/>
                  <a:pt x="50357" y="108346"/>
                </a:cubicBezTo>
                <a:cubicBezTo>
                  <a:pt x="52051" y="113310"/>
                  <a:pt x="54523" y="117354"/>
                  <a:pt x="57773" y="120479"/>
                </a:cubicBezTo>
                <a:cubicBezTo>
                  <a:pt x="65102" y="127562"/>
                  <a:pt x="73538" y="131103"/>
                  <a:pt x="83081" y="131103"/>
                </a:cubicBezTo>
                <a:cubicBezTo>
                  <a:pt x="89995" y="131103"/>
                  <a:pt x="95942" y="130010"/>
                  <a:pt x="100921" y="127823"/>
                </a:cubicBezTo>
                <a:cubicBezTo>
                  <a:pt x="105899" y="125637"/>
                  <a:pt x="109737" y="122946"/>
                  <a:pt x="112434" y="119753"/>
                </a:cubicBezTo>
                <a:cubicBezTo>
                  <a:pt x="115130" y="116557"/>
                  <a:pt x="117257" y="112460"/>
                  <a:pt x="118813" y="107462"/>
                </a:cubicBezTo>
                <a:cubicBezTo>
                  <a:pt x="120368" y="102461"/>
                  <a:pt x="121319" y="97878"/>
                  <a:pt x="121665" y="93712"/>
                </a:cubicBezTo>
                <a:cubicBezTo>
                  <a:pt x="122011" y="89546"/>
                  <a:pt x="122183" y="84616"/>
                  <a:pt x="122183" y="78922"/>
                </a:cubicBezTo>
                <a:lnTo>
                  <a:pt x="122183" y="26634"/>
                </a:lnTo>
                <a:cubicBezTo>
                  <a:pt x="122183" y="22050"/>
                  <a:pt x="121976" y="18596"/>
                  <a:pt x="121561" y="16271"/>
                </a:cubicBezTo>
                <a:cubicBezTo>
                  <a:pt x="121146" y="13944"/>
                  <a:pt x="120005" y="12139"/>
                  <a:pt x="118138" y="10855"/>
                </a:cubicBezTo>
                <a:cubicBezTo>
                  <a:pt x="116271" y="9569"/>
                  <a:pt x="114422" y="8754"/>
                  <a:pt x="112589" y="8408"/>
                </a:cubicBezTo>
                <a:cubicBezTo>
                  <a:pt x="110757" y="8060"/>
                  <a:pt x="107420" y="7678"/>
                  <a:pt x="102580" y="7260"/>
                </a:cubicBezTo>
                <a:cubicBezTo>
                  <a:pt x="101889" y="6569"/>
                  <a:pt x="101543" y="5359"/>
                  <a:pt x="101543" y="3630"/>
                </a:cubicBezTo>
                <a:cubicBezTo>
                  <a:pt x="101543" y="1902"/>
                  <a:pt x="101889" y="691"/>
                  <a:pt x="102580" y="0"/>
                </a:cubicBezTo>
                <a:cubicBezTo>
                  <a:pt x="116755" y="277"/>
                  <a:pt x="125779" y="415"/>
                  <a:pt x="129651" y="415"/>
                </a:cubicBezTo>
                <a:cubicBezTo>
                  <a:pt x="130896" y="415"/>
                  <a:pt x="138468" y="277"/>
                  <a:pt x="152366" y="0"/>
                </a:cubicBezTo>
                <a:cubicBezTo>
                  <a:pt x="153058" y="691"/>
                  <a:pt x="153404" y="1884"/>
                  <a:pt x="153404" y="3578"/>
                </a:cubicBezTo>
                <a:cubicBezTo>
                  <a:pt x="153404" y="5272"/>
                  <a:pt x="153058" y="6500"/>
                  <a:pt x="152366" y="7260"/>
                </a:cubicBezTo>
                <a:cubicBezTo>
                  <a:pt x="147249" y="7816"/>
                  <a:pt x="143809" y="8407"/>
                  <a:pt x="142046" y="9033"/>
                </a:cubicBezTo>
                <a:cubicBezTo>
                  <a:pt x="140283" y="9658"/>
                  <a:pt x="138831" y="11289"/>
                  <a:pt x="137690" y="13928"/>
                </a:cubicBezTo>
                <a:cubicBezTo>
                  <a:pt x="136549" y="16566"/>
                  <a:pt x="135978" y="20801"/>
                  <a:pt x="135978" y="26634"/>
                </a:cubicBezTo>
                <a:lnTo>
                  <a:pt x="135978" y="75068"/>
                </a:lnTo>
                <a:cubicBezTo>
                  <a:pt x="135978" y="95410"/>
                  <a:pt x="131553" y="111253"/>
                  <a:pt x="122702" y="122595"/>
                </a:cubicBezTo>
                <a:cubicBezTo>
                  <a:pt x="113851" y="133937"/>
                  <a:pt x="99157" y="139609"/>
                  <a:pt x="78621" y="139609"/>
                </a:cubicBezTo>
                <a:cubicBezTo>
                  <a:pt x="59190" y="139609"/>
                  <a:pt x="44877" y="136648"/>
                  <a:pt x="35680" y="130727"/>
                </a:cubicBezTo>
                <a:cubicBezTo>
                  <a:pt x="23372" y="122674"/>
                  <a:pt x="17218" y="108322"/>
                  <a:pt x="17218" y="87670"/>
                </a:cubicBezTo>
                <a:lnTo>
                  <a:pt x="17218" y="26634"/>
                </a:lnTo>
                <a:cubicBezTo>
                  <a:pt x="17218" y="18232"/>
                  <a:pt x="16198" y="12973"/>
                  <a:pt x="14158" y="10855"/>
                </a:cubicBezTo>
                <a:cubicBezTo>
                  <a:pt x="12118" y="8737"/>
                  <a:pt x="7675" y="7539"/>
                  <a:pt x="830" y="7260"/>
                </a:cubicBezTo>
                <a:cubicBezTo>
                  <a:pt x="277" y="6569"/>
                  <a:pt x="0" y="5359"/>
                  <a:pt x="0" y="3630"/>
                </a:cubicBezTo>
                <a:cubicBezTo>
                  <a:pt x="0" y="1902"/>
                  <a:pt x="277" y="691"/>
                  <a:pt x="830" y="0"/>
                </a:cubicBezTo>
                <a:cubicBezTo>
                  <a:pt x="15005" y="277"/>
                  <a:pt x="25343" y="415"/>
                  <a:pt x="31842" y="415"/>
                </a:cubicBezTo>
                <a:cubicBezTo>
                  <a:pt x="41039" y="415"/>
                  <a:pt x="52587" y="277"/>
                  <a:pt x="66485" y="0"/>
                </a:cubicBezTo>
                <a:cubicBezTo>
                  <a:pt x="67177" y="691"/>
                  <a:pt x="67540" y="1884"/>
                  <a:pt x="67574" y="3578"/>
                </a:cubicBezTo>
                <a:cubicBezTo>
                  <a:pt x="67609" y="5272"/>
                  <a:pt x="67246" y="6500"/>
                  <a:pt x="66485" y="7260"/>
                </a:cubicBezTo>
                <a:cubicBezTo>
                  <a:pt x="57980" y="7539"/>
                  <a:pt x="52604" y="8703"/>
                  <a:pt x="50357" y="10751"/>
                </a:cubicBezTo>
                <a:cubicBezTo>
                  <a:pt x="48109" y="12798"/>
                  <a:pt x="46986" y="18092"/>
                  <a:pt x="46986" y="26634"/>
                </a:cubicBezTo>
                <a:close/>
                <a:moveTo>
                  <a:pt x="164433" y="106146"/>
                </a:moveTo>
                <a:cubicBezTo>
                  <a:pt x="167545" y="105452"/>
                  <a:pt x="170380" y="105314"/>
                  <a:pt x="172939" y="105731"/>
                </a:cubicBezTo>
                <a:cubicBezTo>
                  <a:pt x="175082" y="113426"/>
                  <a:pt x="178419" y="119579"/>
                  <a:pt x="182948" y="124190"/>
                </a:cubicBezTo>
                <a:cubicBezTo>
                  <a:pt x="187477" y="128799"/>
                  <a:pt x="192231" y="131103"/>
                  <a:pt x="197209" y="131103"/>
                </a:cubicBezTo>
                <a:cubicBezTo>
                  <a:pt x="200321" y="131103"/>
                  <a:pt x="203191" y="130168"/>
                  <a:pt x="205818" y="128297"/>
                </a:cubicBezTo>
                <a:cubicBezTo>
                  <a:pt x="208446" y="126423"/>
                  <a:pt x="209760" y="123858"/>
                  <a:pt x="209760" y="120602"/>
                </a:cubicBezTo>
                <a:cubicBezTo>
                  <a:pt x="209760" y="112766"/>
                  <a:pt x="206129" y="107254"/>
                  <a:pt x="198869" y="104065"/>
                </a:cubicBezTo>
                <a:cubicBezTo>
                  <a:pt x="189257" y="99698"/>
                  <a:pt x="181063" y="93834"/>
                  <a:pt x="174287" y="86474"/>
                </a:cubicBezTo>
                <a:cubicBezTo>
                  <a:pt x="169931" y="81662"/>
                  <a:pt x="167718" y="76367"/>
                  <a:pt x="167649" y="70589"/>
                </a:cubicBezTo>
                <a:cubicBezTo>
                  <a:pt x="167649" y="64536"/>
                  <a:pt x="170069" y="59035"/>
                  <a:pt x="174909" y="54084"/>
                </a:cubicBezTo>
                <a:cubicBezTo>
                  <a:pt x="182101" y="46793"/>
                  <a:pt x="191643" y="43148"/>
                  <a:pt x="203536" y="43148"/>
                </a:cubicBezTo>
                <a:cubicBezTo>
                  <a:pt x="211627" y="43148"/>
                  <a:pt x="219579" y="44763"/>
                  <a:pt x="227392" y="47994"/>
                </a:cubicBezTo>
                <a:cubicBezTo>
                  <a:pt x="229259" y="54457"/>
                  <a:pt x="230158" y="61916"/>
                  <a:pt x="230089" y="70372"/>
                </a:cubicBezTo>
                <a:cubicBezTo>
                  <a:pt x="228222" y="71621"/>
                  <a:pt x="225456" y="71967"/>
                  <a:pt x="221791" y="71412"/>
                </a:cubicBezTo>
                <a:cubicBezTo>
                  <a:pt x="216398" y="58239"/>
                  <a:pt x="209760" y="51653"/>
                  <a:pt x="201877" y="51653"/>
                </a:cubicBezTo>
                <a:cubicBezTo>
                  <a:pt x="198903" y="51653"/>
                  <a:pt x="196449" y="52502"/>
                  <a:pt x="194513" y="54201"/>
                </a:cubicBezTo>
                <a:cubicBezTo>
                  <a:pt x="192576" y="55899"/>
                  <a:pt x="191608" y="58031"/>
                  <a:pt x="191608" y="60596"/>
                </a:cubicBezTo>
                <a:cubicBezTo>
                  <a:pt x="191608" y="68431"/>
                  <a:pt x="195446" y="73943"/>
                  <a:pt x="203121" y="77133"/>
                </a:cubicBezTo>
                <a:cubicBezTo>
                  <a:pt x="214116" y="81917"/>
                  <a:pt x="222344" y="87394"/>
                  <a:pt x="227807" y="93563"/>
                </a:cubicBezTo>
                <a:cubicBezTo>
                  <a:pt x="232163" y="98416"/>
                  <a:pt x="234341" y="104517"/>
                  <a:pt x="234341" y="111866"/>
                </a:cubicBezTo>
                <a:cubicBezTo>
                  <a:pt x="234341" y="120624"/>
                  <a:pt x="230521" y="127438"/>
                  <a:pt x="222880" y="132306"/>
                </a:cubicBezTo>
                <a:cubicBezTo>
                  <a:pt x="215240" y="137174"/>
                  <a:pt x="206821" y="139609"/>
                  <a:pt x="197624" y="139609"/>
                </a:cubicBezTo>
                <a:cubicBezTo>
                  <a:pt x="186837" y="139609"/>
                  <a:pt x="176984" y="137993"/>
                  <a:pt x="168064" y="134763"/>
                </a:cubicBezTo>
                <a:cubicBezTo>
                  <a:pt x="166612" y="128775"/>
                  <a:pt x="165402" y="119236"/>
                  <a:pt x="164433" y="106146"/>
                </a:cubicBezTo>
                <a:close/>
                <a:moveTo>
                  <a:pt x="281503" y="79035"/>
                </a:moveTo>
                <a:lnTo>
                  <a:pt x="310442" y="79035"/>
                </a:lnTo>
                <a:cubicBezTo>
                  <a:pt x="310718" y="78755"/>
                  <a:pt x="310856" y="77245"/>
                  <a:pt x="310856" y="74507"/>
                </a:cubicBezTo>
                <a:cubicBezTo>
                  <a:pt x="310856" y="66713"/>
                  <a:pt x="309474" y="60956"/>
                  <a:pt x="306708" y="57235"/>
                </a:cubicBezTo>
                <a:cubicBezTo>
                  <a:pt x="303942" y="53514"/>
                  <a:pt x="300796" y="51653"/>
                  <a:pt x="297269" y="51653"/>
                </a:cubicBezTo>
                <a:cubicBezTo>
                  <a:pt x="295679" y="51653"/>
                  <a:pt x="293760" y="52302"/>
                  <a:pt x="291512" y="53601"/>
                </a:cubicBezTo>
                <a:cubicBezTo>
                  <a:pt x="289265" y="54900"/>
                  <a:pt x="287346" y="56673"/>
                  <a:pt x="285756" y="58920"/>
                </a:cubicBezTo>
                <a:cubicBezTo>
                  <a:pt x="283197" y="62853"/>
                  <a:pt x="281780" y="69558"/>
                  <a:pt x="281503" y="79035"/>
                </a:cubicBezTo>
                <a:moveTo>
                  <a:pt x="335438" y="110116"/>
                </a:moveTo>
                <a:cubicBezTo>
                  <a:pt x="337582" y="110116"/>
                  <a:pt x="338654" y="112302"/>
                  <a:pt x="338654" y="116673"/>
                </a:cubicBezTo>
                <a:cubicBezTo>
                  <a:pt x="328143" y="131964"/>
                  <a:pt x="314902" y="139609"/>
                  <a:pt x="298929" y="139609"/>
                </a:cubicBezTo>
                <a:cubicBezTo>
                  <a:pt x="285030" y="139609"/>
                  <a:pt x="274208" y="136076"/>
                  <a:pt x="266464" y="129010"/>
                </a:cubicBezTo>
                <a:cubicBezTo>
                  <a:pt x="257406" y="120766"/>
                  <a:pt x="252876" y="109544"/>
                  <a:pt x="252876" y="95342"/>
                </a:cubicBezTo>
                <a:cubicBezTo>
                  <a:pt x="252876" y="79916"/>
                  <a:pt x="257648" y="67360"/>
                  <a:pt x="267190" y="57675"/>
                </a:cubicBezTo>
                <a:cubicBezTo>
                  <a:pt x="276732" y="47990"/>
                  <a:pt x="287519" y="43148"/>
                  <a:pt x="299551" y="43148"/>
                </a:cubicBezTo>
                <a:cubicBezTo>
                  <a:pt x="307088" y="43148"/>
                  <a:pt x="313467" y="44237"/>
                  <a:pt x="318687" y="46415"/>
                </a:cubicBezTo>
                <a:cubicBezTo>
                  <a:pt x="323908" y="48593"/>
                  <a:pt x="327832" y="51601"/>
                  <a:pt x="330460" y="55439"/>
                </a:cubicBezTo>
                <a:cubicBezTo>
                  <a:pt x="333087" y="59277"/>
                  <a:pt x="334972" y="63253"/>
                  <a:pt x="336113" y="67367"/>
                </a:cubicBezTo>
                <a:cubicBezTo>
                  <a:pt x="337253" y="71481"/>
                  <a:pt x="337824" y="75993"/>
                  <a:pt x="337824" y="80902"/>
                </a:cubicBezTo>
                <a:cubicBezTo>
                  <a:pt x="337824" y="85259"/>
                  <a:pt x="335784" y="87471"/>
                  <a:pt x="331704" y="87541"/>
                </a:cubicBezTo>
                <a:lnTo>
                  <a:pt x="280674" y="87541"/>
                </a:lnTo>
                <a:cubicBezTo>
                  <a:pt x="280674" y="87817"/>
                  <a:pt x="280639" y="88302"/>
                  <a:pt x="280570" y="88996"/>
                </a:cubicBezTo>
                <a:cubicBezTo>
                  <a:pt x="280501" y="89690"/>
                  <a:pt x="280466" y="90314"/>
                  <a:pt x="280466" y="90869"/>
                </a:cubicBezTo>
                <a:cubicBezTo>
                  <a:pt x="280466" y="101067"/>
                  <a:pt x="282800" y="108696"/>
                  <a:pt x="287467" y="113759"/>
                </a:cubicBezTo>
                <a:cubicBezTo>
                  <a:pt x="292135" y="118822"/>
                  <a:pt x="298721" y="121354"/>
                  <a:pt x="307226" y="121354"/>
                </a:cubicBezTo>
                <a:cubicBezTo>
                  <a:pt x="318705" y="121423"/>
                  <a:pt x="328109" y="117677"/>
                  <a:pt x="335438" y="110116"/>
                </a:cubicBezTo>
                <a:close/>
                <a:moveTo>
                  <a:pt x="396264" y="80514"/>
                </a:moveTo>
                <a:lnTo>
                  <a:pt x="396264" y="111575"/>
                </a:lnTo>
                <a:cubicBezTo>
                  <a:pt x="396264" y="120093"/>
                  <a:pt x="397112" y="125305"/>
                  <a:pt x="398806" y="127211"/>
                </a:cubicBezTo>
                <a:cubicBezTo>
                  <a:pt x="400500" y="129114"/>
                  <a:pt x="404735" y="130274"/>
                  <a:pt x="411511" y="130689"/>
                </a:cubicBezTo>
                <a:cubicBezTo>
                  <a:pt x="412065" y="131242"/>
                  <a:pt x="412359" y="132452"/>
                  <a:pt x="412393" y="134319"/>
                </a:cubicBezTo>
                <a:cubicBezTo>
                  <a:pt x="412428" y="136186"/>
                  <a:pt x="412134" y="137396"/>
                  <a:pt x="411511" y="137949"/>
                </a:cubicBezTo>
                <a:cubicBezTo>
                  <a:pt x="399342" y="137672"/>
                  <a:pt x="389661" y="137534"/>
                  <a:pt x="382470" y="137534"/>
                </a:cubicBezTo>
                <a:cubicBezTo>
                  <a:pt x="374932" y="137534"/>
                  <a:pt x="365217" y="137672"/>
                  <a:pt x="353324" y="137949"/>
                </a:cubicBezTo>
                <a:cubicBezTo>
                  <a:pt x="352771" y="137396"/>
                  <a:pt x="352494" y="136203"/>
                  <a:pt x="352494" y="134371"/>
                </a:cubicBezTo>
                <a:cubicBezTo>
                  <a:pt x="352494" y="132538"/>
                  <a:pt x="352771" y="131311"/>
                  <a:pt x="353324" y="130689"/>
                </a:cubicBezTo>
                <a:cubicBezTo>
                  <a:pt x="360100" y="130135"/>
                  <a:pt x="364353" y="128940"/>
                  <a:pt x="366082" y="127104"/>
                </a:cubicBezTo>
                <a:cubicBezTo>
                  <a:pt x="367810" y="125265"/>
                  <a:pt x="368675" y="120081"/>
                  <a:pt x="368675" y="111552"/>
                </a:cubicBezTo>
                <a:lnTo>
                  <a:pt x="368675" y="71713"/>
                </a:lnTo>
                <a:cubicBezTo>
                  <a:pt x="368675" y="65749"/>
                  <a:pt x="367828" y="61884"/>
                  <a:pt x="366133" y="60116"/>
                </a:cubicBezTo>
                <a:cubicBezTo>
                  <a:pt x="364439" y="58349"/>
                  <a:pt x="360688" y="57187"/>
                  <a:pt x="354880" y="56632"/>
                </a:cubicBezTo>
                <a:cubicBezTo>
                  <a:pt x="354050" y="54073"/>
                  <a:pt x="353877" y="51861"/>
                  <a:pt x="354361" y="49994"/>
                </a:cubicBezTo>
                <a:cubicBezTo>
                  <a:pt x="362590" y="49177"/>
                  <a:pt x="374345" y="46895"/>
                  <a:pt x="389626" y="43148"/>
                </a:cubicBezTo>
                <a:cubicBezTo>
                  <a:pt x="392600" y="43148"/>
                  <a:pt x="394259" y="44358"/>
                  <a:pt x="394605" y="46778"/>
                </a:cubicBezTo>
                <a:cubicBezTo>
                  <a:pt x="395296" y="53693"/>
                  <a:pt x="395780" y="59259"/>
                  <a:pt x="396057" y="63477"/>
                </a:cubicBezTo>
                <a:lnTo>
                  <a:pt x="396887" y="63477"/>
                </a:lnTo>
                <a:cubicBezTo>
                  <a:pt x="406360" y="49855"/>
                  <a:pt x="414796" y="43079"/>
                  <a:pt x="422195" y="43148"/>
                </a:cubicBezTo>
                <a:cubicBezTo>
                  <a:pt x="425860" y="43148"/>
                  <a:pt x="429109" y="44406"/>
                  <a:pt x="431945" y="46921"/>
                </a:cubicBezTo>
                <a:cubicBezTo>
                  <a:pt x="434780" y="49434"/>
                  <a:pt x="436197" y="52103"/>
                  <a:pt x="436197" y="54927"/>
                </a:cubicBezTo>
                <a:cubicBezTo>
                  <a:pt x="436197" y="59266"/>
                  <a:pt x="434952" y="62917"/>
                  <a:pt x="432463" y="65879"/>
                </a:cubicBezTo>
                <a:cubicBezTo>
                  <a:pt x="429974" y="68842"/>
                  <a:pt x="427139" y="70323"/>
                  <a:pt x="423958" y="70323"/>
                </a:cubicBezTo>
                <a:cubicBezTo>
                  <a:pt x="419463" y="70323"/>
                  <a:pt x="416041" y="69164"/>
                  <a:pt x="413690" y="66845"/>
                </a:cubicBezTo>
                <a:cubicBezTo>
                  <a:pt x="413413" y="66573"/>
                  <a:pt x="413033" y="66198"/>
                  <a:pt x="412549" y="65720"/>
                </a:cubicBezTo>
                <a:cubicBezTo>
                  <a:pt x="412065" y="65243"/>
                  <a:pt x="411684" y="64868"/>
                  <a:pt x="411408" y="64596"/>
                </a:cubicBezTo>
                <a:cubicBezTo>
                  <a:pt x="411131" y="64321"/>
                  <a:pt x="410785" y="64030"/>
                  <a:pt x="410371" y="63724"/>
                </a:cubicBezTo>
                <a:cubicBezTo>
                  <a:pt x="409956" y="63417"/>
                  <a:pt x="409575" y="63195"/>
                  <a:pt x="409230" y="63059"/>
                </a:cubicBezTo>
                <a:cubicBezTo>
                  <a:pt x="408884" y="62923"/>
                  <a:pt x="408504" y="62855"/>
                  <a:pt x="408089" y="62855"/>
                </a:cubicBezTo>
                <a:cubicBezTo>
                  <a:pt x="406083" y="62855"/>
                  <a:pt x="403836" y="64067"/>
                  <a:pt x="401347" y="66492"/>
                </a:cubicBezTo>
                <a:cubicBezTo>
                  <a:pt x="399687" y="68084"/>
                  <a:pt x="398425" y="69937"/>
                  <a:pt x="397561" y="72051"/>
                </a:cubicBezTo>
                <a:cubicBezTo>
                  <a:pt x="396697" y="74162"/>
                  <a:pt x="396264" y="76983"/>
                  <a:pt x="396264" y="8051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7fa4db75c4bee"/>
          <a:stretch xmlns:a="http://schemas.openxmlformats.org/drawingml/2006/main"/>
        </p:blipFill>
        <p:spPr>
          <a:xfrm xmlns:a="http://schemas.openxmlformats.org/drawingml/2006/main">
            <a:off x="1988034" y="784412"/>
            <a:ext cx="656368" cy="656368"/>
          </a:xfrm>
          <a:prstGeom xmlns:a="http://schemas.openxmlformats.org/drawingml/2006/main" prst="rect">
            <a:avLst/>
          </a:prstGeom>
        </p:spPr>
      </p:pic>
      <p:pic>
        <p:nvPicPr>
          <p:cNvPr id="3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136d90df14a55"/>
          <a:stretch xmlns:a="http://schemas.openxmlformats.org/drawingml/2006/main"/>
        </p:blipFill>
        <p:spPr>
          <a:xfrm xmlns:a="http://schemas.openxmlformats.org/drawingml/2006/main">
            <a:off x="2550090" y="820834"/>
            <a:ext cx="75381" cy="43972"/>
          </a:xfrm>
          <a:prstGeom xmlns:a="http://schemas.openxmlformats.org/drawingml/2006/main" prst="rect">
            <a:avLst/>
          </a:prstGeom>
        </p:spPr>
      </p:pic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8ad4b63cd4c2f"/>
          <a:stretch xmlns:a="http://schemas.openxmlformats.org/drawingml/2006/main"/>
        </p:blipFill>
        <p:spPr>
          <a:xfrm xmlns:a="http://schemas.openxmlformats.org/drawingml/2006/main">
            <a:off x="2498912" y="785917"/>
            <a:ext cx="146561" cy="33309"/>
          </a:xfrm>
          <a:prstGeom xmlns:a="http://schemas.openxmlformats.org/drawingml/2006/main" prst="rect">
            <a:avLst/>
          </a:prstGeom>
        </p:spPr>
      </p:pic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518732fdc4a06"/>
          <a:stretch xmlns:a="http://schemas.openxmlformats.org/drawingml/2006/main"/>
        </p:blipFill>
        <p:spPr>
          <a:xfrm xmlns:a="http://schemas.openxmlformats.org/drawingml/2006/main">
            <a:off x="2583594" y="800757"/>
            <a:ext cx="39948" cy="19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32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2026-09-05T08:53:08.5470000Z</dcterms:created>
  <dcterms:modified xsi:type="dcterms:W3CDTF">2026-09-05T08:53:08.5470000Z</dcterms:modified>
</coreProperties>
</file>