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f6f003cd894bd4" /><Relationship Type="http://schemas.openxmlformats.org/officeDocument/2006/relationships/extended-properties" Target="/docProps/app.xml" Id="R2ad716a3df184d82" /><Relationship Type="http://schemas.openxmlformats.org/officeDocument/2006/relationships/officeDocument" Target="/ppt/presentation.xml" Id="R3d90bf97cc0a4d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342eff8f2e469e"/>
  </p:sldMasterIdLst>
  <p:notesMasterIdLst>
    <p:notesMasterId xmlns:r="http://schemas.openxmlformats.org/officeDocument/2006/relationships" r:id="R78eb1cc2c02c45fb"/>
  </p:notesMasterIdLst>
  <p:sldIdLst>
    <p:sldId xmlns:r="http://schemas.openxmlformats.org/officeDocument/2006/relationships" id="256" r:id="Rb7a6db586dfd45f0"/>
  </p:sldIdLst>
  <p:sldSz cx="6915150" cy="4857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e1de88d736440b" /><Relationship Type="http://schemas.openxmlformats.org/officeDocument/2006/relationships/slideMaster" Target="/ppt/slideMasters/slideMaster1.xml" Id="R5b342eff8f2e469e" /><Relationship Type="http://schemas.openxmlformats.org/officeDocument/2006/relationships/notesMaster" Target="/ppt/notesMasters/notesMaster1.xml" Id="R78eb1cc2c02c45fb" /><Relationship Type="http://schemas.openxmlformats.org/officeDocument/2006/relationships/presProps" Target="/ppt/presProps.xml" Id="R23eb8c079bb84c53" /><Relationship Type="http://schemas.openxmlformats.org/officeDocument/2006/relationships/tableStyles" Target="/ppt/tableStyles.xml" Id="R2c86fba5dcd14ec8" /><Relationship Type="http://schemas.openxmlformats.org/officeDocument/2006/relationships/slide" Target="/ppt/slides/slide1.xml" Id="Rb7a6db586dfd45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7b1a46320946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1ec9c852a845d3" /><Relationship Type="http://schemas.openxmlformats.org/officeDocument/2006/relationships/notesMaster" Target="/ppt/notesMasters/notesMaster1.xml" Id="R3d0b390a709e40a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素材ID：SE-017</ns1:t>
            </ns1:r>
          </ns1:p>
          <ns1:p>
            <ns1:r>
              <ns1:t>论文：EDEFuzz: A Web API Fuzzer for Excessive Data Exposures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3，PDF第5页</ns1:t>
            </ns1:r>
          </ns1:p>
          <ns1:p>
            <ns1:r>
              <ns1:t>类型：研究流程</ns1:t>
            </ns1:r>
          </ns1:p>
          <ns1:p>
            <ns1:r>
              <ns1:t>借鉴点：客户端、代理、模拟服务端和报告围成记录/回放测试链；用编号将真实运行流程与差分检测对齐。</ns1:t>
            </ns1:r>
          </ns1:p>
          <ns1:p>
            <ns1:r>
              <ns1:t>论文URL：https://arxiv.org/pdf/2301.09258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4f75fe31344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200e6a0c934ae1" /><Relationship Type="http://schemas.openxmlformats.org/officeDocument/2006/relationships/slideLayout" Target="/ppt/slideLayouts/slideLayout1.xml" Id="R0cdeb25125bd44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deb25125bd44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e35e1b82f640ed" /><Relationship Type="http://schemas.openxmlformats.org/officeDocument/2006/relationships/image" Target="/ppt/media/image.png" Id="Re6235f6d76f34e6f" /><Relationship Type="http://schemas.openxmlformats.org/officeDocument/2006/relationships/image" Target="/ppt/media/image2.png" Id="R9064b5b49ae0475e" /><Relationship Type="http://schemas.openxmlformats.org/officeDocument/2006/relationships/image" Target="/ppt/media/image3.png" Id="R3277702e79274a9d" /><Relationship Type="http://schemas.openxmlformats.org/officeDocument/2006/relationships/notesSlide" Target="/ppt/notesSlides/notesSlide1.xml" Id="R6f2d0365192643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1D212-83B7-4EE6-80DD-483FE2B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3" y="48062"/>
            <a:ext cx="6865155" cy="4773111"/>
          </a:xfrm>
          <a:custGeom xmlns:a="http://schemas.openxmlformats.org/drawingml/2006/main">
            <a:pathLst>
              <a:path w="6865155" h="4773111">
                <a:moveTo>
                  <a:pt x="0" y="0"/>
                </a:moveTo>
                <a:lnTo>
                  <a:pt x="6865155" y="0"/>
                </a:lnTo>
                <a:lnTo>
                  <a:pt x="6865155" y="4773111"/>
                </a:lnTo>
                <a:lnTo>
                  <a:pt x="0" y="47731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30AF2B-76AD-4B45-946D-38CA3C2B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615" y="206633"/>
            <a:ext cx="1950586" cy="4376165"/>
          </a:xfrm>
          <a:custGeom xmlns:a="http://schemas.openxmlformats.org/drawingml/2006/main">
            <a:pathLst>
              <a:path w="1950586" h="4376165">
                <a:moveTo>
                  <a:pt x="0" y="0"/>
                </a:moveTo>
                <a:lnTo>
                  <a:pt x="1950586" y="0"/>
                </a:lnTo>
                <a:lnTo>
                  <a:pt x="1950586" y="4376165"/>
                </a:lnTo>
                <a:lnTo>
                  <a:pt x="0" y="43761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24678-0FA9-4E5B-8909-06EB417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615" y="206633"/>
            <a:ext cx="1950586" cy="4376165"/>
          </a:xfrm>
          <a:custGeom xmlns:a="http://schemas.openxmlformats.org/drawingml/2006/main">
            <a:pathLst>
              <a:path w="1950586" h="4376165" fill="none">
                <a:moveTo>
                  <a:pt x="0" y="0"/>
                </a:moveTo>
                <a:lnTo>
                  <a:pt x="1950586" y="0"/>
                </a:lnTo>
                <a:lnTo>
                  <a:pt x="1950586" y="4376165"/>
                </a:lnTo>
                <a:lnTo>
                  <a:pt x="0" y="437616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custDash>
              <a:ds d="800000" sp="300000"/>
            </a:custDash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847F9-F10E-4508-B474-6D74BB88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694" y="528291"/>
            <a:ext cx="1088264" cy="1267845"/>
          </a:xfrm>
          <a:custGeom xmlns:a="http://schemas.openxmlformats.org/drawingml/2006/main">
            <a:pathLst>
              <a:path w="1088264" h="1267845">
                <a:moveTo>
                  <a:pt x="1088264" y="1267845"/>
                </a:moveTo>
                <a:lnTo>
                  <a:pt x="0" y="1267845"/>
                </a:lnTo>
                <a:lnTo>
                  <a:pt x="0" y="0"/>
                </a:lnTo>
                <a:lnTo>
                  <a:pt x="1088264" y="0"/>
                </a:lnTo>
                <a:lnTo>
                  <a:pt x="1088264" y="126784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35f6d76f34e6f"/>
          <a:stretch xmlns:a="http://schemas.openxmlformats.org/drawingml/2006/main"/>
        </p:blipFill>
        <p:spPr>
          <a:xfrm xmlns:a="http://schemas.openxmlformats.org/drawingml/2006/main">
            <a:off x="5799695" y="529502"/>
            <a:ext cx="1088263" cy="1265422"/>
          </a:xfrm>
          <a:prstGeom xmlns:a="http://schemas.openxmlformats.org/drawingml/2006/main" prst="rect">
            <a:avLst/>
          </a:prstGeom>
        </p:spPr>
      </p:pic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7B8F6-7CAF-43CD-9C47-080E2F4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7" y="693640"/>
            <a:ext cx="822900" cy="822900"/>
          </a:xfrm>
          <a:custGeom xmlns:a="http://schemas.openxmlformats.org/drawingml/2006/main">
            <a:pathLst>
              <a:path w="822900" h="822900">
                <a:moveTo>
                  <a:pt x="0" y="0"/>
                </a:moveTo>
                <a:lnTo>
                  <a:pt x="822900" y="0"/>
                </a:lnTo>
                <a:lnTo>
                  <a:pt x="822900" y="822900"/>
                </a:lnTo>
                <a:lnTo>
                  <a:pt x="0" y="8229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4b5b49ae0475e"/>
          <a:stretch xmlns:a="http://schemas.openxmlformats.org/drawingml/2006/main"/>
        </p:blipFill>
        <p:spPr>
          <a:xfrm xmlns:a="http://schemas.openxmlformats.org/drawingml/2006/main">
            <a:off x="287657" y="693640"/>
            <a:ext cx="822900" cy="822900"/>
          </a:xfrm>
          <a:prstGeom xmlns:a="http://schemas.openxmlformats.org/drawingml/2006/main" prst="rect">
            <a:avLst/>
          </a:prstGeom>
        </p:spPr>
      </p:pic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8AEB4C-6F85-4A89-9BA4-95ADD498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857" y="3378065"/>
            <a:ext cx="914240" cy="914240"/>
          </a:xfrm>
          <a:custGeom xmlns:a="http://schemas.openxmlformats.org/drawingml/2006/main">
            <a:pathLst>
              <a:path w="914240" h="914240">
                <a:moveTo>
                  <a:pt x="0" y="0"/>
                </a:moveTo>
                <a:lnTo>
                  <a:pt x="914240" y="0"/>
                </a:lnTo>
                <a:lnTo>
                  <a:pt x="914240" y="914240"/>
                </a:lnTo>
                <a:lnTo>
                  <a:pt x="0" y="9142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7702e79274a9d"/>
          <a:stretch xmlns:a="http://schemas.openxmlformats.org/drawingml/2006/main"/>
        </p:blipFill>
        <p:spPr>
          <a:xfrm xmlns:a="http://schemas.openxmlformats.org/drawingml/2006/main">
            <a:off x="5931857" y="3378065"/>
            <a:ext cx="914239" cy="914239"/>
          </a:xfrm>
          <a:prstGeom xmlns:a="http://schemas.openxmlformats.org/drawingml/2006/main" prst="rect">
            <a:avLst/>
          </a:prstGeom>
        </p:spPr>
      </p:pic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1331E-A726-4652-B373-0C156157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699" y="813647"/>
            <a:ext cx="1232341" cy="651555"/>
          </a:xfrm>
          <a:custGeom xmlns:a="http://schemas.openxmlformats.org/drawingml/2006/main">
            <a:pathLst>
              <a:path w="1232341" h="651555">
                <a:moveTo>
                  <a:pt x="0" y="108595"/>
                </a:moveTo>
                <a:lnTo>
                  <a:pt x="0" y="108595"/>
                </a:lnTo>
                <a:cubicBezTo>
                  <a:pt x="0" y="48620"/>
                  <a:pt x="48619" y="0"/>
                  <a:pt x="108595" y="0"/>
                </a:cubicBezTo>
                <a:lnTo>
                  <a:pt x="1123746" y="0"/>
                </a:lnTo>
                <a:cubicBezTo>
                  <a:pt x="1152547" y="0"/>
                  <a:pt x="1180168" y="11441"/>
                  <a:pt x="1200534" y="31807"/>
                </a:cubicBezTo>
                <a:cubicBezTo>
                  <a:pt x="1220899" y="52172"/>
                  <a:pt x="1232341" y="79794"/>
                  <a:pt x="1232341" y="108595"/>
                </a:cubicBezTo>
                <a:lnTo>
                  <a:pt x="1232341" y="542960"/>
                </a:lnTo>
                <a:cubicBezTo>
                  <a:pt x="1232341" y="602935"/>
                  <a:pt x="1183721" y="651555"/>
                  <a:pt x="1123746" y="651555"/>
                </a:cubicBezTo>
                <a:lnTo>
                  <a:pt x="108595" y="651555"/>
                </a:lnTo>
                <a:cubicBezTo>
                  <a:pt x="48619" y="651555"/>
                  <a:pt x="0" y="602935"/>
                  <a:pt x="0" y="542960"/>
                </a:cubicBezTo>
                <a:lnTo>
                  <a:pt x="0" y="108595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856B1-E8C8-4EB5-A462-62170F93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699" y="813647"/>
            <a:ext cx="1232341" cy="651555"/>
          </a:xfrm>
          <a:custGeom xmlns:a="http://schemas.openxmlformats.org/drawingml/2006/main">
            <a:pathLst>
              <a:path w="1232341" h="651555" fill="none">
                <a:moveTo>
                  <a:pt x="0" y="108595"/>
                </a:moveTo>
                <a:lnTo>
                  <a:pt x="0" y="108595"/>
                </a:lnTo>
                <a:cubicBezTo>
                  <a:pt x="0" y="48620"/>
                  <a:pt x="48619" y="0"/>
                  <a:pt x="108595" y="0"/>
                </a:cubicBezTo>
                <a:lnTo>
                  <a:pt x="1123746" y="0"/>
                </a:lnTo>
                <a:cubicBezTo>
                  <a:pt x="1152547" y="0"/>
                  <a:pt x="1180168" y="11441"/>
                  <a:pt x="1200534" y="31807"/>
                </a:cubicBezTo>
                <a:cubicBezTo>
                  <a:pt x="1220899" y="52172"/>
                  <a:pt x="1232341" y="79794"/>
                  <a:pt x="1232341" y="108595"/>
                </a:cubicBezTo>
                <a:lnTo>
                  <a:pt x="1232341" y="542960"/>
                </a:lnTo>
                <a:cubicBezTo>
                  <a:pt x="1232341" y="602935"/>
                  <a:pt x="1183721" y="651555"/>
                  <a:pt x="1123746" y="651555"/>
                </a:cubicBezTo>
                <a:lnTo>
                  <a:pt x="108595" y="651555"/>
                </a:lnTo>
                <a:cubicBezTo>
                  <a:pt x="48619" y="651555"/>
                  <a:pt x="0" y="602935"/>
                  <a:pt x="0" y="542960"/>
                </a:cubicBezTo>
                <a:lnTo>
                  <a:pt x="0" y="1085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2" name="Text WebProxy">
            <a:extLst xmlns:a="http://schemas.openxmlformats.org/drawingml/2006/main">
              <a:ext uri="{FF2B5EF4-FFF2-40B4-BE49-F238E27FC236}">
                <a16:creationId xmlns:a16="http://schemas.microsoft.com/office/drawing/2014/main" id="{5578AB6A-2F05-4DF1-827D-61D775D8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126" y="1080085"/>
            <a:ext cx="832856" cy="150588"/>
          </a:xfrm>
          <a:custGeom xmlns:a="http://schemas.openxmlformats.org/drawingml/2006/main">
            <a:pathLst>
              <a:path w="832856" h="150588">
                <a:moveTo>
                  <a:pt x="27769" y="116313"/>
                </a:moveTo>
                <a:lnTo>
                  <a:pt x="0" y="0"/>
                </a:lnTo>
                <a:lnTo>
                  <a:pt x="24040" y="0"/>
                </a:lnTo>
                <a:lnTo>
                  <a:pt x="41574" y="79896"/>
                </a:lnTo>
                <a:lnTo>
                  <a:pt x="62838" y="0"/>
                </a:lnTo>
                <a:lnTo>
                  <a:pt x="90765" y="0"/>
                </a:lnTo>
                <a:lnTo>
                  <a:pt x="111156" y="81244"/>
                </a:lnTo>
                <a:lnTo>
                  <a:pt x="129007" y="0"/>
                </a:lnTo>
                <a:lnTo>
                  <a:pt x="152651" y="0"/>
                </a:lnTo>
                <a:lnTo>
                  <a:pt x="124406" y="116313"/>
                </a:lnTo>
                <a:lnTo>
                  <a:pt x="99493" y="116313"/>
                </a:lnTo>
                <a:lnTo>
                  <a:pt x="76325" y="29356"/>
                </a:lnTo>
                <a:lnTo>
                  <a:pt x="53237" y="116313"/>
                </a:lnTo>
                <a:lnTo>
                  <a:pt x="27769" y="116313"/>
                </a:lnTo>
                <a:close/>
                <a:moveTo>
                  <a:pt x="210204" y="89496"/>
                </a:moveTo>
                <a:lnTo>
                  <a:pt x="232419" y="93304"/>
                </a:lnTo>
                <a:cubicBezTo>
                  <a:pt x="229563" y="101423"/>
                  <a:pt x="225054" y="107605"/>
                  <a:pt x="218892" y="111850"/>
                </a:cubicBezTo>
                <a:cubicBezTo>
                  <a:pt x="212730" y="116095"/>
                  <a:pt x="205020" y="118217"/>
                  <a:pt x="195764" y="118217"/>
                </a:cubicBezTo>
                <a:cubicBezTo>
                  <a:pt x="181112" y="118217"/>
                  <a:pt x="170269" y="113430"/>
                  <a:pt x="163234" y="103856"/>
                </a:cubicBezTo>
                <a:cubicBezTo>
                  <a:pt x="157681" y="96187"/>
                  <a:pt x="154904" y="86507"/>
                  <a:pt x="154904" y="74818"/>
                </a:cubicBezTo>
                <a:cubicBezTo>
                  <a:pt x="154904" y="60854"/>
                  <a:pt x="158553" y="49918"/>
                  <a:pt x="165853" y="42011"/>
                </a:cubicBezTo>
                <a:cubicBezTo>
                  <a:pt x="173152" y="34103"/>
                  <a:pt x="182382" y="30149"/>
                  <a:pt x="193542" y="30149"/>
                </a:cubicBezTo>
                <a:cubicBezTo>
                  <a:pt x="206078" y="30149"/>
                  <a:pt x="215969" y="34288"/>
                  <a:pt x="223216" y="42566"/>
                </a:cubicBezTo>
                <a:cubicBezTo>
                  <a:pt x="230462" y="50844"/>
                  <a:pt x="233927" y="63525"/>
                  <a:pt x="233609" y="80610"/>
                </a:cubicBezTo>
                <a:lnTo>
                  <a:pt x="177754" y="80610"/>
                </a:lnTo>
                <a:cubicBezTo>
                  <a:pt x="177912" y="87221"/>
                  <a:pt x="179711" y="92365"/>
                  <a:pt x="183149" y="96041"/>
                </a:cubicBezTo>
                <a:cubicBezTo>
                  <a:pt x="186587" y="99718"/>
                  <a:pt x="190871" y="101556"/>
                  <a:pt x="196002" y="101556"/>
                </a:cubicBezTo>
                <a:cubicBezTo>
                  <a:pt x="199493" y="101556"/>
                  <a:pt x="202429" y="100603"/>
                  <a:pt x="204809" y="98699"/>
                </a:cubicBezTo>
                <a:cubicBezTo>
                  <a:pt x="207189" y="96795"/>
                  <a:pt x="208987" y="93727"/>
                  <a:pt x="210204" y="89496"/>
                </a:cubicBezTo>
                <a:moveTo>
                  <a:pt x="211473" y="66963"/>
                </a:moveTo>
                <a:cubicBezTo>
                  <a:pt x="211315" y="60537"/>
                  <a:pt x="209648" y="55651"/>
                  <a:pt x="206475" y="52305"/>
                </a:cubicBezTo>
                <a:cubicBezTo>
                  <a:pt x="203301" y="48960"/>
                  <a:pt x="199440" y="47287"/>
                  <a:pt x="194891" y="47287"/>
                </a:cubicBezTo>
                <a:cubicBezTo>
                  <a:pt x="190025" y="47287"/>
                  <a:pt x="186005" y="49051"/>
                  <a:pt x="182831" y="52580"/>
                </a:cubicBezTo>
                <a:cubicBezTo>
                  <a:pt x="179658" y="56111"/>
                  <a:pt x="178098" y="60905"/>
                  <a:pt x="178150" y="66963"/>
                </a:cubicBezTo>
                <a:lnTo>
                  <a:pt x="211473" y="66963"/>
                </a:lnTo>
                <a:close/>
                <a:moveTo>
                  <a:pt x="250802" y="116313"/>
                </a:moveTo>
                <a:lnTo>
                  <a:pt x="250802" y="0"/>
                </a:lnTo>
                <a:lnTo>
                  <a:pt x="273096" y="0"/>
                </a:lnTo>
                <a:lnTo>
                  <a:pt x="273096" y="41892"/>
                </a:lnTo>
                <a:cubicBezTo>
                  <a:pt x="279972" y="34063"/>
                  <a:pt x="288118" y="30149"/>
                  <a:pt x="297533" y="30149"/>
                </a:cubicBezTo>
                <a:cubicBezTo>
                  <a:pt x="307794" y="30149"/>
                  <a:pt x="316284" y="33865"/>
                  <a:pt x="323001" y="41297"/>
                </a:cubicBezTo>
                <a:cubicBezTo>
                  <a:pt x="329719" y="48728"/>
                  <a:pt x="333078" y="59399"/>
                  <a:pt x="333078" y="73310"/>
                </a:cubicBezTo>
                <a:cubicBezTo>
                  <a:pt x="333078" y="87697"/>
                  <a:pt x="329653" y="98779"/>
                  <a:pt x="322803" y="106554"/>
                </a:cubicBezTo>
                <a:cubicBezTo>
                  <a:pt x="315953" y="114329"/>
                  <a:pt x="307636" y="118217"/>
                  <a:pt x="297850" y="118217"/>
                </a:cubicBezTo>
                <a:cubicBezTo>
                  <a:pt x="293037" y="118217"/>
                  <a:pt x="288290" y="117014"/>
                  <a:pt x="283609" y="114607"/>
                </a:cubicBezTo>
                <a:cubicBezTo>
                  <a:pt x="278928" y="112200"/>
                  <a:pt x="274895" y="108643"/>
                  <a:pt x="271509" y="103936"/>
                </a:cubicBezTo>
                <a:lnTo>
                  <a:pt x="271509" y="116313"/>
                </a:lnTo>
                <a:lnTo>
                  <a:pt x="250802" y="116313"/>
                </a:lnTo>
                <a:moveTo>
                  <a:pt x="272938" y="72400"/>
                </a:moveTo>
                <a:cubicBezTo>
                  <a:pt x="272938" y="81115"/>
                  <a:pt x="274313" y="87558"/>
                  <a:pt x="277063" y="91730"/>
                </a:cubicBezTo>
                <a:cubicBezTo>
                  <a:pt x="280925" y="97646"/>
                  <a:pt x="286055" y="100603"/>
                  <a:pt x="292455" y="100603"/>
                </a:cubicBezTo>
                <a:cubicBezTo>
                  <a:pt x="297374" y="100603"/>
                  <a:pt x="301566" y="98504"/>
                  <a:pt x="305031" y="94306"/>
                </a:cubicBezTo>
                <a:cubicBezTo>
                  <a:pt x="308495" y="90107"/>
                  <a:pt x="310228" y="83492"/>
                  <a:pt x="310228" y="74461"/>
                </a:cubicBezTo>
                <a:cubicBezTo>
                  <a:pt x="310228" y="64847"/>
                  <a:pt x="308482" y="57915"/>
                  <a:pt x="304991" y="53664"/>
                </a:cubicBezTo>
                <a:cubicBezTo>
                  <a:pt x="301500" y="49412"/>
                  <a:pt x="297031" y="47287"/>
                  <a:pt x="291583" y="47287"/>
                </a:cubicBezTo>
                <a:cubicBezTo>
                  <a:pt x="286240" y="47287"/>
                  <a:pt x="281797" y="49360"/>
                  <a:pt x="278253" y="53508"/>
                </a:cubicBezTo>
                <a:cubicBezTo>
                  <a:pt x="274710" y="57653"/>
                  <a:pt x="272938" y="63951"/>
                  <a:pt x="272938" y="72400"/>
                </a:cubicBezTo>
                <a:close/>
                <a:moveTo>
                  <a:pt x="396040" y="116313"/>
                </a:moveTo>
                <a:lnTo>
                  <a:pt x="396040" y="0"/>
                </a:lnTo>
                <a:lnTo>
                  <a:pt x="433727" y="0"/>
                </a:lnTo>
                <a:cubicBezTo>
                  <a:pt x="448008" y="0"/>
                  <a:pt x="457317" y="581"/>
                  <a:pt x="461655" y="1743"/>
                </a:cubicBezTo>
                <a:cubicBezTo>
                  <a:pt x="468319" y="3487"/>
                  <a:pt x="473899" y="7278"/>
                  <a:pt x="478395" y="13116"/>
                </a:cubicBezTo>
                <a:cubicBezTo>
                  <a:pt x="482891" y="18954"/>
                  <a:pt x="485139" y="26496"/>
                  <a:pt x="485139" y="35743"/>
                </a:cubicBezTo>
                <a:cubicBezTo>
                  <a:pt x="485139" y="42875"/>
                  <a:pt x="483843" y="48872"/>
                  <a:pt x="481252" y="53733"/>
                </a:cubicBezTo>
                <a:cubicBezTo>
                  <a:pt x="478660" y="58594"/>
                  <a:pt x="475367" y="62412"/>
                  <a:pt x="471374" y="65185"/>
                </a:cubicBezTo>
                <a:cubicBezTo>
                  <a:pt x="467380" y="67959"/>
                  <a:pt x="463321" y="69795"/>
                  <a:pt x="459195" y="70695"/>
                </a:cubicBezTo>
                <a:cubicBezTo>
                  <a:pt x="453588" y="71804"/>
                  <a:pt x="445469" y="72358"/>
                  <a:pt x="434838" y="72358"/>
                </a:cubicBezTo>
                <a:lnTo>
                  <a:pt x="419525" y="72358"/>
                </a:lnTo>
                <a:lnTo>
                  <a:pt x="419525" y="116313"/>
                </a:lnTo>
                <a:lnTo>
                  <a:pt x="396040" y="116313"/>
                </a:lnTo>
                <a:moveTo>
                  <a:pt x="419525" y="19676"/>
                </a:moveTo>
                <a:lnTo>
                  <a:pt x="419525" y="52682"/>
                </a:lnTo>
                <a:lnTo>
                  <a:pt x="432378" y="52682"/>
                </a:lnTo>
                <a:cubicBezTo>
                  <a:pt x="441634" y="52682"/>
                  <a:pt x="447823" y="52074"/>
                  <a:pt x="450944" y="50857"/>
                </a:cubicBezTo>
                <a:cubicBezTo>
                  <a:pt x="454064" y="49641"/>
                  <a:pt x="456511" y="47736"/>
                  <a:pt x="458283" y="45145"/>
                </a:cubicBezTo>
                <a:cubicBezTo>
                  <a:pt x="460055" y="42553"/>
                  <a:pt x="460941" y="39538"/>
                  <a:pt x="460941" y="36100"/>
                </a:cubicBezTo>
                <a:cubicBezTo>
                  <a:pt x="460941" y="31868"/>
                  <a:pt x="459698" y="28377"/>
                  <a:pt x="457212" y="25627"/>
                </a:cubicBezTo>
                <a:cubicBezTo>
                  <a:pt x="454726" y="22876"/>
                  <a:pt x="451578" y="21157"/>
                  <a:pt x="447770" y="20470"/>
                </a:cubicBezTo>
                <a:cubicBezTo>
                  <a:pt x="444967" y="19941"/>
                  <a:pt x="439334" y="19676"/>
                  <a:pt x="430871" y="19676"/>
                </a:cubicBezTo>
                <a:lnTo>
                  <a:pt x="419525" y="19676"/>
                </a:lnTo>
                <a:close/>
                <a:moveTo>
                  <a:pt x="525442" y="116313"/>
                </a:moveTo>
                <a:lnTo>
                  <a:pt x="503147" y="116313"/>
                </a:lnTo>
                <a:lnTo>
                  <a:pt x="503147" y="32053"/>
                </a:lnTo>
                <a:lnTo>
                  <a:pt x="523855" y="32053"/>
                </a:lnTo>
                <a:lnTo>
                  <a:pt x="523855" y="44034"/>
                </a:lnTo>
                <a:cubicBezTo>
                  <a:pt x="527399" y="38374"/>
                  <a:pt x="530585" y="34645"/>
                  <a:pt x="533415" y="32847"/>
                </a:cubicBezTo>
                <a:cubicBezTo>
                  <a:pt x="536245" y="31048"/>
                  <a:pt x="539458" y="30149"/>
                  <a:pt x="543055" y="30149"/>
                </a:cubicBezTo>
                <a:cubicBezTo>
                  <a:pt x="548133" y="30149"/>
                  <a:pt x="553026" y="31551"/>
                  <a:pt x="557733" y="34354"/>
                </a:cubicBezTo>
                <a:lnTo>
                  <a:pt x="550830" y="53793"/>
                </a:lnTo>
                <a:cubicBezTo>
                  <a:pt x="547075" y="51360"/>
                  <a:pt x="543584" y="50143"/>
                  <a:pt x="540358" y="50143"/>
                </a:cubicBezTo>
                <a:cubicBezTo>
                  <a:pt x="537237" y="50143"/>
                  <a:pt x="534592" y="51003"/>
                  <a:pt x="532423" y="52722"/>
                </a:cubicBezTo>
                <a:cubicBezTo>
                  <a:pt x="530255" y="54441"/>
                  <a:pt x="528549" y="57548"/>
                  <a:pt x="527306" y="62044"/>
                </a:cubicBezTo>
                <a:cubicBezTo>
                  <a:pt x="526063" y="66540"/>
                  <a:pt x="525442" y="75955"/>
                  <a:pt x="525442" y="90289"/>
                </a:cubicBezTo>
                <a:lnTo>
                  <a:pt x="525442" y="116313"/>
                </a:lnTo>
                <a:close/>
                <a:moveTo>
                  <a:pt x="562150" y="72993"/>
                </a:moveTo>
                <a:cubicBezTo>
                  <a:pt x="562150" y="65588"/>
                  <a:pt x="563975" y="58421"/>
                  <a:pt x="567624" y="51492"/>
                </a:cubicBezTo>
                <a:cubicBezTo>
                  <a:pt x="571274" y="44563"/>
                  <a:pt x="576444" y="39273"/>
                  <a:pt x="583135" y="35624"/>
                </a:cubicBezTo>
                <a:cubicBezTo>
                  <a:pt x="589826" y="31974"/>
                  <a:pt x="597298" y="30149"/>
                  <a:pt x="605549" y="30149"/>
                </a:cubicBezTo>
                <a:cubicBezTo>
                  <a:pt x="618296" y="30149"/>
                  <a:pt x="628743" y="34288"/>
                  <a:pt x="636888" y="42566"/>
                </a:cubicBezTo>
                <a:cubicBezTo>
                  <a:pt x="645034" y="50844"/>
                  <a:pt x="649107" y="61304"/>
                  <a:pt x="649107" y="73945"/>
                </a:cubicBezTo>
                <a:cubicBezTo>
                  <a:pt x="649107" y="86692"/>
                  <a:pt x="644994" y="97258"/>
                  <a:pt x="636769" y="105642"/>
                </a:cubicBezTo>
                <a:cubicBezTo>
                  <a:pt x="628544" y="114025"/>
                  <a:pt x="618190" y="118217"/>
                  <a:pt x="605708" y="118217"/>
                </a:cubicBezTo>
                <a:cubicBezTo>
                  <a:pt x="597985" y="118217"/>
                  <a:pt x="590620" y="116472"/>
                  <a:pt x="583611" y="112981"/>
                </a:cubicBezTo>
                <a:cubicBezTo>
                  <a:pt x="576603" y="109490"/>
                  <a:pt x="571274" y="104372"/>
                  <a:pt x="567624" y="97628"/>
                </a:cubicBezTo>
                <a:cubicBezTo>
                  <a:pt x="563975" y="90884"/>
                  <a:pt x="562150" y="82673"/>
                  <a:pt x="562150" y="72993"/>
                </a:cubicBezTo>
                <a:moveTo>
                  <a:pt x="585000" y="74183"/>
                </a:moveTo>
                <a:cubicBezTo>
                  <a:pt x="585000" y="82514"/>
                  <a:pt x="586983" y="88894"/>
                  <a:pt x="590950" y="93324"/>
                </a:cubicBezTo>
                <a:cubicBezTo>
                  <a:pt x="594917" y="97754"/>
                  <a:pt x="599810" y="99969"/>
                  <a:pt x="605628" y="99969"/>
                </a:cubicBezTo>
                <a:cubicBezTo>
                  <a:pt x="611447" y="99969"/>
                  <a:pt x="616326" y="97754"/>
                  <a:pt x="620267" y="93324"/>
                </a:cubicBezTo>
                <a:cubicBezTo>
                  <a:pt x="624207" y="88894"/>
                  <a:pt x="626177" y="82461"/>
                  <a:pt x="626177" y="74024"/>
                </a:cubicBezTo>
                <a:cubicBezTo>
                  <a:pt x="626177" y="65800"/>
                  <a:pt x="624207" y="59472"/>
                  <a:pt x="620267" y="55042"/>
                </a:cubicBezTo>
                <a:cubicBezTo>
                  <a:pt x="616326" y="50612"/>
                  <a:pt x="611447" y="48398"/>
                  <a:pt x="605628" y="48398"/>
                </a:cubicBezTo>
                <a:cubicBezTo>
                  <a:pt x="599810" y="48398"/>
                  <a:pt x="594917" y="50612"/>
                  <a:pt x="590950" y="55042"/>
                </a:cubicBezTo>
                <a:cubicBezTo>
                  <a:pt x="586983" y="59472"/>
                  <a:pt x="585000" y="65852"/>
                  <a:pt x="585000" y="74183"/>
                </a:cubicBezTo>
                <a:close/>
                <a:moveTo>
                  <a:pt x="655714" y="116313"/>
                </a:moveTo>
                <a:lnTo>
                  <a:pt x="686102" y="72914"/>
                </a:lnTo>
                <a:lnTo>
                  <a:pt x="656984" y="32053"/>
                </a:lnTo>
                <a:lnTo>
                  <a:pt x="684198" y="32053"/>
                </a:lnTo>
                <a:lnTo>
                  <a:pt x="699113" y="55221"/>
                </a:lnTo>
                <a:lnTo>
                  <a:pt x="714823" y="32053"/>
                </a:lnTo>
                <a:lnTo>
                  <a:pt x="741005" y="32053"/>
                </a:lnTo>
                <a:lnTo>
                  <a:pt x="712443" y="71962"/>
                </a:lnTo>
                <a:lnTo>
                  <a:pt x="743623" y="116313"/>
                </a:lnTo>
                <a:lnTo>
                  <a:pt x="716251" y="116313"/>
                </a:lnTo>
                <a:lnTo>
                  <a:pt x="699113" y="90210"/>
                </a:lnTo>
                <a:lnTo>
                  <a:pt x="681817" y="116313"/>
                </a:lnTo>
                <a:lnTo>
                  <a:pt x="655714" y="116313"/>
                </a:lnTo>
                <a:close/>
                <a:moveTo>
                  <a:pt x="746217" y="32053"/>
                </a:moveTo>
                <a:lnTo>
                  <a:pt x="769939" y="32053"/>
                </a:lnTo>
                <a:lnTo>
                  <a:pt x="790092" y="91933"/>
                </a:lnTo>
                <a:lnTo>
                  <a:pt x="809768" y="32053"/>
                </a:lnTo>
                <a:lnTo>
                  <a:pt x="832856" y="32053"/>
                </a:lnTo>
                <a:lnTo>
                  <a:pt x="803104" y="113167"/>
                </a:lnTo>
                <a:lnTo>
                  <a:pt x="797788" y="127897"/>
                </a:lnTo>
                <a:cubicBezTo>
                  <a:pt x="795831" y="132816"/>
                  <a:pt x="793966" y="136571"/>
                  <a:pt x="792194" y="139163"/>
                </a:cubicBezTo>
                <a:cubicBezTo>
                  <a:pt x="790422" y="141755"/>
                  <a:pt x="788386" y="143857"/>
                  <a:pt x="786085" y="145470"/>
                </a:cubicBezTo>
                <a:cubicBezTo>
                  <a:pt x="783784" y="147084"/>
                  <a:pt x="780954" y="148340"/>
                  <a:pt x="777596" y="149239"/>
                </a:cubicBezTo>
                <a:cubicBezTo>
                  <a:pt x="774237" y="150138"/>
                  <a:pt x="770442" y="150588"/>
                  <a:pt x="766210" y="150588"/>
                </a:cubicBezTo>
                <a:cubicBezTo>
                  <a:pt x="761926" y="150588"/>
                  <a:pt x="757721" y="150138"/>
                  <a:pt x="753595" y="149239"/>
                </a:cubicBezTo>
                <a:lnTo>
                  <a:pt x="751612" y="131784"/>
                </a:lnTo>
                <a:cubicBezTo>
                  <a:pt x="755103" y="132472"/>
                  <a:pt x="758250" y="132816"/>
                  <a:pt x="761053" y="132816"/>
                </a:cubicBezTo>
                <a:cubicBezTo>
                  <a:pt x="766237" y="132816"/>
                  <a:pt x="770072" y="131295"/>
                  <a:pt x="772558" y="128254"/>
                </a:cubicBezTo>
                <a:cubicBezTo>
                  <a:pt x="775044" y="125212"/>
                  <a:pt x="776948" y="121338"/>
                  <a:pt x="778270" y="116630"/>
                </a:cubicBezTo>
                <a:lnTo>
                  <a:pt x="746217" y="32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DBF08-4558-4258-8851-32A0AFEE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907" y="2442694"/>
            <a:ext cx="1595062" cy="986208"/>
          </a:xfrm>
          <a:custGeom xmlns:a="http://schemas.openxmlformats.org/drawingml/2006/main">
            <a:pathLst>
              <a:path w="1595062" h="986208">
                <a:moveTo>
                  <a:pt x="0" y="164371"/>
                </a:moveTo>
                <a:lnTo>
                  <a:pt x="0" y="164371"/>
                </a:lnTo>
                <a:cubicBezTo>
                  <a:pt x="0" y="73592"/>
                  <a:pt x="73592" y="0"/>
                  <a:pt x="164371" y="0"/>
                </a:cubicBezTo>
                <a:lnTo>
                  <a:pt x="1430690" y="0"/>
                </a:lnTo>
                <a:cubicBezTo>
                  <a:pt x="1474285" y="0"/>
                  <a:pt x="1516093" y="17318"/>
                  <a:pt x="1546919" y="48143"/>
                </a:cubicBezTo>
                <a:cubicBezTo>
                  <a:pt x="1577744" y="78969"/>
                  <a:pt x="1595062" y="120777"/>
                  <a:pt x="1595062" y="164371"/>
                </a:cubicBezTo>
                <a:lnTo>
                  <a:pt x="1595062" y="821837"/>
                </a:lnTo>
                <a:cubicBezTo>
                  <a:pt x="1595062" y="912617"/>
                  <a:pt x="1521470" y="986208"/>
                  <a:pt x="1430690" y="986208"/>
                </a:cubicBezTo>
                <a:lnTo>
                  <a:pt x="164371" y="986208"/>
                </a:lnTo>
                <a:cubicBezTo>
                  <a:pt x="73592" y="986208"/>
                  <a:pt x="0" y="912617"/>
                  <a:pt x="0" y="821837"/>
                </a:cubicBezTo>
                <a:lnTo>
                  <a:pt x="0" y="164371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0A641-F668-41D0-BEF4-6720DEA0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907" y="2442694"/>
            <a:ext cx="1595062" cy="986208"/>
          </a:xfrm>
          <a:custGeom xmlns:a="http://schemas.openxmlformats.org/drawingml/2006/main">
            <a:pathLst>
              <a:path w="1595062" h="986208" fill="none">
                <a:moveTo>
                  <a:pt x="0" y="164371"/>
                </a:moveTo>
                <a:lnTo>
                  <a:pt x="0" y="164371"/>
                </a:lnTo>
                <a:cubicBezTo>
                  <a:pt x="0" y="73592"/>
                  <a:pt x="73592" y="0"/>
                  <a:pt x="164371" y="0"/>
                </a:cubicBezTo>
                <a:lnTo>
                  <a:pt x="1430690" y="0"/>
                </a:lnTo>
                <a:cubicBezTo>
                  <a:pt x="1474285" y="0"/>
                  <a:pt x="1516093" y="17318"/>
                  <a:pt x="1546919" y="48143"/>
                </a:cubicBezTo>
                <a:cubicBezTo>
                  <a:pt x="1577744" y="78969"/>
                  <a:pt x="1595062" y="120777"/>
                  <a:pt x="1595062" y="164371"/>
                </a:cubicBezTo>
                <a:lnTo>
                  <a:pt x="1595062" y="821837"/>
                </a:lnTo>
                <a:cubicBezTo>
                  <a:pt x="1595062" y="912617"/>
                  <a:pt x="1521470" y="986208"/>
                  <a:pt x="1430690" y="986208"/>
                </a:cubicBezTo>
                <a:lnTo>
                  <a:pt x="164371" y="986208"/>
                </a:lnTo>
                <a:cubicBezTo>
                  <a:pt x="73592" y="986208"/>
                  <a:pt x="0" y="912617"/>
                  <a:pt x="0" y="821837"/>
                </a:cubicBezTo>
                <a:lnTo>
                  <a:pt x="0" y="1643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748C5-4D3D-4643-977A-BC14A287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699" y="3492075"/>
            <a:ext cx="1232341" cy="651555"/>
          </a:xfrm>
          <a:custGeom xmlns:a="http://schemas.openxmlformats.org/drawingml/2006/main">
            <a:pathLst>
              <a:path w="1232341" h="651555">
                <a:moveTo>
                  <a:pt x="0" y="108595"/>
                </a:moveTo>
                <a:lnTo>
                  <a:pt x="0" y="108595"/>
                </a:lnTo>
                <a:cubicBezTo>
                  <a:pt x="0" y="48619"/>
                  <a:pt x="48619" y="0"/>
                  <a:pt x="108595" y="0"/>
                </a:cubicBezTo>
                <a:lnTo>
                  <a:pt x="1123746" y="0"/>
                </a:lnTo>
                <a:cubicBezTo>
                  <a:pt x="1152547" y="0"/>
                  <a:pt x="1180168" y="11441"/>
                  <a:pt x="1200534" y="31807"/>
                </a:cubicBezTo>
                <a:cubicBezTo>
                  <a:pt x="1220899" y="52172"/>
                  <a:pt x="1232341" y="79793"/>
                  <a:pt x="1232341" y="108595"/>
                </a:cubicBezTo>
                <a:lnTo>
                  <a:pt x="1232341" y="542960"/>
                </a:lnTo>
                <a:cubicBezTo>
                  <a:pt x="1232341" y="602936"/>
                  <a:pt x="1183721" y="651555"/>
                  <a:pt x="1123746" y="651555"/>
                </a:cubicBezTo>
                <a:lnTo>
                  <a:pt x="108595" y="651555"/>
                </a:lnTo>
                <a:cubicBezTo>
                  <a:pt x="48619" y="651555"/>
                  <a:pt x="0" y="602936"/>
                  <a:pt x="0" y="542960"/>
                </a:cubicBezTo>
                <a:lnTo>
                  <a:pt x="0" y="108595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E85D3-D635-4012-8310-53CF101A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699" y="3492075"/>
            <a:ext cx="1232341" cy="651555"/>
          </a:xfrm>
          <a:custGeom xmlns:a="http://schemas.openxmlformats.org/drawingml/2006/main">
            <a:pathLst>
              <a:path w="1232341" h="651555" fill="none">
                <a:moveTo>
                  <a:pt x="0" y="108595"/>
                </a:moveTo>
                <a:lnTo>
                  <a:pt x="0" y="108595"/>
                </a:lnTo>
                <a:cubicBezTo>
                  <a:pt x="0" y="48619"/>
                  <a:pt x="48619" y="0"/>
                  <a:pt x="108595" y="0"/>
                </a:cubicBezTo>
                <a:lnTo>
                  <a:pt x="1123746" y="0"/>
                </a:lnTo>
                <a:cubicBezTo>
                  <a:pt x="1152547" y="0"/>
                  <a:pt x="1180168" y="11441"/>
                  <a:pt x="1200534" y="31807"/>
                </a:cubicBezTo>
                <a:cubicBezTo>
                  <a:pt x="1220899" y="52172"/>
                  <a:pt x="1232341" y="79793"/>
                  <a:pt x="1232341" y="108595"/>
                </a:cubicBezTo>
                <a:lnTo>
                  <a:pt x="1232341" y="542960"/>
                </a:lnTo>
                <a:cubicBezTo>
                  <a:pt x="1232341" y="602936"/>
                  <a:pt x="1183721" y="651555"/>
                  <a:pt x="1123746" y="651555"/>
                </a:cubicBezTo>
                <a:lnTo>
                  <a:pt x="108595" y="651555"/>
                </a:lnTo>
                <a:cubicBezTo>
                  <a:pt x="48619" y="651555"/>
                  <a:pt x="0" y="602936"/>
                  <a:pt x="0" y="542960"/>
                </a:cubicBezTo>
                <a:lnTo>
                  <a:pt x="0" y="1085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7" name="Text Diff">
            <a:extLst xmlns:a="http://schemas.openxmlformats.org/drawingml/2006/main">
              <a:ext uri="{FF2B5EF4-FFF2-40B4-BE49-F238E27FC236}">
                <a16:creationId xmlns:a16="http://schemas.microsoft.com/office/drawing/2014/main" id="{29F50DEC-2A48-4317-8B67-FEE1AF19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8577" y="3743003"/>
            <a:ext cx="329454" cy="147970"/>
          </a:xfrm>
          <a:custGeom xmlns:a="http://schemas.openxmlformats.org/drawingml/2006/main">
            <a:pathLst>
              <a:path w="329454" h="147970">
                <a:moveTo>
                  <a:pt x="0" y="2579"/>
                </a:moveTo>
                <a:lnTo>
                  <a:pt x="53654" y="2579"/>
                </a:lnTo>
                <a:cubicBezTo>
                  <a:pt x="65753" y="2579"/>
                  <a:pt x="74977" y="3504"/>
                  <a:pt x="81324" y="5355"/>
                </a:cubicBezTo>
                <a:cubicBezTo>
                  <a:pt x="89853" y="7868"/>
                  <a:pt x="97159" y="12331"/>
                  <a:pt x="103242" y="18744"/>
                </a:cubicBezTo>
                <a:cubicBezTo>
                  <a:pt x="109324" y="25157"/>
                  <a:pt x="113952" y="33009"/>
                  <a:pt x="117126" y="42298"/>
                </a:cubicBezTo>
                <a:cubicBezTo>
                  <a:pt x="120300" y="51588"/>
                  <a:pt x="121886" y="63042"/>
                  <a:pt x="121886" y="76663"/>
                </a:cubicBezTo>
                <a:cubicBezTo>
                  <a:pt x="121886" y="88630"/>
                  <a:pt x="120399" y="98944"/>
                  <a:pt x="117424" y="107605"/>
                </a:cubicBezTo>
                <a:cubicBezTo>
                  <a:pt x="113787" y="118184"/>
                  <a:pt x="108597" y="126746"/>
                  <a:pt x="101853" y="133292"/>
                </a:cubicBezTo>
                <a:cubicBezTo>
                  <a:pt x="96762" y="138250"/>
                  <a:pt x="89886" y="142118"/>
                  <a:pt x="81225" y="144895"/>
                </a:cubicBezTo>
                <a:cubicBezTo>
                  <a:pt x="74745" y="146945"/>
                  <a:pt x="66084" y="147970"/>
                  <a:pt x="55241" y="147970"/>
                </a:cubicBezTo>
                <a:lnTo>
                  <a:pt x="0" y="147970"/>
                </a:lnTo>
                <a:lnTo>
                  <a:pt x="0" y="2579"/>
                </a:lnTo>
                <a:moveTo>
                  <a:pt x="29356" y="27174"/>
                </a:moveTo>
                <a:lnTo>
                  <a:pt x="29356" y="123374"/>
                </a:lnTo>
                <a:lnTo>
                  <a:pt x="51274" y="123374"/>
                </a:lnTo>
                <a:cubicBezTo>
                  <a:pt x="59472" y="123374"/>
                  <a:pt x="65390" y="122911"/>
                  <a:pt x="69026" y="121986"/>
                </a:cubicBezTo>
                <a:cubicBezTo>
                  <a:pt x="73786" y="120798"/>
                  <a:pt x="77737" y="118784"/>
                  <a:pt x="80877" y="115945"/>
                </a:cubicBezTo>
                <a:cubicBezTo>
                  <a:pt x="84018" y="113104"/>
                  <a:pt x="86580" y="108431"/>
                  <a:pt x="88564" y="101924"/>
                </a:cubicBezTo>
                <a:cubicBezTo>
                  <a:pt x="90547" y="95418"/>
                  <a:pt x="91539" y="86551"/>
                  <a:pt x="91539" y="75324"/>
                </a:cubicBezTo>
                <a:cubicBezTo>
                  <a:pt x="91539" y="64096"/>
                  <a:pt x="90547" y="55477"/>
                  <a:pt x="88564" y="49467"/>
                </a:cubicBezTo>
                <a:cubicBezTo>
                  <a:pt x="86580" y="43456"/>
                  <a:pt x="83803" y="38767"/>
                  <a:pt x="80233" y="35399"/>
                </a:cubicBezTo>
                <a:cubicBezTo>
                  <a:pt x="76663" y="32030"/>
                  <a:pt x="72134" y="29751"/>
                  <a:pt x="66646" y="28562"/>
                </a:cubicBezTo>
                <a:cubicBezTo>
                  <a:pt x="62547" y="27637"/>
                  <a:pt x="54513" y="27174"/>
                  <a:pt x="42546" y="27174"/>
                </a:cubicBezTo>
                <a:lnTo>
                  <a:pt x="29356" y="27174"/>
                </a:lnTo>
                <a:close/>
                <a:moveTo>
                  <a:pt x="146547" y="28364"/>
                </a:moveTo>
                <a:lnTo>
                  <a:pt x="146547" y="2579"/>
                </a:lnTo>
                <a:lnTo>
                  <a:pt x="174415" y="2579"/>
                </a:lnTo>
                <a:lnTo>
                  <a:pt x="174415" y="28364"/>
                </a:lnTo>
                <a:lnTo>
                  <a:pt x="146547" y="28364"/>
                </a:lnTo>
                <a:moveTo>
                  <a:pt x="146547" y="147970"/>
                </a:moveTo>
                <a:lnTo>
                  <a:pt x="146547" y="42645"/>
                </a:lnTo>
                <a:lnTo>
                  <a:pt x="174415" y="42645"/>
                </a:lnTo>
                <a:lnTo>
                  <a:pt x="174415" y="147970"/>
                </a:lnTo>
                <a:lnTo>
                  <a:pt x="146547" y="147970"/>
                </a:lnTo>
                <a:close/>
                <a:moveTo>
                  <a:pt x="190610" y="42645"/>
                </a:moveTo>
                <a:lnTo>
                  <a:pt x="206082" y="42645"/>
                </a:lnTo>
                <a:lnTo>
                  <a:pt x="206082" y="34693"/>
                </a:lnTo>
                <a:cubicBezTo>
                  <a:pt x="206082" y="25812"/>
                  <a:pt x="207024" y="19185"/>
                  <a:pt x="208908" y="14811"/>
                </a:cubicBezTo>
                <a:cubicBezTo>
                  <a:pt x="210793" y="10437"/>
                  <a:pt x="214264" y="6875"/>
                  <a:pt x="219322" y="4125"/>
                </a:cubicBezTo>
                <a:cubicBezTo>
                  <a:pt x="224380" y="1375"/>
                  <a:pt x="230776" y="0"/>
                  <a:pt x="238512" y="0"/>
                </a:cubicBezTo>
                <a:cubicBezTo>
                  <a:pt x="246446" y="0"/>
                  <a:pt x="254215" y="1190"/>
                  <a:pt x="261818" y="3570"/>
                </a:cubicBezTo>
                <a:lnTo>
                  <a:pt x="258050" y="23009"/>
                </a:lnTo>
                <a:cubicBezTo>
                  <a:pt x="253620" y="21951"/>
                  <a:pt x="249355" y="21422"/>
                  <a:pt x="245256" y="21422"/>
                </a:cubicBezTo>
                <a:cubicBezTo>
                  <a:pt x="241223" y="21422"/>
                  <a:pt x="238330" y="22369"/>
                  <a:pt x="236578" y="24264"/>
                </a:cubicBezTo>
                <a:cubicBezTo>
                  <a:pt x="234826" y="26156"/>
                  <a:pt x="233950" y="29793"/>
                  <a:pt x="233950" y="35173"/>
                </a:cubicBezTo>
                <a:lnTo>
                  <a:pt x="233950" y="42645"/>
                </a:lnTo>
                <a:lnTo>
                  <a:pt x="254777" y="42645"/>
                </a:lnTo>
                <a:lnTo>
                  <a:pt x="254777" y="64662"/>
                </a:lnTo>
                <a:lnTo>
                  <a:pt x="233950" y="64662"/>
                </a:lnTo>
                <a:lnTo>
                  <a:pt x="233950" y="147970"/>
                </a:lnTo>
                <a:lnTo>
                  <a:pt x="206082" y="147970"/>
                </a:lnTo>
                <a:lnTo>
                  <a:pt x="206082" y="64662"/>
                </a:lnTo>
                <a:lnTo>
                  <a:pt x="190610" y="64662"/>
                </a:lnTo>
                <a:lnTo>
                  <a:pt x="190610" y="42645"/>
                </a:lnTo>
                <a:close/>
                <a:moveTo>
                  <a:pt x="258246" y="42645"/>
                </a:moveTo>
                <a:lnTo>
                  <a:pt x="273718" y="42645"/>
                </a:lnTo>
                <a:lnTo>
                  <a:pt x="273718" y="34693"/>
                </a:lnTo>
                <a:cubicBezTo>
                  <a:pt x="273718" y="25812"/>
                  <a:pt x="274660" y="19185"/>
                  <a:pt x="276544" y="14811"/>
                </a:cubicBezTo>
                <a:cubicBezTo>
                  <a:pt x="278429" y="10437"/>
                  <a:pt x="281900" y="6875"/>
                  <a:pt x="286958" y="4125"/>
                </a:cubicBezTo>
                <a:cubicBezTo>
                  <a:pt x="292016" y="1375"/>
                  <a:pt x="298412" y="0"/>
                  <a:pt x="306148" y="0"/>
                </a:cubicBezTo>
                <a:cubicBezTo>
                  <a:pt x="314082" y="0"/>
                  <a:pt x="321851" y="1190"/>
                  <a:pt x="329454" y="3570"/>
                </a:cubicBezTo>
                <a:lnTo>
                  <a:pt x="325686" y="23009"/>
                </a:lnTo>
                <a:cubicBezTo>
                  <a:pt x="321256" y="21951"/>
                  <a:pt x="316991" y="21422"/>
                  <a:pt x="312892" y="21422"/>
                </a:cubicBezTo>
                <a:cubicBezTo>
                  <a:pt x="308859" y="21422"/>
                  <a:pt x="305966" y="22369"/>
                  <a:pt x="304214" y="24264"/>
                </a:cubicBezTo>
                <a:cubicBezTo>
                  <a:pt x="302462" y="26156"/>
                  <a:pt x="301586" y="29793"/>
                  <a:pt x="301586" y="35173"/>
                </a:cubicBezTo>
                <a:lnTo>
                  <a:pt x="301586" y="42645"/>
                </a:lnTo>
                <a:lnTo>
                  <a:pt x="322413" y="42645"/>
                </a:lnTo>
                <a:lnTo>
                  <a:pt x="322413" y="64662"/>
                </a:lnTo>
                <a:lnTo>
                  <a:pt x="301586" y="64662"/>
                </a:lnTo>
                <a:lnTo>
                  <a:pt x="301586" y="147970"/>
                </a:lnTo>
                <a:lnTo>
                  <a:pt x="273718" y="147970"/>
                </a:lnTo>
                <a:lnTo>
                  <a:pt x="273718" y="64662"/>
                </a:lnTo>
                <a:lnTo>
                  <a:pt x="258246" y="64662"/>
                </a:lnTo>
                <a:lnTo>
                  <a:pt x="258246" y="426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DOM">
            <a:extLst xmlns:a="http://schemas.openxmlformats.org/drawingml/2006/main">
              <a:ext uri="{FF2B5EF4-FFF2-40B4-BE49-F238E27FC236}">
                <a16:creationId xmlns:a16="http://schemas.microsoft.com/office/drawing/2014/main" id="{9DC201D6-B4EE-4E81-89D0-262DA3E8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939" y="3868493"/>
            <a:ext cx="296399" cy="100365"/>
          </a:xfrm>
          <a:custGeom xmlns:a="http://schemas.openxmlformats.org/drawingml/2006/main">
            <a:pathLst>
              <a:path w="296399" h="100365">
                <a:moveTo>
                  <a:pt x="0" y="1719"/>
                </a:moveTo>
                <a:lnTo>
                  <a:pt x="35769" y="1719"/>
                </a:lnTo>
                <a:cubicBezTo>
                  <a:pt x="43836" y="1719"/>
                  <a:pt x="49984" y="2336"/>
                  <a:pt x="54216" y="3570"/>
                </a:cubicBezTo>
                <a:cubicBezTo>
                  <a:pt x="59902" y="5245"/>
                  <a:pt x="64773" y="8221"/>
                  <a:pt x="68828" y="12496"/>
                </a:cubicBezTo>
                <a:cubicBezTo>
                  <a:pt x="72883" y="16772"/>
                  <a:pt x="75968" y="22006"/>
                  <a:pt x="78084" y="28199"/>
                </a:cubicBezTo>
                <a:cubicBezTo>
                  <a:pt x="80200" y="34392"/>
                  <a:pt x="81258" y="42028"/>
                  <a:pt x="81258" y="51108"/>
                </a:cubicBezTo>
                <a:cubicBezTo>
                  <a:pt x="81258" y="59086"/>
                  <a:pt x="80266" y="65963"/>
                  <a:pt x="78282" y="71737"/>
                </a:cubicBezTo>
                <a:cubicBezTo>
                  <a:pt x="75858" y="78789"/>
                  <a:pt x="72398" y="84497"/>
                  <a:pt x="67902" y="88861"/>
                </a:cubicBezTo>
                <a:cubicBezTo>
                  <a:pt x="64508" y="92167"/>
                  <a:pt x="59924" y="94746"/>
                  <a:pt x="54150" y="96597"/>
                </a:cubicBezTo>
                <a:cubicBezTo>
                  <a:pt x="49830" y="97963"/>
                  <a:pt x="44056" y="98646"/>
                  <a:pt x="36827" y="98646"/>
                </a:cubicBezTo>
                <a:lnTo>
                  <a:pt x="0" y="98646"/>
                </a:lnTo>
                <a:lnTo>
                  <a:pt x="0" y="1719"/>
                </a:lnTo>
                <a:moveTo>
                  <a:pt x="19571" y="18116"/>
                </a:moveTo>
                <a:lnTo>
                  <a:pt x="19571" y="82249"/>
                </a:lnTo>
                <a:lnTo>
                  <a:pt x="34182" y="82249"/>
                </a:lnTo>
                <a:cubicBezTo>
                  <a:pt x="39648" y="82249"/>
                  <a:pt x="43593" y="81941"/>
                  <a:pt x="46017" y="81324"/>
                </a:cubicBezTo>
                <a:cubicBezTo>
                  <a:pt x="49191" y="80532"/>
                  <a:pt x="51825" y="79189"/>
                  <a:pt x="53918" y="77297"/>
                </a:cubicBezTo>
                <a:cubicBezTo>
                  <a:pt x="56012" y="75403"/>
                  <a:pt x="57720" y="72287"/>
                  <a:pt x="59042" y="67950"/>
                </a:cubicBezTo>
                <a:cubicBezTo>
                  <a:pt x="60365" y="63612"/>
                  <a:pt x="61026" y="57701"/>
                  <a:pt x="61026" y="50216"/>
                </a:cubicBezTo>
                <a:cubicBezTo>
                  <a:pt x="61026" y="42731"/>
                  <a:pt x="60365" y="36985"/>
                  <a:pt x="59042" y="32978"/>
                </a:cubicBezTo>
                <a:cubicBezTo>
                  <a:pt x="57720" y="28971"/>
                  <a:pt x="55869" y="25845"/>
                  <a:pt x="53489" y="23600"/>
                </a:cubicBezTo>
                <a:cubicBezTo>
                  <a:pt x="51108" y="21353"/>
                  <a:pt x="48089" y="19834"/>
                  <a:pt x="44431" y="19042"/>
                </a:cubicBezTo>
                <a:cubicBezTo>
                  <a:pt x="41698" y="18425"/>
                  <a:pt x="36342" y="18116"/>
                  <a:pt x="28364" y="18116"/>
                </a:cubicBezTo>
                <a:lnTo>
                  <a:pt x="19571" y="18116"/>
                </a:lnTo>
                <a:close/>
                <a:moveTo>
                  <a:pt x="93864" y="50778"/>
                </a:moveTo>
                <a:cubicBezTo>
                  <a:pt x="93864" y="40892"/>
                  <a:pt x="95340" y="32595"/>
                  <a:pt x="98293" y="25887"/>
                </a:cubicBezTo>
                <a:cubicBezTo>
                  <a:pt x="100497" y="20943"/>
                  <a:pt x="103506" y="16507"/>
                  <a:pt x="107318" y="12579"/>
                </a:cubicBezTo>
                <a:cubicBezTo>
                  <a:pt x="111131" y="8650"/>
                  <a:pt x="115308" y="5737"/>
                  <a:pt x="119848" y="3839"/>
                </a:cubicBezTo>
                <a:cubicBezTo>
                  <a:pt x="125886" y="1280"/>
                  <a:pt x="132851" y="0"/>
                  <a:pt x="140740" y="0"/>
                </a:cubicBezTo>
                <a:cubicBezTo>
                  <a:pt x="155022" y="0"/>
                  <a:pt x="166449" y="4436"/>
                  <a:pt x="175022" y="13308"/>
                </a:cubicBezTo>
                <a:cubicBezTo>
                  <a:pt x="183595" y="22179"/>
                  <a:pt x="187882" y="34514"/>
                  <a:pt x="187882" y="50315"/>
                </a:cubicBezTo>
                <a:cubicBezTo>
                  <a:pt x="187882" y="65983"/>
                  <a:pt x="183628" y="78242"/>
                  <a:pt x="175121" y="87092"/>
                </a:cubicBezTo>
                <a:cubicBezTo>
                  <a:pt x="166614" y="95941"/>
                  <a:pt x="155242" y="100365"/>
                  <a:pt x="141005" y="100365"/>
                </a:cubicBezTo>
                <a:cubicBezTo>
                  <a:pt x="126591" y="100365"/>
                  <a:pt x="115131" y="95963"/>
                  <a:pt x="106624" y="87159"/>
                </a:cubicBezTo>
                <a:cubicBezTo>
                  <a:pt x="98117" y="78353"/>
                  <a:pt x="93864" y="66226"/>
                  <a:pt x="93864" y="50778"/>
                </a:cubicBezTo>
                <a:moveTo>
                  <a:pt x="114029" y="50117"/>
                </a:moveTo>
                <a:cubicBezTo>
                  <a:pt x="114029" y="61092"/>
                  <a:pt x="116564" y="69412"/>
                  <a:pt x="121633" y="75076"/>
                </a:cubicBezTo>
                <a:cubicBezTo>
                  <a:pt x="126702" y="80740"/>
                  <a:pt x="133137" y="83572"/>
                  <a:pt x="140939" y="83572"/>
                </a:cubicBezTo>
                <a:cubicBezTo>
                  <a:pt x="148741" y="83572"/>
                  <a:pt x="155143" y="80762"/>
                  <a:pt x="160146" y="75142"/>
                </a:cubicBezTo>
                <a:cubicBezTo>
                  <a:pt x="165149" y="69522"/>
                  <a:pt x="167650" y="61092"/>
                  <a:pt x="167650" y="49852"/>
                </a:cubicBezTo>
                <a:cubicBezTo>
                  <a:pt x="167650" y="38745"/>
                  <a:pt x="165215" y="30458"/>
                  <a:pt x="160344" y="24992"/>
                </a:cubicBezTo>
                <a:cubicBezTo>
                  <a:pt x="155474" y="19527"/>
                  <a:pt x="149005" y="16794"/>
                  <a:pt x="140939" y="16794"/>
                </a:cubicBezTo>
                <a:cubicBezTo>
                  <a:pt x="132873" y="16794"/>
                  <a:pt x="126371" y="19560"/>
                  <a:pt x="121434" y="25091"/>
                </a:cubicBezTo>
                <a:cubicBezTo>
                  <a:pt x="116498" y="30623"/>
                  <a:pt x="114029" y="38965"/>
                  <a:pt x="114029" y="50117"/>
                </a:cubicBezTo>
                <a:close/>
                <a:moveTo>
                  <a:pt x="202778" y="98646"/>
                </a:moveTo>
                <a:lnTo>
                  <a:pt x="202778" y="1719"/>
                </a:lnTo>
                <a:lnTo>
                  <a:pt x="232068" y="1719"/>
                </a:lnTo>
                <a:lnTo>
                  <a:pt x="249655" y="67836"/>
                </a:lnTo>
                <a:lnTo>
                  <a:pt x="267044" y="1719"/>
                </a:lnTo>
                <a:lnTo>
                  <a:pt x="296399" y="1719"/>
                </a:lnTo>
                <a:lnTo>
                  <a:pt x="296399" y="98646"/>
                </a:lnTo>
                <a:lnTo>
                  <a:pt x="278217" y="98646"/>
                </a:lnTo>
                <a:lnTo>
                  <a:pt x="278217" y="22348"/>
                </a:lnTo>
                <a:lnTo>
                  <a:pt x="258977" y="98646"/>
                </a:lnTo>
                <a:lnTo>
                  <a:pt x="240134" y="98646"/>
                </a:lnTo>
                <a:lnTo>
                  <a:pt x="220960" y="22348"/>
                </a:lnTo>
                <a:lnTo>
                  <a:pt x="220960" y="98646"/>
                </a:lnTo>
                <a:lnTo>
                  <a:pt x="202778" y="98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D75D2-4A52-4454-8216-9B55B7BB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6" y="1833361"/>
            <a:ext cx="1353967" cy="651555"/>
          </a:xfrm>
          <a:custGeom xmlns:a="http://schemas.openxmlformats.org/drawingml/2006/main">
            <a:pathLst>
              <a:path w="1353967" h="651555">
                <a:moveTo>
                  <a:pt x="0" y="108595"/>
                </a:moveTo>
                <a:lnTo>
                  <a:pt x="0" y="108595"/>
                </a:lnTo>
                <a:cubicBezTo>
                  <a:pt x="0" y="48620"/>
                  <a:pt x="48619" y="0"/>
                  <a:pt x="108595" y="0"/>
                </a:cubicBezTo>
                <a:lnTo>
                  <a:pt x="1245373" y="0"/>
                </a:lnTo>
                <a:cubicBezTo>
                  <a:pt x="1274174" y="0"/>
                  <a:pt x="1301795" y="11441"/>
                  <a:pt x="1322161" y="31807"/>
                </a:cubicBezTo>
                <a:cubicBezTo>
                  <a:pt x="1342526" y="52172"/>
                  <a:pt x="1353967" y="79793"/>
                  <a:pt x="1353967" y="108595"/>
                </a:cubicBezTo>
                <a:lnTo>
                  <a:pt x="1353967" y="542960"/>
                </a:lnTo>
                <a:cubicBezTo>
                  <a:pt x="1353967" y="602935"/>
                  <a:pt x="1305348" y="651555"/>
                  <a:pt x="1245373" y="651555"/>
                </a:cubicBezTo>
                <a:lnTo>
                  <a:pt x="108595" y="651555"/>
                </a:lnTo>
                <a:cubicBezTo>
                  <a:pt x="48619" y="651555"/>
                  <a:pt x="0" y="602935"/>
                  <a:pt x="0" y="542960"/>
                </a:cubicBezTo>
                <a:lnTo>
                  <a:pt x="0" y="108595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C9E78-BE2E-4C48-8F5B-5607F29F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6" y="1833361"/>
            <a:ext cx="1353967" cy="651555"/>
          </a:xfrm>
          <a:custGeom xmlns:a="http://schemas.openxmlformats.org/drawingml/2006/main">
            <a:pathLst>
              <a:path w="1353967" h="651555" fill="none">
                <a:moveTo>
                  <a:pt x="0" y="108595"/>
                </a:moveTo>
                <a:lnTo>
                  <a:pt x="0" y="108595"/>
                </a:lnTo>
                <a:cubicBezTo>
                  <a:pt x="0" y="48620"/>
                  <a:pt x="48619" y="0"/>
                  <a:pt x="108595" y="0"/>
                </a:cubicBezTo>
                <a:lnTo>
                  <a:pt x="1245373" y="0"/>
                </a:lnTo>
                <a:cubicBezTo>
                  <a:pt x="1274174" y="0"/>
                  <a:pt x="1301795" y="11441"/>
                  <a:pt x="1322161" y="31807"/>
                </a:cubicBezTo>
                <a:cubicBezTo>
                  <a:pt x="1342526" y="52172"/>
                  <a:pt x="1353967" y="79793"/>
                  <a:pt x="1353967" y="108595"/>
                </a:cubicBezTo>
                <a:lnTo>
                  <a:pt x="1353967" y="542960"/>
                </a:lnTo>
                <a:cubicBezTo>
                  <a:pt x="1353967" y="602935"/>
                  <a:pt x="1305348" y="651555"/>
                  <a:pt x="1245373" y="651555"/>
                </a:cubicBezTo>
                <a:lnTo>
                  <a:pt x="108595" y="651555"/>
                </a:lnTo>
                <a:cubicBezTo>
                  <a:pt x="48619" y="651555"/>
                  <a:pt x="0" y="602935"/>
                  <a:pt x="0" y="542960"/>
                </a:cubicBezTo>
                <a:lnTo>
                  <a:pt x="0" y="1085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21" name="Text WebDriver">
            <a:extLst xmlns:a="http://schemas.openxmlformats.org/drawingml/2006/main">
              <a:ext uri="{FF2B5EF4-FFF2-40B4-BE49-F238E27FC236}">
                <a16:creationId xmlns:a16="http://schemas.microsoft.com/office/drawing/2014/main" id="{7E2C5198-CF37-4CA1-A628-06F43158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54" y="1901765"/>
            <a:ext cx="855738" cy="118217"/>
          </a:xfrm>
          <a:custGeom xmlns:a="http://schemas.openxmlformats.org/drawingml/2006/main">
            <a:pathLst>
              <a:path w="855738" h="118217">
                <a:moveTo>
                  <a:pt x="27769" y="116313"/>
                </a:moveTo>
                <a:lnTo>
                  <a:pt x="0" y="0"/>
                </a:lnTo>
                <a:lnTo>
                  <a:pt x="24040" y="0"/>
                </a:lnTo>
                <a:lnTo>
                  <a:pt x="41574" y="79896"/>
                </a:lnTo>
                <a:lnTo>
                  <a:pt x="62838" y="0"/>
                </a:lnTo>
                <a:lnTo>
                  <a:pt x="90765" y="0"/>
                </a:lnTo>
                <a:lnTo>
                  <a:pt x="111156" y="81244"/>
                </a:lnTo>
                <a:lnTo>
                  <a:pt x="129007" y="0"/>
                </a:lnTo>
                <a:lnTo>
                  <a:pt x="152651" y="0"/>
                </a:lnTo>
                <a:lnTo>
                  <a:pt x="124406" y="116313"/>
                </a:lnTo>
                <a:lnTo>
                  <a:pt x="99493" y="116313"/>
                </a:lnTo>
                <a:lnTo>
                  <a:pt x="76325" y="29356"/>
                </a:lnTo>
                <a:lnTo>
                  <a:pt x="53237" y="116313"/>
                </a:lnTo>
                <a:lnTo>
                  <a:pt x="27769" y="116313"/>
                </a:lnTo>
                <a:close/>
                <a:moveTo>
                  <a:pt x="210204" y="89496"/>
                </a:moveTo>
                <a:lnTo>
                  <a:pt x="232419" y="93304"/>
                </a:lnTo>
                <a:cubicBezTo>
                  <a:pt x="229563" y="101423"/>
                  <a:pt x="225054" y="107605"/>
                  <a:pt x="218892" y="111850"/>
                </a:cubicBezTo>
                <a:cubicBezTo>
                  <a:pt x="212730" y="116095"/>
                  <a:pt x="205021" y="118217"/>
                  <a:pt x="195764" y="118217"/>
                </a:cubicBezTo>
                <a:cubicBezTo>
                  <a:pt x="181113" y="118217"/>
                  <a:pt x="170270" y="113430"/>
                  <a:pt x="163235" y="103856"/>
                </a:cubicBezTo>
                <a:cubicBezTo>
                  <a:pt x="157681" y="96187"/>
                  <a:pt x="154904" y="86507"/>
                  <a:pt x="154904" y="74818"/>
                </a:cubicBezTo>
                <a:cubicBezTo>
                  <a:pt x="154904" y="60854"/>
                  <a:pt x="158554" y="49918"/>
                  <a:pt x="165853" y="42011"/>
                </a:cubicBezTo>
                <a:cubicBezTo>
                  <a:pt x="173152" y="34103"/>
                  <a:pt x="182382" y="30149"/>
                  <a:pt x="193543" y="30149"/>
                </a:cubicBezTo>
                <a:cubicBezTo>
                  <a:pt x="206078" y="30149"/>
                  <a:pt x="215970" y="34288"/>
                  <a:pt x="223216" y="42566"/>
                </a:cubicBezTo>
                <a:cubicBezTo>
                  <a:pt x="230462" y="50844"/>
                  <a:pt x="233927" y="63525"/>
                  <a:pt x="233610" y="80610"/>
                </a:cubicBezTo>
                <a:lnTo>
                  <a:pt x="177754" y="80610"/>
                </a:lnTo>
                <a:cubicBezTo>
                  <a:pt x="177913" y="87221"/>
                  <a:pt x="179711" y="92365"/>
                  <a:pt x="183149" y="96041"/>
                </a:cubicBezTo>
                <a:cubicBezTo>
                  <a:pt x="186587" y="99718"/>
                  <a:pt x="190872" y="101556"/>
                  <a:pt x="196002" y="101556"/>
                </a:cubicBezTo>
                <a:cubicBezTo>
                  <a:pt x="199493" y="101556"/>
                  <a:pt x="202429" y="100603"/>
                  <a:pt x="204809" y="98699"/>
                </a:cubicBezTo>
                <a:cubicBezTo>
                  <a:pt x="207189" y="96795"/>
                  <a:pt x="208988" y="93727"/>
                  <a:pt x="210204" y="89496"/>
                </a:cubicBezTo>
                <a:moveTo>
                  <a:pt x="211474" y="66963"/>
                </a:moveTo>
                <a:cubicBezTo>
                  <a:pt x="211315" y="60537"/>
                  <a:pt x="209649" y="55651"/>
                  <a:pt x="206475" y="52305"/>
                </a:cubicBezTo>
                <a:cubicBezTo>
                  <a:pt x="203302" y="48960"/>
                  <a:pt x="199440" y="47287"/>
                  <a:pt x="194891" y="47287"/>
                </a:cubicBezTo>
                <a:cubicBezTo>
                  <a:pt x="190025" y="47287"/>
                  <a:pt x="186005" y="49051"/>
                  <a:pt x="182832" y="52580"/>
                </a:cubicBezTo>
                <a:cubicBezTo>
                  <a:pt x="179658" y="56111"/>
                  <a:pt x="178098" y="60905"/>
                  <a:pt x="178151" y="66963"/>
                </a:cubicBezTo>
                <a:lnTo>
                  <a:pt x="211474" y="66963"/>
                </a:lnTo>
                <a:close/>
                <a:moveTo>
                  <a:pt x="250802" y="116313"/>
                </a:moveTo>
                <a:lnTo>
                  <a:pt x="250802" y="0"/>
                </a:lnTo>
                <a:lnTo>
                  <a:pt x="273096" y="0"/>
                </a:lnTo>
                <a:lnTo>
                  <a:pt x="273096" y="41892"/>
                </a:lnTo>
                <a:cubicBezTo>
                  <a:pt x="279972" y="34063"/>
                  <a:pt x="288118" y="30149"/>
                  <a:pt x="297533" y="30149"/>
                </a:cubicBezTo>
                <a:cubicBezTo>
                  <a:pt x="307794" y="30149"/>
                  <a:pt x="316284" y="33865"/>
                  <a:pt x="323001" y="41297"/>
                </a:cubicBezTo>
                <a:cubicBezTo>
                  <a:pt x="329719" y="48728"/>
                  <a:pt x="333077" y="59399"/>
                  <a:pt x="333077" y="73310"/>
                </a:cubicBezTo>
                <a:cubicBezTo>
                  <a:pt x="333077" y="87697"/>
                  <a:pt x="329653" y="98779"/>
                  <a:pt x="322803" y="106554"/>
                </a:cubicBezTo>
                <a:cubicBezTo>
                  <a:pt x="315953" y="114329"/>
                  <a:pt x="307636" y="118217"/>
                  <a:pt x="297850" y="118217"/>
                </a:cubicBezTo>
                <a:cubicBezTo>
                  <a:pt x="293037" y="118217"/>
                  <a:pt x="288290" y="117014"/>
                  <a:pt x="283609" y="114607"/>
                </a:cubicBezTo>
                <a:cubicBezTo>
                  <a:pt x="278928" y="112200"/>
                  <a:pt x="274895" y="108643"/>
                  <a:pt x="271509" y="103936"/>
                </a:cubicBezTo>
                <a:lnTo>
                  <a:pt x="271509" y="116313"/>
                </a:lnTo>
                <a:lnTo>
                  <a:pt x="250802" y="116313"/>
                </a:lnTo>
                <a:moveTo>
                  <a:pt x="272938" y="72400"/>
                </a:moveTo>
                <a:cubicBezTo>
                  <a:pt x="272938" y="81115"/>
                  <a:pt x="274313" y="87558"/>
                  <a:pt x="277063" y="91730"/>
                </a:cubicBezTo>
                <a:cubicBezTo>
                  <a:pt x="280924" y="97646"/>
                  <a:pt x="286055" y="100603"/>
                  <a:pt x="292455" y="100603"/>
                </a:cubicBezTo>
                <a:cubicBezTo>
                  <a:pt x="297374" y="100603"/>
                  <a:pt x="301566" y="98504"/>
                  <a:pt x="305031" y="94306"/>
                </a:cubicBezTo>
                <a:cubicBezTo>
                  <a:pt x="308495" y="90107"/>
                  <a:pt x="310227" y="83492"/>
                  <a:pt x="310227" y="74461"/>
                </a:cubicBezTo>
                <a:cubicBezTo>
                  <a:pt x="310227" y="64847"/>
                  <a:pt x="308482" y="57915"/>
                  <a:pt x="304991" y="53664"/>
                </a:cubicBezTo>
                <a:cubicBezTo>
                  <a:pt x="301500" y="49412"/>
                  <a:pt x="297031" y="47287"/>
                  <a:pt x="291583" y="47287"/>
                </a:cubicBezTo>
                <a:cubicBezTo>
                  <a:pt x="286240" y="47287"/>
                  <a:pt x="281797" y="49360"/>
                  <a:pt x="278253" y="53508"/>
                </a:cubicBezTo>
                <a:cubicBezTo>
                  <a:pt x="274709" y="57653"/>
                  <a:pt x="272938" y="63951"/>
                  <a:pt x="272938" y="72400"/>
                </a:cubicBezTo>
                <a:close/>
                <a:moveTo>
                  <a:pt x="395961" y="0"/>
                </a:moveTo>
                <a:lnTo>
                  <a:pt x="438884" y="0"/>
                </a:lnTo>
                <a:cubicBezTo>
                  <a:pt x="448563" y="0"/>
                  <a:pt x="455942" y="741"/>
                  <a:pt x="461020" y="2222"/>
                </a:cubicBezTo>
                <a:cubicBezTo>
                  <a:pt x="467843" y="4231"/>
                  <a:pt x="473688" y="7802"/>
                  <a:pt x="478554" y="12932"/>
                </a:cubicBezTo>
                <a:cubicBezTo>
                  <a:pt x="483420" y="18063"/>
                  <a:pt x="487123" y="24344"/>
                  <a:pt x="489662" y="31776"/>
                </a:cubicBezTo>
                <a:cubicBezTo>
                  <a:pt x="492200" y="39207"/>
                  <a:pt x="493470" y="48371"/>
                  <a:pt x="493470" y="59267"/>
                </a:cubicBezTo>
                <a:cubicBezTo>
                  <a:pt x="493470" y="68841"/>
                  <a:pt x="492280" y="77092"/>
                  <a:pt x="489900" y="84021"/>
                </a:cubicBezTo>
                <a:cubicBezTo>
                  <a:pt x="486990" y="92484"/>
                  <a:pt x="482838" y="99334"/>
                  <a:pt x="477443" y="104570"/>
                </a:cubicBezTo>
                <a:cubicBezTo>
                  <a:pt x="473370" y="108538"/>
                  <a:pt x="467869" y="111632"/>
                  <a:pt x="460940" y="113853"/>
                </a:cubicBezTo>
                <a:cubicBezTo>
                  <a:pt x="455757" y="115493"/>
                  <a:pt x="448828" y="116313"/>
                  <a:pt x="440153" y="116313"/>
                </a:cubicBezTo>
                <a:lnTo>
                  <a:pt x="395961" y="116313"/>
                </a:lnTo>
                <a:lnTo>
                  <a:pt x="395961" y="0"/>
                </a:lnTo>
                <a:moveTo>
                  <a:pt x="419445" y="19676"/>
                </a:moveTo>
                <a:lnTo>
                  <a:pt x="419445" y="96636"/>
                </a:lnTo>
                <a:lnTo>
                  <a:pt x="436980" y="96636"/>
                </a:lnTo>
                <a:cubicBezTo>
                  <a:pt x="443538" y="96636"/>
                  <a:pt x="448272" y="96266"/>
                  <a:pt x="451182" y="95526"/>
                </a:cubicBezTo>
                <a:cubicBezTo>
                  <a:pt x="454990" y="94575"/>
                  <a:pt x="458150" y="92964"/>
                  <a:pt x="460663" y="90693"/>
                </a:cubicBezTo>
                <a:cubicBezTo>
                  <a:pt x="463175" y="88421"/>
                  <a:pt x="465225" y="84682"/>
                  <a:pt x="466812" y="79477"/>
                </a:cubicBezTo>
                <a:cubicBezTo>
                  <a:pt x="468398" y="74272"/>
                  <a:pt x="469192" y="67178"/>
                  <a:pt x="469192" y="58196"/>
                </a:cubicBezTo>
                <a:cubicBezTo>
                  <a:pt x="469192" y="49214"/>
                  <a:pt x="468398" y="42319"/>
                  <a:pt x="466812" y="37511"/>
                </a:cubicBezTo>
                <a:cubicBezTo>
                  <a:pt x="465225" y="32702"/>
                  <a:pt x="463003" y="28951"/>
                  <a:pt x="460147" y="26257"/>
                </a:cubicBezTo>
                <a:cubicBezTo>
                  <a:pt x="457291" y="23561"/>
                  <a:pt x="453668" y="21738"/>
                  <a:pt x="449277" y="20787"/>
                </a:cubicBezTo>
                <a:cubicBezTo>
                  <a:pt x="445998" y="20047"/>
                  <a:pt x="439571" y="19676"/>
                  <a:pt x="429998" y="19676"/>
                </a:cubicBezTo>
                <a:lnTo>
                  <a:pt x="419445" y="19676"/>
                </a:lnTo>
                <a:close/>
                <a:moveTo>
                  <a:pt x="534541" y="116313"/>
                </a:moveTo>
                <a:lnTo>
                  <a:pt x="512246" y="116313"/>
                </a:lnTo>
                <a:lnTo>
                  <a:pt x="512246" y="32053"/>
                </a:lnTo>
                <a:lnTo>
                  <a:pt x="532954" y="32053"/>
                </a:lnTo>
                <a:lnTo>
                  <a:pt x="532954" y="44034"/>
                </a:lnTo>
                <a:cubicBezTo>
                  <a:pt x="536498" y="38374"/>
                  <a:pt x="539685" y="34645"/>
                  <a:pt x="542515" y="32847"/>
                </a:cubicBezTo>
                <a:cubicBezTo>
                  <a:pt x="545344" y="31048"/>
                  <a:pt x="548558" y="30149"/>
                  <a:pt x="552154" y="30149"/>
                </a:cubicBezTo>
                <a:cubicBezTo>
                  <a:pt x="557232" y="30149"/>
                  <a:pt x="562125" y="31551"/>
                  <a:pt x="566832" y="34354"/>
                </a:cubicBezTo>
                <a:lnTo>
                  <a:pt x="559930" y="53793"/>
                </a:lnTo>
                <a:cubicBezTo>
                  <a:pt x="556174" y="51360"/>
                  <a:pt x="552683" y="50143"/>
                  <a:pt x="549457" y="50143"/>
                </a:cubicBezTo>
                <a:cubicBezTo>
                  <a:pt x="546336" y="50143"/>
                  <a:pt x="543691" y="51003"/>
                  <a:pt x="541523" y="52722"/>
                </a:cubicBezTo>
                <a:cubicBezTo>
                  <a:pt x="539354" y="54441"/>
                  <a:pt x="537648" y="57548"/>
                  <a:pt x="536405" y="62044"/>
                </a:cubicBezTo>
                <a:cubicBezTo>
                  <a:pt x="535162" y="66540"/>
                  <a:pt x="534541" y="75955"/>
                  <a:pt x="534541" y="90289"/>
                </a:cubicBezTo>
                <a:lnTo>
                  <a:pt x="534541" y="116313"/>
                </a:lnTo>
                <a:close/>
                <a:moveTo>
                  <a:pt x="576406" y="20628"/>
                </a:moveTo>
                <a:lnTo>
                  <a:pt x="576406" y="0"/>
                </a:lnTo>
                <a:lnTo>
                  <a:pt x="598701" y="0"/>
                </a:lnTo>
                <a:lnTo>
                  <a:pt x="598701" y="20628"/>
                </a:lnTo>
                <a:lnTo>
                  <a:pt x="576406" y="20628"/>
                </a:lnTo>
                <a:moveTo>
                  <a:pt x="576406" y="116313"/>
                </a:moveTo>
                <a:lnTo>
                  <a:pt x="576406" y="32053"/>
                </a:lnTo>
                <a:lnTo>
                  <a:pt x="598701" y="32053"/>
                </a:lnTo>
                <a:lnTo>
                  <a:pt x="598701" y="116313"/>
                </a:lnTo>
                <a:lnTo>
                  <a:pt x="576406" y="116313"/>
                </a:lnTo>
                <a:close/>
                <a:moveTo>
                  <a:pt x="644583" y="116313"/>
                </a:moveTo>
                <a:lnTo>
                  <a:pt x="610626" y="32053"/>
                </a:lnTo>
                <a:lnTo>
                  <a:pt x="634031" y="32053"/>
                </a:lnTo>
                <a:lnTo>
                  <a:pt x="649899" y="75056"/>
                </a:lnTo>
                <a:lnTo>
                  <a:pt x="654501" y="89416"/>
                </a:lnTo>
                <a:cubicBezTo>
                  <a:pt x="655717" y="85767"/>
                  <a:pt x="656484" y="83360"/>
                  <a:pt x="656802" y="82197"/>
                </a:cubicBezTo>
                <a:cubicBezTo>
                  <a:pt x="657542" y="79816"/>
                  <a:pt x="658336" y="77436"/>
                  <a:pt x="659182" y="75056"/>
                </a:cubicBezTo>
                <a:lnTo>
                  <a:pt x="675209" y="32053"/>
                </a:lnTo>
                <a:lnTo>
                  <a:pt x="698138" y="32053"/>
                </a:lnTo>
                <a:lnTo>
                  <a:pt x="664656" y="116313"/>
                </a:lnTo>
                <a:lnTo>
                  <a:pt x="644583" y="116313"/>
                </a:lnTo>
                <a:close/>
                <a:moveTo>
                  <a:pt x="760554" y="89496"/>
                </a:moveTo>
                <a:lnTo>
                  <a:pt x="782769" y="93304"/>
                </a:lnTo>
                <a:cubicBezTo>
                  <a:pt x="779913" y="101423"/>
                  <a:pt x="775404" y="107605"/>
                  <a:pt x="769242" y="111850"/>
                </a:cubicBezTo>
                <a:cubicBezTo>
                  <a:pt x="763080" y="116095"/>
                  <a:pt x="755371" y="118217"/>
                  <a:pt x="746114" y="118217"/>
                </a:cubicBezTo>
                <a:cubicBezTo>
                  <a:pt x="731463" y="118217"/>
                  <a:pt x="720620" y="113430"/>
                  <a:pt x="713585" y="103856"/>
                </a:cubicBezTo>
                <a:cubicBezTo>
                  <a:pt x="708031" y="96187"/>
                  <a:pt x="705254" y="86507"/>
                  <a:pt x="705254" y="74818"/>
                </a:cubicBezTo>
                <a:cubicBezTo>
                  <a:pt x="705254" y="60854"/>
                  <a:pt x="708904" y="49918"/>
                  <a:pt x="716203" y="42011"/>
                </a:cubicBezTo>
                <a:cubicBezTo>
                  <a:pt x="723502" y="34103"/>
                  <a:pt x="732732" y="30149"/>
                  <a:pt x="743893" y="30149"/>
                </a:cubicBezTo>
                <a:cubicBezTo>
                  <a:pt x="756428" y="30149"/>
                  <a:pt x="766320" y="34288"/>
                  <a:pt x="773566" y="42566"/>
                </a:cubicBezTo>
                <a:cubicBezTo>
                  <a:pt x="780812" y="50844"/>
                  <a:pt x="784277" y="63525"/>
                  <a:pt x="783959" y="80610"/>
                </a:cubicBezTo>
                <a:lnTo>
                  <a:pt x="728104" y="80610"/>
                </a:lnTo>
                <a:cubicBezTo>
                  <a:pt x="728263" y="87221"/>
                  <a:pt x="730061" y="92365"/>
                  <a:pt x="733499" y="96041"/>
                </a:cubicBezTo>
                <a:cubicBezTo>
                  <a:pt x="736937" y="99718"/>
                  <a:pt x="741222" y="101556"/>
                  <a:pt x="746352" y="101556"/>
                </a:cubicBezTo>
                <a:cubicBezTo>
                  <a:pt x="749843" y="101556"/>
                  <a:pt x="752779" y="100603"/>
                  <a:pt x="755159" y="98699"/>
                </a:cubicBezTo>
                <a:cubicBezTo>
                  <a:pt x="757539" y="96795"/>
                  <a:pt x="759338" y="93727"/>
                  <a:pt x="760554" y="89496"/>
                </a:cubicBezTo>
                <a:moveTo>
                  <a:pt x="761824" y="66963"/>
                </a:moveTo>
                <a:cubicBezTo>
                  <a:pt x="761665" y="60537"/>
                  <a:pt x="759999" y="55651"/>
                  <a:pt x="756825" y="52305"/>
                </a:cubicBezTo>
                <a:cubicBezTo>
                  <a:pt x="753652" y="48960"/>
                  <a:pt x="749790" y="47287"/>
                  <a:pt x="745241" y="47287"/>
                </a:cubicBezTo>
                <a:cubicBezTo>
                  <a:pt x="740375" y="47287"/>
                  <a:pt x="736355" y="49051"/>
                  <a:pt x="733182" y="52580"/>
                </a:cubicBezTo>
                <a:cubicBezTo>
                  <a:pt x="730008" y="56111"/>
                  <a:pt x="728448" y="60905"/>
                  <a:pt x="728501" y="66963"/>
                </a:cubicBezTo>
                <a:lnTo>
                  <a:pt x="761824" y="66963"/>
                </a:lnTo>
                <a:close/>
                <a:moveTo>
                  <a:pt x="823446" y="116313"/>
                </a:moveTo>
                <a:lnTo>
                  <a:pt x="801151" y="116313"/>
                </a:lnTo>
                <a:lnTo>
                  <a:pt x="801151" y="32053"/>
                </a:lnTo>
                <a:lnTo>
                  <a:pt x="821859" y="32053"/>
                </a:lnTo>
                <a:lnTo>
                  <a:pt x="821859" y="44034"/>
                </a:lnTo>
                <a:cubicBezTo>
                  <a:pt x="825403" y="38374"/>
                  <a:pt x="828590" y="34645"/>
                  <a:pt x="831420" y="32847"/>
                </a:cubicBezTo>
                <a:cubicBezTo>
                  <a:pt x="834250" y="31048"/>
                  <a:pt x="837463" y="30149"/>
                  <a:pt x="841060" y="30149"/>
                </a:cubicBezTo>
                <a:cubicBezTo>
                  <a:pt x="846137" y="30149"/>
                  <a:pt x="851030" y="31551"/>
                  <a:pt x="855738" y="34354"/>
                </a:cubicBezTo>
                <a:lnTo>
                  <a:pt x="848835" y="53793"/>
                </a:lnTo>
                <a:cubicBezTo>
                  <a:pt x="845079" y="51360"/>
                  <a:pt x="841589" y="50143"/>
                  <a:pt x="838362" y="50143"/>
                </a:cubicBezTo>
                <a:cubicBezTo>
                  <a:pt x="835241" y="50143"/>
                  <a:pt x="832597" y="51003"/>
                  <a:pt x="830428" y="52722"/>
                </a:cubicBezTo>
                <a:cubicBezTo>
                  <a:pt x="828259" y="54441"/>
                  <a:pt x="826554" y="57548"/>
                  <a:pt x="825311" y="62044"/>
                </a:cubicBezTo>
                <a:cubicBezTo>
                  <a:pt x="824068" y="66540"/>
                  <a:pt x="823446" y="75955"/>
                  <a:pt x="823446" y="90289"/>
                </a:cubicBezTo>
                <a:lnTo>
                  <a:pt x="823446" y="1163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&amp;">
            <a:extLst xmlns:a="http://schemas.openxmlformats.org/drawingml/2006/main">
              <a:ext uri="{FF2B5EF4-FFF2-40B4-BE49-F238E27FC236}">
                <a16:creationId xmlns:a16="http://schemas.microsoft.com/office/drawing/2014/main" id="{D422EF9D-93F6-4C2B-8CC0-FDB535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523" y="2097736"/>
            <a:ext cx="107585" cy="121391"/>
          </a:xfrm>
          <a:custGeom xmlns:a="http://schemas.openxmlformats.org/drawingml/2006/main">
            <a:pathLst>
              <a:path w="107585" h="121391">
                <a:moveTo>
                  <a:pt x="107585" y="104332"/>
                </a:moveTo>
                <a:lnTo>
                  <a:pt x="94098" y="121391"/>
                </a:lnTo>
                <a:cubicBezTo>
                  <a:pt x="87486" y="118202"/>
                  <a:pt x="81139" y="113812"/>
                  <a:pt x="75056" y="108220"/>
                </a:cubicBezTo>
                <a:cubicBezTo>
                  <a:pt x="70348" y="112452"/>
                  <a:pt x="65350" y="115572"/>
                  <a:pt x="60061" y="117582"/>
                </a:cubicBezTo>
                <a:cubicBezTo>
                  <a:pt x="54771" y="119592"/>
                  <a:pt x="48477" y="120597"/>
                  <a:pt x="41178" y="120597"/>
                </a:cubicBezTo>
                <a:cubicBezTo>
                  <a:pt x="26685" y="120597"/>
                  <a:pt x="15789" y="116516"/>
                  <a:pt x="8489" y="108354"/>
                </a:cubicBezTo>
                <a:cubicBezTo>
                  <a:pt x="2830" y="102046"/>
                  <a:pt x="0" y="94785"/>
                  <a:pt x="0" y="86570"/>
                </a:cubicBezTo>
                <a:cubicBezTo>
                  <a:pt x="0" y="79097"/>
                  <a:pt x="2222" y="72380"/>
                  <a:pt x="6665" y="66418"/>
                </a:cubicBezTo>
                <a:cubicBezTo>
                  <a:pt x="11108" y="60454"/>
                  <a:pt x="17746" y="55273"/>
                  <a:pt x="26579" y="50874"/>
                </a:cubicBezTo>
                <a:cubicBezTo>
                  <a:pt x="22612" y="46159"/>
                  <a:pt x="19623" y="41668"/>
                  <a:pt x="17614" y="37401"/>
                </a:cubicBezTo>
                <a:cubicBezTo>
                  <a:pt x="15604" y="33135"/>
                  <a:pt x="14599" y="29094"/>
                  <a:pt x="14599" y="25277"/>
                </a:cubicBezTo>
                <a:cubicBezTo>
                  <a:pt x="14599" y="18229"/>
                  <a:pt x="17415" y="12255"/>
                  <a:pt x="23048" y="7354"/>
                </a:cubicBezTo>
                <a:cubicBezTo>
                  <a:pt x="28682" y="2451"/>
                  <a:pt x="36708" y="0"/>
                  <a:pt x="47128" y="0"/>
                </a:cubicBezTo>
                <a:cubicBezTo>
                  <a:pt x="57178" y="0"/>
                  <a:pt x="65033" y="2566"/>
                  <a:pt x="70692" y="7698"/>
                </a:cubicBezTo>
                <a:cubicBezTo>
                  <a:pt x="76352" y="12829"/>
                  <a:pt x="79182" y="19097"/>
                  <a:pt x="79182" y="26502"/>
                </a:cubicBezTo>
                <a:cubicBezTo>
                  <a:pt x="79182" y="31211"/>
                  <a:pt x="77780" y="35682"/>
                  <a:pt x="74977" y="39916"/>
                </a:cubicBezTo>
                <a:cubicBezTo>
                  <a:pt x="72173" y="44147"/>
                  <a:pt x="66514" y="48934"/>
                  <a:pt x="57998" y="54276"/>
                </a:cubicBezTo>
                <a:lnTo>
                  <a:pt x="74183" y="75777"/>
                </a:lnTo>
                <a:cubicBezTo>
                  <a:pt x="76087" y="72410"/>
                  <a:pt x="77727" y="68017"/>
                  <a:pt x="79102" y="62597"/>
                </a:cubicBezTo>
                <a:lnTo>
                  <a:pt x="99255" y="67105"/>
                </a:lnTo>
                <a:cubicBezTo>
                  <a:pt x="97245" y="74265"/>
                  <a:pt x="95499" y="79503"/>
                  <a:pt x="94018" y="82819"/>
                </a:cubicBezTo>
                <a:cubicBezTo>
                  <a:pt x="92537" y="86133"/>
                  <a:pt x="90950" y="88904"/>
                  <a:pt x="89258" y="91132"/>
                </a:cubicBezTo>
                <a:cubicBezTo>
                  <a:pt x="91744" y="93465"/>
                  <a:pt x="94957" y="96022"/>
                  <a:pt x="98898" y="98806"/>
                </a:cubicBezTo>
                <a:cubicBezTo>
                  <a:pt x="102838" y="101589"/>
                  <a:pt x="105734" y="103432"/>
                  <a:pt x="107585" y="104332"/>
                </a:cubicBezTo>
                <a:moveTo>
                  <a:pt x="46890" y="40930"/>
                </a:moveTo>
                <a:lnTo>
                  <a:pt x="52920" y="36316"/>
                </a:lnTo>
                <a:cubicBezTo>
                  <a:pt x="57363" y="32868"/>
                  <a:pt x="59585" y="29446"/>
                  <a:pt x="59585" y="26051"/>
                </a:cubicBezTo>
                <a:cubicBezTo>
                  <a:pt x="59585" y="23188"/>
                  <a:pt x="58513" y="20749"/>
                  <a:pt x="56371" y="18734"/>
                </a:cubicBezTo>
                <a:cubicBezTo>
                  <a:pt x="54229" y="16718"/>
                  <a:pt x="51333" y="15709"/>
                  <a:pt x="47684" y="15709"/>
                </a:cubicBezTo>
                <a:cubicBezTo>
                  <a:pt x="44140" y="15709"/>
                  <a:pt x="41363" y="16598"/>
                  <a:pt x="39353" y="18375"/>
                </a:cubicBezTo>
                <a:cubicBezTo>
                  <a:pt x="37343" y="20152"/>
                  <a:pt x="36338" y="22207"/>
                  <a:pt x="36338" y="24541"/>
                </a:cubicBezTo>
                <a:cubicBezTo>
                  <a:pt x="36338" y="27298"/>
                  <a:pt x="38030" y="30639"/>
                  <a:pt x="41416" y="34565"/>
                </a:cubicBezTo>
                <a:lnTo>
                  <a:pt x="46890" y="40930"/>
                </a:lnTo>
                <a:moveTo>
                  <a:pt x="38163" y="65198"/>
                </a:moveTo>
                <a:cubicBezTo>
                  <a:pt x="33032" y="67796"/>
                  <a:pt x="29197" y="70925"/>
                  <a:pt x="26658" y="74585"/>
                </a:cubicBezTo>
                <a:cubicBezTo>
                  <a:pt x="24119" y="78244"/>
                  <a:pt x="22850" y="81983"/>
                  <a:pt x="22850" y="85802"/>
                </a:cubicBezTo>
                <a:cubicBezTo>
                  <a:pt x="22850" y="90628"/>
                  <a:pt x="24424" y="94566"/>
                  <a:pt x="27571" y="97616"/>
                </a:cubicBezTo>
                <a:cubicBezTo>
                  <a:pt x="30718" y="100665"/>
                  <a:pt x="34936" y="102190"/>
                  <a:pt x="40226" y="102190"/>
                </a:cubicBezTo>
                <a:cubicBezTo>
                  <a:pt x="43716" y="102190"/>
                  <a:pt x="47075" y="101501"/>
                  <a:pt x="50302" y="100122"/>
                </a:cubicBezTo>
                <a:cubicBezTo>
                  <a:pt x="53528" y="98742"/>
                  <a:pt x="57046" y="96461"/>
                  <a:pt x="60854" y="93279"/>
                </a:cubicBezTo>
                <a:lnTo>
                  <a:pt x="38163" y="651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DOMExtractor">
            <a:extLst xmlns:a="http://schemas.openxmlformats.org/drawingml/2006/main">
              <a:ext uri="{FF2B5EF4-FFF2-40B4-BE49-F238E27FC236}">
                <a16:creationId xmlns:a16="http://schemas.microsoft.com/office/drawing/2014/main" id="{A528189C-8029-4D51-8920-5D97CDC9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091" y="2295769"/>
            <a:ext cx="1127281" cy="120439"/>
          </a:xfrm>
          <a:custGeom xmlns:a="http://schemas.openxmlformats.org/drawingml/2006/main">
            <a:pathLst>
              <a:path w="1127281" h="120439">
                <a:moveTo>
                  <a:pt x="0" y="2063"/>
                </a:moveTo>
                <a:lnTo>
                  <a:pt x="42923" y="2063"/>
                </a:lnTo>
                <a:cubicBezTo>
                  <a:pt x="52603" y="2063"/>
                  <a:pt x="59981" y="2803"/>
                  <a:pt x="65059" y="4284"/>
                </a:cubicBezTo>
                <a:cubicBezTo>
                  <a:pt x="71882" y="6294"/>
                  <a:pt x="77727" y="9865"/>
                  <a:pt x="82593" y="14995"/>
                </a:cubicBezTo>
                <a:cubicBezTo>
                  <a:pt x="87459" y="20126"/>
                  <a:pt x="91162" y="26407"/>
                  <a:pt x="93701" y="33839"/>
                </a:cubicBezTo>
                <a:cubicBezTo>
                  <a:pt x="96240" y="41270"/>
                  <a:pt x="97509" y="50434"/>
                  <a:pt x="97509" y="61330"/>
                </a:cubicBezTo>
                <a:cubicBezTo>
                  <a:pt x="97509" y="70904"/>
                  <a:pt x="96319" y="79155"/>
                  <a:pt x="93939" y="86084"/>
                </a:cubicBezTo>
                <a:cubicBezTo>
                  <a:pt x="91030" y="94547"/>
                  <a:pt x="86878" y="101397"/>
                  <a:pt x="81482" y="106633"/>
                </a:cubicBezTo>
                <a:cubicBezTo>
                  <a:pt x="77410" y="110600"/>
                  <a:pt x="71909" y="113695"/>
                  <a:pt x="64980" y="115916"/>
                </a:cubicBezTo>
                <a:cubicBezTo>
                  <a:pt x="59796" y="117556"/>
                  <a:pt x="52867" y="118376"/>
                  <a:pt x="44193" y="118376"/>
                </a:cubicBezTo>
                <a:lnTo>
                  <a:pt x="0" y="118376"/>
                </a:lnTo>
                <a:lnTo>
                  <a:pt x="0" y="2063"/>
                </a:lnTo>
                <a:moveTo>
                  <a:pt x="23485" y="21739"/>
                </a:moveTo>
                <a:lnTo>
                  <a:pt x="23485" y="98699"/>
                </a:lnTo>
                <a:lnTo>
                  <a:pt x="41019" y="98699"/>
                </a:lnTo>
                <a:cubicBezTo>
                  <a:pt x="47578" y="98699"/>
                  <a:pt x="52312" y="98329"/>
                  <a:pt x="55221" y="97589"/>
                </a:cubicBezTo>
                <a:cubicBezTo>
                  <a:pt x="59029" y="96638"/>
                  <a:pt x="62190" y="95027"/>
                  <a:pt x="64702" y="92756"/>
                </a:cubicBezTo>
                <a:cubicBezTo>
                  <a:pt x="67214" y="90483"/>
                  <a:pt x="69264" y="86745"/>
                  <a:pt x="70851" y="81539"/>
                </a:cubicBezTo>
                <a:cubicBezTo>
                  <a:pt x="72438" y="76334"/>
                  <a:pt x="73231" y="69241"/>
                  <a:pt x="73231" y="60259"/>
                </a:cubicBezTo>
                <a:cubicBezTo>
                  <a:pt x="73231" y="51277"/>
                  <a:pt x="72438" y="44382"/>
                  <a:pt x="70851" y="39573"/>
                </a:cubicBezTo>
                <a:cubicBezTo>
                  <a:pt x="69264" y="34765"/>
                  <a:pt x="67043" y="31014"/>
                  <a:pt x="64186" y="28320"/>
                </a:cubicBezTo>
                <a:cubicBezTo>
                  <a:pt x="61330" y="25624"/>
                  <a:pt x="57707" y="23800"/>
                  <a:pt x="53317" y="22850"/>
                </a:cubicBezTo>
                <a:cubicBezTo>
                  <a:pt x="50037" y="22109"/>
                  <a:pt x="43611" y="21739"/>
                  <a:pt x="34037" y="21739"/>
                </a:cubicBezTo>
                <a:lnTo>
                  <a:pt x="23485" y="21739"/>
                </a:lnTo>
                <a:close/>
                <a:moveTo>
                  <a:pt x="112636" y="60933"/>
                </a:moveTo>
                <a:cubicBezTo>
                  <a:pt x="112636" y="49070"/>
                  <a:pt x="114408" y="39114"/>
                  <a:pt x="117952" y="31064"/>
                </a:cubicBezTo>
                <a:cubicBezTo>
                  <a:pt x="120596" y="25132"/>
                  <a:pt x="124206" y="19809"/>
                  <a:pt x="128782" y="15094"/>
                </a:cubicBezTo>
                <a:cubicBezTo>
                  <a:pt x="133357" y="10380"/>
                  <a:pt x="138369" y="6884"/>
                  <a:pt x="143817" y="4607"/>
                </a:cubicBezTo>
                <a:cubicBezTo>
                  <a:pt x="151063" y="1536"/>
                  <a:pt x="159420" y="0"/>
                  <a:pt x="168888" y="0"/>
                </a:cubicBezTo>
                <a:cubicBezTo>
                  <a:pt x="186026" y="0"/>
                  <a:pt x="199738" y="5323"/>
                  <a:pt x="210026" y="15970"/>
                </a:cubicBezTo>
                <a:cubicBezTo>
                  <a:pt x="220314" y="26615"/>
                  <a:pt x="225458" y="41417"/>
                  <a:pt x="225458" y="60378"/>
                </a:cubicBezTo>
                <a:cubicBezTo>
                  <a:pt x="225458" y="79180"/>
                  <a:pt x="220354" y="93891"/>
                  <a:pt x="210145" y="104511"/>
                </a:cubicBezTo>
                <a:cubicBezTo>
                  <a:pt x="199937" y="115129"/>
                  <a:pt x="186290" y="120439"/>
                  <a:pt x="169206" y="120439"/>
                </a:cubicBezTo>
                <a:cubicBezTo>
                  <a:pt x="151909" y="120439"/>
                  <a:pt x="138157" y="115156"/>
                  <a:pt x="127949" y="104590"/>
                </a:cubicBezTo>
                <a:cubicBezTo>
                  <a:pt x="117740" y="94023"/>
                  <a:pt x="112636" y="79471"/>
                  <a:pt x="112636" y="60933"/>
                </a:cubicBezTo>
                <a:moveTo>
                  <a:pt x="136835" y="60140"/>
                </a:moveTo>
                <a:cubicBezTo>
                  <a:pt x="136835" y="73310"/>
                  <a:pt x="139876" y="83294"/>
                  <a:pt x="145959" y="90091"/>
                </a:cubicBezTo>
                <a:cubicBezTo>
                  <a:pt x="152042" y="96888"/>
                  <a:pt x="159764" y="100286"/>
                  <a:pt x="169126" y="100286"/>
                </a:cubicBezTo>
                <a:cubicBezTo>
                  <a:pt x="178488" y="100286"/>
                  <a:pt x="186171" y="96914"/>
                  <a:pt x="192175" y="90170"/>
                </a:cubicBezTo>
                <a:cubicBezTo>
                  <a:pt x="198178" y="83426"/>
                  <a:pt x="201180" y="73310"/>
                  <a:pt x="201180" y="59823"/>
                </a:cubicBezTo>
                <a:cubicBezTo>
                  <a:pt x="201180" y="46493"/>
                  <a:pt x="198257" y="36549"/>
                  <a:pt x="192413" y="29991"/>
                </a:cubicBezTo>
                <a:cubicBezTo>
                  <a:pt x="186568" y="23432"/>
                  <a:pt x="178806" y="20152"/>
                  <a:pt x="169126" y="20152"/>
                </a:cubicBezTo>
                <a:cubicBezTo>
                  <a:pt x="159447" y="20152"/>
                  <a:pt x="151645" y="23471"/>
                  <a:pt x="145721" y="30110"/>
                </a:cubicBezTo>
                <a:cubicBezTo>
                  <a:pt x="139797" y="36748"/>
                  <a:pt x="136835" y="46758"/>
                  <a:pt x="136835" y="60140"/>
                </a:cubicBezTo>
                <a:close/>
                <a:moveTo>
                  <a:pt x="243333" y="118376"/>
                </a:moveTo>
                <a:lnTo>
                  <a:pt x="243333" y="2063"/>
                </a:lnTo>
                <a:lnTo>
                  <a:pt x="278481" y="2063"/>
                </a:lnTo>
                <a:lnTo>
                  <a:pt x="299585" y="81403"/>
                </a:lnTo>
                <a:lnTo>
                  <a:pt x="320452" y="2063"/>
                </a:lnTo>
                <a:lnTo>
                  <a:pt x="355679" y="2063"/>
                </a:lnTo>
                <a:lnTo>
                  <a:pt x="355679" y="118376"/>
                </a:lnTo>
                <a:lnTo>
                  <a:pt x="333860" y="118376"/>
                </a:lnTo>
                <a:lnTo>
                  <a:pt x="333860" y="26817"/>
                </a:lnTo>
                <a:lnTo>
                  <a:pt x="310772" y="118376"/>
                </a:lnTo>
                <a:lnTo>
                  <a:pt x="288160" y="118376"/>
                </a:lnTo>
                <a:lnTo>
                  <a:pt x="265151" y="26817"/>
                </a:lnTo>
                <a:lnTo>
                  <a:pt x="265151" y="118376"/>
                </a:lnTo>
                <a:lnTo>
                  <a:pt x="243333" y="118376"/>
                </a:lnTo>
                <a:close/>
                <a:moveTo>
                  <a:pt x="424013" y="118376"/>
                </a:moveTo>
                <a:lnTo>
                  <a:pt x="424013" y="2063"/>
                </a:lnTo>
                <a:lnTo>
                  <a:pt x="510256" y="2063"/>
                </a:lnTo>
                <a:lnTo>
                  <a:pt x="510256" y="21739"/>
                </a:lnTo>
                <a:lnTo>
                  <a:pt x="447498" y="21739"/>
                </a:lnTo>
                <a:lnTo>
                  <a:pt x="447498" y="47445"/>
                </a:lnTo>
                <a:lnTo>
                  <a:pt x="505892" y="47445"/>
                </a:lnTo>
                <a:lnTo>
                  <a:pt x="505892" y="67122"/>
                </a:lnTo>
                <a:lnTo>
                  <a:pt x="447498" y="67122"/>
                </a:lnTo>
                <a:lnTo>
                  <a:pt x="447498" y="98699"/>
                </a:lnTo>
                <a:lnTo>
                  <a:pt x="512477" y="98699"/>
                </a:lnTo>
                <a:lnTo>
                  <a:pt x="512477" y="118376"/>
                </a:lnTo>
                <a:lnTo>
                  <a:pt x="424013" y="118376"/>
                </a:lnTo>
                <a:close/>
                <a:moveTo>
                  <a:pt x="521361" y="118376"/>
                </a:moveTo>
                <a:lnTo>
                  <a:pt x="551748" y="74977"/>
                </a:lnTo>
                <a:lnTo>
                  <a:pt x="522630" y="34116"/>
                </a:lnTo>
                <a:lnTo>
                  <a:pt x="549844" y="34116"/>
                </a:lnTo>
                <a:lnTo>
                  <a:pt x="564760" y="57284"/>
                </a:lnTo>
                <a:lnTo>
                  <a:pt x="580469" y="34116"/>
                </a:lnTo>
                <a:lnTo>
                  <a:pt x="606652" y="34116"/>
                </a:lnTo>
                <a:lnTo>
                  <a:pt x="578089" y="74024"/>
                </a:lnTo>
                <a:lnTo>
                  <a:pt x="609270" y="118376"/>
                </a:lnTo>
                <a:lnTo>
                  <a:pt x="581897" y="118376"/>
                </a:lnTo>
                <a:lnTo>
                  <a:pt x="564760" y="92273"/>
                </a:lnTo>
                <a:lnTo>
                  <a:pt x="547464" y="118376"/>
                </a:lnTo>
                <a:lnTo>
                  <a:pt x="521361" y="118376"/>
                </a:lnTo>
                <a:close/>
                <a:moveTo>
                  <a:pt x="661054" y="34116"/>
                </a:moveTo>
                <a:lnTo>
                  <a:pt x="661054" y="51889"/>
                </a:lnTo>
                <a:lnTo>
                  <a:pt x="645821" y="51889"/>
                </a:lnTo>
                <a:lnTo>
                  <a:pt x="645821" y="85792"/>
                </a:lnTo>
                <a:cubicBezTo>
                  <a:pt x="645821" y="92658"/>
                  <a:pt x="645966" y="96659"/>
                  <a:pt x="646257" y="97794"/>
                </a:cubicBezTo>
                <a:cubicBezTo>
                  <a:pt x="646548" y="98928"/>
                  <a:pt x="647209" y="99865"/>
                  <a:pt x="648241" y="100606"/>
                </a:cubicBezTo>
                <a:cubicBezTo>
                  <a:pt x="649272" y="101345"/>
                  <a:pt x="650529" y="101714"/>
                  <a:pt x="652010" y="101714"/>
                </a:cubicBezTo>
                <a:cubicBezTo>
                  <a:pt x="654072" y="101714"/>
                  <a:pt x="657061" y="101000"/>
                  <a:pt x="660975" y="99572"/>
                </a:cubicBezTo>
                <a:lnTo>
                  <a:pt x="662879" y="116933"/>
                </a:lnTo>
                <a:cubicBezTo>
                  <a:pt x="657696" y="119164"/>
                  <a:pt x="651824" y="120280"/>
                  <a:pt x="645266" y="120280"/>
                </a:cubicBezTo>
                <a:cubicBezTo>
                  <a:pt x="641246" y="120280"/>
                  <a:pt x="637623" y="119605"/>
                  <a:pt x="634396" y="118257"/>
                </a:cubicBezTo>
                <a:cubicBezTo>
                  <a:pt x="631170" y="116908"/>
                  <a:pt x="628803" y="115162"/>
                  <a:pt x="627295" y="113020"/>
                </a:cubicBezTo>
                <a:cubicBezTo>
                  <a:pt x="625788" y="110878"/>
                  <a:pt x="624743" y="107982"/>
                  <a:pt x="624161" y="104332"/>
                </a:cubicBezTo>
                <a:cubicBezTo>
                  <a:pt x="623685" y="101741"/>
                  <a:pt x="623447" y="96504"/>
                  <a:pt x="623447" y="88623"/>
                </a:cubicBezTo>
                <a:lnTo>
                  <a:pt x="623447" y="51889"/>
                </a:lnTo>
                <a:lnTo>
                  <a:pt x="613212" y="51889"/>
                </a:lnTo>
                <a:lnTo>
                  <a:pt x="613212" y="34116"/>
                </a:lnTo>
                <a:lnTo>
                  <a:pt x="623447" y="34116"/>
                </a:lnTo>
                <a:lnTo>
                  <a:pt x="623447" y="17296"/>
                </a:lnTo>
                <a:lnTo>
                  <a:pt x="645821" y="4126"/>
                </a:lnTo>
                <a:lnTo>
                  <a:pt x="645821" y="34116"/>
                </a:lnTo>
                <a:lnTo>
                  <a:pt x="661054" y="34116"/>
                </a:lnTo>
                <a:close/>
                <a:moveTo>
                  <a:pt x="697867" y="118376"/>
                </a:moveTo>
                <a:lnTo>
                  <a:pt x="675572" y="118376"/>
                </a:lnTo>
                <a:lnTo>
                  <a:pt x="675572" y="34116"/>
                </a:lnTo>
                <a:lnTo>
                  <a:pt x="696280" y="34116"/>
                </a:lnTo>
                <a:lnTo>
                  <a:pt x="696280" y="46097"/>
                </a:lnTo>
                <a:cubicBezTo>
                  <a:pt x="699824" y="40437"/>
                  <a:pt x="703011" y="36708"/>
                  <a:pt x="705841" y="34910"/>
                </a:cubicBezTo>
                <a:cubicBezTo>
                  <a:pt x="708670" y="33111"/>
                  <a:pt x="711884" y="32212"/>
                  <a:pt x="715480" y="32212"/>
                </a:cubicBezTo>
                <a:cubicBezTo>
                  <a:pt x="720558" y="32212"/>
                  <a:pt x="725451" y="33614"/>
                  <a:pt x="730158" y="36417"/>
                </a:cubicBezTo>
                <a:lnTo>
                  <a:pt x="723256" y="55856"/>
                </a:lnTo>
                <a:cubicBezTo>
                  <a:pt x="719500" y="53422"/>
                  <a:pt x="716009" y="52206"/>
                  <a:pt x="712783" y="52206"/>
                </a:cubicBezTo>
                <a:cubicBezTo>
                  <a:pt x="709662" y="52206"/>
                  <a:pt x="707018" y="53065"/>
                  <a:pt x="704849" y="54784"/>
                </a:cubicBezTo>
                <a:cubicBezTo>
                  <a:pt x="702680" y="56504"/>
                  <a:pt x="700974" y="59611"/>
                  <a:pt x="699731" y="64107"/>
                </a:cubicBezTo>
                <a:cubicBezTo>
                  <a:pt x="698488" y="68603"/>
                  <a:pt x="697867" y="78018"/>
                  <a:pt x="697867" y="92352"/>
                </a:cubicBezTo>
                <a:lnTo>
                  <a:pt x="697867" y="118376"/>
                </a:lnTo>
                <a:close/>
                <a:moveTo>
                  <a:pt x="756394" y="60140"/>
                </a:moveTo>
                <a:lnTo>
                  <a:pt x="736162" y="56490"/>
                </a:lnTo>
                <a:cubicBezTo>
                  <a:pt x="738437" y="48237"/>
                  <a:pt x="742351" y="42128"/>
                  <a:pt x="747905" y="38163"/>
                </a:cubicBezTo>
                <a:cubicBezTo>
                  <a:pt x="753458" y="34196"/>
                  <a:pt x="761710" y="32212"/>
                  <a:pt x="772659" y="32212"/>
                </a:cubicBezTo>
                <a:cubicBezTo>
                  <a:pt x="782603" y="32212"/>
                  <a:pt x="790008" y="33389"/>
                  <a:pt x="794874" y="35743"/>
                </a:cubicBezTo>
                <a:cubicBezTo>
                  <a:pt x="799740" y="38097"/>
                  <a:pt x="803165" y="41085"/>
                  <a:pt x="805149" y="44708"/>
                </a:cubicBezTo>
                <a:cubicBezTo>
                  <a:pt x="807132" y="48331"/>
                  <a:pt x="808124" y="54983"/>
                  <a:pt x="808124" y="64662"/>
                </a:cubicBezTo>
                <a:lnTo>
                  <a:pt x="807886" y="90686"/>
                </a:lnTo>
                <a:cubicBezTo>
                  <a:pt x="807886" y="98091"/>
                  <a:pt x="808243" y="103552"/>
                  <a:pt x="808957" y="107070"/>
                </a:cubicBezTo>
                <a:cubicBezTo>
                  <a:pt x="809671" y="110587"/>
                  <a:pt x="811007" y="114356"/>
                  <a:pt x="812964" y="118376"/>
                </a:cubicBezTo>
                <a:lnTo>
                  <a:pt x="790907" y="118376"/>
                </a:lnTo>
                <a:cubicBezTo>
                  <a:pt x="790325" y="116895"/>
                  <a:pt x="789611" y="114700"/>
                  <a:pt x="788765" y="111790"/>
                </a:cubicBezTo>
                <a:cubicBezTo>
                  <a:pt x="788395" y="110468"/>
                  <a:pt x="788130" y="109595"/>
                  <a:pt x="787971" y="109172"/>
                </a:cubicBezTo>
                <a:cubicBezTo>
                  <a:pt x="784163" y="112875"/>
                  <a:pt x="780090" y="115652"/>
                  <a:pt x="775753" y="117503"/>
                </a:cubicBezTo>
                <a:cubicBezTo>
                  <a:pt x="771416" y="119354"/>
                  <a:pt x="766788" y="120280"/>
                  <a:pt x="761869" y="120280"/>
                </a:cubicBezTo>
                <a:cubicBezTo>
                  <a:pt x="753194" y="120280"/>
                  <a:pt x="746358" y="117936"/>
                  <a:pt x="741359" y="113248"/>
                </a:cubicBezTo>
                <a:cubicBezTo>
                  <a:pt x="736361" y="108561"/>
                  <a:pt x="733861" y="102635"/>
                  <a:pt x="733861" y="95471"/>
                </a:cubicBezTo>
                <a:cubicBezTo>
                  <a:pt x="733861" y="90731"/>
                  <a:pt x="734999" y="86504"/>
                  <a:pt x="737273" y="82792"/>
                </a:cubicBezTo>
                <a:cubicBezTo>
                  <a:pt x="739547" y="79077"/>
                  <a:pt x="742734" y="76233"/>
                  <a:pt x="746834" y="74258"/>
                </a:cubicBezTo>
                <a:cubicBezTo>
                  <a:pt x="750933" y="72282"/>
                  <a:pt x="756844" y="70557"/>
                  <a:pt x="764566" y="69083"/>
                </a:cubicBezTo>
                <a:cubicBezTo>
                  <a:pt x="774986" y="67134"/>
                  <a:pt x="782206" y="65317"/>
                  <a:pt x="786226" y="63631"/>
                </a:cubicBezTo>
                <a:lnTo>
                  <a:pt x="786226" y="61385"/>
                </a:lnTo>
                <a:cubicBezTo>
                  <a:pt x="786226" y="57052"/>
                  <a:pt x="785168" y="53964"/>
                  <a:pt x="783052" y="52119"/>
                </a:cubicBezTo>
                <a:cubicBezTo>
                  <a:pt x="780937" y="50273"/>
                  <a:pt x="776943" y="49350"/>
                  <a:pt x="771072" y="49350"/>
                </a:cubicBezTo>
                <a:cubicBezTo>
                  <a:pt x="767105" y="49350"/>
                  <a:pt x="764011" y="50148"/>
                  <a:pt x="761789" y="51745"/>
                </a:cubicBezTo>
                <a:cubicBezTo>
                  <a:pt x="759568" y="53340"/>
                  <a:pt x="757769" y="56138"/>
                  <a:pt x="756394" y="60140"/>
                </a:cubicBezTo>
                <a:moveTo>
                  <a:pt x="786226" y="78230"/>
                </a:moveTo>
                <a:cubicBezTo>
                  <a:pt x="783370" y="79170"/>
                  <a:pt x="778847" y="80294"/>
                  <a:pt x="772659" y="81601"/>
                </a:cubicBezTo>
                <a:cubicBezTo>
                  <a:pt x="766470" y="82907"/>
                  <a:pt x="762424" y="84187"/>
                  <a:pt x="760520" y="85442"/>
                </a:cubicBezTo>
                <a:cubicBezTo>
                  <a:pt x="757611" y="87480"/>
                  <a:pt x="756156" y="90067"/>
                  <a:pt x="756156" y="93203"/>
                </a:cubicBezTo>
                <a:cubicBezTo>
                  <a:pt x="756156" y="96287"/>
                  <a:pt x="757320" y="98953"/>
                  <a:pt x="759647" y="101201"/>
                </a:cubicBezTo>
                <a:cubicBezTo>
                  <a:pt x="761974" y="103447"/>
                  <a:pt x="764936" y="104570"/>
                  <a:pt x="768533" y="104570"/>
                </a:cubicBezTo>
                <a:cubicBezTo>
                  <a:pt x="772553" y="104570"/>
                  <a:pt x="776388" y="103264"/>
                  <a:pt x="780037" y="100651"/>
                </a:cubicBezTo>
                <a:cubicBezTo>
                  <a:pt x="782735" y="98665"/>
                  <a:pt x="784507" y="96235"/>
                  <a:pt x="785353" y="93359"/>
                </a:cubicBezTo>
                <a:cubicBezTo>
                  <a:pt x="785935" y="91478"/>
                  <a:pt x="786226" y="87898"/>
                  <a:pt x="786226" y="82621"/>
                </a:cubicBezTo>
                <a:lnTo>
                  <a:pt x="786226" y="78230"/>
                </a:lnTo>
                <a:close/>
                <a:moveTo>
                  <a:pt x="903546" y="59029"/>
                </a:moveTo>
                <a:lnTo>
                  <a:pt x="881568" y="62996"/>
                </a:lnTo>
                <a:cubicBezTo>
                  <a:pt x="880828" y="58632"/>
                  <a:pt x="879148" y="55346"/>
                  <a:pt x="876530" y="53138"/>
                </a:cubicBezTo>
                <a:cubicBezTo>
                  <a:pt x="873912" y="50930"/>
                  <a:pt x="870514" y="49826"/>
                  <a:pt x="866335" y="49826"/>
                </a:cubicBezTo>
                <a:cubicBezTo>
                  <a:pt x="860781" y="49826"/>
                  <a:pt x="856351" y="51737"/>
                  <a:pt x="853045" y="55561"/>
                </a:cubicBezTo>
                <a:cubicBezTo>
                  <a:pt x="849740" y="59384"/>
                  <a:pt x="848087" y="65777"/>
                  <a:pt x="848087" y="74741"/>
                </a:cubicBezTo>
                <a:cubicBezTo>
                  <a:pt x="848087" y="84708"/>
                  <a:pt x="849766" y="91749"/>
                  <a:pt x="853125" y="95863"/>
                </a:cubicBezTo>
                <a:cubicBezTo>
                  <a:pt x="856484" y="99975"/>
                  <a:pt x="860993" y="102032"/>
                  <a:pt x="866652" y="102032"/>
                </a:cubicBezTo>
                <a:cubicBezTo>
                  <a:pt x="870884" y="102032"/>
                  <a:pt x="874348" y="100828"/>
                  <a:pt x="877046" y="98422"/>
                </a:cubicBezTo>
                <a:cubicBezTo>
                  <a:pt x="879743" y="96015"/>
                  <a:pt x="881648" y="91876"/>
                  <a:pt x="882758" y="86005"/>
                </a:cubicBezTo>
                <a:lnTo>
                  <a:pt x="904656" y="89813"/>
                </a:lnTo>
                <a:cubicBezTo>
                  <a:pt x="902382" y="99863"/>
                  <a:pt x="898018" y="107453"/>
                  <a:pt x="891565" y="112584"/>
                </a:cubicBezTo>
                <a:cubicBezTo>
                  <a:pt x="885112" y="117715"/>
                  <a:pt x="876464" y="120280"/>
                  <a:pt x="865621" y="120280"/>
                </a:cubicBezTo>
                <a:cubicBezTo>
                  <a:pt x="853297" y="120280"/>
                  <a:pt x="843472" y="116392"/>
                  <a:pt x="836146" y="108617"/>
                </a:cubicBezTo>
                <a:cubicBezTo>
                  <a:pt x="828820" y="100841"/>
                  <a:pt x="825157" y="90078"/>
                  <a:pt x="825157" y="76325"/>
                </a:cubicBezTo>
                <a:cubicBezTo>
                  <a:pt x="825157" y="62414"/>
                  <a:pt x="828833" y="51584"/>
                  <a:pt x="836186" y="43836"/>
                </a:cubicBezTo>
                <a:cubicBezTo>
                  <a:pt x="843538" y="36087"/>
                  <a:pt x="853482" y="32212"/>
                  <a:pt x="866018" y="32212"/>
                </a:cubicBezTo>
                <a:cubicBezTo>
                  <a:pt x="876279" y="32212"/>
                  <a:pt x="884438" y="34420"/>
                  <a:pt x="890494" y="38837"/>
                </a:cubicBezTo>
                <a:cubicBezTo>
                  <a:pt x="896550" y="43254"/>
                  <a:pt x="900901" y="49984"/>
                  <a:pt x="903546" y="59029"/>
                </a:cubicBezTo>
                <a:close/>
                <a:moveTo>
                  <a:pt x="959059" y="34116"/>
                </a:moveTo>
                <a:lnTo>
                  <a:pt x="959059" y="51889"/>
                </a:lnTo>
                <a:lnTo>
                  <a:pt x="943826" y="51889"/>
                </a:lnTo>
                <a:lnTo>
                  <a:pt x="943826" y="85792"/>
                </a:lnTo>
                <a:cubicBezTo>
                  <a:pt x="943826" y="92658"/>
                  <a:pt x="943971" y="96659"/>
                  <a:pt x="944262" y="97794"/>
                </a:cubicBezTo>
                <a:cubicBezTo>
                  <a:pt x="944553" y="98928"/>
                  <a:pt x="945214" y="99865"/>
                  <a:pt x="946245" y="100606"/>
                </a:cubicBezTo>
                <a:cubicBezTo>
                  <a:pt x="947277" y="101345"/>
                  <a:pt x="948533" y="101714"/>
                  <a:pt x="950014" y="101714"/>
                </a:cubicBezTo>
                <a:cubicBezTo>
                  <a:pt x="952077" y="101714"/>
                  <a:pt x="955065" y="101000"/>
                  <a:pt x="958980" y="99572"/>
                </a:cubicBezTo>
                <a:lnTo>
                  <a:pt x="960884" y="116933"/>
                </a:lnTo>
                <a:cubicBezTo>
                  <a:pt x="955700" y="119164"/>
                  <a:pt x="949829" y="120280"/>
                  <a:pt x="943270" y="120280"/>
                </a:cubicBezTo>
                <a:cubicBezTo>
                  <a:pt x="939250" y="120280"/>
                  <a:pt x="935627" y="119605"/>
                  <a:pt x="932401" y="118257"/>
                </a:cubicBezTo>
                <a:cubicBezTo>
                  <a:pt x="929174" y="116908"/>
                  <a:pt x="926807" y="115162"/>
                  <a:pt x="925300" y="113020"/>
                </a:cubicBezTo>
                <a:cubicBezTo>
                  <a:pt x="923792" y="110878"/>
                  <a:pt x="922748" y="107982"/>
                  <a:pt x="922166" y="104332"/>
                </a:cubicBezTo>
                <a:cubicBezTo>
                  <a:pt x="921690" y="101741"/>
                  <a:pt x="921452" y="96504"/>
                  <a:pt x="921452" y="88623"/>
                </a:cubicBezTo>
                <a:lnTo>
                  <a:pt x="921452" y="51889"/>
                </a:lnTo>
                <a:lnTo>
                  <a:pt x="911217" y="51889"/>
                </a:lnTo>
                <a:lnTo>
                  <a:pt x="911217" y="34116"/>
                </a:lnTo>
                <a:lnTo>
                  <a:pt x="921452" y="34116"/>
                </a:lnTo>
                <a:lnTo>
                  <a:pt x="921452" y="17296"/>
                </a:lnTo>
                <a:lnTo>
                  <a:pt x="943826" y="4126"/>
                </a:lnTo>
                <a:lnTo>
                  <a:pt x="943826" y="34116"/>
                </a:lnTo>
                <a:lnTo>
                  <a:pt x="959059" y="34116"/>
                </a:lnTo>
                <a:close/>
                <a:moveTo>
                  <a:pt x="969372" y="75056"/>
                </a:moveTo>
                <a:cubicBezTo>
                  <a:pt x="969372" y="67651"/>
                  <a:pt x="971197" y="60484"/>
                  <a:pt x="974846" y="53555"/>
                </a:cubicBezTo>
                <a:cubicBezTo>
                  <a:pt x="978496" y="46626"/>
                  <a:pt x="983666" y="41336"/>
                  <a:pt x="990358" y="37687"/>
                </a:cubicBezTo>
                <a:cubicBezTo>
                  <a:pt x="997049" y="34037"/>
                  <a:pt x="1004520" y="32212"/>
                  <a:pt x="1012771" y="32212"/>
                </a:cubicBezTo>
                <a:cubicBezTo>
                  <a:pt x="1025518" y="32212"/>
                  <a:pt x="1035965" y="36351"/>
                  <a:pt x="1044111" y="44629"/>
                </a:cubicBezTo>
                <a:cubicBezTo>
                  <a:pt x="1052256" y="52907"/>
                  <a:pt x="1056329" y="63366"/>
                  <a:pt x="1056329" y="76008"/>
                </a:cubicBezTo>
                <a:cubicBezTo>
                  <a:pt x="1056329" y="88755"/>
                  <a:pt x="1052216" y="99321"/>
                  <a:pt x="1043992" y="107704"/>
                </a:cubicBezTo>
                <a:cubicBezTo>
                  <a:pt x="1035767" y="116088"/>
                  <a:pt x="1025413" y="120280"/>
                  <a:pt x="1012930" y="120280"/>
                </a:cubicBezTo>
                <a:cubicBezTo>
                  <a:pt x="1005207" y="120280"/>
                  <a:pt x="997842" y="118534"/>
                  <a:pt x="990834" y="115043"/>
                </a:cubicBezTo>
                <a:cubicBezTo>
                  <a:pt x="983825" y="111552"/>
                  <a:pt x="978496" y="106435"/>
                  <a:pt x="974846" y="99691"/>
                </a:cubicBezTo>
                <a:cubicBezTo>
                  <a:pt x="971197" y="92947"/>
                  <a:pt x="969372" y="84735"/>
                  <a:pt x="969372" y="75056"/>
                </a:cubicBezTo>
                <a:moveTo>
                  <a:pt x="992222" y="76246"/>
                </a:moveTo>
                <a:cubicBezTo>
                  <a:pt x="992222" y="84577"/>
                  <a:pt x="994206" y="90957"/>
                  <a:pt x="998173" y="95387"/>
                </a:cubicBezTo>
                <a:cubicBezTo>
                  <a:pt x="1002140" y="99817"/>
                  <a:pt x="1007032" y="102032"/>
                  <a:pt x="1012850" y="102032"/>
                </a:cubicBezTo>
                <a:cubicBezTo>
                  <a:pt x="1018669" y="102032"/>
                  <a:pt x="1023548" y="99817"/>
                  <a:pt x="1027489" y="95387"/>
                </a:cubicBezTo>
                <a:cubicBezTo>
                  <a:pt x="1031429" y="90957"/>
                  <a:pt x="1033400" y="84524"/>
                  <a:pt x="1033400" y="76087"/>
                </a:cubicBezTo>
                <a:cubicBezTo>
                  <a:pt x="1033400" y="67862"/>
                  <a:pt x="1031429" y="61535"/>
                  <a:pt x="1027489" y="57105"/>
                </a:cubicBezTo>
                <a:cubicBezTo>
                  <a:pt x="1023548" y="52675"/>
                  <a:pt x="1018669" y="50460"/>
                  <a:pt x="1012850" y="50460"/>
                </a:cubicBezTo>
                <a:cubicBezTo>
                  <a:pt x="1007032" y="50460"/>
                  <a:pt x="1002140" y="52675"/>
                  <a:pt x="998173" y="57105"/>
                </a:cubicBezTo>
                <a:cubicBezTo>
                  <a:pt x="994206" y="61535"/>
                  <a:pt x="992222" y="67915"/>
                  <a:pt x="992222" y="76246"/>
                </a:cubicBezTo>
                <a:close/>
                <a:moveTo>
                  <a:pt x="1094990" y="118376"/>
                </a:moveTo>
                <a:lnTo>
                  <a:pt x="1072695" y="118376"/>
                </a:lnTo>
                <a:lnTo>
                  <a:pt x="1072695" y="34116"/>
                </a:lnTo>
                <a:lnTo>
                  <a:pt x="1093403" y="34116"/>
                </a:lnTo>
                <a:lnTo>
                  <a:pt x="1093403" y="46097"/>
                </a:lnTo>
                <a:cubicBezTo>
                  <a:pt x="1096947" y="40437"/>
                  <a:pt x="1100134" y="36708"/>
                  <a:pt x="1102964" y="34910"/>
                </a:cubicBezTo>
                <a:cubicBezTo>
                  <a:pt x="1105793" y="33111"/>
                  <a:pt x="1109007" y="32212"/>
                  <a:pt x="1112603" y="32212"/>
                </a:cubicBezTo>
                <a:cubicBezTo>
                  <a:pt x="1117681" y="32212"/>
                  <a:pt x="1122574" y="33614"/>
                  <a:pt x="1127281" y="36417"/>
                </a:cubicBezTo>
                <a:lnTo>
                  <a:pt x="1120379" y="55856"/>
                </a:lnTo>
                <a:cubicBezTo>
                  <a:pt x="1116623" y="53422"/>
                  <a:pt x="1113132" y="52206"/>
                  <a:pt x="1109906" y="52206"/>
                </a:cubicBezTo>
                <a:cubicBezTo>
                  <a:pt x="1106785" y="52206"/>
                  <a:pt x="1104140" y="53065"/>
                  <a:pt x="1101972" y="54784"/>
                </a:cubicBezTo>
                <a:cubicBezTo>
                  <a:pt x="1099803" y="56504"/>
                  <a:pt x="1098097" y="59611"/>
                  <a:pt x="1096854" y="64107"/>
                </a:cubicBezTo>
                <a:cubicBezTo>
                  <a:pt x="1095611" y="68603"/>
                  <a:pt x="1094990" y="78018"/>
                  <a:pt x="1094990" y="92352"/>
                </a:cubicBezTo>
                <a:lnTo>
                  <a:pt x="1094990" y="1183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34D06-9814-49D7-9781-C7324B9D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225" y="2915914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B6AA5-7EBB-41A1-BDF4-8F117120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225" y="2915914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8F6B8-44B9-4B9D-94D6-3EC0C50B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170" y="3218741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334E0-2266-4428-9BB2-336F96B4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170" y="3218741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B02B9-4C47-46BA-BE74-A9868F41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818" y="3218741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98C07F-5B21-4D20-A026-DF4996F7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818" y="3218741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EB485-E6C2-4942-990C-4218622A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762" y="3521569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BA9BE2-8617-49C0-8694-59FD95B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762" y="3521569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EAE05-69CF-4FFE-B071-4A59528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31" y="3521569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7839A-F8CA-4D06-9AF9-BBF10C52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31" y="3521569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27D05-E277-4E11-8454-3229CF44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17" y="3521569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C57CC7-6830-414B-BB86-032D8A1C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17" y="3521569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C421C-FB79-431D-A42F-CEB3CC33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73" y="3089598"/>
            <a:ext cx="193115" cy="129064"/>
          </a:xfrm>
          <a:custGeom xmlns:a="http://schemas.openxmlformats.org/drawingml/2006/main">
            <a:pathLst>
              <a:path w="193115" h="129064">
                <a:moveTo>
                  <a:pt x="193115" y="0"/>
                </a:moveTo>
                <a:lnTo>
                  <a:pt x="0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B26E1-D09A-4C26-8746-A337EE60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73" y="3089598"/>
            <a:ext cx="193115" cy="129064"/>
          </a:xfrm>
          <a:custGeom xmlns:a="http://schemas.openxmlformats.org/drawingml/2006/main">
            <a:pathLst>
              <a:path w="193115" h="129064" fill="none">
                <a:moveTo>
                  <a:pt x="193115" y="0"/>
                </a:moveTo>
                <a:lnTo>
                  <a:pt x="0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850A49-2D07-4D7E-8F5A-AAAF7C2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81" y="3218741"/>
            <a:ext cx="10" cy="10"/>
          </a:xfrm>
          <a:custGeom xmlns:a="http://schemas.openxmlformats.org/drawingml/2006/main"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FF12D-4C29-43DC-9902-BEEBA07D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81" y="321874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AA162-13D9-49D6-849A-CDE185A9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319" y="3089678"/>
            <a:ext cx="177762" cy="129064"/>
          </a:xfrm>
          <a:custGeom xmlns:a="http://schemas.openxmlformats.org/drawingml/2006/main">
            <a:pathLst>
              <a:path w="177762" h="129064">
                <a:moveTo>
                  <a:pt x="0" y="0"/>
                </a:moveTo>
                <a:lnTo>
                  <a:pt x="177762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E6F80-4A2D-4FE8-82AA-933AA97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319" y="3089678"/>
            <a:ext cx="177762" cy="129064"/>
          </a:xfrm>
          <a:custGeom xmlns:a="http://schemas.openxmlformats.org/drawingml/2006/main">
            <a:pathLst>
              <a:path w="177762" h="129064" fill="none">
                <a:moveTo>
                  <a:pt x="0" y="0"/>
                </a:moveTo>
                <a:lnTo>
                  <a:pt x="177762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1552C-2AD4-42DB-86AB-A46C35A8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80" y="3521569"/>
            <a:ext cx="10" cy="10"/>
          </a:xfrm>
          <a:custGeom xmlns:a="http://schemas.openxmlformats.org/drawingml/2006/main"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7BAEB-93BC-46EE-AA92-1EF7119E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80" y="3521569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79F8F-D9A7-4F09-9016-7D9EAEC6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80" y="3521569"/>
            <a:ext cx="10" cy="10"/>
          </a:xfrm>
          <a:custGeom xmlns:a="http://schemas.openxmlformats.org/drawingml/2006/main"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FF3D8-D68A-408B-8CE0-D3DDE6CC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80" y="3521569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35AA12-548F-4208-B14E-08ED6E14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20" y="3392425"/>
            <a:ext cx="154013" cy="129064"/>
          </a:xfrm>
          <a:custGeom xmlns:a="http://schemas.openxmlformats.org/drawingml/2006/main">
            <a:pathLst>
              <a:path w="154013" h="129064">
                <a:moveTo>
                  <a:pt x="154013" y="0"/>
                </a:moveTo>
                <a:lnTo>
                  <a:pt x="0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9C832-5DF6-4C93-B530-7D359532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20" y="3392425"/>
            <a:ext cx="154013" cy="129064"/>
          </a:xfrm>
          <a:custGeom xmlns:a="http://schemas.openxmlformats.org/drawingml/2006/main">
            <a:pathLst>
              <a:path w="154013" h="129064" fill="none">
                <a:moveTo>
                  <a:pt x="154013" y="0"/>
                </a:moveTo>
                <a:lnTo>
                  <a:pt x="0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FA300-9407-4171-A169-A6A4E220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025" y="3392505"/>
            <a:ext cx="193115" cy="129064"/>
          </a:xfrm>
          <a:custGeom xmlns:a="http://schemas.openxmlformats.org/drawingml/2006/main">
            <a:pathLst>
              <a:path w="193115" h="129064">
                <a:moveTo>
                  <a:pt x="193115" y="0"/>
                </a:moveTo>
                <a:lnTo>
                  <a:pt x="0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E3B67-AF79-45D8-9242-EAE003D9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025" y="3392505"/>
            <a:ext cx="193115" cy="129064"/>
          </a:xfrm>
          <a:custGeom xmlns:a="http://schemas.openxmlformats.org/drawingml/2006/main">
            <a:pathLst>
              <a:path w="193115" h="129064" fill="none">
                <a:moveTo>
                  <a:pt x="193115" y="0"/>
                </a:moveTo>
                <a:lnTo>
                  <a:pt x="0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A9624-152F-43EF-8BB6-C7889102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894" y="3521569"/>
            <a:ext cx="10" cy="10"/>
          </a:xfrm>
          <a:custGeom xmlns:a="http://schemas.openxmlformats.org/drawingml/2006/main"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A7B1D-20AA-4B44-B7B1-B604A954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894" y="3521569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538CB-5C87-46D3-9D6A-4FE47C09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81" y="3392505"/>
            <a:ext cx="152813" cy="129064"/>
          </a:xfrm>
          <a:custGeom xmlns:a="http://schemas.openxmlformats.org/drawingml/2006/main">
            <a:pathLst>
              <a:path w="152813" h="129064">
                <a:moveTo>
                  <a:pt x="0" y="0"/>
                </a:moveTo>
                <a:lnTo>
                  <a:pt x="152813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F31B0-2F5E-4498-85ED-048C314F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81" y="3392505"/>
            <a:ext cx="152813" cy="129064"/>
          </a:xfrm>
          <a:custGeom xmlns:a="http://schemas.openxmlformats.org/drawingml/2006/main">
            <a:pathLst>
              <a:path w="152813" h="129064" fill="none">
                <a:moveTo>
                  <a:pt x="0" y="0"/>
                </a:moveTo>
                <a:lnTo>
                  <a:pt x="152813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7EB77-311F-4B94-AC82-CC4106F2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225" y="3973644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3520A-88D4-4D3A-85D1-5799CF68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225" y="3973644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556B33-ECC0-490E-B424-886A65B3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170" y="4276472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5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BF519-A28F-4B05-B720-764EA38D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170" y="4276472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33A8B-4571-460B-838E-EDBFCB86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818" y="4276472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4BFA7-280F-4235-BCF4-9E296860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818" y="4276472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5CEEE-F69F-42F5-94EA-6753903B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762" y="4579299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0C94A-13C8-4DA0-94E4-19BA5883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762" y="4579299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B3419-6EAA-4D08-9A10-F57629E0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31" y="4579299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C4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D4FE7-4DBE-4633-9BD0-A01D4FA4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31" y="4579299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9B467-7C0F-4A5A-851E-EAEBEC51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17" y="4579299"/>
            <a:ext cx="260526" cy="173684"/>
          </a:xfrm>
          <a:custGeom xmlns:a="http://schemas.openxmlformats.org/drawingml/2006/main">
            <a:pathLst>
              <a:path w="260526" h="173684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77B67-3701-4C41-9DBA-C5825B84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17" y="4579299"/>
            <a:ext cx="260526" cy="173684"/>
          </a:xfrm>
          <a:custGeom xmlns:a="http://schemas.openxmlformats.org/drawingml/2006/main">
            <a:pathLst>
              <a:path w="260526" h="173684" fill="none">
                <a:moveTo>
                  <a:pt x="0" y="0"/>
                </a:moveTo>
                <a:lnTo>
                  <a:pt x="260526" y="0"/>
                </a:lnTo>
                <a:lnTo>
                  <a:pt x="260526" y="173684"/>
                </a:lnTo>
                <a:lnTo>
                  <a:pt x="0" y="1736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A47EB-7681-433E-802E-3D53ED84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73" y="4147328"/>
            <a:ext cx="193115" cy="129064"/>
          </a:xfrm>
          <a:custGeom xmlns:a="http://schemas.openxmlformats.org/drawingml/2006/main">
            <a:pathLst>
              <a:path w="193115" h="129064">
                <a:moveTo>
                  <a:pt x="193115" y="0"/>
                </a:moveTo>
                <a:lnTo>
                  <a:pt x="0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67168-FCB2-4EEB-8300-E935AD4F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373" y="4147328"/>
            <a:ext cx="193115" cy="129064"/>
          </a:xfrm>
          <a:custGeom xmlns:a="http://schemas.openxmlformats.org/drawingml/2006/main">
            <a:pathLst>
              <a:path w="193115" h="129064" fill="none">
                <a:moveTo>
                  <a:pt x="193115" y="0"/>
                </a:moveTo>
                <a:lnTo>
                  <a:pt x="0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8FB08-B39E-4984-8772-8BCC6B4F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81" y="4276472"/>
            <a:ext cx="10" cy="10"/>
          </a:xfrm>
          <a:custGeom xmlns:a="http://schemas.openxmlformats.org/drawingml/2006/main"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5FA07-FD69-4886-94F1-8A90963F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81" y="427647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75730-9569-412D-BE64-A11E2A73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319" y="4147408"/>
            <a:ext cx="177762" cy="129064"/>
          </a:xfrm>
          <a:custGeom xmlns:a="http://schemas.openxmlformats.org/drawingml/2006/main">
            <a:pathLst>
              <a:path w="177762" h="129064">
                <a:moveTo>
                  <a:pt x="0" y="0"/>
                </a:moveTo>
                <a:lnTo>
                  <a:pt x="177762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7DA26-65A6-425D-8A20-CB2D6E5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319" y="4147408"/>
            <a:ext cx="177762" cy="129064"/>
          </a:xfrm>
          <a:custGeom xmlns:a="http://schemas.openxmlformats.org/drawingml/2006/main">
            <a:pathLst>
              <a:path w="177762" h="129064" fill="none">
                <a:moveTo>
                  <a:pt x="0" y="0"/>
                </a:moveTo>
                <a:lnTo>
                  <a:pt x="177762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6611B-A048-4ACE-B1D9-AC55A101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80" y="4579299"/>
            <a:ext cx="10" cy="10"/>
          </a:xfrm>
          <a:custGeom xmlns:a="http://schemas.openxmlformats.org/drawingml/2006/main"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6B3E4-3342-40B5-9225-E92DFE12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80" y="4579299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8C945-97F9-46E6-B076-DB34F8DD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80" y="4579299"/>
            <a:ext cx="10" cy="10"/>
          </a:xfrm>
          <a:custGeom xmlns:a="http://schemas.openxmlformats.org/drawingml/2006/main"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6CD65-CFFA-4E79-BB4D-8D7F74EE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80" y="4579299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02D36-84AE-4499-AF30-D06D4F9D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20" y="4450156"/>
            <a:ext cx="154013" cy="129064"/>
          </a:xfrm>
          <a:custGeom xmlns:a="http://schemas.openxmlformats.org/drawingml/2006/main">
            <a:pathLst>
              <a:path w="154013" h="129064">
                <a:moveTo>
                  <a:pt x="154013" y="0"/>
                </a:moveTo>
                <a:lnTo>
                  <a:pt x="0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3A25E-ED8B-444C-9983-951F0BED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20" y="4450156"/>
            <a:ext cx="154013" cy="129064"/>
          </a:xfrm>
          <a:custGeom xmlns:a="http://schemas.openxmlformats.org/drawingml/2006/main">
            <a:pathLst>
              <a:path w="154013" h="129064" fill="none">
                <a:moveTo>
                  <a:pt x="154013" y="0"/>
                </a:moveTo>
                <a:lnTo>
                  <a:pt x="0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B6C3D8-569A-4927-AA52-ACD03FF7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025" y="4450236"/>
            <a:ext cx="193115" cy="129064"/>
          </a:xfrm>
          <a:custGeom xmlns:a="http://schemas.openxmlformats.org/drawingml/2006/main">
            <a:pathLst>
              <a:path w="193115" h="129064">
                <a:moveTo>
                  <a:pt x="193115" y="0"/>
                </a:moveTo>
                <a:lnTo>
                  <a:pt x="0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123AB-5205-458A-87B5-BBE0CB65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025" y="4450236"/>
            <a:ext cx="193115" cy="129064"/>
          </a:xfrm>
          <a:custGeom xmlns:a="http://schemas.openxmlformats.org/drawingml/2006/main">
            <a:pathLst>
              <a:path w="193115" h="129064" fill="none">
                <a:moveTo>
                  <a:pt x="193115" y="0"/>
                </a:moveTo>
                <a:lnTo>
                  <a:pt x="0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AF758-E478-44C4-8622-51C6152A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894" y="4579299"/>
            <a:ext cx="10" cy="10"/>
          </a:xfrm>
          <a:custGeom xmlns:a="http://schemas.openxmlformats.org/drawingml/2006/main"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4312E-BD9E-4DAC-8EDB-4B499A50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894" y="4579299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B4020-C3C9-4368-A569-78C46FB9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81" y="4450236"/>
            <a:ext cx="152813" cy="129064"/>
          </a:xfrm>
          <a:custGeom xmlns:a="http://schemas.openxmlformats.org/drawingml/2006/main">
            <a:pathLst>
              <a:path w="152813" h="129064">
                <a:moveTo>
                  <a:pt x="0" y="0"/>
                </a:moveTo>
                <a:lnTo>
                  <a:pt x="152813" y="12906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D56DF-E0A3-4F2A-8CC8-C02DBC5E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081" y="4450236"/>
            <a:ext cx="152813" cy="129064"/>
          </a:xfrm>
          <a:custGeom xmlns:a="http://schemas.openxmlformats.org/drawingml/2006/main">
            <a:pathLst>
              <a:path w="152813" h="129064" fill="none">
                <a:moveTo>
                  <a:pt x="0" y="0"/>
                </a:moveTo>
                <a:lnTo>
                  <a:pt x="152813" y="129064"/>
                </a:lnTo>
              </a:path>
            </a:pathLst>
          </a:custGeom>
          <a:noFill xmlns:a="http://schemas.openxmlformats.org/drawingml/2006/main"/>
          <a:ln xmlns:a="http://schemas.openxmlformats.org/drawingml/2006/main" w="15233" cap="flat">
            <a:solidFill>
              <a:srgbClr val="000000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50CEF-3768-4C11-95ED-8D8C95C9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378" y="3428903"/>
            <a:ext cx="822903" cy="849400"/>
          </a:xfrm>
          <a:custGeom xmlns:a="http://schemas.openxmlformats.org/drawingml/2006/main">
            <a:pathLst>
              <a:path w="822903" h="849400">
                <a:moveTo>
                  <a:pt x="0" y="132595"/>
                </a:moveTo>
                <a:lnTo>
                  <a:pt x="708420" y="132595"/>
                </a:lnTo>
                <a:lnTo>
                  <a:pt x="708420" y="650238"/>
                </a:lnTo>
                <a:cubicBezTo>
                  <a:pt x="354229" y="650238"/>
                  <a:pt x="354229" y="849400"/>
                  <a:pt x="0" y="749819"/>
                </a:cubicBezTo>
                <a:lnTo>
                  <a:pt x="0" y="132595"/>
                </a:lnTo>
                <a:close/>
                <a:moveTo>
                  <a:pt x="58365" y="132595"/>
                </a:moveTo>
                <a:lnTo>
                  <a:pt x="708420" y="132595"/>
                </a:lnTo>
                <a:lnTo>
                  <a:pt x="708420" y="589984"/>
                </a:lnTo>
                <a:cubicBezTo>
                  <a:pt x="708420" y="589984"/>
                  <a:pt x="735202" y="586376"/>
                  <a:pt x="761947" y="586376"/>
                </a:cubicBezTo>
                <a:lnTo>
                  <a:pt x="761947" y="65486"/>
                </a:lnTo>
                <a:lnTo>
                  <a:pt x="58365" y="65486"/>
                </a:lnTo>
                <a:lnTo>
                  <a:pt x="58365" y="132595"/>
                </a:lnTo>
                <a:close/>
                <a:moveTo>
                  <a:pt x="113225" y="65486"/>
                </a:moveTo>
                <a:lnTo>
                  <a:pt x="761947" y="65486"/>
                </a:lnTo>
                <a:lnTo>
                  <a:pt x="761947" y="521973"/>
                </a:lnTo>
                <a:cubicBezTo>
                  <a:pt x="761947" y="521973"/>
                  <a:pt x="792425" y="519267"/>
                  <a:pt x="822903" y="519267"/>
                </a:cubicBezTo>
                <a:lnTo>
                  <a:pt x="822903" y="0"/>
                </a:lnTo>
                <a:lnTo>
                  <a:pt x="113225" y="0"/>
                </a:lnTo>
                <a:lnTo>
                  <a:pt x="113225" y="654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2E075-5E7B-4980-8326-02F4E6C1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378" y="3428903"/>
            <a:ext cx="822903" cy="849400"/>
          </a:xfrm>
          <a:custGeom xmlns:a="http://schemas.openxmlformats.org/drawingml/2006/main">
            <a:pathLst>
              <a:path w="822903" h="849400">
                <a:moveTo>
                  <a:pt x="0" y="132595"/>
                </a:moveTo>
                <a:lnTo>
                  <a:pt x="708420" y="132595"/>
                </a:lnTo>
                <a:lnTo>
                  <a:pt x="708420" y="650238"/>
                </a:lnTo>
                <a:cubicBezTo>
                  <a:pt x="354229" y="650238"/>
                  <a:pt x="354229" y="849400"/>
                  <a:pt x="0" y="749819"/>
                </a:cubicBezTo>
                <a:lnTo>
                  <a:pt x="0" y="132595"/>
                </a:lnTo>
                <a:close/>
                <a:moveTo>
                  <a:pt x="708420" y="589984"/>
                </a:moveTo>
                <a:cubicBezTo>
                  <a:pt x="708420" y="589984"/>
                  <a:pt x="735202" y="586376"/>
                  <a:pt x="761947" y="586376"/>
                </a:cubicBezTo>
                <a:lnTo>
                  <a:pt x="761947" y="65486"/>
                </a:lnTo>
                <a:lnTo>
                  <a:pt x="58365" y="65486"/>
                </a:lnTo>
                <a:lnTo>
                  <a:pt x="58365" y="132595"/>
                </a:lnTo>
                <a:close/>
                <a:moveTo>
                  <a:pt x="761947" y="521973"/>
                </a:moveTo>
                <a:cubicBezTo>
                  <a:pt x="761947" y="521973"/>
                  <a:pt x="792425" y="519267"/>
                  <a:pt x="822903" y="519267"/>
                </a:cubicBezTo>
                <a:lnTo>
                  <a:pt x="822903" y="0"/>
                </a:lnTo>
                <a:lnTo>
                  <a:pt x="113225" y="0"/>
                </a:lnTo>
                <a:lnTo>
                  <a:pt x="113225" y="6548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AA34D-1EAB-4911-A3AF-2BDB8DD9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378" y="3428903"/>
            <a:ext cx="822903" cy="849400"/>
          </a:xfrm>
          <a:custGeom xmlns:a="http://schemas.openxmlformats.org/drawingml/2006/main">
            <a:pathLst>
              <a:path w="822903" h="849400">
                <a:moveTo>
                  <a:pt x="0" y="749819"/>
                </a:moveTo>
                <a:lnTo>
                  <a:pt x="0" y="132595"/>
                </a:lnTo>
                <a:lnTo>
                  <a:pt x="58365" y="132595"/>
                </a:lnTo>
                <a:lnTo>
                  <a:pt x="58365" y="65486"/>
                </a:lnTo>
                <a:lnTo>
                  <a:pt x="113225" y="65486"/>
                </a:lnTo>
                <a:lnTo>
                  <a:pt x="113225" y="0"/>
                </a:lnTo>
                <a:lnTo>
                  <a:pt x="822903" y="0"/>
                </a:lnTo>
                <a:lnTo>
                  <a:pt x="822903" y="519267"/>
                </a:lnTo>
                <a:cubicBezTo>
                  <a:pt x="792425" y="519267"/>
                  <a:pt x="761947" y="521973"/>
                  <a:pt x="761947" y="521973"/>
                </a:cubicBezTo>
                <a:lnTo>
                  <a:pt x="761947" y="586376"/>
                </a:lnTo>
                <a:cubicBezTo>
                  <a:pt x="735202" y="586376"/>
                  <a:pt x="708420" y="589984"/>
                  <a:pt x="708420" y="589984"/>
                </a:cubicBezTo>
                <a:lnTo>
                  <a:pt x="708420" y="650238"/>
                </a:lnTo>
                <a:cubicBezTo>
                  <a:pt x="354229" y="650238"/>
                  <a:pt x="354229" y="849400"/>
                  <a:pt x="0" y="749819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EF412-FE02-4231-AE83-A0D9E96C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378" y="3428903"/>
            <a:ext cx="822903" cy="849400"/>
          </a:xfrm>
          <a:custGeom xmlns:a="http://schemas.openxmlformats.org/drawingml/2006/main">
            <a:pathLst>
              <a:path w="822903" h="849400" fill="none">
                <a:moveTo>
                  <a:pt x="0" y="132595"/>
                </a:moveTo>
                <a:lnTo>
                  <a:pt x="708420" y="132595"/>
                </a:lnTo>
                <a:lnTo>
                  <a:pt x="708420" y="650238"/>
                </a:lnTo>
                <a:cubicBezTo>
                  <a:pt x="354229" y="650238"/>
                  <a:pt x="354229" y="849400"/>
                  <a:pt x="0" y="749819"/>
                </a:cubicBezTo>
                <a:lnTo>
                  <a:pt x="0" y="132595"/>
                </a:lnTo>
                <a:close/>
                <a:moveTo>
                  <a:pt x="58365" y="132595"/>
                </a:moveTo>
                <a:lnTo>
                  <a:pt x="58365" y="65486"/>
                </a:lnTo>
                <a:lnTo>
                  <a:pt x="761947" y="65486"/>
                </a:lnTo>
                <a:lnTo>
                  <a:pt x="761947" y="586376"/>
                </a:lnTo>
                <a:cubicBezTo>
                  <a:pt x="735202" y="586376"/>
                  <a:pt x="708420" y="589984"/>
                  <a:pt x="708420" y="589984"/>
                </a:cubicBezTo>
                <a:moveTo>
                  <a:pt x="113225" y="65486"/>
                </a:moveTo>
                <a:lnTo>
                  <a:pt x="113225" y="0"/>
                </a:lnTo>
                <a:lnTo>
                  <a:pt x="822903" y="0"/>
                </a:lnTo>
                <a:lnTo>
                  <a:pt x="822903" y="519267"/>
                </a:lnTo>
                <a:cubicBezTo>
                  <a:pt x="792425" y="519267"/>
                  <a:pt x="761947" y="521973"/>
                  <a:pt x="761947" y="5219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88" name="Text Bug">
            <a:extLst xmlns:a="http://schemas.openxmlformats.org/drawingml/2006/main">
              <a:ext uri="{FF2B5EF4-FFF2-40B4-BE49-F238E27FC236}">
                <a16:creationId xmlns:a16="http://schemas.microsoft.com/office/drawing/2014/main" id="{B76F2D77-4768-4CEF-8503-150B9AC5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829" y="3711753"/>
            <a:ext cx="293395" cy="150588"/>
          </a:xfrm>
          <a:custGeom xmlns:a="http://schemas.openxmlformats.org/drawingml/2006/main">
            <a:pathLst>
              <a:path w="293395" h="150588">
                <a:moveTo>
                  <a:pt x="0" y="0"/>
                </a:moveTo>
                <a:lnTo>
                  <a:pt x="46493" y="0"/>
                </a:lnTo>
                <a:cubicBezTo>
                  <a:pt x="55697" y="0"/>
                  <a:pt x="62560" y="383"/>
                  <a:pt x="67082" y="1150"/>
                </a:cubicBezTo>
                <a:cubicBezTo>
                  <a:pt x="71605" y="1916"/>
                  <a:pt x="75651" y="3513"/>
                  <a:pt x="79221" y="5943"/>
                </a:cubicBezTo>
                <a:cubicBezTo>
                  <a:pt x="82792" y="8371"/>
                  <a:pt x="85767" y="11606"/>
                  <a:pt x="88147" y="15647"/>
                </a:cubicBezTo>
                <a:cubicBezTo>
                  <a:pt x="90527" y="19687"/>
                  <a:pt x="91717" y="24216"/>
                  <a:pt x="91717" y="29234"/>
                </a:cubicBezTo>
                <a:cubicBezTo>
                  <a:pt x="91717" y="34674"/>
                  <a:pt x="90250" y="39665"/>
                  <a:pt x="87314" y="44207"/>
                </a:cubicBezTo>
                <a:cubicBezTo>
                  <a:pt x="84378" y="48750"/>
                  <a:pt x="80398" y="52156"/>
                  <a:pt x="75373" y="54427"/>
                </a:cubicBezTo>
                <a:cubicBezTo>
                  <a:pt x="82461" y="56494"/>
                  <a:pt x="87909" y="60016"/>
                  <a:pt x="91717" y="64995"/>
                </a:cubicBezTo>
                <a:cubicBezTo>
                  <a:pt x="95526" y="69972"/>
                  <a:pt x="97430" y="75824"/>
                  <a:pt x="97430" y="82551"/>
                </a:cubicBezTo>
                <a:cubicBezTo>
                  <a:pt x="97430" y="87847"/>
                  <a:pt x="96200" y="92998"/>
                  <a:pt x="93741" y="98003"/>
                </a:cubicBezTo>
                <a:cubicBezTo>
                  <a:pt x="91281" y="103006"/>
                  <a:pt x="87922" y="107004"/>
                  <a:pt x="83664" y="109998"/>
                </a:cubicBezTo>
                <a:cubicBezTo>
                  <a:pt x="79406" y="112990"/>
                  <a:pt x="74157" y="114830"/>
                  <a:pt x="67915" y="115519"/>
                </a:cubicBezTo>
                <a:cubicBezTo>
                  <a:pt x="64001" y="115943"/>
                  <a:pt x="54560" y="116207"/>
                  <a:pt x="39591" y="116313"/>
                </a:cubicBezTo>
                <a:lnTo>
                  <a:pt x="0" y="116313"/>
                </a:lnTo>
                <a:lnTo>
                  <a:pt x="0" y="0"/>
                </a:lnTo>
                <a:moveTo>
                  <a:pt x="23485" y="19359"/>
                </a:moveTo>
                <a:lnTo>
                  <a:pt x="23485" y="46176"/>
                </a:lnTo>
                <a:lnTo>
                  <a:pt x="38877" y="46176"/>
                </a:lnTo>
                <a:cubicBezTo>
                  <a:pt x="48027" y="46176"/>
                  <a:pt x="53713" y="46044"/>
                  <a:pt x="55935" y="45779"/>
                </a:cubicBezTo>
                <a:cubicBezTo>
                  <a:pt x="59955" y="45305"/>
                  <a:pt x="63115" y="43921"/>
                  <a:pt x="65416" y="41629"/>
                </a:cubicBezTo>
                <a:cubicBezTo>
                  <a:pt x="67717" y="39335"/>
                  <a:pt x="68867" y="36315"/>
                  <a:pt x="68867" y="32569"/>
                </a:cubicBezTo>
                <a:cubicBezTo>
                  <a:pt x="68867" y="28984"/>
                  <a:pt x="67876" y="26071"/>
                  <a:pt x="65892" y="23829"/>
                </a:cubicBezTo>
                <a:cubicBezTo>
                  <a:pt x="63909" y="21588"/>
                  <a:pt x="60960" y="20230"/>
                  <a:pt x="57046" y="19756"/>
                </a:cubicBezTo>
                <a:cubicBezTo>
                  <a:pt x="54718" y="19491"/>
                  <a:pt x="48027" y="19359"/>
                  <a:pt x="36973" y="19359"/>
                </a:cubicBezTo>
                <a:lnTo>
                  <a:pt x="23485" y="19359"/>
                </a:lnTo>
                <a:moveTo>
                  <a:pt x="23485" y="65535"/>
                </a:moveTo>
                <a:lnTo>
                  <a:pt x="23485" y="96636"/>
                </a:lnTo>
                <a:lnTo>
                  <a:pt x="45224" y="96636"/>
                </a:lnTo>
                <a:cubicBezTo>
                  <a:pt x="53687" y="96636"/>
                  <a:pt x="59056" y="96398"/>
                  <a:pt x="61330" y="95922"/>
                </a:cubicBezTo>
                <a:cubicBezTo>
                  <a:pt x="64821" y="95288"/>
                  <a:pt x="67664" y="93741"/>
                  <a:pt x="69859" y="91281"/>
                </a:cubicBezTo>
                <a:cubicBezTo>
                  <a:pt x="72054" y="88821"/>
                  <a:pt x="73152" y="85529"/>
                  <a:pt x="73152" y="81403"/>
                </a:cubicBezTo>
                <a:cubicBezTo>
                  <a:pt x="73152" y="77912"/>
                  <a:pt x="72305" y="74950"/>
                  <a:pt x="70613" y="72517"/>
                </a:cubicBezTo>
                <a:cubicBezTo>
                  <a:pt x="68920" y="70084"/>
                  <a:pt x="66474" y="68312"/>
                  <a:pt x="63274" y="67201"/>
                </a:cubicBezTo>
                <a:cubicBezTo>
                  <a:pt x="60074" y="66090"/>
                  <a:pt x="53132" y="65535"/>
                  <a:pt x="42447" y="65535"/>
                </a:cubicBezTo>
                <a:lnTo>
                  <a:pt x="23485" y="65535"/>
                </a:lnTo>
                <a:close/>
                <a:moveTo>
                  <a:pt x="172538" y="116313"/>
                </a:moveTo>
                <a:lnTo>
                  <a:pt x="172538" y="103698"/>
                </a:lnTo>
                <a:cubicBezTo>
                  <a:pt x="169470" y="108194"/>
                  <a:pt x="165437" y="111738"/>
                  <a:pt x="160438" y="114329"/>
                </a:cubicBezTo>
                <a:cubicBezTo>
                  <a:pt x="155440" y="116921"/>
                  <a:pt x="150164" y="118217"/>
                  <a:pt x="144610" y="118217"/>
                </a:cubicBezTo>
                <a:cubicBezTo>
                  <a:pt x="138950" y="118217"/>
                  <a:pt x="133873" y="116974"/>
                  <a:pt x="129377" y="114488"/>
                </a:cubicBezTo>
                <a:cubicBezTo>
                  <a:pt x="124881" y="112002"/>
                  <a:pt x="121628" y="108511"/>
                  <a:pt x="119618" y="104015"/>
                </a:cubicBezTo>
                <a:cubicBezTo>
                  <a:pt x="117608" y="99519"/>
                  <a:pt x="116603" y="93304"/>
                  <a:pt x="116603" y="85370"/>
                </a:cubicBezTo>
                <a:lnTo>
                  <a:pt x="116603" y="32053"/>
                </a:lnTo>
                <a:lnTo>
                  <a:pt x="138898" y="32053"/>
                </a:lnTo>
                <a:lnTo>
                  <a:pt x="138898" y="70682"/>
                </a:lnTo>
                <a:cubicBezTo>
                  <a:pt x="138898" y="82504"/>
                  <a:pt x="139307" y="89747"/>
                  <a:pt x="140127" y="92412"/>
                </a:cubicBezTo>
                <a:cubicBezTo>
                  <a:pt x="140947" y="95076"/>
                  <a:pt x="142441" y="97187"/>
                  <a:pt x="144610" y="98744"/>
                </a:cubicBezTo>
                <a:cubicBezTo>
                  <a:pt x="146779" y="100301"/>
                  <a:pt x="149529" y="101080"/>
                  <a:pt x="152861" y="101080"/>
                </a:cubicBezTo>
                <a:cubicBezTo>
                  <a:pt x="156670" y="101080"/>
                  <a:pt x="160081" y="100037"/>
                  <a:pt x="163096" y="97953"/>
                </a:cubicBezTo>
                <a:cubicBezTo>
                  <a:pt x="166111" y="95869"/>
                  <a:pt x="168174" y="93283"/>
                  <a:pt x="169285" y="90195"/>
                </a:cubicBezTo>
                <a:cubicBezTo>
                  <a:pt x="170396" y="87107"/>
                  <a:pt x="170951" y="79548"/>
                  <a:pt x="170951" y="67516"/>
                </a:cubicBezTo>
                <a:lnTo>
                  <a:pt x="170951" y="32053"/>
                </a:lnTo>
                <a:lnTo>
                  <a:pt x="193246" y="32053"/>
                </a:lnTo>
                <a:lnTo>
                  <a:pt x="193246" y="116313"/>
                </a:lnTo>
                <a:lnTo>
                  <a:pt x="172538" y="116313"/>
                </a:lnTo>
                <a:close/>
                <a:moveTo>
                  <a:pt x="214134" y="121708"/>
                </a:moveTo>
                <a:lnTo>
                  <a:pt x="239602" y="124882"/>
                </a:lnTo>
                <a:cubicBezTo>
                  <a:pt x="240026" y="127872"/>
                  <a:pt x="241004" y="129927"/>
                  <a:pt x="242538" y="131048"/>
                </a:cubicBezTo>
                <a:cubicBezTo>
                  <a:pt x="244654" y="132650"/>
                  <a:pt x="247986" y="133450"/>
                  <a:pt x="252535" y="133450"/>
                </a:cubicBezTo>
                <a:cubicBezTo>
                  <a:pt x="258353" y="133450"/>
                  <a:pt x="262717" y="132571"/>
                  <a:pt x="265626" y="130812"/>
                </a:cubicBezTo>
                <a:cubicBezTo>
                  <a:pt x="267583" y="129640"/>
                  <a:pt x="269064" y="127749"/>
                  <a:pt x="270069" y="125139"/>
                </a:cubicBezTo>
                <a:cubicBezTo>
                  <a:pt x="270757" y="123275"/>
                  <a:pt x="271101" y="119839"/>
                  <a:pt x="271101" y="114833"/>
                </a:cubicBezTo>
                <a:lnTo>
                  <a:pt x="271101" y="102446"/>
                </a:lnTo>
                <a:cubicBezTo>
                  <a:pt x="264436" y="111690"/>
                  <a:pt x="256026" y="116313"/>
                  <a:pt x="245870" y="116313"/>
                </a:cubicBezTo>
                <a:cubicBezTo>
                  <a:pt x="234551" y="116313"/>
                  <a:pt x="225586" y="111526"/>
                  <a:pt x="218974" y="101952"/>
                </a:cubicBezTo>
                <a:cubicBezTo>
                  <a:pt x="213790" y="94388"/>
                  <a:pt x="211199" y="84973"/>
                  <a:pt x="211199" y="73707"/>
                </a:cubicBezTo>
                <a:cubicBezTo>
                  <a:pt x="211199" y="59585"/>
                  <a:pt x="214597" y="48794"/>
                  <a:pt x="221394" y="41336"/>
                </a:cubicBezTo>
                <a:cubicBezTo>
                  <a:pt x="228191" y="33878"/>
                  <a:pt x="236640" y="30149"/>
                  <a:pt x="246743" y="30149"/>
                </a:cubicBezTo>
                <a:cubicBezTo>
                  <a:pt x="257163" y="30149"/>
                  <a:pt x="265758" y="34746"/>
                  <a:pt x="272529" y="43940"/>
                </a:cubicBezTo>
                <a:lnTo>
                  <a:pt x="272529" y="32053"/>
                </a:lnTo>
                <a:lnTo>
                  <a:pt x="293395" y="32053"/>
                </a:lnTo>
                <a:lnTo>
                  <a:pt x="293395" y="107714"/>
                </a:lnTo>
                <a:cubicBezTo>
                  <a:pt x="293395" y="117665"/>
                  <a:pt x="292575" y="125101"/>
                  <a:pt x="290936" y="130024"/>
                </a:cubicBezTo>
                <a:cubicBezTo>
                  <a:pt x="289296" y="134946"/>
                  <a:pt x="286995" y="138810"/>
                  <a:pt x="284033" y="141615"/>
                </a:cubicBezTo>
                <a:cubicBezTo>
                  <a:pt x="281071" y="144422"/>
                  <a:pt x="277117" y="146618"/>
                  <a:pt x="272172" y="148205"/>
                </a:cubicBezTo>
                <a:cubicBezTo>
                  <a:pt x="267226" y="149794"/>
                  <a:pt x="260971" y="150588"/>
                  <a:pt x="253408" y="150588"/>
                </a:cubicBezTo>
                <a:cubicBezTo>
                  <a:pt x="239126" y="150588"/>
                  <a:pt x="228997" y="148121"/>
                  <a:pt x="223020" y="143187"/>
                </a:cubicBezTo>
                <a:cubicBezTo>
                  <a:pt x="217043" y="138255"/>
                  <a:pt x="214055" y="132002"/>
                  <a:pt x="214055" y="124428"/>
                </a:cubicBezTo>
                <a:cubicBezTo>
                  <a:pt x="214055" y="123681"/>
                  <a:pt x="214081" y="122774"/>
                  <a:pt x="214134" y="121708"/>
                </a:cubicBezTo>
                <a:moveTo>
                  <a:pt x="234049" y="72438"/>
                </a:moveTo>
                <a:cubicBezTo>
                  <a:pt x="234049" y="81350"/>
                  <a:pt x="235781" y="87876"/>
                  <a:pt x="239245" y="92015"/>
                </a:cubicBezTo>
                <a:cubicBezTo>
                  <a:pt x="242710" y="96154"/>
                  <a:pt x="246981" y="98223"/>
                  <a:pt x="252059" y="98223"/>
                </a:cubicBezTo>
                <a:cubicBezTo>
                  <a:pt x="257507" y="98223"/>
                  <a:pt x="262109" y="96101"/>
                  <a:pt x="265864" y="91856"/>
                </a:cubicBezTo>
                <a:cubicBezTo>
                  <a:pt x="269619" y="87612"/>
                  <a:pt x="271497" y="81324"/>
                  <a:pt x="271497" y="72993"/>
                </a:cubicBezTo>
                <a:cubicBezTo>
                  <a:pt x="271497" y="64292"/>
                  <a:pt x="269699" y="57832"/>
                  <a:pt x="266102" y="53614"/>
                </a:cubicBezTo>
                <a:cubicBezTo>
                  <a:pt x="262505" y="49396"/>
                  <a:pt x="257956" y="47287"/>
                  <a:pt x="252456" y="47287"/>
                </a:cubicBezTo>
                <a:cubicBezTo>
                  <a:pt x="247113" y="47287"/>
                  <a:pt x="242710" y="49356"/>
                  <a:pt x="239245" y="53495"/>
                </a:cubicBezTo>
                <a:cubicBezTo>
                  <a:pt x="235781" y="57634"/>
                  <a:pt x="234049" y="63948"/>
                  <a:pt x="234049" y="7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reports">
            <a:extLst xmlns:a="http://schemas.openxmlformats.org/drawingml/2006/main">
              <a:ext uri="{FF2B5EF4-FFF2-40B4-BE49-F238E27FC236}">
                <a16:creationId xmlns:a16="http://schemas.microsoft.com/office/drawing/2014/main" id="{3FF96135-B828-4822-9309-39817FC8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639" y="3911849"/>
            <a:ext cx="540908" cy="146303"/>
          </a:xfrm>
          <a:custGeom xmlns:a="http://schemas.openxmlformats.org/drawingml/2006/main">
            <a:pathLst>
              <a:path w="540908" h="146303">
                <a:moveTo>
                  <a:pt x="22295" y="114250"/>
                </a:moveTo>
                <a:lnTo>
                  <a:pt x="0" y="114250"/>
                </a:lnTo>
                <a:lnTo>
                  <a:pt x="0" y="29991"/>
                </a:lnTo>
                <a:lnTo>
                  <a:pt x="20708" y="29991"/>
                </a:lnTo>
                <a:lnTo>
                  <a:pt x="20708" y="41971"/>
                </a:lnTo>
                <a:cubicBezTo>
                  <a:pt x="24252" y="36311"/>
                  <a:pt x="27439" y="32582"/>
                  <a:pt x="30268" y="30784"/>
                </a:cubicBezTo>
                <a:cubicBezTo>
                  <a:pt x="33098" y="28986"/>
                  <a:pt x="36311" y="28086"/>
                  <a:pt x="39908" y="28086"/>
                </a:cubicBezTo>
                <a:cubicBezTo>
                  <a:pt x="44986" y="28086"/>
                  <a:pt x="49879" y="29488"/>
                  <a:pt x="54586" y="32291"/>
                </a:cubicBezTo>
                <a:lnTo>
                  <a:pt x="47684" y="51730"/>
                </a:lnTo>
                <a:cubicBezTo>
                  <a:pt x="43928" y="49297"/>
                  <a:pt x="40437" y="48080"/>
                  <a:pt x="37211" y="48080"/>
                </a:cubicBezTo>
                <a:cubicBezTo>
                  <a:pt x="34090" y="48080"/>
                  <a:pt x="31445" y="48940"/>
                  <a:pt x="29277" y="50659"/>
                </a:cubicBezTo>
                <a:cubicBezTo>
                  <a:pt x="27108" y="52378"/>
                  <a:pt x="25402" y="55485"/>
                  <a:pt x="24159" y="59981"/>
                </a:cubicBezTo>
                <a:cubicBezTo>
                  <a:pt x="22916" y="64477"/>
                  <a:pt x="22295" y="73892"/>
                  <a:pt x="22295" y="88226"/>
                </a:cubicBezTo>
                <a:lnTo>
                  <a:pt x="22295" y="114250"/>
                </a:lnTo>
                <a:close/>
                <a:moveTo>
                  <a:pt x="112955" y="87433"/>
                </a:moveTo>
                <a:lnTo>
                  <a:pt x="135170" y="91241"/>
                </a:lnTo>
                <a:cubicBezTo>
                  <a:pt x="132314" y="99360"/>
                  <a:pt x="127804" y="105542"/>
                  <a:pt x="121642" y="109787"/>
                </a:cubicBezTo>
                <a:cubicBezTo>
                  <a:pt x="115480" y="114032"/>
                  <a:pt x="107771" y="116154"/>
                  <a:pt x="98515" y="116154"/>
                </a:cubicBezTo>
                <a:cubicBezTo>
                  <a:pt x="83863" y="116154"/>
                  <a:pt x="73020" y="111367"/>
                  <a:pt x="65985" y="101794"/>
                </a:cubicBezTo>
                <a:cubicBezTo>
                  <a:pt x="60431" y="94124"/>
                  <a:pt x="57654" y="84445"/>
                  <a:pt x="57654" y="72755"/>
                </a:cubicBezTo>
                <a:cubicBezTo>
                  <a:pt x="57654" y="58791"/>
                  <a:pt x="61304" y="47855"/>
                  <a:pt x="68603" y="39948"/>
                </a:cubicBezTo>
                <a:cubicBezTo>
                  <a:pt x="75903" y="32040"/>
                  <a:pt x="85133" y="28086"/>
                  <a:pt x="96293" y="28086"/>
                </a:cubicBezTo>
                <a:cubicBezTo>
                  <a:pt x="108829" y="28086"/>
                  <a:pt x="118720" y="32225"/>
                  <a:pt x="125966" y="40503"/>
                </a:cubicBezTo>
                <a:cubicBezTo>
                  <a:pt x="133213" y="48781"/>
                  <a:pt x="136677" y="61462"/>
                  <a:pt x="136360" y="78547"/>
                </a:cubicBezTo>
                <a:lnTo>
                  <a:pt x="80504" y="78547"/>
                </a:lnTo>
                <a:cubicBezTo>
                  <a:pt x="80663" y="85159"/>
                  <a:pt x="82461" y="90302"/>
                  <a:pt x="85900" y="93979"/>
                </a:cubicBezTo>
                <a:cubicBezTo>
                  <a:pt x="89338" y="97655"/>
                  <a:pt x="93622" y="99493"/>
                  <a:pt x="98753" y="99493"/>
                </a:cubicBezTo>
                <a:cubicBezTo>
                  <a:pt x="102244" y="99493"/>
                  <a:pt x="105179" y="98541"/>
                  <a:pt x="107559" y="96636"/>
                </a:cubicBezTo>
                <a:cubicBezTo>
                  <a:pt x="109940" y="94732"/>
                  <a:pt x="111738" y="91664"/>
                  <a:pt x="112955" y="87433"/>
                </a:cubicBezTo>
                <a:moveTo>
                  <a:pt x="114224" y="64900"/>
                </a:moveTo>
                <a:cubicBezTo>
                  <a:pt x="114065" y="58474"/>
                  <a:pt x="112399" y="53588"/>
                  <a:pt x="109226" y="50242"/>
                </a:cubicBezTo>
                <a:cubicBezTo>
                  <a:pt x="106052" y="46897"/>
                  <a:pt x="102191" y="45224"/>
                  <a:pt x="97642" y="45224"/>
                </a:cubicBezTo>
                <a:cubicBezTo>
                  <a:pt x="92776" y="45224"/>
                  <a:pt x="88756" y="46988"/>
                  <a:pt x="85582" y="50517"/>
                </a:cubicBezTo>
                <a:cubicBezTo>
                  <a:pt x="82409" y="54048"/>
                  <a:pt x="80848" y="58842"/>
                  <a:pt x="80901" y="64900"/>
                </a:cubicBezTo>
                <a:lnTo>
                  <a:pt x="114224" y="64900"/>
                </a:lnTo>
                <a:close/>
                <a:moveTo>
                  <a:pt x="153869" y="29991"/>
                </a:moveTo>
                <a:lnTo>
                  <a:pt x="174656" y="29991"/>
                </a:lnTo>
                <a:lnTo>
                  <a:pt x="174656" y="42368"/>
                </a:lnTo>
                <a:cubicBezTo>
                  <a:pt x="177354" y="38136"/>
                  <a:pt x="181004" y="34698"/>
                  <a:pt x="185605" y="32053"/>
                </a:cubicBezTo>
                <a:cubicBezTo>
                  <a:pt x="190207" y="29409"/>
                  <a:pt x="195311" y="28086"/>
                  <a:pt x="200918" y="28086"/>
                </a:cubicBezTo>
                <a:cubicBezTo>
                  <a:pt x="210703" y="28086"/>
                  <a:pt x="219007" y="31921"/>
                  <a:pt x="225831" y="39591"/>
                </a:cubicBezTo>
                <a:cubicBezTo>
                  <a:pt x="232654" y="47260"/>
                  <a:pt x="236066" y="57945"/>
                  <a:pt x="236066" y="71644"/>
                </a:cubicBezTo>
                <a:cubicBezTo>
                  <a:pt x="236066" y="85714"/>
                  <a:pt x="232628" y="96650"/>
                  <a:pt x="225751" y="104451"/>
                </a:cubicBezTo>
                <a:cubicBezTo>
                  <a:pt x="218875" y="112253"/>
                  <a:pt x="210545" y="116154"/>
                  <a:pt x="200759" y="116154"/>
                </a:cubicBezTo>
                <a:cubicBezTo>
                  <a:pt x="196105" y="116154"/>
                  <a:pt x="191886" y="115229"/>
                  <a:pt x="188104" y="113377"/>
                </a:cubicBezTo>
                <a:cubicBezTo>
                  <a:pt x="184323" y="111526"/>
                  <a:pt x="180342" y="108352"/>
                  <a:pt x="176164" y="103856"/>
                </a:cubicBezTo>
                <a:lnTo>
                  <a:pt x="176164" y="146303"/>
                </a:lnTo>
                <a:lnTo>
                  <a:pt x="153869" y="146303"/>
                </a:lnTo>
                <a:lnTo>
                  <a:pt x="153869" y="29991"/>
                </a:lnTo>
                <a:moveTo>
                  <a:pt x="175926" y="70655"/>
                </a:moveTo>
                <a:cubicBezTo>
                  <a:pt x="175926" y="80108"/>
                  <a:pt x="177803" y="87092"/>
                  <a:pt x="181559" y="91608"/>
                </a:cubicBezTo>
                <a:cubicBezTo>
                  <a:pt x="185314" y="96124"/>
                  <a:pt x="189890" y="98382"/>
                  <a:pt x="195285" y="98382"/>
                </a:cubicBezTo>
                <a:cubicBezTo>
                  <a:pt x="200468" y="98382"/>
                  <a:pt x="204779" y="96309"/>
                  <a:pt x="208217" y="92164"/>
                </a:cubicBezTo>
                <a:cubicBezTo>
                  <a:pt x="211655" y="88018"/>
                  <a:pt x="213374" y="81218"/>
                  <a:pt x="213374" y="71763"/>
                </a:cubicBezTo>
                <a:cubicBezTo>
                  <a:pt x="213374" y="62943"/>
                  <a:pt x="211602" y="56394"/>
                  <a:pt x="208059" y="52117"/>
                </a:cubicBezTo>
                <a:cubicBezTo>
                  <a:pt x="204515" y="47839"/>
                  <a:pt x="200125" y="45700"/>
                  <a:pt x="194888" y="45700"/>
                </a:cubicBezTo>
                <a:cubicBezTo>
                  <a:pt x="189440" y="45700"/>
                  <a:pt x="184918" y="47799"/>
                  <a:pt x="181321" y="51998"/>
                </a:cubicBezTo>
                <a:cubicBezTo>
                  <a:pt x="177724" y="56196"/>
                  <a:pt x="175926" y="62415"/>
                  <a:pt x="175926" y="70655"/>
                </a:cubicBezTo>
                <a:close/>
                <a:moveTo>
                  <a:pt x="248465" y="70930"/>
                </a:moveTo>
                <a:cubicBezTo>
                  <a:pt x="248465" y="63525"/>
                  <a:pt x="250290" y="56358"/>
                  <a:pt x="253940" y="49429"/>
                </a:cubicBezTo>
                <a:cubicBezTo>
                  <a:pt x="257589" y="42500"/>
                  <a:pt x="262760" y="37211"/>
                  <a:pt x="269451" y="33561"/>
                </a:cubicBezTo>
                <a:cubicBezTo>
                  <a:pt x="276142" y="29911"/>
                  <a:pt x="283613" y="28086"/>
                  <a:pt x="291864" y="28086"/>
                </a:cubicBezTo>
                <a:cubicBezTo>
                  <a:pt x="304612" y="28086"/>
                  <a:pt x="315058" y="32225"/>
                  <a:pt x="323204" y="40503"/>
                </a:cubicBezTo>
                <a:cubicBezTo>
                  <a:pt x="331349" y="48781"/>
                  <a:pt x="335422" y="59241"/>
                  <a:pt x="335422" y="71882"/>
                </a:cubicBezTo>
                <a:cubicBezTo>
                  <a:pt x="335422" y="84630"/>
                  <a:pt x="331310" y="95195"/>
                  <a:pt x="323085" y="103579"/>
                </a:cubicBezTo>
                <a:cubicBezTo>
                  <a:pt x="314860" y="111962"/>
                  <a:pt x="304506" y="116154"/>
                  <a:pt x="292023" y="116154"/>
                </a:cubicBezTo>
                <a:cubicBezTo>
                  <a:pt x="284300" y="116154"/>
                  <a:pt x="276935" y="114409"/>
                  <a:pt x="269927" y="110918"/>
                </a:cubicBezTo>
                <a:cubicBezTo>
                  <a:pt x="262918" y="107427"/>
                  <a:pt x="257589" y="102309"/>
                  <a:pt x="253940" y="95565"/>
                </a:cubicBezTo>
                <a:cubicBezTo>
                  <a:pt x="250290" y="88821"/>
                  <a:pt x="248465" y="80610"/>
                  <a:pt x="248465" y="70930"/>
                </a:cubicBezTo>
                <a:moveTo>
                  <a:pt x="271315" y="72120"/>
                </a:moveTo>
                <a:cubicBezTo>
                  <a:pt x="271315" y="80451"/>
                  <a:pt x="273299" y="86831"/>
                  <a:pt x="277266" y="91261"/>
                </a:cubicBezTo>
                <a:cubicBezTo>
                  <a:pt x="281233" y="95691"/>
                  <a:pt x="286125" y="97906"/>
                  <a:pt x="291944" y="97906"/>
                </a:cubicBezTo>
                <a:cubicBezTo>
                  <a:pt x="297762" y="97906"/>
                  <a:pt x="302641" y="95691"/>
                  <a:pt x="306582" y="91261"/>
                </a:cubicBezTo>
                <a:cubicBezTo>
                  <a:pt x="310522" y="86831"/>
                  <a:pt x="312493" y="80398"/>
                  <a:pt x="312493" y="71962"/>
                </a:cubicBezTo>
                <a:cubicBezTo>
                  <a:pt x="312493" y="63737"/>
                  <a:pt x="310522" y="57409"/>
                  <a:pt x="306582" y="52979"/>
                </a:cubicBezTo>
                <a:cubicBezTo>
                  <a:pt x="302641" y="48550"/>
                  <a:pt x="297762" y="46335"/>
                  <a:pt x="291944" y="46335"/>
                </a:cubicBezTo>
                <a:cubicBezTo>
                  <a:pt x="286125" y="46335"/>
                  <a:pt x="281233" y="48550"/>
                  <a:pt x="277266" y="52979"/>
                </a:cubicBezTo>
                <a:cubicBezTo>
                  <a:pt x="273299" y="57409"/>
                  <a:pt x="271315" y="63790"/>
                  <a:pt x="271315" y="72120"/>
                </a:cubicBezTo>
                <a:close/>
                <a:moveTo>
                  <a:pt x="374083" y="114250"/>
                </a:moveTo>
                <a:lnTo>
                  <a:pt x="351789" y="114250"/>
                </a:lnTo>
                <a:lnTo>
                  <a:pt x="351789" y="29991"/>
                </a:lnTo>
                <a:lnTo>
                  <a:pt x="372496" y="29991"/>
                </a:lnTo>
                <a:lnTo>
                  <a:pt x="372496" y="41971"/>
                </a:lnTo>
                <a:cubicBezTo>
                  <a:pt x="376040" y="36311"/>
                  <a:pt x="379227" y="32582"/>
                  <a:pt x="382057" y="30784"/>
                </a:cubicBezTo>
                <a:cubicBezTo>
                  <a:pt x="384887" y="28986"/>
                  <a:pt x="388100" y="28086"/>
                  <a:pt x="391697" y="28086"/>
                </a:cubicBezTo>
                <a:cubicBezTo>
                  <a:pt x="396774" y="28086"/>
                  <a:pt x="401667" y="29488"/>
                  <a:pt x="406375" y="32291"/>
                </a:cubicBezTo>
                <a:lnTo>
                  <a:pt x="399472" y="51730"/>
                </a:lnTo>
                <a:cubicBezTo>
                  <a:pt x="395717" y="49297"/>
                  <a:pt x="392226" y="48080"/>
                  <a:pt x="388999" y="48080"/>
                </a:cubicBezTo>
                <a:cubicBezTo>
                  <a:pt x="385878" y="48080"/>
                  <a:pt x="383234" y="48940"/>
                  <a:pt x="381065" y="50659"/>
                </a:cubicBezTo>
                <a:cubicBezTo>
                  <a:pt x="378896" y="52378"/>
                  <a:pt x="377191" y="55485"/>
                  <a:pt x="375948" y="59981"/>
                </a:cubicBezTo>
                <a:cubicBezTo>
                  <a:pt x="374705" y="64477"/>
                  <a:pt x="374083" y="73892"/>
                  <a:pt x="374083" y="88226"/>
                </a:cubicBezTo>
                <a:lnTo>
                  <a:pt x="374083" y="114250"/>
                </a:lnTo>
                <a:close/>
                <a:moveTo>
                  <a:pt x="454587" y="29991"/>
                </a:moveTo>
                <a:lnTo>
                  <a:pt x="454587" y="47763"/>
                </a:lnTo>
                <a:lnTo>
                  <a:pt x="439354" y="47763"/>
                </a:lnTo>
                <a:lnTo>
                  <a:pt x="439354" y="81666"/>
                </a:lnTo>
                <a:cubicBezTo>
                  <a:pt x="439354" y="88532"/>
                  <a:pt x="439499" y="92533"/>
                  <a:pt x="439790" y="93669"/>
                </a:cubicBezTo>
                <a:cubicBezTo>
                  <a:pt x="440081" y="94803"/>
                  <a:pt x="440742" y="95740"/>
                  <a:pt x="441774" y="96480"/>
                </a:cubicBezTo>
                <a:cubicBezTo>
                  <a:pt x="442805" y="97219"/>
                  <a:pt x="444061" y="97589"/>
                  <a:pt x="445542" y="97589"/>
                </a:cubicBezTo>
                <a:cubicBezTo>
                  <a:pt x="447605" y="97589"/>
                  <a:pt x="450594" y="96874"/>
                  <a:pt x="454508" y="95446"/>
                </a:cubicBezTo>
                <a:lnTo>
                  <a:pt x="456412" y="112807"/>
                </a:lnTo>
                <a:cubicBezTo>
                  <a:pt x="451229" y="115038"/>
                  <a:pt x="445357" y="116154"/>
                  <a:pt x="438799" y="116154"/>
                </a:cubicBezTo>
                <a:cubicBezTo>
                  <a:pt x="434779" y="116154"/>
                  <a:pt x="431155" y="115480"/>
                  <a:pt x="427929" y="114131"/>
                </a:cubicBezTo>
                <a:cubicBezTo>
                  <a:pt x="424702" y="112782"/>
                  <a:pt x="422335" y="111037"/>
                  <a:pt x="420828" y="108895"/>
                </a:cubicBezTo>
                <a:cubicBezTo>
                  <a:pt x="419320" y="106752"/>
                  <a:pt x="418276" y="103856"/>
                  <a:pt x="417694" y="100207"/>
                </a:cubicBezTo>
                <a:cubicBezTo>
                  <a:pt x="417218" y="97615"/>
                  <a:pt x="416980" y="92379"/>
                  <a:pt x="416980" y="84497"/>
                </a:cubicBezTo>
                <a:lnTo>
                  <a:pt x="416980" y="47763"/>
                </a:lnTo>
                <a:lnTo>
                  <a:pt x="406745" y="47763"/>
                </a:lnTo>
                <a:lnTo>
                  <a:pt x="406745" y="29991"/>
                </a:lnTo>
                <a:lnTo>
                  <a:pt x="416980" y="29991"/>
                </a:lnTo>
                <a:lnTo>
                  <a:pt x="416980" y="13170"/>
                </a:lnTo>
                <a:lnTo>
                  <a:pt x="439354" y="0"/>
                </a:lnTo>
                <a:lnTo>
                  <a:pt x="439354" y="29991"/>
                </a:lnTo>
                <a:lnTo>
                  <a:pt x="454587" y="29991"/>
                </a:lnTo>
                <a:close/>
                <a:moveTo>
                  <a:pt x="462203" y="90289"/>
                </a:moveTo>
                <a:lnTo>
                  <a:pt x="484577" y="86798"/>
                </a:lnTo>
                <a:cubicBezTo>
                  <a:pt x="485529" y="91109"/>
                  <a:pt x="487459" y="94382"/>
                  <a:pt x="490368" y="96617"/>
                </a:cubicBezTo>
                <a:cubicBezTo>
                  <a:pt x="493278" y="98851"/>
                  <a:pt x="497350" y="99969"/>
                  <a:pt x="502587" y="99969"/>
                </a:cubicBezTo>
                <a:cubicBezTo>
                  <a:pt x="508352" y="99969"/>
                  <a:pt x="512689" y="98913"/>
                  <a:pt x="515599" y="96800"/>
                </a:cubicBezTo>
                <a:cubicBezTo>
                  <a:pt x="517556" y="95321"/>
                  <a:pt x="518534" y="93340"/>
                  <a:pt x="518534" y="90857"/>
                </a:cubicBezTo>
                <a:cubicBezTo>
                  <a:pt x="518534" y="89166"/>
                  <a:pt x="518005" y="87766"/>
                  <a:pt x="516947" y="86657"/>
                </a:cubicBezTo>
                <a:cubicBezTo>
                  <a:pt x="515837" y="85601"/>
                  <a:pt x="513351" y="84624"/>
                  <a:pt x="509489" y="83726"/>
                </a:cubicBezTo>
                <a:cubicBezTo>
                  <a:pt x="491506" y="79766"/>
                  <a:pt x="480107" y="76148"/>
                  <a:pt x="475294" y="72872"/>
                </a:cubicBezTo>
                <a:cubicBezTo>
                  <a:pt x="468629" y="68326"/>
                  <a:pt x="465297" y="62011"/>
                  <a:pt x="465297" y="53927"/>
                </a:cubicBezTo>
                <a:cubicBezTo>
                  <a:pt x="465297" y="46634"/>
                  <a:pt x="468180" y="40504"/>
                  <a:pt x="473945" y="35537"/>
                </a:cubicBezTo>
                <a:cubicBezTo>
                  <a:pt x="479710" y="30570"/>
                  <a:pt x="488649" y="28086"/>
                  <a:pt x="500762" y="28086"/>
                </a:cubicBezTo>
                <a:cubicBezTo>
                  <a:pt x="512293" y="28086"/>
                  <a:pt x="520862" y="29958"/>
                  <a:pt x="526468" y="33700"/>
                </a:cubicBezTo>
                <a:cubicBezTo>
                  <a:pt x="532075" y="37442"/>
                  <a:pt x="535936" y="42976"/>
                  <a:pt x="538052" y="50302"/>
                </a:cubicBezTo>
                <a:lnTo>
                  <a:pt x="517027" y="54269"/>
                </a:lnTo>
                <a:cubicBezTo>
                  <a:pt x="516128" y="50989"/>
                  <a:pt x="514422" y="48477"/>
                  <a:pt x="511909" y="46731"/>
                </a:cubicBezTo>
                <a:cubicBezTo>
                  <a:pt x="509397" y="44986"/>
                  <a:pt x="505813" y="44113"/>
                  <a:pt x="501159" y="44113"/>
                </a:cubicBezTo>
                <a:cubicBezTo>
                  <a:pt x="495287" y="44113"/>
                  <a:pt x="491082" y="44932"/>
                  <a:pt x="488544" y="46570"/>
                </a:cubicBezTo>
                <a:cubicBezTo>
                  <a:pt x="486851" y="47731"/>
                  <a:pt x="486005" y="49236"/>
                  <a:pt x="486005" y="51085"/>
                </a:cubicBezTo>
                <a:cubicBezTo>
                  <a:pt x="486005" y="52669"/>
                  <a:pt x="486745" y="54015"/>
                  <a:pt x="488226" y="55124"/>
                </a:cubicBezTo>
                <a:cubicBezTo>
                  <a:pt x="490236" y="56604"/>
                  <a:pt x="497178" y="58690"/>
                  <a:pt x="509053" y="61385"/>
                </a:cubicBezTo>
                <a:cubicBezTo>
                  <a:pt x="520928" y="64079"/>
                  <a:pt x="529219" y="67384"/>
                  <a:pt x="533926" y="71300"/>
                </a:cubicBezTo>
                <a:cubicBezTo>
                  <a:pt x="538581" y="75270"/>
                  <a:pt x="540908" y="80801"/>
                  <a:pt x="540908" y="87892"/>
                </a:cubicBezTo>
                <a:cubicBezTo>
                  <a:pt x="540908" y="95619"/>
                  <a:pt x="537682" y="102261"/>
                  <a:pt x="531229" y="107818"/>
                </a:cubicBezTo>
                <a:cubicBezTo>
                  <a:pt x="524776" y="113376"/>
                  <a:pt x="515228" y="116154"/>
                  <a:pt x="502587" y="116154"/>
                </a:cubicBezTo>
                <a:cubicBezTo>
                  <a:pt x="491109" y="116154"/>
                  <a:pt x="482024" y="113834"/>
                  <a:pt x="475333" y="109195"/>
                </a:cubicBezTo>
                <a:cubicBezTo>
                  <a:pt x="468642" y="104553"/>
                  <a:pt x="464265" y="98251"/>
                  <a:pt x="462203" y="902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4324B-0BFF-448C-995D-22E3DBBA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105" y="1139425"/>
            <a:ext cx="1462400" cy="16793"/>
          </a:xfrm>
          <a:custGeom xmlns:a="http://schemas.openxmlformats.org/drawingml/2006/main">
            <a:pathLst>
              <a:path w="1462400" h="16793">
                <a:moveTo>
                  <a:pt x="0" y="0"/>
                </a:moveTo>
                <a:lnTo>
                  <a:pt x="1462400" y="1679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DD1D3-FE54-4D37-82E3-32843A1B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196" y="1140999"/>
            <a:ext cx="1188218" cy="13644"/>
          </a:xfrm>
          <a:custGeom xmlns:a="http://schemas.openxmlformats.org/drawingml/2006/main">
            <a:pathLst>
              <a:path w="1188218" h="13644" fill="none">
                <a:moveTo>
                  <a:pt x="0" y="0"/>
                </a:moveTo>
                <a:lnTo>
                  <a:pt x="1188218" y="13644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F4BA6-61A7-46F5-A1BA-2A52387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507" y="1103259"/>
            <a:ext cx="104122" cy="75479"/>
          </a:xfrm>
          <a:custGeom xmlns:a="http://schemas.openxmlformats.org/drawingml/2006/main">
            <a:pathLst>
              <a:path w="104122" h="75479">
                <a:moveTo>
                  <a:pt x="104122" y="0"/>
                </a:moveTo>
                <a:lnTo>
                  <a:pt x="103255" y="75479"/>
                </a:lnTo>
                <a:lnTo>
                  <a:pt x="0" y="36549"/>
                </a:lnTo>
                <a:lnTo>
                  <a:pt x="1041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1042D-0911-4304-946F-6BF68B07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507" y="1103259"/>
            <a:ext cx="104122" cy="75479"/>
          </a:xfrm>
          <a:custGeom xmlns:a="http://schemas.openxmlformats.org/drawingml/2006/main">
            <a:pathLst>
              <a:path w="104122" h="75479" fill="none">
                <a:moveTo>
                  <a:pt x="104122" y="0"/>
                </a:moveTo>
                <a:lnTo>
                  <a:pt x="0" y="36549"/>
                </a:lnTo>
                <a:lnTo>
                  <a:pt x="103255" y="75479"/>
                </a:lnTo>
                <a:lnTo>
                  <a:pt x="10412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D8FD6-9521-4C9C-AAE5-1FB90322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81" y="1116904"/>
            <a:ext cx="104122" cy="75479"/>
          </a:xfrm>
          <a:custGeom xmlns:a="http://schemas.openxmlformats.org/drawingml/2006/main">
            <a:pathLst>
              <a:path w="104122" h="75479">
                <a:moveTo>
                  <a:pt x="0" y="75479"/>
                </a:moveTo>
                <a:lnTo>
                  <a:pt x="867" y="0"/>
                </a:lnTo>
                <a:lnTo>
                  <a:pt x="104122" y="38930"/>
                </a:lnTo>
                <a:lnTo>
                  <a:pt x="0" y="75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70726-044C-4144-8980-B0D42299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981" y="1116904"/>
            <a:ext cx="104122" cy="75479"/>
          </a:xfrm>
          <a:custGeom xmlns:a="http://schemas.openxmlformats.org/drawingml/2006/main">
            <a:pathLst>
              <a:path w="104122" h="75479" fill="none">
                <a:moveTo>
                  <a:pt x="0" y="75479"/>
                </a:moveTo>
                <a:lnTo>
                  <a:pt x="104122" y="38930"/>
                </a:lnTo>
                <a:lnTo>
                  <a:pt x="867" y="0"/>
                </a:lnTo>
                <a:lnTo>
                  <a:pt x="0" y="754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DD54D-DDAA-497D-A304-200A2237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120" y="48062"/>
            <a:ext cx="1191838" cy="522671"/>
          </a:xfrm>
          <a:custGeom xmlns:a="http://schemas.openxmlformats.org/drawingml/2006/main">
            <a:pathLst>
              <a:path w="1191838" h="522671">
                <a:moveTo>
                  <a:pt x="1191838" y="522671"/>
                </a:moveTo>
                <a:lnTo>
                  <a:pt x="0" y="522671"/>
                </a:lnTo>
                <a:lnTo>
                  <a:pt x="0" y="0"/>
                </a:lnTo>
                <a:lnTo>
                  <a:pt x="1191838" y="0"/>
                </a:lnTo>
                <a:lnTo>
                  <a:pt x="1191838" y="52267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TargetedWeb">
            <a:extLst xmlns:a="http://schemas.openxmlformats.org/drawingml/2006/main">
              <a:ext uri="{FF2B5EF4-FFF2-40B4-BE49-F238E27FC236}">
                <a16:creationId xmlns:a16="http://schemas.microsoft.com/office/drawing/2014/main" id="{2015AA77-B20E-4054-B5ED-3385AE39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832" y="137517"/>
            <a:ext cx="1048831" cy="150588"/>
          </a:xfrm>
          <a:custGeom xmlns:a="http://schemas.openxmlformats.org/drawingml/2006/main">
            <a:pathLst>
              <a:path w="1048831" h="150588">
                <a:moveTo>
                  <a:pt x="34513" y="116313"/>
                </a:moveTo>
                <a:lnTo>
                  <a:pt x="34513" y="19676"/>
                </a:lnTo>
                <a:lnTo>
                  <a:pt x="0" y="19676"/>
                </a:lnTo>
                <a:lnTo>
                  <a:pt x="0" y="0"/>
                </a:lnTo>
                <a:lnTo>
                  <a:pt x="92431" y="0"/>
                </a:lnTo>
                <a:lnTo>
                  <a:pt x="92431" y="19676"/>
                </a:lnTo>
                <a:lnTo>
                  <a:pt x="57998" y="19676"/>
                </a:lnTo>
                <a:lnTo>
                  <a:pt x="57998" y="116313"/>
                </a:lnTo>
                <a:lnTo>
                  <a:pt x="34513" y="116313"/>
                </a:lnTo>
                <a:close/>
                <a:moveTo>
                  <a:pt x="111928" y="58077"/>
                </a:moveTo>
                <a:lnTo>
                  <a:pt x="91696" y="54427"/>
                </a:lnTo>
                <a:cubicBezTo>
                  <a:pt x="93970" y="46174"/>
                  <a:pt x="97885" y="40065"/>
                  <a:pt x="103438" y="36100"/>
                </a:cubicBezTo>
                <a:cubicBezTo>
                  <a:pt x="108992" y="32133"/>
                  <a:pt x="117244" y="30149"/>
                  <a:pt x="128193" y="30149"/>
                </a:cubicBezTo>
                <a:cubicBezTo>
                  <a:pt x="138137" y="30149"/>
                  <a:pt x="145542" y="31326"/>
                  <a:pt x="150408" y="33680"/>
                </a:cubicBezTo>
                <a:cubicBezTo>
                  <a:pt x="155274" y="36034"/>
                  <a:pt x="158699" y="39022"/>
                  <a:pt x="160682" y="42645"/>
                </a:cubicBezTo>
                <a:cubicBezTo>
                  <a:pt x="162666" y="46269"/>
                  <a:pt x="163658" y="52920"/>
                  <a:pt x="163658" y="62599"/>
                </a:cubicBezTo>
                <a:lnTo>
                  <a:pt x="163420" y="88623"/>
                </a:lnTo>
                <a:cubicBezTo>
                  <a:pt x="163420" y="96028"/>
                  <a:pt x="163777" y="101489"/>
                  <a:pt x="164491" y="105007"/>
                </a:cubicBezTo>
                <a:cubicBezTo>
                  <a:pt x="165205" y="108524"/>
                  <a:pt x="166540" y="112293"/>
                  <a:pt x="168497" y="116313"/>
                </a:cubicBezTo>
                <a:lnTo>
                  <a:pt x="146441" y="116313"/>
                </a:lnTo>
                <a:cubicBezTo>
                  <a:pt x="145859" y="114832"/>
                  <a:pt x="145145" y="112637"/>
                  <a:pt x="144299" y="109728"/>
                </a:cubicBezTo>
                <a:cubicBezTo>
                  <a:pt x="143928" y="108405"/>
                  <a:pt x="143664" y="107533"/>
                  <a:pt x="143505" y="107109"/>
                </a:cubicBezTo>
                <a:cubicBezTo>
                  <a:pt x="139697" y="110812"/>
                  <a:pt x="135624" y="113589"/>
                  <a:pt x="131287" y="115440"/>
                </a:cubicBezTo>
                <a:cubicBezTo>
                  <a:pt x="126950" y="117291"/>
                  <a:pt x="122321" y="118217"/>
                  <a:pt x="117402" y="118217"/>
                </a:cubicBezTo>
                <a:cubicBezTo>
                  <a:pt x="108728" y="118217"/>
                  <a:pt x="101891" y="115873"/>
                  <a:pt x="96893" y="111185"/>
                </a:cubicBezTo>
                <a:cubicBezTo>
                  <a:pt x="91894" y="106498"/>
                  <a:pt x="89395" y="100572"/>
                  <a:pt x="89395" y="93408"/>
                </a:cubicBezTo>
                <a:cubicBezTo>
                  <a:pt x="89395" y="88668"/>
                  <a:pt x="90532" y="84441"/>
                  <a:pt x="92807" y="80729"/>
                </a:cubicBezTo>
                <a:cubicBezTo>
                  <a:pt x="95081" y="77015"/>
                  <a:pt x="98268" y="74170"/>
                  <a:pt x="102367" y="72195"/>
                </a:cubicBezTo>
                <a:cubicBezTo>
                  <a:pt x="106467" y="70219"/>
                  <a:pt x="112377" y="68495"/>
                  <a:pt x="120100" y="67020"/>
                </a:cubicBezTo>
                <a:cubicBezTo>
                  <a:pt x="130520" y="65071"/>
                  <a:pt x="137740" y="63254"/>
                  <a:pt x="141760" y="61568"/>
                </a:cubicBezTo>
                <a:lnTo>
                  <a:pt x="141760" y="59322"/>
                </a:lnTo>
                <a:cubicBezTo>
                  <a:pt x="141760" y="54989"/>
                  <a:pt x="140702" y="51901"/>
                  <a:pt x="138586" y="50056"/>
                </a:cubicBezTo>
                <a:cubicBezTo>
                  <a:pt x="136470" y="48210"/>
                  <a:pt x="132477" y="47287"/>
                  <a:pt x="126606" y="47287"/>
                </a:cubicBezTo>
                <a:cubicBezTo>
                  <a:pt x="122639" y="47287"/>
                  <a:pt x="119544" y="48085"/>
                  <a:pt x="117323" y="49682"/>
                </a:cubicBezTo>
                <a:cubicBezTo>
                  <a:pt x="115101" y="51277"/>
                  <a:pt x="113303" y="54075"/>
                  <a:pt x="111928" y="58077"/>
                </a:cubicBezTo>
                <a:moveTo>
                  <a:pt x="141760" y="76167"/>
                </a:moveTo>
                <a:cubicBezTo>
                  <a:pt x="138904" y="77107"/>
                  <a:pt x="134381" y="78231"/>
                  <a:pt x="128193" y="79539"/>
                </a:cubicBezTo>
                <a:cubicBezTo>
                  <a:pt x="122004" y="80844"/>
                  <a:pt x="117958" y="82125"/>
                  <a:pt x="116054" y="83379"/>
                </a:cubicBezTo>
                <a:cubicBezTo>
                  <a:pt x="113144" y="85417"/>
                  <a:pt x="111690" y="88004"/>
                  <a:pt x="111690" y="91140"/>
                </a:cubicBezTo>
                <a:cubicBezTo>
                  <a:pt x="111690" y="94224"/>
                  <a:pt x="112853" y="96890"/>
                  <a:pt x="115181" y="99138"/>
                </a:cubicBezTo>
                <a:cubicBezTo>
                  <a:pt x="117508" y="101384"/>
                  <a:pt x="120470" y="102508"/>
                  <a:pt x="124067" y="102508"/>
                </a:cubicBezTo>
                <a:cubicBezTo>
                  <a:pt x="128087" y="102508"/>
                  <a:pt x="131922" y="101201"/>
                  <a:pt x="135571" y="98588"/>
                </a:cubicBezTo>
                <a:cubicBezTo>
                  <a:pt x="138269" y="96603"/>
                  <a:pt x="140041" y="94172"/>
                  <a:pt x="140887" y="91296"/>
                </a:cubicBezTo>
                <a:cubicBezTo>
                  <a:pt x="141469" y="89415"/>
                  <a:pt x="141760" y="85835"/>
                  <a:pt x="141760" y="80558"/>
                </a:cubicBezTo>
                <a:lnTo>
                  <a:pt x="141760" y="76167"/>
                </a:lnTo>
                <a:close/>
                <a:moveTo>
                  <a:pt x="206953" y="116313"/>
                </a:moveTo>
                <a:lnTo>
                  <a:pt x="184658" y="116313"/>
                </a:lnTo>
                <a:lnTo>
                  <a:pt x="184658" y="32053"/>
                </a:lnTo>
                <a:lnTo>
                  <a:pt x="205366" y="32053"/>
                </a:lnTo>
                <a:lnTo>
                  <a:pt x="205366" y="44034"/>
                </a:lnTo>
                <a:cubicBezTo>
                  <a:pt x="208910" y="38374"/>
                  <a:pt x="212097" y="34645"/>
                  <a:pt x="214926" y="32847"/>
                </a:cubicBezTo>
                <a:cubicBezTo>
                  <a:pt x="217756" y="31048"/>
                  <a:pt x="220970" y="30149"/>
                  <a:pt x="224566" y="30149"/>
                </a:cubicBezTo>
                <a:cubicBezTo>
                  <a:pt x="229644" y="30149"/>
                  <a:pt x="234537" y="31551"/>
                  <a:pt x="239244" y="34354"/>
                </a:cubicBezTo>
                <a:lnTo>
                  <a:pt x="232342" y="53793"/>
                </a:lnTo>
                <a:cubicBezTo>
                  <a:pt x="228586" y="51360"/>
                  <a:pt x="225095" y="50143"/>
                  <a:pt x="221869" y="50143"/>
                </a:cubicBezTo>
                <a:cubicBezTo>
                  <a:pt x="218748" y="50143"/>
                  <a:pt x="216103" y="51003"/>
                  <a:pt x="213935" y="52722"/>
                </a:cubicBezTo>
                <a:cubicBezTo>
                  <a:pt x="211766" y="54441"/>
                  <a:pt x="210060" y="57548"/>
                  <a:pt x="208817" y="62044"/>
                </a:cubicBezTo>
                <a:cubicBezTo>
                  <a:pt x="207574" y="66540"/>
                  <a:pt x="206953" y="75955"/>
                  <a:pt x="206953" y="90289"/>
                </a:cubicBezTo>
                <a:lnTo>
                  <a:pt x="206953" y="116313"/>
                </a:lnTo>
                <a:close/>
                <a:moveTo>
                  <a:pt x="246755" y="121708"/>
                </a:moveTo>
                <a:lnTo>
                  <a:pt x="272224" y="124882"/>
                </a:lnTo>
                <a:cubicBezTo>
                  <a:pt x="272647" y="127872"/>
                  <a:pt x="273625" y="129927"/>
                  <a:pt x="275159" y="131048"/>
                </a:cubicBezTo>
                <a:cubicBezTo>
                  <a:pt x="277275" y="132650"/>
                  <a:pt x="280607" y="133450"/>
                  <a:pt x="285156" y="133450"/>
                </a:cubicBezTo>
                <a:cubicBezTo>
                  <a:pt x="290974" y="133450"/>
                  <a:pt x="295338" y="132571"/>
                  <a:pt x="298247" y="130812"/>
                </a:cubicBezTo>
                <a:cubicBezTo>
                  <a:pt x="300204" y="129640"/>
                  <a:pt x="301685" y="127749"/>
                  <a:pt x="302690" y="125139"/>
                </a:cubicBezTo>
                <a:cubicBezTo>
                  <a:pt x="303378" y="123275"/>
                  <a:pt x="303722" y="119839"/>
                  <a:pt x="303722" y="114833"/>
                </a:cubicBezTo>
                <a:lnTo>
                  <a:pt x="303722" y="102446"/>
                </a:lnTo>
                <a:cubicBezTo>
                  <a:pt x="297057" y="111690"/>
                  <a:pt x="288647" y="116313"/>
                  <a:pt x="278491" y="116313"/>
                </a:cubicBezTo>
                <a:cubicBezTo>
                  <a:pt x="267172" y="116313"/>
                  <a:pt x="258207" y="111526"/>
                  <a:pt x="251595" y="101952"/>
                </a:cubicBezTo>
                <a:cubicBezTo>
                  <a:pt x="246411" y="94388"/>
                  <a:pt x="243820" y="84973"/>
                  <a:pt x="243820" y="73707"/>
                </a:cubicBezTo>
                <a:cubicBezTo>
                  <a:pt x="243820" y="59585"/>
                  <a:pt x="247218" y="48794"/>
                  <a:pt x="254015" y="41336"/>
                </a:cubicBezTo>
                <a:cubicBezTo>
                  <a:pt x="260812" y="33878"/>
                  <a:pt x="269261" y="30149"/>
                  <a:pt x="279364" y="30149"/>
                </a:cubicBezTo>
                <a:cubicBezTo>
                  <a:pt x="289784" y="30149"/>
                  <a:pt x="298379" y="34746"/>
                  <a:pt x="305150" y="43940"/>
                </a:cubicBezTo>
                <a:lnTo>
                  <a:pt x="305150" y="32053"/>
                </a:lnTo>
                <a:lnTo>
                  <a:pt x="326016" y="32053"/>
                </a:lnTo>
                <a:lnTo>
                  <a:pt x="326016" y="107714"/>
                </a:lnTo>
                <a:cubicBezTo>
                  <a:pt x="326016" y="117665"/>
                  <a:pt x="325196" y="125101"/>
                  <a:pt x="323557" y="130024"/>
                </a:cubicBezTo>
                <a:cubicBezTo>
                  <a:pt x="321917" y="134946"/>
                  <a:pt x="319616" y="138810"/>
                  <a:pt x="316654" y="141615"/>
                </a:cubicBezTo>
                <a:cubicBezTo>
                  <a:pt x="313692" y="144422"/>
                  <a:pt x="309738" y="146618"/>
                  <a:pt x="304793" y="148205"/>
                </a:cubicBezTo>
                <a:cubicBezTo>
                  <a:pt x="299847" y="149794"/>
                  <a:pt x="293592" y="150588"/>
                  <a:pt x="286029" y="150588"/>
                </a:cubicBezTo>
                <a:cubicBezTo>
                  <a:pt x="271747" y="150588"/>
                  <a:pt x="261618" y="148121"/>
                  <a:pt x="255641" y="143187"/>
                </a:cubicBezTo>
                <a:cubicBezTo>
                  <a:pt x="249664" y="138255"/>
                  <a:pt x="246676" y="132002"/>
                  <a:pt x="246676" y="124428"/>
                </a:cubicBezTo>
                <a:cubicBezTo>
                  <a:pt x="246676" y="123681"/>
                  <a:pt x="246702" y="122774"/>
                  <a:pt x="246755" y="121708"/>
                </a:cubicBezTo>
                <a:moveTo>
                  <a:pt x="266670" y="72438"/>
                </a:moveTo>
                <a:cubicBezTo>
                  <a:pt x="266670" y="81350"/>
                  <a:pt x="268402" y="87876"/>
                  <a:pt x="271866" y="92015"/>
                </a:cubicBezTo>
                <a:cubicBezTo>
                  <a:pt x="275331" y="96154"/>
                  <a:pt x="279602" y="98223"/>
                  <a:pt x="284680" y="98223"/>
                </a:cubicBezTo>
                <a:cubicBezTo>
                  <a:pt x="290128" y="98223"/>
                  <a:pt x="294730" y="96101"/>
                  <a:pt x="298485" y="91856"/>
                </a:cubicBezTo>
                <a:cubicBezTo>
                  <a:pt x="302241" y="87612"/>
                  <a:pt x="304118" y="81324"/>
                  <a:pt x="304118" y="72993"/>
                </a:cubicBezTo>
                <a:cubicBezTo>
                  <a:pt x="304118" y="64292"/>
                  <a:pt x="302320" y="57832"/>
                  <a:pt x="298723" y="53614"/>
                </a:cubicBezTo>
                <a:cubicBezTo>
                  <a:pt x="295126" y="49396"/>
                  <a:pt x="290578" y="47287"/>
                  <a:pt x="285077" y="47287"/>
                </a:cubicBezTo>
                <a:cubicBezTo>
                  <a:pt x="279734" y="47287"/>
                  <a:pt x="275331" y="49356"/>
                  <a:pt x="271866" y="53495"/>
                </a:cubicBezTo>
                <a:cubicBezTo>
                  <a:pt x="268402" y="57634"/>
                  <a:pt x="266670" y="63948"/>
                  <a:pt x="266670" y="72438"/>
                </a:cubicBezTo>
                <a:close/>
                <a:moveTo>
                  <a:pt x="396731" y="89496"/>
                </a:moveTo>
                <a:lnTo>
                  <a:pt x="418946" y="93304"/>
                </a:lnTo>
                <a:cubicBezTo>
                  <a:pt x="416090" y="101423"/>
                  <a:pt x="411581" y="107605"/>
                  <a:pt x="405419" y="111850"/>
                </a:cubicBezTo>
                <a:cubicBezTo>
                  <a:pt x="399256" y="116095"/>
                  <a:pt x="391547" y="118217"/>
                  <a:pt x="382291" y="118217"/>
                </a:cubicBezTo>
                <a:cubicBezTo>
                  <a:pt x="367639" y="118217"/>
                  <a:pt x="356796" y="113430"/>
                  <a:pt x="349761" y="103856"/>
                </a:cubicBezTo>
                <a:cubicBezTo>
                  <a:pt x="344208" y="96187"/>
                  <a:pt x="341431" y="86507"/>
                  <a:pt x="341431" y="74818"/>
                </a:cubicBezTo>
                <a:cubicBezTo>
                  <a:pt x="341431" y="60854"/>
                  <a:pt x="345080" y="49918"/>
                  <a:pt x="352380" y="42011"/>
                </a:cubicBezTo>
                <a:cubicBezTo>
                  <a:pt x="359679" y="34103"/>
                  <a:pt x="368909" y="30149"/>
                  <a:pt x="380069" y="30149"/>
                </a:cubicBezTo>
                <a:cubicBezTo>
                  <a:pt x="392605" y="30149"/>
                  <a:pt x="402496" y="34288"/>
                  <a:pt x="409743" y="42566"/>
                </a:cubicBezTo>
                <a:cubicBezTo>
                  <a:pt x="416989" y="50844"/>
                  <a:pt x="420454" y="63525"/>
                  <a:pt x="420136" y="80610"/>
                </a:cubicBezTo>
                <a:lnTo>
                  <a:pt x="364281" y="80610"/>
                </a:lnTo>
                <a:cubicBezTo>
                  <a:pt x="364439" y="87221"/>
                  <a:pt x="366238" y="92365"/>
                  <a:pt x="369676" y="96041"/>
                </a:cubicBezTo>
                <a:cubicBezTo>
                  <a:pt x="373114" y="99718"/>
                  <a:pt x="377398" y="101556"/>
                  <a:pt x="382529" y="101556"/>
                </a:cubicBezTo>
                <a:cubicBezTo>
                  <a:pt x="386020" y="101556"/>
                  <a:pt x="388955" y="100603"/>
                  <a:pt x="391336" y="98699"/>
                </a:cubicBezTo>
                <a:cubicBezTo>
                  <a:pt x="393716" y="96795"/>
                  <a:pt x="395514" y="93727"/>
                  <a:pt x="396731" y="89496"/>
                </a:cubicBezTo>
                <a:moveTo>
                  <a:pt x="398000" y="66963"/>
                </a:moveTo>
                <a:cubicBezTo>
                  <a:pt x="397842" y="60537"/>
                  <a:pt x="396175" y="55651"/>
                  <a:pt x="393002" y="52305"/>
                </a:cubicBezTo>
                <a:cubicBezTo>
                  <a:pt x="389828" y="48960"/>
                  <a:pt x="385967" y="47287"/>
                  <a:pt x="381418" y="47287"/>
                </a:cubicBezTo>
                <a:cubicBezTo>
                  <a:pt x="376552" y="47287"/>
                  <a:pt x="372532" y="49051"/>
                  <a:pt x="369358" y="52580"/>
                </a:cubicBezTo>
                <a:cubicBezTo>
                  <a:pt x="366185" y="56111"/>
                  <a:pt x="364624" y="60905"/>
                  <a:pt x="364677" y="66963"/>
                </a:cubicBezTo>
                <a:lnTo>
                  <a:pt x="398000" y="66963"/>
                </a:lnTo>
                <a:close/>
                <a:moveTo>
                  <a:pt x="476919" y="32053"/>
                </a:moveTo>
                <a:lnTo>
                  <a:pt x="476919" y="49826"/>
                </a:lnTo>
                <a:lnTo>
                  <a:pt x="461685" y="49826"/>
                </a:lnTo>
                <a:lnTo>
                  <a:pt x="461685" y="83729"/>
                </a:lnTo>
                <a:cubicBezTo>
                  <a:pt x="461685" y="90595"/>
                  <a:pt x="461831" y="94596"/>
                  <a:pt x="462122" y="95731"/>
                </a:cubicBezTo>
                <a:cubicBezTo>
                  <a:pt x="462413" y="96865"/>
                  <a:pt x="463074" y="97803"/>
                  <a:pt x="464105" y="98543"/>
                </a:cubicBezTo>
                <a:cubicBezTo>
                  <a:pt x="465137" y="99282"/>
                  <a:pt x="466393" y="99651"/>
                  <a:pt x="467874" y="99651"/>
                </a:cubicBezTo>
                <a:cubicBezTo>
                  <a:pt x="469937" y="99651"/>
                  <a:pt x="472925" y="98937"/>
                  <a:pt x="476839" y="97509"/>
                </a:cubicBezTo>
                <a:lnTo>
                  <a:pt x="478744" y="114870"/>
                </a:lnTo>
                <a:cubicBezTo>
                  <a:pt x="473560" y="117101"/>
                  <a:pt x="467689" y="118217"/>
                  <a:pt x="461130" y="118217"/>
                </a:cubicBezTo>
                <a:cubicBezTo>
                  <a:pt x="457110" y="118217"/>
                  <a:pt x="453487" y="117543"/>
                  <a:pt x="450260" y="116194"/>
                </a:cubicBezTo>
                <a:cubicBezTo>
                  <a:pt x="447034" y="114845"/>
                  <a:pt x="444667" y="113100"/>
                  <a:pt x="443160" y="110957"/>
                </a:cubicBezTo>
                <a:cubicBezTo>
                  <a:pt x="441652" y="108815"/>
                  <a:pt x="440607" y="105919"/>
                  <a:pt x="440026" y="102270"/>
                </a:cubicBezTo>
                <a:cubicBezTo>
                  <a:pt x="439550" y="99678"/>
                  <a:pt x="439312" y="94441"/>
                  <a:pt x="439312" y="86560"/>
                </a:cubicBezTo>
                <a:lnTo>
                  <a:pt x="439312" y="49826"/>
                </a:lnTo>
                <a:lnTo>
                  <a:pt x="429077" y="49826"/>
                </a:lnTo>
                <a:lnTo>
                  <a:pt x="429077" y="32053"/>
                </a:lnTo>
                <a:lnTo>
                  <a:pt x="439312" y="32053"/>
                </a:lnTo>
                <a:lnTo>
                  <a:pt x="439312" y="15233"/>
                </a:lnTo>
                <a:lnTo>
                  <a:pt x="461685" y="2063"/>
                </a:lnTo>
                <a:lnTo>
                  <a:pt x="461685" y="32053"/>
                </a:lnTo>
                <a:lnTo>
                  <a:pt x="476919" y="32053"/>
                </a:lnTo>
                <a:close/>
                <a:moveTo>
                  <a:pt x="541183" y="89496"/>
                </a:moveTo>
                <a:lnTo>
                  <a:pt x="563398" y="93304"/>
                </a:lnTo>
                <a:cubicBezTo>
                  <a:pt x="560542" y="101423"/>
                  <a:pt x="556033" y="107605"/>
                  <a:pt x="549871" y="111850"/>
                </a:cubicBezTo>
                <a:cubicBezTo>
                  <a:pt x="543709" y="116095"/>
                  <a:pt x="536000" y="118217"/>
                  <a:pt x="526743" y="118217"/>
                </a:cubicBezTo>
                <a:cubicBezTo>
                  <a:pt x="512092" y="118217"/>
                  <a:pt x="501249" y="113430"/>
                  <a:pt x="494214" y="103856"/>
                </a:cubicBezTo>
                <a:cubicBezTo>
                  <a:pt x="488660" y="96187"/>
                  <a:pt x="485883" y="86507"/>
                  <a:pt x="485883" y="74818"/>
                </a:cubicBezTo>
                <a:cubicBezTo>
                  <a:pt x="485883" y="60854"/>
                  <a:pt x="489533" y="49918"/>
                  <a:pt x="496832" y="42011"/>
                </a:cubicBezTo>
                <a:cubicBezTo>
                  <a:pt x="504131" y="34103"/>
                  <a:pt x="513361" y="30149"/>
                  <a:pt x="524522" y="30149"/>
                </a:cubicBezTo>
                <a:cubicBezTo>
                  <a:pt x="537057" y="30149"/>
                  <a:pt x="546949" y="34288"/>
                  <a:pt x="554195" y="42566"/>
                </a:cubicBezTo>
                <a:cubicBezTo>
                  <a:pt x="561441" y="50844"/>
                  <a:pt x="564906" y="63525"/>
                  <a:pt x="564589" y="80610"/>
                </a:cubicBezTo>
                <a:lnTo>
                  <a:pt x="508733" y="80610"/>
                </a:lnTo>
                <a:cubicBezTo>
                  <a:pt x="508892" y="87221"/>
                  <a:pt x="510690" y="92365"/>
                  <a:pt x="514128" y="96041"/>
                </a:cubicBezTo>
                <a:cubicBezTo>
                  <a:pt x="517566" y="99718"/>
                  <a:pt x="521851" y="101556"/>
                  <a:pt x="526981" y="101556"/>
                </a:cubicBezTo>
                <a:cubicBezTo>
                  <a:pt x="530472" y="101556"/>
                  <a:pt x="533408" y="100603"/>
                  <a:pt x="535788" y="98699"/>
                </a:cubicBezTo>
                <a:cubicBezTo>
                  <a:pt x="538168" y="96795"/>
                  <a:pt x="539967" y="93727"/>
                  <a:pt x="541183" y="89496"/>
                </a:cubicBezTo>
                <a:moveTo>
                  <a:pt x="542453" y="66963"/>
                </a:moveTo>
                <a:cubicBezTo>
                  <a:pt x="542294" y="60537"/>
                  <a:pt x="540628" y="55651"/>
                  <a:pt x="537454" y="52305"/>
                </a:cubicBezTo>
                <a:cubicBezTo>
                  <a:pt x="534281" y="48960"/>
                  <a:pt x="530419" y="47287"/>
                  <a:pt x="525870" y="47287"/>
                </a:cubicBezTo>
                <a:cubicBezTo>
                  <a:pt x="521004" y="47287"/>
                  <a:pt x="516984" y="49051"/>
                  <a:pt x="513811" y="52580"/>
                </a:cubicBezTo>
                <a:cubicBezTo>
                  <a:pt x="510637" y="56111"/>
                  <a:pt x="509077" y="60905"/>
                  <a:pt x="509130" y="66963"/>
                </a:cubicBezTo>
                <a:lnTo>
                  <a:pt x="542453" y="66963"/>
                </a:lnTo>
                <a:close/>
                <a:moveTo>
                  <a:pt x="660010" y="116313"/>
                </a:moveTo>
                <a:lnTo>
                  <a:pt x="639303" y="116313"/>
                </a:lnTo>
                <a:lnTo>
                  <a:pt x="639303" y="103936"/>
                </a:lnTo>
                <a:cubicBezTo>
                  <a:pt x="635865" y="108749"/>
                  <a:pt x="631805" y="112333"/>
                  <a:pt x="627124" y="114686"/>
                </a:cubicBezTo>
                <a:cubicBezTo>
                  <a:pt x="622443" y="117040"/>
                  <a:pt x="617722" y="118217"/>
                  <a:pt x="612962" y="118217"/>
                </a:cubicBezTo>
                <a:cubicBezTo>
                  <a:pt x="603282" y="118217"/>
                  <a:pt x="594991" y="114316"/>
                  <a:pt x="588088" y="106514"/>
                </a:cubicBezTo>
                <a:cubicBezTo>
                  <a:pt x="581186" y="98713"/>
                  <a:pt x="577735" y="87830"/>
                  <a:pt x="577735" y="73866"/>
                </a:cubicBezTo>
                <a:cubicBezTo>
                  <a:pt x="577735" y="59585"/>
                  <a:pt x="581093" y="48728"/>
                  <a:pt x="587811" y="41297"/>
                </a:cubicBezTo>
                <a:cubicBezTo>
                  <a:pt x="594528" y="33865"/>
                  <a:pt x="603018" y="30149"/>
                  <a:pt x="613279" y="30149"/>
                </a:cubicBezTo>
                <a:cubicBezTo>
                  <a:pt x="622694" y="30149"/>
                  <a:pt x="630840" y="34063"/>
                  <a:pt x="637716" y="41892"/>
                </a:cubicBezTo>
                <a:lnTo>
                  <a:pt x="637716" y="0"/>
                </a:lnTo>
                <a:lnTo>
                  <a:pt x="660010" y="0"/>
                </a:lnTo>
                <a:lnTo>
                  <a:pt x="660010" y="116313"/>
                </a:lnTo>
                <a:moveTo>
                  <a:pt x="600505" y="72400"/>
                </a:moveTo>
                <a:cubicBezTo>
                  <a:pt x="600505" y="81379"/>
                  <a:pt x="601748" y="87875"/>
                  <a:pt x="604234" y="91888"/>
                </a:cubicBezTo>
                <a:cubicBezTo>
                  <a:pt x="607831" y="97698"/>
                  <a:pt x="612856" y="100603"/>
                  <a:pt x="619309" y="100603"/>
                </a:cubicBezTo>
                <a:cubicBezTo>
                  <a:pt x="624440" y="100603"/>
                  <a:pt x="628803" y="98425"/>
                  <a:pt x="632400" y="94068"/>
                </a:cubicBezTo>
                <a:cubicBezTo>
                  <a:pt x="635997" y="89711"/>
                  <a:pt x="637795" y="83202"/>
                  <a:pt x="637795" y="74540"/>
                </a:cubicBezTo>
                <a:cubicBezTo>
                  <a:pt x="637795" y="64874"/>
                  <a:pt x="636050" y="57915"/>
                  <a:pt x="632559" y="53664"/>
                </a:cubicBezTo>
                <a:cubicBezTo>
                  <a:pt x="629068" y="49412"/>
                  <a:pt x="624598" y="47287"/>
                  <a:pt x="619150" y="47287"/>
                </a:cubicBezTo>
                <a:cubicBezTo>
                  <a:pt x="613861" y="47287"/>
                  <a:pt x="609431" y="49386"/>
                  <a:pt x="605861" y="53584"/>
                </a:cubicBezTo>
                <a:cubicBezTo>
                  <a:pt x="602290" y="57783"/>
                  <a:pt x="600505" y="64055"/>
                  <a:pt x="600505" y="72400"/>
                </a:cubicBezTo>
                <a:close/>
                <a:moveTo>
                  <a:pt x="743522" y="116313"/>
                </a:moveTo>
                <a:lnTo>
                  <a:pt x="715753" y="0"/>
                </a:lnTo>
                <a:lnTo>
                  <a:pt x="739793" y="0"/>
                </a:lnTo>
                <a:lnTo>
                  <a:pt x="757327" y="79896"/>
                </a:lnTo>
                <a:lnTo>
                  <a:pt x="778591" y="0"/>
                </a:lnTo>
                <a:lnTo>
                  <a:pt x="806518" y="0"/>
                </a:lnTo>
                <a:lnTo>
                  <a:pt x="826909" y="81244"/>
                </a:lnTo>
                <a:lnTo>
                  <a:pt x="844760" y="0"/>
                </a:lnTo>
                <a:lnTo>
                  <a:pt x="868404" y="0"/>
                </a:lnTo>
                <a:lnTo>
                  <a:pt x="840159" y="116313"/>
                </a:lnTo>
                <a:lnTo>
                  <a:pt x="815246" y="116313"/>
                </a:lnTo>
                <a:lnTo>
                  <a:pt x="792078" y="29356"/>
                </a:lnTo>
                <a:lnTo>
                  <a:pt x="768990" y="116313"/>
                </a:lnTo>
                <a:lnTo>
                  <a:pt x="743522" y="116313"/>
                </a:lnTo>
                <a:close/>
                <a:moveTo>
                  <a:pt x="925957" y="89496"/>
                </a:moveTo>
                <a:lnTo>
                  <a:pt x="948173" y="93304"/>
                </a:lnTo>
                <a:cubicBezTo>
                  <a:pt x="945316" y="101423"/>
                  <a:pt x="940807" y="107605"/>
                  <a:pt x="934645" y="111850"/>
                </a:cubicBezTo>
                <a:cubicBezTo>
                  <a:pt x="928483" y="116095"/>
                  <a:pt x="920774" y="118217"/>
                  <a:pt x="911517" y="118217"/>
                </a:cubicBezTo>
                <a:cubicBezTo>
                  <a:pt x="896866" y="118217"/>
                  <a:pt x="886023" y="113430"/>
                  <a:pt x="878988" y="103856"/>
                </a:cubicBezTo>
                <a:cubicBezTo>
                  <a:pt x="873434" y="96187"/>
                  <a:pt x="870657" y="86507"/>
                  <a:pt x="870657" y="74818"/>
                </a:cubicBezTo>
                <a:cubicBezTo>
                  <a:pt x="870657" y="60854"/>
                  <a:pt x="874307" y="49918"/>
                  <a:pt x="881606" y="42011"/>
                </a:cubicBezTo>
                <a:cubicBezTo>
                  <a:pt x="888905" y="34103"/>
                  <a:pt x="898135" y="30149"/>
                  <a:pt x="909296" y="30149"/>
                </a:cubicBezTo>
                <a:cubicBezTo>
                  <a:pt x="921832" y="30149"/>
                  <a:pt x="931723" y="34288"/>
                  <a:pt x="938969" y="42566"/>
                </a:cubicBezTo>
                <a:cubicBezTo>
                  <a:pt x="946215" y="50844"/>
                  <a:pt x="949680" y="63525"/>
                  <a:pt x="949363" y="80610"/>
                </a:cubicBezTo>
                <a:lnTo>
                  <a:pt x="893507" y="80610"/>
                </a:lnTo>
                <a:cubicBezTo>
                  <a:pt x="893666" y="87221"/>
                  <a:pt x="895464" y="92365"/>
                  <a:pt x="898902" y="96041"/>
                </a:cubicBezTo>
                <a:cubicBezTo>
                  <a:pt x="902340" y="99718"/>
                  <a:pt x="906625" y="101556"/>
                  <a:pt x="911755" y="101556"/>
                </a:cubicBezTo>
                <a:cubicBezTo>
                  <a:pt x="915246" y="101556"/>
                  <a:pt x="918182" y="100603"/>
                  <a:pt x="920562" y="98699"/>
                </a:cubicBezTo>
                <a:cubicBezTo>
                  <a:pt x="922942" y="96795"/>
                  <a:pt x="924741" y="93727"/>
                  <a:pt x="925957" y="89496"/>
                </a:cubicBezTo>
                <a:moveTo>
                  <a:pt x="927227" y="66963"/>
                </a:moveTo>
                <a:cubicBezTo>
                  <a:pt x="927068" y="60537"/>
                  <a:pt x="925402" y="55651"/>
                  <a:pt x="922228" y="52305"/>
                </a:cubicBezTo>
                <a:cubicBezTo>
                  <a:pt x="919055" y="48960"/>
                  <a:pt x="915193" y="47287"/>
                  <a:pt x="910645" y="47287"/>
                </a:cubicBezTo>
                <a:cubicBezTo>
                  <a:pt x="905778" y="47287"/>
                  <a:pt x="901758" y="49051"/>
                  <a:pt x="898585" y="52580"/>
                </a:cubicBezTo>
                <a:cubicBezTo>
                  <a:pt x="895411" y="56111"/>
                  <a:pt x="893851" y="60905"/>
                  <a:pt x="893904" y="66963"/>
                </a:cubicBezTo>
                <a:lnTo>
                  <a:pt x="927227" y="66963"/>
                </a:lnTo>
                <a:close/>
                <a:moveTo>
                  <a:pt x="966555" y="116313"/>
                </a:moveTo>
                <a:lnTo>
                  <a:pt x="966555" y="0"/>
                </a:lnTo>
                <a:lnTo>
                  <a:pt x="988849" y="0"/>
                </a:lnTo>
                <a:lnTo>
                  <a:pt x="988849" y="41892"/>
                </a:lnTo>
                <a:cubicBezTo>
                  <a:pt x="995726" y="34063"/>
                  <a:pt x="1003871" y="30149"/>
                  <a:pt x="1013286" y="30149"/>
                </a:cubicBezTo>
                <a:cubicBezTo>
                  <a:pt x="1023547" y="30149"/>
                  <a:pt x="1032037" y="33865"/>
                  <a:pt x="1038754" y="41297"/>
                </a:cubicBezTo>
                <a:cubicBezTo>
                  <a:pt x="1045472" y="48728"/>
                  <a:pt x="1048831" y="59399"/>
                  <a:pt x="1048831" y="73310"/>
                </a:cubicBezTo>
                <a:cubicBezTo>
                  <a:pt x="1048831" y="87697"/>
                  <a:pt x="1045406" y="98779"/>
                  <a:pt x="1038556" y="106554"/>
                </a:cubicBezTo>
                <a:cubicBezTo>
                  <a:pt x="1031706" y="114329"/>
                  <a:pt x="1023389" y="118217"/>
                  <a:pt x="1013604" y="118217"/>
                </a:cubicBezTo>
                <a:cubicBezTo>
                  <a:pt x="1008790" y="118217"/>
                  <a:pt x="1004043" y="117014"/>
                  <a:pt x="999362" y="114607"/>
                </a:cubicBezTo>
                <a:cubicBezTo>
                  <a:pt x="994681" y="112200"/>
                  <a:pt x="990648" y="108643"/>
                  <a:pt x="987263" y="103936"/>
                </a:cubicBezTo>
                <a:lnTo>
                  <a:pt x="987263" y="116313"/>
                </a:lnTo>
                <a:lnTo>
                  <a:pt x="966555" y="116313"/>
                </a:lnTo>
                <a:moveTo>
                  <a:pt x="988691" y="72400"/>
                </a:moveTo>
                <a:cubicBezTo>
                  <a:pt x="988691" y="81115"/>
                  <a:pt x="990066" y="87558"/>
                  <a:pt x="992816" y="91730"/>
                </a:cubicBezTo>
                <a:cubicBezTo>
                  <a:pt x="996678" y="97646"/>
                  <a:pt x="1001808" y="100603"/>
                  <a:pt x="1008208" y="100603"/>
                </a:cubicBezTo>
                <a:cubicBezTo>
                  <a:pt x="1013127" y="100603"/>
                  <a:pt x="1017319" y="98504"/>
                  <a:pt x="1020784" y="94306"/>
                </a:cubicBezTo>
                <a:cubicBezTo>
                  <a:pt x="1024248" y="90107"/>
                  <a:pt x="1025981" y="83492"/>
                  <a:pt x="1025981" y="74461"/>
                </a:cubicBezTo>
                <a:cubicBezTo>
                  <a:pt x="1025981" y="64847"/>
                  <a:pt x="1024235" y="57915"/>
                  <a:pt x="1020744" y="53664"/>
                </a:cubicBezTo>
                <a:cubicBezTo>
                  <a:pt x="1017253" y="49412"/>
                  <a:pt x="1012784" y="47287"/>
                  <a:pt x="1007336" y="47287"/>
                </a:cubicBezTo>
                <a:cubicBezTo>
                  <a:pt x="1001993" y="47287"/>
                  <a:pt x="997550" y="49360"/>
                  <a:pt x="994006" y="53508"/>
                </a:cubicBezTo>
                <a:cubicBezTo>
                  <a:pt x="990463" y="57653"/>
                  <a:pt x="988691" y="63951"/>
                  <a:pt x="988691" y="72400"/>
                </a:cubicBezTo>
                <a:close/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Server">
            <a:extLst xmlns:a="http://schemas.openxmlformats.org/drawingml/2006/main">
              <a:ext uri="{FF2B5EF4-FFF2-40B4-BE49-F238E27FC236}">
                <a16:creationId xmlns:a16="http://schemas.microsoft.com/office/drawing/2014/main" id="{75DA42F2-C008-4E4A-BF00-8CC335CB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42" y="330441"/>
            <a:ext cx="501883" cy="120597"/>
          </a:xfrm>
          <a:custGeom xmlns:a="http://schemas.openxmlformats.org/drawingml/2006/main">
            <a:pathLst>
              <a:path w="501883" h="120597">
                <a:moveTo>
                  <a:pt x="257398" y="36074"/>
                </a:moveTo>
                <a:lnTo>
                  <a:pt x="256807" y="35746"/>
                </a:lnTo>
                <a:lnTo>
                  <a:pt x="256214" y="35432"/>
                </a:lnTo>
                <a:lnTo>
                  <a:pt x="255618" y="35132"/>
                </a:lnTo>
                <a:lnTo>
                  <a:pt x="255021" y="34848"/>
                </a:lnTo>
                <a:lnTo>
                  <a:pt x="254422" y="34577"/>
                </a:lnTo>
                <a:lnTo>
                  <a:pt x="253821" y="34322"/>
                </a:lnTo>
                <a:lnTo>
                  <a:pt x="253218" y="34081"/>
                </a:lnTo>
                <a:lnTo>
                  <a:pt x="252613" y="33855"/>
                </a:lnTo>
                <a:lnTo>
                  <a:pt x="252007" y="33643"/>
                </a:lnTo>
                <a:lnTo>
                  <a:pt x="251398" y="33446"/>
                </a:lnTo>
                <a:lnTo>
                  <a:pt x="250787" y="33263"/>
                </a:lnTo>
                <a:lnTo>
                  <a:pt x="250175" y="33095"/>
                </a:lnTo>
                <a:lnTo>
                  <a:pt x="249560" y="32942"/>
                </a:lnTo>
                <a:lnTo>
                  <a:pt x="248944" y="32803"/>
                </a:lnTo>
                <a:lnTo>
                  <a:pt x="248326" y="32679"/>
                </a:lnTo>
                <a:lnTo>
                  <a:pt x="247705" y="32570"/>
                </a:lnTo>
                <a:lnTo>
                  <a:pt x="247083" y="32475"/>
                </a:lnTo>
                <a:lnTo>
                  <a:pt x="246459" y="32395"/>
                </a:lnTo>
                <a:lnTo>
                  <a:pt x="245833" y="32329"/>
                </a:lnTo>
                <a:lnTo>
                  <a:pt x="245205" y="32278"/>
                </a:lnTo>
                <a:lnTo>
                  <a:pt x="244575" y="32241"/>
                </a:lnTo>
                <a:lnTo>
                  <a:pt x="243943" y="32219"/>
                </a:lnTo>
                <a:lnTo>
                  <a:pt x="243310" y="32212"/>
                </a:lnTo>
                <a:lnTo>
                  <a:pt x="242862" y="32217"/>
                </a:lnTo>
                <a:lnTo>
                  <a:pt x="242418" y="32231"/>
                </a:lnTo>
                <a:lnTo>
                  <a:pt x="241979" y="32254"/>
                </a:lnTo>
                <a:lnTo>
                  <a:pt x="241543" y="32287"/>
                </a:lnTo>
                <a:lnTo>
                  <a:pt x="241112" y="32329"/>
                </a:lnTo>
                <a:lnTo>
                  <a:pt x="240684" y="32381"/>
                </a:lnTo>
                <a:lnTo>
                  <a:pt x="240260" y="32442"/>
                </a:lnTo>
                <a:lnTo>
                  <a:pt x="239841" y="32512"/>
                </a:lnTo>
                <a:lnTo>
                  <a:pt x="239425" y="32591"/>
                </a:lnTo>
                <a:lnTo>
                  <a:pt x="239013" y="32680"/>
                </a:lnTo>
                <a:lnTo>
                  <a:pt x="238606" y="32779"/>
                </a:lnTo>
                <a:lnTo>
                  <a:pt x="238202" y="32887"/>
                </a:lnTo>
                <a:lnTo>
                  <a:pt x="237802" y="33004"/>
                </a:lnTo>
                <a:lnTo>
                  <a:pt x="237407" y="33130"/>
                </a:lnTo>
                <a:lnTo>
                  <a:pt x="237015" y="33266"/>
                </a:lnTo>
                <a:lnTo>
                  <a:pt x="236627" y="33411"/>
                </a:lnTo>
                <a:lnTo>
                  <a:pt x="236244" y="33566"/>
                </a:lnTo>
                <a:lnTo>
                  <a:pt x="235864" y="33730"/>
                </a:lnTo>
                <a:lnTo>
                  <a:pt x="235488" y="33903"/>
                </a:lnTo>
                <a:lnTo>
                  <a:pt x="235117" y="34085"/>
                </a:lnTo>
                <a:lnTo>
                  <a:pt x="234749" y="34277"/>
                </a:lnTo>
                <a:lnTo>
                  <a:pt x="234385" y="34479"/>
                </a:lnTo>
                <a:lnTo>
                  <a:pt x="234025" y="34690"/>
                </a:lnTo>
                <a:lnTo>
                  <a:pt x="233670" y="34910"/>
                </a:lnTo>
                <a:lnTo>
                  <a:pt x="233314" y="35145"/>
                </a:lnTo>
                <a:lnTo>
                  <a:pt x="232955" y="35400"/>
                </a:lnTo>
                <a:lnTo>
                  <a:pt x="232592" y="35675"/>
                </a:lnTo>
                <a:lnTo>
                  <a:pt x="232225" y="35970"/>
                </a:lnTo>
                <a:lnTo>
                  <a:pt x="231855" y="36285"/>
                </a:lnTo>
                <a:lnTo>
                  <a:pt x="231480" y="36620"/>
                </a:lnTo>
                <a:lnTo>
                  <a:pt x="231103" y="36976"/>
                </a:lnTo>
                <a:lnTo>
                  <a:pt x="230721" y="37352"/>
                </a:lnTo>
                <a:lnTo>
                  <a:pt x="230336" y="37747"/>
                </a:lnTo>
                <a:lnTo>
                  <a:pt x="229947" y="38163"/>
                </a:lnTo>
                <a:lnTo>
                  <a:pt x="229554" y="38599"/>
                </a:lnTo>
                <a:lnTo>
                  <a:pt x="229157" y="39055"/>
                </a:lnTo>
                <a:lnTo>
                  <a:pt x="228757" y="39531"/>
                </a:lnTo>
                <a:lnTo>
                  <a:pt x="228353" y="40028"/>
                </a:lnTo>
                <a:lnTo>
                  <a:pt x="227945" y="40544"/>
                </a:lnTo>
                <a:lnTo>
                  <a:pt x="227534" y="41081"/>
                </a:lnTo>
                <a:lnTo>
                  <a:pt x="227119" y="41637"/>
                </a:lnTo>
                <a:lnTo>
                  <a:pt x="226700" y="42214"/>
                </a:lnTo>
                <a:lnTo>
                  <a:pt x="226278" y="42811"/>
                </a:lnTo>
                <a:lnTo>
                  <a:pt x="225851" y="43428"/>
                </a:lnTo>
                <a:lnTo>
                  <a:pt x="225421" y="44065"/>
                </a:lnTo>
                <a:lnTo>
                  <a:pt x="224988" y="44722"/>
                </a:lnTo>
                <a:lnTo>
                  <a:pt x="224550" y="45399"/>
                </a:lnTo>
                <a:lnTo>
                  <a:pt x="224109" y="46097"/>
                </a:lnTo>
                <a:lnTo>
                  <a:pt x="224109" y="34116"/>
                </a:lnTo>
                <a:lnTo>
                  <a:pt x="203401" y="34116"/>
                </a:lnTo>
                <a:lnTo>
                  <a:pt x="203401" y="118376"/>
                </a:lnTo>
                <a:lnTo>
                  <a:pt x="225696" y="118376"/>
                </a:lnTo>
                <a:lnTo>
                  <a:pt x="225696" y="92352"/>
                </a:lnTo>
                <a:lnTo>
                  <a:pt x="225699" y="90586"/>
                </a:lnTo>
                <a:lnTo>
                  <a:pt x="225709" y="88871"/>
                </a:lnTo>
                <a:lnTo>
                  <a:pt x="225725" y="87207"/>
                </a:lnTo>
                <a:lnTo>
                  <a:pt x="225748" y="85595"/>
                </a:lnTo>
                <a:lnTo>
                  <a:pt x="225777" y="84034"/>
                </a:lnTo>
                <a:lnTo>
                  <a:pt x="225813" y="82524"/>
                </a:lnTo>
                <a:lnTo>
                  <a:pt x="225855" y="81065"/>
                </a:lnTo>
                <a:lnTo>
                  <a:pt x="225903" y="79658"/>
                </a:lnTo>
                <a:lnTo>
                  <a:pt x="225958" y="78301"/>
                </a:lnTo>
                <a:lnTo>
                  <a:pt x="226020" y="76996"/>
                </a:lnTo>
                <a:lnTo>
                  <a:pt x="226088" y="75743"/>
                </a:lnTo>
                <a:lnTo>
                  <a:pt x="226162" y="74540"/>
                </a:lnTo>
                <a:lnTo>
                  <a:pt x="226243" y="73389"/>
                </a:lnTo>
                <a:lnTo>
                  <a:pt x="226330" y="72289"/>
                </a:lnTo>
                <a:lnTo>
                  <a:pt x="226424" y="71240"/>
                </a:lnTo>
                <a:lnTo>
                  <a:pt x="226525" y="70243"/>
                </a:lnTo>
                <a:lnTo>
                  <a:pt x="226632" y="69296"/>
                </a:lnTo>
                <a:lnTo>
                  <a:pt x="226745" y="68401"/>
                </a:lnTo>
                <a:lnTo>
                  <a:pt x="226865" y="67557"/>
                </a:lnTo>
                <a:lnTo>
                  <a:pt x="226991" y="66765"/>
                </a:lnTo>
                <a:lnTo>
                  <a:pt x="227124" y="66024"/>
                </a:lnTo>
                <a:lnTo>
                  <a:pt x="227263" y="65333"/>
                </a:lnTo>
                <a:lnTo>
                  <a:pt x="227408" y="64695"/>
                </a:lnTo>
                <a:lnTo>
                  <a:pt x="227561" y="64107"/>
                </a:lnTo>
                <a:lnTo>
                  <a:pt x="227718" y="63552"/>
                </a:lnTo>
                <a:lnTo>
                  <a:pt x="227881" y="63012"/>
                </a:lnTo>
                <a:lnTo>
                  <a:pt x="228048" y="62486"/>
                </a:lnTo>
                <a:lnTo>
                  <a:pt x="228221" y="61975"/>
                </a:lnTo>
                <a:lnTo>
                  <a:pt x="228398" y="61478"/>
                </a:lnTo>
                <a:lnTo>
                  <a:pt x="228580" y="60995"/>
                </a:lnTo>
                <a:lnTo>
                  <a:pt x="228766" y="60527"/>
                </a:lnTo>
                <a:lnTo>
                  <a:pt x="228958" y="60074"/>
                </a:lnTo>
                <a:lnTo>
                  <a:pt x="229154" y="59635"/>
                </a:lnTo>
                <a:lnTo>
                  <a:pt x="229355" y="59210"/>
                </a:lnTo>
                <a:lnTo>
                  <a:pt x="229561" y="58800"/>
                </a:lnTo>
                <a:lnTo>
                  <a:pt x="229772" y="58404"/>
                </a:lnTo>
                <a:lnTo>
                  <a:pt x="229988" y="58023"/>
                </a:lnTo>
                <a:lnTo>
                  <a:pt x="230208" y="57656"/>
                </a:lnTo>
                <a:lnTo>
                  <a:pt x="230434" y="57304"/>
                </a:lnTo>
                <a:lnTo>
                  <a:pt x="230664" y="56966"/>
                </a:lnTo>
                <a:lnTo>
                  <a:pt x="230899" y="56643"/>
                </a:lnTo>
                <a:lnTo>
                  <a:pt x="231138" y="56334"/>
                </a:lnTo>
                <a:lnTo>
                  <a:pt x="231383" y="56040"/>
                </a:lnTo>
                <a:lnTo>
                  <a:pt x="231632" y="55760"/>
                </a:lnTo>
                <a:lnTo>
                  <a:pt x="231886" y="55494"/>
                </a:lnTo>
                <a:lnTo>
                  <a:pt x="232145" y="55243"/>
                </a:lnTo>
                <a:lnTo>
                  <a:pt x="232409" y="55007"/>
                </a:lnTo>
                <a:lnTo>
                  <a:pt x="232678" y="54784"/>
                </a:lnTo>
                <a:lnTo>
                  <a:pt x="232952" y="54574"/>
                </a:lnTo>
                <a:lnTo>
                  <a:pt x="233230" y="54373"/>
                </a:lnTo>
                <a:lnTo>
                  <a:pt x="233514" y="54180"/>
                </a:lnTo>
                <a:lnTo>
                  <a:pt x="233802" y="53997"/>
                </a:lnTo>
                <a:lnTo>
                  <a:pt x="234095" y="53822"/>
                </a:lnTo>
                <a:lnTo>
                  <a:pt x="234394" y="53656"/>
                </a:lnTo>
                <a:lnTo>
                  <a:pt x="234697" y="53500"/>
                </a:lnTo>
                <a:lnTo>
                  <a:pt x="235005" y="53352"/>
                </a:lnTo>
                <a:lnTo>
                  <a:pt x="235319" y="53213"/>
                </a:lnTo>
                <a:lnTo>
                  <a:pt x="235637" y="53083"/>
                </a:lnTo>
                <a:lnTo>
                  <a:pt x="235960" y="52962"/>
                </a:lnTo>
                <a:lnTo>
                  <a:pt x="236288" y="52851"/>
                </a:lnTo>
                <a:lnTo>
                  <a:pt x="236621" y="52748"/>
                </a:lnTo>
                <a:lnTo>
                  <a:pt x="236959" y="52654"/>
                </a:lnTo>
                <a:lnTo>
                  <a:pt x="237302" y="52569"/>
                </a:lnTo>
                <a:lnTo>
                  <a:pt x="237650" y="52492"/>
                </a:lnTo>
                <a:lnTo>
                  <a:pt x="238003" y="52425"/>
                </a:lnTo>
                <a:lnTo>
                  <a:pt x="238361" y="52367"/>
                </a:lnTo>
                <a:lnTo>
                  <a:pt x="238724" y="52318"/>
                </a:lnTo>
                <a:lnTo>
                  <a:pt x="239091" y="52278"/>
                </a:lnTo>
                <a:lnTo>
                  <a:pt x="239464" y="52246"/>
                </a:lnTo>
                <a:lnTo>
                  <a:pt x="239842" y="52224"/>
                </a:lnTo>
                <a:lnTo>
                  <a:pt x="240224" y="52210"/>
                </a:lnTo>
                <a:lnTo>
                  <a:pt x="240612" y="52206"/>
                </a:lnTo>
                <a:lnTo>
                  <a:pt x="241017" y="52212"/>
                </a:lnTo>
                <a:lnTo>
                  <a:pt x="241424" y="52231"/>
                </a:lnTo>
                <a:lnTo>
                  <a:pt x="241834" y="52263"/>
                </a:lnTo>
                <a:lnTo>
                  <a:pt x="242247" y="52307"/>
                </a:lnTo>
                <a:lnTo>
                  <a:pt x="242663" y="52364"/>
                </a:lnTo>
                <a:lnTo>
                  <a:pt x="243081" y="52434"/>
                </a:lnTo>
                <a:lnTo>
                  <a:pt x="243503" y="52516"/>
                </a:lnTo>
                <a:lnTo>
                  <a:pt x="243927" y="52611"/>
                </a:lnTo>
                <a:lnTo>
                  <a:pt x="244353" y="52719"/>
                </a:lnTo>
                <a:lnTo>
                  <a:pt x="244783" y="52840"/>
                </a:lnTo>
                <a:lnTo>
                  <a:pt x="245215" y="52973"/>
                </a:lnTo>
                <a:lnTo>
                  <a:pt x="245650" y="53118"/>
                </a:lnTo>
                <a:lnTo>
                  <a:pt x="246088" y="53277"/>
                </a:lnTo>
                <a:lnTo>
                  <a:pt x="246528" y="53448"/>
                </a:lnTo>
                <a:lnTo>
                  <a:pt x="246972" y="53632"/>
                </a:lnTo>
                <a:lnTo>
                  <a:pt x="247418" y="53828"/>
                </a:lnTo>
                <a:lnTo>
                  <a:pt x="247866" y="54037"/>
                </a:lnTo>
                <a:lnTo>
                  <a:pt x="248318" y="54259"/>
                </a:lnTo>
                <a:lnTo>
                  <a:pt x="248772" y="54493"/>
                </a:lnTo>
                <a:lnTo>
                  <a:pt x="249229" y="54740"/>
                </a:lnTo>
                <a:lnTo>
                  <a:pt x="249689" y="55000"/>
                </a:lnTo>
                <a:lnTo>
                  <a:pt x="250152" y="55273"/>
                </a:lnTo>
                <a:lnTo>
                  <a:pt x="250617" y="55558"/>
                </a:lnTo>
                <a:lnTo>
                  <a:pt x="251085" y="55856"/>
                </a:lnTo>
                <a:lnTo>
                  <a:pt x="257852" y="36798"/>
                </a:lnTo>
                <a:lnTo>
                  <a:pt x="290729" y="118376"/>
                </a:lnTo>
                <a:lnTo>
                  <a:pt x="310802" y="118376"/>
                </a:lnTo>
                <a:lnTo>
                  <a:pt x="344284" y="34116"/>
                </a:lnTo>
                <a:lnTo>
                  <a:pt x="321354" y="34116"/>
                </a:lnTo>
                <a:lnTo>
                  <a:pt x="305328" y="77119"/>
                </a:lnTo>
                <a:lnTo>
                  <a:pt x="305222" y="77416"/>
                </a:lnTo>
                <a:lnTo>
                  <a:pt x="305117" y="77714"/>
                </a:lnTo>
                <a:lnTo>
                  <a:pt x="305013" y="78011"/>
                </a:lnTo>
                <a:lnTo>
                  <a:pt x="304909" y="78309"/>
                </a:lnTo>
                <a:lnTo>
                  <a:pt x="304806" y="78606"/>
                </a:lnTo>
                <a:lnTo>
                  <a:pt x="304703" y="78904"/>
                </a:lnTo>
                <a:lnTo>
                  <a:pt x="304601" y="79201"/>
                </a:lnTo>
                <a:lnTo>
                  <a:pt x="304499" y="79499"/>
                </a:lnTo>
                <a:lnTo>
                  <a:pt x="304398" y="79796"/>
                </a:lnTo>
                <a:lnTo>
                  <a:pt x="304297" y="80094"/>
                </a:lnTo>
                <a:lnTo>
                  <a:pt x="304197" y="80392"/>
                </a:lnTo>
                <a:lnTo>
                  <a:pt x="304098" y="80689"/>
                </a:lnTo>
                <a:lnTo>
                  <a:pt x="303999" y="80987"/>
                </a:lnTo>
                <a:lnTo>
                  <a:pt x="303901" y="81284"/>
                </a:lnTo>
                <a:lnTo>
                  <a:pt x="303803" y="81582"/>
                </a:lnTo>
                <a:lnTo>
                  <a:pt x="303706" y="81879"/>
                </a:lnTo>
                <a:lnTo>
                  <a:pt x="303609" y="82177"/>
                </a:lnTo>
                <a:lnTo>
                  <a:pt x="303513" y="82474"/>
                </a:lnTo>
                <a:lnTo>
                  <a:pt x="303417" y="82772"/>
                </a:lnTo>
                <a:lnTo>
                  <a:pt x="303322" y="83069"/>
                </a:lnTo>
                <a:lnTo>
                  <a:pt x="303228" y="83367"/>
                </a:lnTo>
                <a:lnTo>
                  <a:pt x="303134" y="83664"/>
                </a:lnTo>
                <a:lnTo>
                  <a:pt x="303040" y="83962"/>
                </a:lnTo>
                <a:lnTo>
                  <a:pt x="302947" y="84259"/>
                </a:lnTo>
                <a:lnTo>
                  <a:pt x="302905" y="84411"/>
                </a:lnTo>
                <a:lnTo>
                  <a:pt x="302859" y="84576"/>
                </a:lnTo>
                <a:lnTo>
                  <a:pt x="302807" y="84754"/>
                </a:lnTo>
                <a:lnTo>
                  <a:pt x="302751" y="84945"/>
                </a:lnTo>
                <a:lnTo>
                  <a:pt x="302691" y="85149"/>
                </a:lnTo>
                <a:lnTo>
                  <a:pt x="302625" y="85365"/>
                </a:lnTo>
                <a:lnTo>
                  <a:pt x="302555" y="85595"/>
                </a:lnTo>
                <a:lnTo>
                  <a:pt x="302480" y="85837"/>
                </a:lnTo>
                <a:lnTo>
                  <a:pt x="302401" y="86093"/>
                </a:lnTo>
                <a:lnTo>
                  <a:pt x="302317" y="86361"/>
                </a:lnTo>
                <a:lnTo>
                  <a:pt x="302228" y="86643"/>
                </a:lnTo>
                <a:lnTo>
                  <a:pt x="302134" y="86937"/>
                </a:lnTo>
                <a:lnTo>
                  <a:pt x="302036" y="87244"/>
                </a:lnTo>
                <a:lnTo>
                  <a:pt x="301933" y="87565"/>
                </a:lnTo>
                <a:lnTo>
                  <a:pt x="301826" y="87898"/>
                </a:lnTo>
                <a:lnTo>
                  <a:pt x="301713" y="88244"/>
                </a:lnTo>
                <a:lnTo>
                  <a:pt x="301596" y="88603"/>
                </a:lnTo>
                <a:lnTo>
                  <a:pt x="301475" y="88975"/>
                </a:lnTo>
                <a:lnTo>
                  <a:pt x="301348" y="89360"/>
                </a:lnTo>
                <a:lnTo>
                  <a:pt x="301217" y="89758"/>
                </a:lnTo>
                <a:lnTo>
                  <a:pt x="301082" y="90169"/>
                </a:lnTo>
                <a:lnTo>
                  <a:pt x="300941" y="90593"/>
                </a:lnTo>
                <a:lnTo>
                  <a:pt x="300796" y="91030"/>
                </a:lnTo>
                <a:lnTo>
                  <a:pt x="300647" y="91479"/>
                </a:lnTo>
                <a:lnTo>
                  <a:pt x="296045" y="77119"/>
                </a:lnTo>
                <a:lnTo>
                  <a:pt x="280177" y="34116"/>
                </a:lnTo>
                <a:lnTo>
                  <a:pt x="256771" y="34116"/>
                </a:lnTo>
                <a:lnTo>
                  <a:pt x="257610" y="36197"/>
                </a:lnTo>
                <a:lnTo>
                  <a:pt x="257398" y="36074"/>
                </a:lnTo>
                <a:close/>
                <a:moveTo>
                  <a:pt x="724" y="85353"/>
                </a:moveTo>
                <a:lnTo>
                  <a:pt x="1031" y="86869"/>
                </a:lnTo>
                <a:lnTo>
                  <a:pt x="1372" y="88353"/>
                </a:lnTo>
                <a:lnTo>
                  <a:pt x="1745" y="89805"/>
                </a:lnTo>
                <a:lnTo>
                  <a:pt x="2152" y="91223"/>
                </a:lnTo>
                <a:lnTo>
                  <a:pt x="2592" y="92610"/>
                </a:lnTo>
                <a:lnTo>
                  <a:pt x="3065" y="93964"/>
                </a:lnTo>
                <a:lnTo>
                  <a:pt x="3570" y="95286"/>
                </a:lnTo>
                <a:lnTo>
                  <a:pt x="4109" y="96575"/>
                </a:lnTo>
                <a:lnTo>
                  <a:pt x="4681" y="97832"/>
                </a:lnTo>
                <a:lnTo>
                  <a:pt x="5286" y="99056"/>
                </a:lnTo>
                <a:lnTo>
                  <a:pt x="5924" y="100248"/>
                </a:lnTo>
                <a:lnTo>
                  <a:pt x="6595" y="101407"/>
                </a:lnTo>
                <a:lnTo>
                  <a:pt x="7299" y="102534"/>
                </a:lnTo>
                <a:lnTo>
                  <a:pt x="8037" y="103629"/>
                </a:lnTo>
                <a:lnTo>
                  <a:pt x="8807" y="104691"/>
                </a:lnTo>
                <a:lnTo>
                  <a:pt x="9610" y="105720"/>
                </a:lnTo>
                <a:lnTo>
                  <a:pt x="10446" y="106718"/>
                </a:lnTo>
                <a:lnTo>
                  <a:pt x="11316" y="107682"/>
                </a:lnTo>
                <a:lnTo>
                  <a:pt x="12218" y="108615"/>
                </a:lnTo>
                <a:lnTo>
                  <a:pt x="13154" y="109515"/>
                </a:lnTo>
                <a:lnTo>
                  <a:pt x="14123" y="110382"/>
                </a:lnTo>
                <a:lnTo>
                  <a:pt x="15125" y="111216"/>
                </a:lnTo>
                <a:lnTo>
                  <a:pt x="16164" y="112014"/>
                </a:lnTo>
                <a:lnTo>
                  <a:pt x="17238" y="112776"/>
                </a:lnTo>
                <a:lnTo>
                  <a:pt x="18347" y="113503"/>
                </a:lnTo>
                <a:lnTo>
                  <a:pt x="19493" y="114195"/>
                </a:lnTo>
                <a:lnTo>
                  <a:pt x="20673" y="114851"/>
                </a:lnTo>
                <a:lnTo>
                  <a:pt x="21889" y="115472"/>
                </a:lnTo>
                <a:lnTo>
                  <a:pt x="23141" y="116057"/>
                </a:lnTo>
                <a:lnTo>
                  <a:pt x="24428" y="116607"/>
                </a:lnTo>
                <a:lnTo>
                  <a:pt x="25751" y="117121"/>
                </a:lnTo>
                <a:lnTo>
                  <a:pt x="27109" y="117600"/>
                </a:lnTo>
                <a:lnTo>
                  <a:pt x="28503" y="118043"/>
                </a:lnTo>
                <a:lnTo>
                  <a:pt x="29932" y="118451"/>
                </a:lnTo>
                <a:lnTo>
                  <a:pt x="31397" y="118824"/>
                </a:lnTo>
                <a:lnTo>
                  <a:pt x="32898" y="119161"/>
                </a:lnTo>
                <a:lnTo>
                  <a:pt x="34434" y="119462"/>
                </a:lnTo>
                <a:lnTo>
                  <a:pt x="36005" y="119728"/>
                </a:lnTo>
                <a:lnTo>
                  <a:pt x="37612" y="119959"/>
                </a:lnTo>
                <a:lnTo>
                  <a:pt x="39255" y="120154"/>
                </a:lnTo>
                <a:lnTo>
                  <a:pt x="40933" y="120313"/>
                </a:lnTo>
                <a:lnTo>
                  <a:pt x="42647" y="120438"/>
                </a:lnTo>
                <a:lnTo>
                  <a:pt x="44396" y="120526"/>
                </a:lnTo>
                <a:lnTo>
                  <a:pt x="46181" y="120579"/>
                </a:lnTo>
                <a:lnTo>
                  <a:pt x="48001" y="120597"/>
                </a:lnTo>
                <a:lnTo>
                  <a:pt x="49255" y="120590"/>
                </a:lnTo>
                <a:lnTo>
                  <a:pt x="50492" y="120568"/>
                </a:lnTo>
                <a:lnTo>
                  <a:pt x="51711" y="120531"/>
                </a:lnTo>
                <a:lnTo>
                  <a:pt x="52913" y="120479"/>
                </a:lnTo>
                <a:lnTo>
                  <a:pt x="54098" y="120413"/>
                </a:lnTo>
                <a:lnTo>
                  <a:pt x="55265" y="120331"/>
                </a:lnTo>
                <a:lnTo>
                  <a:pt x="56415" y="120235"/>
                </a:lnTo>
                <a:lnTo>
                  <a:pt x="57548" y="120125"/>
                </a:lnTo>
                <a:lnTo>
                  <a:pt x="58663" y="119999"/>
                </a:lnTo>
                <a:lnTo>
                  <a:pt x="59761" y="119859"/>
                </a:lnTo>
                <a:lnTo>
                  <a:pt x="60842" y="119704"/>
                </a:lnTo>
                <a:lnTo>
                  <a:pt x="61905" y="119534"/>
                </a:lnTo>
                <a:lnTo>
                  <a:pt x="62951" y="119350"/>
                </a:lnTo>
                <a:lnTo>
                  <a:pt x="63980" y="119150"/>
                </a:lnTo>
                <a:lnTo>
                  <a:pt x="64991" y="118936"/>
                </a:lnTo>
                <a:lnTo>
                  <a:pt x="65985" y="118707"/>
                </a:lnTo>
                <a:lnTo>
                  <a:pt x="66961" y="118464"/>
                </a:lnTo>
                <a:lnTo>
                  <a:pt x="67920" y="118205"/>
                </a:lnTo>
                <a:lnTo>
                  <a:pt x="68862" y="117932"/>
                </a:lnTo>
                <a:lnTo>
                  <a:pt x="69786" y="117644"/>
                </a:lnTo>
                <a:lnTo>
                  <a:pt x="70693" y="117342"/>
                </a:lnTo>
                <a:lnTo>
                  <a:pt x="71583" y="117024"/>
                </a:lnTo>
                <a:lnTo>
                  <a:pt x="72455" y="116692"/>
                </a:lnTo>
                <a:lnTo>
                  <a:pt x="73310" y="116345"/>
                </a:lnTo>
                <a:lnTo>
                  <a:pt x="74149" y="115983"/>
                </a:lnTo>
                <a:lnTo>
                  <a:pt x="74971" y="115605"/>
                </a:lnTo>
                <a:lnTo>
                  <a:pt x="75777" y="115212"/>
                </a:lnTo>
                <a:lnTo>
                  <a:pt x="76568" y="114803"/>
                </a:lnTo>
                <a:lnTo>
                  <a:pt x="77342" y="114378"/>
                </a:lnTo>
                <a:lnTo>
                  <a:pt x="78101" y="113938"/>
                </a:lnTo>
                <a:lnTo>
                  <a:pt x="78843" y="113482"/>
                </a:lnTo>
                <a:lnTo>
                  <a:pt x="79569" y="113011"/>
                </a:lnTo>
                <a:lnTo>
                  <a:pt x="80280" y="112524"/>
                </a:lnTo>
                <a:lnTo>
                  <a:pt x="80974" y="112022"/>
                </a:lnTo>
                <a:lnTo>
                  <a:pt x="81653" y="111504"/>
                </a:lnTo>
                <a:lnTo>
                  <a:pt x="82316" y="110970"/>
                </a:lnTo>
                <a:lnTo>
                  <a:pt x="82962" y="110420"/>
                </a:lnTo>
                <a:lnTo>
                  <a:pt x="83593" y="109856"/>
                </a:lnTo>
                <a:lnTo>
                  <a:pt x="84207" y="109275"/>
                </a:lnTo>
                <a:lnTo>
                  <a:pt x="84806" y="108679"/>
                </a:lnTo>
                <a:lnTo>
                  <a:pt x="85389" y="108067"/>
                </a:lnTo>
                <a:lnTo>
                  <a:pt x="85955" y="107440"/>
                </a:lnTo>
                <a:lnTo>
                  <a:pt x="86506" y="106797"/>
                </a:lnTo>
                <a:lnTo>
                  <a:pt x="87041" y="106138"/>
                </a:lnTo>
                <a:lnTo>
                  <a:pt x="87559" y="105464"/>
                </a:lnTo>
                <a:lnTo>
                  <a:pt x="88062" y="104774"/>
                </a:lnTo>
                <a:lnTo>
                  <a:pt x="88549" y="104069"/>
                </a:lnTo>
                <a:lnTo>
                  <a:pt x="89020" y="103348"/>
                </a:lnTo>
                <a:lnTo>
                  <a:pt x="89473" y="102617"/>
                </a:lnTo>
                <a:lnTo>
                  <a:pt x="89907" y="101882"/>
                </a:lnTo>
                <a:lnTo>
                  <a:pt x="90321" y="101142"/>
                </a:lnTo>
                <a:lnTo>
                  <a:pt x="90717" y="100398"/>
                </a:lnTo>
                <a:lnTo>
                  <a:pt x="91093" y="99649"/>
                </a:lnTo>
                <a:lnTo>
                  <a:pt x="91450" y="98896"/>
                </a:lnTo>
                <a:lnTo>
                  <a:pt x="91787" y="98139"/>
                </a:lnTo>
                <a:lnTo>
                  <a:pt x="92105" y="97377"/>
                </a:lnTo>
                <a:lnTo>
                  <a:pt x="92404" y="96611"/>
                </a:lnTo>
                <a:lnTo>
                  <a:pt x="92684" y="95840"/>
                </a:lnTo>
                <a:lnTo>
                  <a:pt x="92944" y="95065"/>
                </a:lnTo>
                <a:lnTo>
                  <a:pt x="93185" y="94286"/>
                </a:lnTo>
                <a:lnTo>
                  <a:pt x="93407" y="93502"/>
                </a:lnTo>
                <a:lnTo>
                  <a:pt x="93609" y="92714"/>
                </a:lnTo>
                <a:lnTo>
                  <a:pt x="93793" y="91921"/>
                </a:lnTo>
                <a:lnTo>
                  <a:pt x="93957" y="91124"/>
                </a:lnTo>
                <a:lnTo>
                  <a:pt x="94101" y="90323"/>
                </a:lnTo>
                <a:lnTo>
                  <a:pt x="94227" y="89517"/>
                </a:lnTo>
                <a:lnTo>
                  <a:pt x="94333" y="88707"/>
                </a:lnTo>
                <a:lnTo>
                  <a:pt x="94419" y="87892"/>
                </a:lnTo>
                <a:lnTo>
                  <a:pt x="94487" y="87073"/>
                </a:lnTo>
                <a:lnTo>
                  <a:pt x="94535" y="86249"/>
                </a:lnTo>
                <a:lnTo>
                  <a:pt x="94564" y="85421"/>
                </a:lnTo>
                <a:lnTo>
                  <a:pt x="94574" y="84589"/>
                </a:lnTo>
                <a:lnTo>
                  <a:pt x="94566" y="83674"/>
                </a:lnTo>
                <a:lnTo>
                  <a:pt x="94541" y="82772"/>
                </a:lnTo>
                <a:lnTo>
                  <a:pt x="94501" y="81882"/>
                </a:lnTo>
                <a:lnTo>
                  <a:pt x="94445" y="81004"/>
                </a:lnTo>
                <a:lnTo>
                  <a:pt x="94372" y="80138"/>
                </a:lnTo>
                <a:lnTo>
                  <a:pt x="94284" y="79285"/>
                </a:lnTo>
                <a:lnTo>
                  <a:pt x="94179" y="78444"/>
                </a:lnTo>
                <a:lnTo>
                  <a:pt x="94058" y="77615"/>
                </a:lnTo>
                <a:lnTo>
                  <a:pt x="93921" y="76799"/>
                </a:lnTo>
                <a:lnTo>
                  <a:pt x="93768" y="75995"/>
                </a:lnTo>
                <a:lnTo>
                  <a:pt x="93599" y="75203"/>
                </a:lnTo>
                <a:lnTo>
                  <a:pt x="93413" y="74424"/>
                </a:lnTo>
                <a:lnTo>
                  <a:pt x="93212" y="73656"/>
                </a:lnTo>
                <a:lnTo>
                  <a:pt x="92994" y="72902"/>
                </a:lnTo>
                <a:lnTo>
                  <a:pt x="92761" y="72159"/>
                </a:lnTo>
                <a:lnTo>
                  <a:pt x="92511" y="71429"/>
                </a:lnTo>
                <a:lnTo>
                  <a:pt x="92245" y="70711"/>
                </a:lnTo>
                <a:lnTo>
                  <a:pt x="91963" y="70005"/>
                </a:lnTo>
                <a:lnTo>
                  <a:pt x="91665" y="69311"/>
                </a:lnTo>
                <a:lnTo>
                  <a:pt x="91350" y="68630"/>
                </a:lnTo>
                <a:lnTo>
                  <a:pt x="91020" y="67961"/>
                </a:lnTo>
                <a:lnTo>
                  <a:pt x="90674" y="67305"/>
                </a:lnTo>
                <a:lnTo>
                  <a:pt x="90311" y="66660"/>
                </a:lnTo>
                <a:lnTo>
                  <a:pt x="89932" y="66028"/>
                </a:lnTo>
                <a:lnTo>
                  <a:pt x="89539" y="65408"/>
                </a:lnTo>
                <a:lnTo>
                  <a:pt x="89134" y="64798"/>
                </a:lnTo>
                <a:lnTo>
                  <a:pt x="88716" y="64200"/>
                </a:lnTo>
                <a:lnTo>
                  <a:pt x="88286" y="63613"/>
                </a:lnTo>
                <a:lnTo>
                  <a:pt x="87843" y="63036"/>
                </a:lnTo>
                <a:lnTo>
                  <a:pt x="87388" y="62471"/>
                </a:lnTo>
                <a:lnTo>
                  <a:pt x="86921" y="61917"/>
                </a:lnTo>
                <a:lnTo>
                  <a:pt x="86441" y="61374"/>
                </a:lnTo>
                <a:lnTo>
                  <a:pt x="85949" y="60841"/>
                </a:lnTo>
                <a:lnTo>
                  <a:pt x="85445" y="60320"/>
                </a:lnTo>
                <a:lnTo>
                  <a:pt x="84928" y="59810"/>
                </a:lnTo>
                <a:lnTo>
                  <a:pt x="84398" y="59311"/>
                </a:lnTo>
                <a:lnTo>
                  <a:pt x="83856" y="58823"/>
                </a:lnTo>
                <a:lnTo>
                  <a:pt x="83302" y="58346"/>
                </a:lnTo>
                <a:lnTo>
                  <a:pt x="82736" y="57880"/>
                </a:lnTo>
                <a:lnTo>
                  <a:pt x="82157" y="57426"/>
                </a:lnTo>
                <a:lnTo>
                  <a:pt x="81566" y="56982"/>
                </a:lnTo>
                <a:lnTo>
                  <a:pt x="80962" y="56549"/>
                </a:lnTo>
                <a:lnTo>
                  <a:pt x="80346" y="56127"/>
                </a:lnTo>
                <a:lnTo>
                  <a:pt x="79717" y="55717"/>
                </a:lnTo>
                <a:lnTo>
                  <a:pt x="79076" y="55317"/>
                </a:lnTo>
                <a:lnTo>
                  <a:pt x="78423" y="54928"/>
                </a:lnTo>
                <a:lnTo>
                  <a:pt x="77757" y="54551"/>
                </a:lnTo>
                <a:lnTo>
                  <a:pt x="77079" y="54184"/>
                </a:lnTo>
                <a:lnTo>
                  <a:pt x="76379" y="53824"/>
                </a:lnTo>
                <a:lnTo>
                  <a:pt x="75648" y="53464"/>
                </a:lnTo>
                <a:lnTo>
                  <a:pt x="74887" y="53105"/>
                </a:lnTo>
                <a:lnTo>
                  <a:pt x="74094" y="52748"/>
                </a:lnTo>
                <a:lnTo>
                  <a:pt x="73270" y="52391"/>
                </a:lnTo>
                <a:lnTo>
                  <a:pt x="72415" y="52035"/>
                </a:lnTo>
                <a:lnTo>
                  <a:pt x="71530" y="51680"/>
                </a:lnTo>
                <a:lnTo>
                  <a:pt x="70613" y="51326"/>
                </a:lnTo>
                <a:lnTo>
                  <a:pt x="69665" y="50973"/>
                </a:lnTo>
                <a:lnTo>
                  <a:pt x="68686" y="50621"/>
                </a:lnTo>
                <a:lnTo>
                  <a:pt x="67677" y="50271"/>
                </a:lnTo>
                <a:lnTo>
                  <a:pt x="66636" y="49921"/>
                </a:lnTo>
                <a:lnTo>
                  <a:pt x="65564" y="49572"/>
                </a:lnTo>
                <a:lnTo>
                  <a:pt x="64462" y="49223"/>
                </a:lnTo>
                <a:lnTo>
                  <a:pt x="63328" y="48876"/>
                </a:lnTo>
                <a:lnTo>
                  <a:pt x="62163" y="48530"/>
                </a:lnTo>
                <a:lnTo>
                  <a:pt x="60967" y="48185"/>
                </a:lnTo>
                <a:lnTo>
                  <a:pt x="59741" y="47841"/>
                </a:lnTo>
                <a:lnTo>
                  <a:pt x="58483" y="47498"/>
                </a:lnTo>
                <a:lnTo>
                  <a:pt x="57194" y="47156"/>
                </a:lnTo>
                <a:lnTo>
                  <a:pt x="55875" y="46815"/>
                </a:lnTo>
                <a:lnTo>
                  <a:pt x="54524" y="46474"/>
                </a:lnTo>
                <a:lnTo>
                  <a:pt x="53142" y="46135"/>
                </a:lnTo>
                <a:lnTo>
                  <a:pt x="51730" y="45797"/>
                </a:lnTo>
                <a:lnTo>
                  <a:pt x="50324" y="45459"/>
                </a:lnTo>
                <a:lnTo>
                  <a:pt x="48962" y="45123"/>
                </a:lnTo>
                <a:lnTo>
                  <a:pt x="47644" y="44788"/>
                </a:lnTo>
                <a:lnTo>
                  <a:pt x="46370" y="44454"/>
                </a:lnTo>
                <a:lnTo>
                  <a:pt x="45140" y="44122"/>
                </a:lnTo>
                <a:lnTo>
                  <a:pt x="43955" y="43790"/>
                </a:lnTo>
                <a:lnTo>
                  <a:pt x="42813" y="43459"/>
                </a:lnTo>
                <a:lnTo>
                  <a:pt x="41715" y="43130"/>
                </a:lnTo>
                <a:lnTo>
                  <a:pt x="40662" y="42802"/>
                </a:lnTo>
                <a:lnTo>
                  <a:pt x="39653" y="42474"/>
                </a:lnTo>
                <a:lnTo>
                  <a:pt x="38687" y="42148"/>
                </a:lnTo>
                <a:lnTo>
                  <a:pt x="37766" y="41823"/>
                </a:lnTo>
                <a:lnTo>
                  <a:pt x="36889" y="41500"/>
                </a:lnTo>
                <a:lnTo>
                  <a:pt x="36056" y="41177"/>
                </a:lnTo>
                <a:lnTo>
                  <a:pt x="35267" y="40855"/>
                </a:lnTo>
                <a:lnTo>
                  <a:pt x="34522" y="40535"/>
                </a:lnTo>
                <a:lnTo>
                  <a:pt x="33821" y="40216"/>
                </a:lnTo>
                <a:lnTo>
                  <a:pt x="33164" y="39897"/>
                </a:lnTo>
                <a:lnTo>
                  <a:pt x="32552" y="39580"/>
                </a:lnTo>
                <a:lnTo>
                  <a:pt x="31983" y="39264"/>
                </a:lnTo>
                <a:lnTo>
                  <a:pt x="31458" y="38949"/>
                </a:lnTo>
                <a:lnTo>
                  <a:pt x="30978" y="38636"/>
                </a:lnTo>
                <a:lnTo>
                  <a:pt x="30542" y="38323"/>
                </a:lnTo>
                <a:lnTo>
                  <a:pt x="30149" y="38011"/>
                </a:lnTo>
                <a:lnTo>
                  <a:pt x="29864" y="37765"/>
                </a:lnTo>
                <a:lnTo>
                  <a:pt x="29592" y="37514"/>
                </a:lnTo>
                <a:lnTo>
                  <a:pt x="29331" y="37259"/>
                </a:lnTo>
                <a:lnTo>
                  <a:pt x="29083" y="37000"/>
                </a:lnTo>
                <a:lnTo>
                  <a:pt x="28846" y="36737"/>
                </a:lnTo>
                <a:lnTo>
                  <a:pt x="28622" y="36469"/>
                </a:lnTo>
                <a:lnTo>
                  <a:pt x="28410" y="36198"/>
                </a:lnTo>
                <a:lnTo>
                  <a:pt x="28210" y="35922"/>
                </a:lnTo>
                <a:lnTo>
                  <a:pt x="28022" y="35642"/>
                </a:lnTo>
                <a:lnTo>
                  <a:pt x="27846" y="35358"/>
                </a:lnTo>
                <a:lnTo>
                  <a:pt x="27683" y="35070"/>
                </a:lnTo>
                <a:lnTo>
                  <a:pt x="27531" y="34778"/>
                </a:lnTo>
                <a:lnTo>
                  <a:pt x="27392" y="34481"/>
                </a:lnTo>
                <a:lnTo>
                  <a:pt x="27264" y="34181"/>
                </a:lnTo>
                <a:lnTo>
                  <a:pt x="27149" y="33876"/>
                </a:lnTo>
                <a:lnTo>
                  <a:pt x="27046" y="33567"/>
                </a:lnTo>
                <a:lnTo>
                  <a:pt x="26955" y="33254"/>
                </a:lnTo>
                <a:lnTo>
                  <a:pt x="26877" y="32937"/>
                </a:lnTo>
                <a:lnTo>
                  <a:pt x="26810" y="32616"/>
                </a:lnTo>
                <a:lnTo>
                  <a:pt x="26755" y="32291"/>
                </a:lnTo>
                <a:lnTo>
                  <a:pt x="26713" y="31961"/>
                </a:lnTo>
                <a:lnTo>
                  <a:pt x="26683" y="31627"/>
                </a:lnTo>
                <a:lnTo>
                  <a:pt x="26664" y="31290"/>
                </a:lnTo>
                <a:lnTo>
                  <a:pt x="26658" y="30948"/>
                </a:lnTo>
                <a:lnTo>
                  <a:pt x="26665" y="30574"/>
                </a:lnTo>
                <a:lnTo>
                  <a:pt x="26684" y="30206"/>
                </a:lnTo>
                <a:lnTo>
                  <a:pt x="26717" y="29845"/>
                </a:lnTo>
                <a:lnTo>
                  <a:pt x="26762" y="29490"/>
                </a:lnTo>
                <a:lnTo>
                  <a:pt x="26820" y="29142"/>
                </a:lnTo>
                <a:lnTo>
                  <a:pt x="26891" y="28799"/>
                </a:lnTo>
                <a:lnTo>
                  <a:pt x="26976" y="28464"/>
                </a:lnTo>
                <a:lnTo>
                  <a:pt x="27073" y="28134"/>
                </a:lnTo>
                <a:lnTo>
                  <a:pt x="27183" y="27811"/>
                </a:lnTo>
                <a:lnTo>
                  <a:pt x="27306" y="27494"/>
                </a:lnTo>
                <a:lnTo>
                  <a:pt x="27442" y="27184"/>
                </a:lnTo>
                <a:lnTo>
                  <a:pt x="27591" y="26880"/>
                </a:lnTo>
                <a:lnTo>
                  <a:pt x="27752" y="26582"/>
                </a:lnTo>
                <a:lnTo>
                  <a:pt x="27927" y="26290"/>
                </a:lnTo>
                <a:lnTo>
                  <a:pt x="28115" y="26005"/>
                </a:lnTo>
                <a:lnTo>
                  <a:pt x="28316" y="25727"/>
                </a:lnTo>
                <a:lnTo>
                  <a:pt x="28529" y="25454"/>
                </a:lnTo>
                <a:lnTo>
                  <a:pt x="28756" y="25188"/>
                </a:lnTo>
                <a:lnTo>
                  <a:pt x="28995" y="24929"/>
                </a:lnTo>
                <a:lnTo>
                  <a:pt x="29248" y="24675"/>
                </a:lnTo>
                <a:lnTo>
                  <a:pt x="29513" y="24428"/>
                </a:lnTo>
                <a:lnTo>
                  <a:pt x="29792" y="24187"/>
                </a:lnTo>
                <a:lnTo>
                  <a:pt x="30083" y="23953"/>
                </a:lnTo>
                <a:lnTo>
                  <a:pt x="30387" y="23725"/>
                </a:lnTo>
                <a:lnTo>
                  <a:pt x="30878" y="23382"/>
                </a:lnTo>
                <a:lnTo>
                  <a:pt x="31383" y="23053"/>
                </a:lnTo>
                <a:lnTo>
                  <a:pt x="31905" y="22739"/>
                </a:lnTo>
                <a:lnTo>
                  <a:pt x="32441" y="22440"/>
                </a:lnTo>
                <a:lnTo>
                  <a:pt x="32993" y="22155"/>
                </a:lnTo>
                <a:lnTo>
                  <a:pt x="33561" y="21884"/>
                </a:lnTo>
                <a:lnTo>
                  <a:pt x="34144" y="21629"/>
                </a:lnTo>
                <a:lnTo>
                  <a:pt x="34742" y="21388"/>
                </a:lnTo>
                <a:lnTo>
                  <a:pt x="35356" y="21161"/>
                </a:lnTo>
                <a:lnTo>
                  <a:pt x="35985" y="20949"/>
                </a:lnTo>
                <a:lnTo>
                  <a:pt x="36630" y="20752"/>
                </a:lnTo>
                <a:lnTo>
                  <a:pt x="37290" y="20570"/>
                </a:lnTo>
                <a:lnTo>
                  <a:pt x="37965" y="20402"/>
                </a:lnTo>
                <a:lnTo>
                  <a:pt x="38656" y="20248"/>
                </a:lnTo>
                <a:lnTo>
                  <a:pt x="39363" y="20109"/>
                </a:lnTo>
                <a:lnTo>
                  <a:pt x="40084" y="19985"/>
                </a:lnTo>
                <a:lnTo>
                  <a:pt x="40822" y="19876"/>
                </a:lnTo>
                <a:lnTo>
                  <a:pt x="41574" y="19781"/>
                </a:lnTo>
                <a:lnTo>
                  <a:pt x="42342" y="19700"/>
                </a:lnTo>
                <a:lnTo>
                  <a:pt x="43126" y="19635"/>
                </a:lnTo>
                <a:lnTo>
                  <a:pt x="43925" y="19583"/>
                </a:lnTo>
                <a:lnTo>
                  <a:pt x="44739" y="19547"/>
                </a:lnTo>
                <a:lnTo>
                  <a:pt x="45569" y="19525"/>
                </a:lnTo>
                <a:lnTo>
                  <a:pt x="46414" y="19518"/>
                </a:lnTo>
                <a:lnTo>
                  <a:pt x="47232" y="19525"/>
                </a:lnTo>
                <a:lnTo>
                  <a:pt x="48033" y="19545"/>
                </a:lnTo>
                <a:lnTo>
                  <a:pt x="48816" y="19579"/>
                </a:lnTo>
                <a:lnTo>
                  <a:pt x="49582" y="19627"/>
                </a:lnTo>
                <a:lnTo>
                  <a:pt x="50331" y="19688"/>
                </a:lnTo>
                <a:lnTo>
                  <a:pt x="51063" y="19763"/>
                </a:lnTo>
                <a:lnTo>
                  <a:pt x="51777" y="19852"/>
                </a:lnTo>
                <a:lnTo>
                  <a:pt x="52475" y="19954"/>
                </a:lnTo>
                <a:lnTo>
                  <a:pt x="53155" y="20070"/>
                </a:lnTo>
                <a:lnTo>
                  <a:pt x="53818" y="20200"/>
                </a:lnTo>
                <a:lnTo>
                  <a:pt x="54463" y="20343"/>
                </a:lnTo>
                <a:lnTo>
                  <a:pt x="55092" y="20500"/>
                </a:lnTo>
                <a:lnTo>
                  <a:pt x="55703" y="20670"/>
                </a:lnTo>
                <a:lnTo>
                  <a:pt x="56297" y="20854"/>
                </a:lnTo>
                <a:lnTo>
                  <a:pt x="56874" y="21052"/>
                </a:lnTo>
                <a:lnTo>
                  <a:pt x="57434" y="21263"/>
                </a:lnTo>
                <a:lnTo>
                  <a:pt x="57976" y="21488"/>
                </a:lnTo>
                <a:lnTo>
                  <a:pt x="58501" y="21727"/>
                </a:lnTo>
                <a:lnTo>
                  <a:pt x="59009" y="21979"/>
                </a:lnTo>
                <a:lnTo>
                  <a:pt x="59500" y="22245"/>
                </a:lnTo>
                <a:lnTo>
                  <a:pt x="59973" y="22525"/>
                </a:lnTo>
                <a:lnTo>
                  <a:pt x="60429" y="22818"/>
                </a:lnTo>
                <a:lnTo>
                  <a:pt x="60869" y="23125"/>
                </a:lnTo>
                <a:lnTo>
                  <a:pt x="61290" y="23445"/>
                </a:lnTo>
                <a:lnTo>
                  <a:pt x="61698" y="23781"/>
                </a:lnTo>
                <a:lnTo>
                  <a:pt x="62093" y="24135"/>
                </a:lnTo>
                <a:lnTo>
                  <a:pt x="62476" y="24506"/>
                </a:lnTo>
                <a:lnTo>
                  <a:pt x="62847" y="24894"/>
                </a:lnTo>
                <a:lnTo>
                  <a:pt x="63207" y="25300"/>
                </a:lnTo>
                <a:lnTo>
                  <a:pt x="63554" y="25724"/>
                </a:lnTo>
                <a:lnTo>
                  <a:pt x="63889" y="26165"/>
                </a:lnTo>
                <a:lnTo>
                  <a:pt x="64213" y="26623"/>
                </a:lnTo>
                <a:lnTo>
                  <a:pt x="64524" y="27099"/>
                </a:lnTo>
                <a:lnTo>
                  <a:pt x="64823" y="27593"/>
                </a:lnTo>
                <a:lnTo>
                  <a:pt x="65111" y="28103"/>
                </a:lnTo>
                <a:lnTo>
                  <a:pt x="65386" y="28632"/>
                </a:lnTo>
                <a:lnTo>
                  <a:pt x="65650" y="29178"/>
                </a:lnTo>
                <a:lnTo>
                  <a:pt x="65901" y="29741"/>
                </a:lnTo>
                <a:lnTo>
                  <a:pt x="66141" y="30322"/>
                </a:lnTo>
                <a:lnTo>
                  <a:pt x="66368" y="30921"/>
                </a:lnTo>
                <a:lnTo>
                  <a:pt x="66584" y="31537"/>
                </a:lnTo>
                <a:lnTo>
                  <a:pt x="66787" y="32170"/>
                </a:lnTo>
                <a:lnTo>
                  <a:pt x="66979" y="32821"/>
                </a:lnTo>
                <a:lnTo>
                  <a:pt x="67158" y="33489"/>
                </a:lnTo>
                <a:lnTo>
                  <a:pt x="67326" y="34175"/>
                </a:lnTo>
                <a:lnTo>
                  <a:pt x="67481" y="34879"/>
                </a:lnTo>
                <a:lnTo>
                  <a:pt x="67625" y="35599"/>
                </a:lnTo>
                <a:lnTo>
                  <a:pt x="67757" y="36338"/>
                </a:lnTo>
                <a:lnTo>
                  <a:pt x="91241" y="35386"/>
                </a:lnTo>
                <a:lnTo>
                  <a:pt x="91177" y="34055"/>
                </a:lnTo>
                <a:lnTo>
                  <a:pt x="91076" y="32747"/>
                </a:lnTo>
                <a:lnTo>
                  <a:pt x="90938" y="31462"/>
                </a:lnTo>
                <a:lnTo>
                  <a:pt x="90764" y="30199"/>
                </a:lnTo>
                <a:lnTo>
                  <a:pt x="90554" y="28958"/>
                </a:lnTo>
                <a:lnTo>
                  <a:pt x="90307" y="27740"/>
                </a:lnTo>
                <a:lnTo>
                  <a:pt x="90023" y="26544"/>
                </a:lnTo>
                <a:lnTo>
                  <a:pt x="89703" y="25371"/>
                </a:lnTo>
                <a:lnTo>
                  <a:pt x="89346" y="24220"/>
                </a:lnTo>
                <a:lnTo>
                  <a:pt x="88953" y="23091"/>
                </a:lnTo>
                <a:lnTo>
                  <a:pt x="88524" y="21985"/>
                </a:lnTo>
                <a:lnTo>
                  <a:pt x="88058" y="20901"/>
                </a:lnTo>
                <a:lnTo>
                  <a:pt x="87555" y="19840"/>
                </a:lnTo>
                <a:lnTo>
                  <a:pt x="87016" y="18801"/>
                </a:lnTo>
                <a:lnTo>
                  <a:pt x="86441" y="17784"/>
                </a:lnTo>
                <a:lnTo>
                  <a:pt x="85829" y="16790"/>
                </a:lnTo>
                <a:lnTo>
                  <a:pt x="85180" y="15819"/>
                </a:lnTo>
                <a:lnTo>
                  <a:pt x="84495" y="14869"/>
                </a:lnTo>
                <a:lnTo>
                  <a:pt x="83773" y="13943"/>
                </a:lnTo>
                <a:lnTo>
                  <a:pt x="83015" y="13038"/>
                </a:lnTo>
                <a:lnTo>
                  <a:pt x="82221" y="12156"/>
                </a:lnTo>
                <a:lnTo>
                  <a:pt x="81390" y="11297"/>
                </a:lnTo>
                <a:lnTo>
                  <a:pt x="80522" y="10460"/>
                </a:lnTo>
                <a:lnTo>
                  <a:pt x="79618" y="9645"/>
                </a:lnTo>
                <a:lnTo>
                  <a:pt x="78677" y="8858"/>
                </a:lnTo>
                <a:lnTo>
                  <a:pt x="77698" y="8104"/>
                </a:lnTo>
                <a:lnTo>
                  <a:pt x="76682" y="7384"/>
                </a:lnTo>
                <a:lnTo>
                  <a:pt x="75628" y="6698"/>
                </a:lnTo>
                <a:lnTo>
                  <a:pt x="74536" y="6045"/>
                </a:lnTo>
                <a:lnTo>
                  <a:pt x="73407" y="5425"/>
                </a:lnTo>
                <a:lnTo>
                  <a:pt x="72240" y="4839"/>
                </a:lnTo>
                <a:lnTo>
                  <a:pt x="71036" y="4287"/>
                </a:lnTo>
                <a:lnTo>
                  <a:pt x="69794" y="3767"/>
                </a:lnTo>
                <a:lnTo>
                  <a:pt x="68514" y="3282"/>
                </a:lnTo>
                <a:lnTo>
                  <a:pt x="67197" y="2830"/>
                </a:lnTo>
                <a:lnTo>
                  <a:pt x="65843" y="2411"/>
                </a:lnTo>
                <a:lnTo>
                  <a:pt x="64450" y="2026"/>
                </a:lnTo>
                <a:lnTo>
                  <a:pt x="63020" y="1674"/>
                </a:lnTo>
                <a:lnTo>
                  <a:pt x="61553" y="1356"/>
                </a:lnTo>
                <a:lnTo>
                  <a:pt x="60047" y="1072"/>
                </a:lnTo>
                <a:lnTo>
                  <a:pt x="58505" y="820"/>
                </a:lnTo>
                <a:lnTo>
                  <a:pt x="56924" y="603"/>
                </a:lnTo>
                <a:lnTo>
                  <a:pt x="55306" y="419"/>
                </a:lnTo>
                <a:lnTo>
                  <a:pt x="53651" y="268"/>
                </a:lnTo>
                <a:lnTo>
                  <a:pt x="51957" y="151"/>
                </a:lnTo>
                <a:lnTo>
                  <a:pt x="50227" y="67"/>
                </a:lnTo>
                <a:lnTo>
                  <a:pt x="48458" y="17"/>
                </a:lnTo>
                <a:lnTo>
                  <a:pt x="46652" y="0"/>
                </a:lnTo>
                <a:lnTo>
                  <a:pt x="45542" y="7"/>
                </a:lnTo>
                <a:lnTo>
                  <a:pt x="44445" y="28"/>
                </a:lnTo>
                <a:lnTo>
                  <a:pt x="43361" y="63"/>
                </a:lnTo>
                <a:lnTo>
                  <a:pt x="42292" y="113"/>
                </a:lnTo>
                <a:lnTo>
                  <a:pt x="41236" y="176"/>
                </a:lnTo>
                <a:lnTo>
                  <a:pt x="40193" y="254"/>
                </a:lnTo>
                <a:lnTo>
                  <a:pt x="39165" y="345"/>
                </a:lnTo>
                <a:lnTo>
                  <a:pt x="38149" y="451"/>
                </a:lnTo>
                <a:lnTo>
                  <a:pt x="37148" y="570"/>
                </a:lnTo>
                <a:lnTo>
                  <a:pt x="36160" y="704"/>
                </a:lnTo>
                <a:lnTo>
                  <a:pt x="35186" y="852"/>
                </a:lnTo>
                <a:lnTo>
                  <a:pt x="34225" y="1014"/>
                </a:lnTo>
                <a:lnTo>
                  <a:pt x="33278" y="1190"/>
                </a:lnTo>
                <a:lnTo>
                  <a:pt x="32345" y="1380"/>
                </a:lnTo>
                <a:lnTo>
                  <a:pt x="31426" y="1584"/>
                </a:lnTo>
                <a:lnTo>
                  <a:pt x="30520" y="1803"/>
                </a:lnTo>
                <a:lnTo>
                  <a:pt x="29627" y="2035"/>
                </a:lnTo>
                <a:lnTo>
                  <a:pt x="28748" y="2282"/>
                </a:lnTo>
                <a:lnTo>
                  <a:pt x="27883" y="2542"/>
                </a:lnTo>
                <a:lnTo>
                  <a:pt x="27032" y="2817"/>
                </a:lnTo>
                <a:lnTo>
                  <a:pt x="26194" y="3106"/>
                </a:lnTo>
                <a:lnTo>
                  <a:pt x="25370" y="3408"/>
                </a:lnTo>
                <a:lnTo>
                  <a:pt x="24559" y="3725"/>
                </a:lnTo>
                <a:lnTo>
                  <a:pt x="23762" y="4056"/>
                </a:lnTo>
                <a:lnTo>
                  <a:pt x="22980" y="4401"/>
                </a:lnTo>
                <a:lnTo>
                  <a:pt x="22213" y="4758"/>
                </a:lnTo>
                <a:lnTo>
                  <a:pt x="21462" y="5128"/>
                </a:lnTo>
                <a:lnTo>
                  <a:pt x="20725" y="5510"/>
                </a:lnTo>
                <a:lnTo>
                  <a:pt x="20005" y="5906"/>
                </a:lnTo>
                <a:lnTo>
                  <a:pt x="19300" y="6314"/>
                </a:lnTo>
                <a:lnTo>
                  <a:pt x="18610" y="6736"/>
                </a:lnTo>
                <a:lnTo>
                  <a:pt x="17935" y="7170"/>
                </a:lnTo>
                <a:lnTo>
                  <a:pt x="17276" y="7617"/>
                </a:lnTo>
                <a:lnTo>
                  <a:pt x="16633" y="8077"/>
                </a:lnTo>
                <a:lnTo>
                  <a:pt x="16005" y="8549"/>
                </a:lnTo>
                <a:lnTo>
                  <a:pt x="15392" y="9035"/>
                </a:lnTo>
                <a:lnTo>
                  <a:pt x="14795" y="9533"/>
                </a:lnTo>
                <a:lnTo>
                  <a:pt x="14213" y="10044"/>
                </a:lnTo>
                <a:lnTo>
                  <a:pt x="13647" y="10569"/>
                </a:lnTo>
                <a:lnTo>
                  <a:pt x="13096" y="11105"/>
                </a:lnTo>
                <a:lnTo>
                  <a:pt x="12560" y="11655"/>
                </a:lnTo>
                <a:lnTo>
                  <a:pt x="12040" y="12218"/>
                </a:lnTo>
                <a:lnTo>
                  <a:pt x="11535" y="12793"/>
                </a:lnTo>
                <a:lnTo>
                  <a:pt x="11046" y="13382"/>
                </a:lnTo>
                <a:lnTo>
                  <a:pt x="10572" y="13983"/>
                </a:lnTo>
                <a:lnTo>
                  <a:pt x="10114" y="14597"/>
                </a:lnTo>
                <a:lnTo>
                  <a:pt x="9671" y="15223"/>
                </a:lnTo>
                <a:lnTo>
                  <a:pt x="9243" y="15863"/>
                </a:lnTo>
                <a:lnTo>
                  <a:pt x="8832" y="16511"/>
                </a:lnTo>
                <a:lnTo>
                  <a:pt x="8438" y="17163"/>
                </a:lnTo>
                <a:lnTo>
                  <a:pt x="8062" y="17819"/>
                </a:lnTo>
                <a:lnTo>
                  <a:pt x="7704" y="18479"/>
                </a:lnTo>
                <a:lnTo>
                  <a:pt x="7363" y="19143"/>
                </a:lnTo>
                <a:lnTo>
                  <a:pt x="7039" y="19810"/>
                </a:lnTo>
                <a:lnTo>
                  <a:pt x="6733" y="20482"/>
                </a:lnTo>
                <a:lnTo>
                  <a:pt x="6444" y="21158"/>
                </a:lnTo>
                <a:lnTo>
                  <a:pt x="6173" y="21838"/>
                </a:lnTo>
                <a:lnTo>
                  <a:pt x="5919" y="22522"/>
                </a:lnTo>
                <a:lnTo>
                  <a:pt x="5683" y="23210"/>
                </a:lnTo>
                <a:lnTo>
                  <a:pt x="5465" y="23902"/>
                </a:lnTo>
                <a:lnTo>
                  <a:pt x="5263" y="24598"/>
                </a:lnTo>
                <a:lnTo>
                  <a:pt x="5080" y="25298"/>
                </a:lnTo>
                <a:lnTo>
                  <a:pt x="4914" y="26002"/>
                </a:lnTo>
                <a:lnTo>
                  <a:pt x="4765" y="26710"/>
                </a:lnTo>
                <a:lnTo>
                  <a:pt x="4634" y="27422"/>
                </a:lnTo>
                <a:lnTo>
                  <a:pt x="4520" y="28137"/>
                </a:lnTo>
                <a:lnTo>
                  <a:pt x="4424" y="28857"/>
                </a:lnTo>
                <a:lnTo>
                  <a:pt x="4345" y="29581"/>
                </a:lnTo>
                <a:lnTo>
                  <a:pt x="4284" y="30309"/>
                </a:lnTo>
                <a:lnTo>
                  <a:pt x="4240" y="31041"/>
                </a:lnTo>
                <a:lnTo>
                  <a:pt x="4214" y="31777"/>
                </a:lnTo>
                <a:lnTo>
                  <a:pt x="4205" y="32517"/>
                </a:lnTo>
                <a:lnTo>
                  <a:pt x="4224" y="33663"/>
                </a:lnTo>
                <a:lnTo>
                  <a:pt x="4279" y="34793"/>
                </a:lnTo>
                <a:lnTo>
                  <a:pt x="4372" y="35909"/>
                </a:lnTo>
                <a:lnTo>
                  <a:pt x="4503" y="37011"/>
                </a:lnTo>
                <a:lnTo>
                  <a:pt x="4670" y="38098"/>
                </a:lnTo>
                <a:lnTo>
                  <a:pt x="4874" y="39170"/>
                </a:lnTo>
                <a:lnTo>
                  <a:pt x="5116" y="40228"/>
                </a:lnTo>
                <a:lnTo>
                  <a:pt x="5395" y="41271"/>
                </a:lnTo>
                <a:lnTo>
                  <a:pt x="5711" y="42299"/>
                </a:lnTo>
                <a:lnTo>
                  <a:pt x="6065" y="43313"/>
                </a:lnTo>
                <a:lnTo>
                  <a:pt x="6455" y="44312"/>
                </a:lnTo>
                <a:lnTo>
                  <a:pt x="6883" y="45296"/>
                </a:lnTo>
                <a:lnTo>
                  <a:pt x="7348" y="46266"/>
                </a:lnTo>
                <a:lnTo>
                  <a:pt x="7850" y="47222"/>
                </a:lnTo>
                <a:lnTo>
                  <a:pt x="8389" y="48162"/>
                </a:lnTo>
                <a:lnTo>
                  <a:pt x="8965" y="49088"/>
                </a:lnTo>
                <a:lnTo>
                  <a:pt x="9579" y="50000"/>
                </a:lnTo>
                <a:lnTo>
                  <a:pt x="10230" y="50896"/>
                </a:lnTo>
                <a:lnTo>
                  <a:pt x="10918" y="51778"/>
                </a:lnTo>
                <a:lnTo>
                  <a:pt x="11643" y="52646"/>
                </a:lnTo>
                <a:lnTo>
                  <a:pt x="12406" y="53499"/>
                </a:lnTo>
                <a:lnTo>
                  <a:pt x="13205" y="54337"/>
                </a:lnTo>
                <a:lnTo>
                  <a:pt x="14042" y="55161"/>
                </a:lnTo>
                <a:lnTo>
                  <a:pt x="14916" y="55970"/>
                </a:lnTo>
                <a:lnTo>
                  <a:pt x="15570" y="56536"/>
                </a:lnTo>
                <a:lnTo>
                  <a:pt x="16264" y="57094"/>
                </a:lnTo>
                <a:lnTo>
                  <a:pt x="16996" y="57646"/>
                </a:lnTo>
                <a:lnTo>
                  <a:pt x="17768" y="58189"/>
                </a:lnTo>
                <a:lnTo>
                  <a:pt x="18579" y="58726"/>
                </a:lnTo>
                <a:lnTo>
                  <a:pt x="19428" y="59254"/>
                </a:lnTo>
                <a:lnTo>
                  <a:pt x="20317" y="59776"/>
                </a:lnTo>
                <a:lnTo>
                  <a:pt x="21246" y="60290"/>
                </a:lnTo>
                <a:lnTo>
                  <a:pt x="22213" y="60796"/>
                </a:lnTo>
                <a:lnTo>
                  <a:pt x="23219" y="61295"/>
                </a:lnTo>
                <a:lnTo>
                  <a:pt x="24265" y="61787"/>
                </a:lnTo>
                <a:lnTo>
                  <a:pt x="25349" y="62271"/>
                </a:lnTo>
                <a:lnTo>
                  <a:pt x="26473" y="62748"/>
                </a:lnTo>
                <a:lnTo>
                  <a:pt x="27636" y="63217"/>
                </a:lnTo>
                <a:lnTo>
                  <a:pt x="28838" y="63679"/>
                </a:lnTo>
                <a:lnTo>
                  <a:pt x="30079" y="64133"/>
                </a:lnTo>
                <a:lnTo>
                  <a:pt x="31359" y="64580"/>
                </a:lnTo>
                <a:lnTo>
                  <a:pt x="32678" y="65019"/>
                </a:lnTo>
                <a:lnTo>
                  <a:pt x="34037" y="65451"/>
                </a:lnTo>
                <a:lnTo>
                  <a:pt x="35434" y="65875"/>
                </a:lnTo>
                <a:lnTo>
                  <a:pt x="36871" y="66292"/>
                </a:lnTo>
                <a:lnTo>
                  <a:pt x="38347" y="66702"/>
                </a:lnTo>
                <a:lnTo>
                  <a:pt x="39862" y="67104"/>
                </a:lnTo>
                <a:lnTo>
                  <a:pt x="41416" y="67499"/>
                </a:lnTo>
                <a:lnTo>
                  <a:pt x="42620" y="67800"/>
                </a:lnTo>
                <a:lnTo>
                  <a:pt x="43789" y="68093"/>
                </a:lnTo>
                <a:lnTo>
                  <a:pt x="44920" y="68378"/>
                </a:lnTo>
                <a:lnTo>
                  <a:pt x="46015" y="68656"/>
                </a:lnTo>
                <a:lnTo>
                  <a:pt x="47073" y="68926"/>
                </a:lnTo>
                <a:lnTo>
                  <a:pt x="48095" y="69188"/>
                </a:lnTo>
                <a:lnTo>
                  <a:pt x="49080" y="69443"/>
                </a:lnTo>
                <a:lnTo>
                  <a:pt x="50028" y="69689"/>
                </a:lnTo>
                <a:lnTo>
                  <a:pt x="50940" y="69928"/>
                </a:lnTo>
                <a:lnTo>
                  <a:pt x="51815" y="70160"/>
                </a:lnTo>
                <a:lnTo>
                  <a:pt x="52654" y="70383"/>
                </a:lnTo>
                <a:lnTo>
                  <a:pt x="53456" y="70599"/>
                </a:lnTo>
                <a:lnTo>
                  <a:pt x="54221" y="70807"/>
                </a:lnTo>
                <a:lnTo>
                  <a:pt x="54949" y="71008"/>
                </a:lnTo>
                <a:lnTo>
                  <a:pt x="55641" y="71200"/>
                </a:lnTo>
                <a:lnTo>
                  <a:pt x="56296" y="71385"/>
                </a:lnTo>
                <a:lnTo>
                  <a:pt x="56915" y="71563"/>
                </a:lnTo>
                <a:lnTo>
                  <a:pt x="57497" y="71732"/>
                </a:lnTo>
                <a:lnTo>
                  <a:pt x="58042" y="71894"/>
                </a:lnTo>
                <a:lnTo>
                  <a:pt x="58551" y="72048"/>
                </a:lnTo>
                <a:lnTo>
                  <a:pt x="59023" y="72194"/>
                </a:lnTo>
                <a:lnTo>
                  <a:pt x="59458" y="72333"/>
                </a:lnTo>
                <a:lnTo>
                  <a:pt x="59857" y="72463"/>
                </a:lnTo>
                <a:lnTo>
                  <a:pt x="60219" y="72586"/>
                </a:lnTo>
                <a:lnTo>
                  <a:pt x="60715" y="72767"/>
                </a:lnTo>
                <a:lnTo>
                  <a:pt x="61199" y="72950"/>
                </a:lnTo>
                <a:lnTo>
                  <a:pt x="61670" y="73136"/>
                </a:lnTo>
                <a:lnTo>
                  <a:pt x="62129" y="73324"/>
                </a:lnTo>
                <a:lnTo>
                  <a:pt x="62575" y="73515"/>
                </a:lnTo>
                <a:lnTo>
                  <a:pt x="63009" y="73709"/>
                </a:lnTo>
                <a:lnTo>
                  <a:pt x="63430" y="73905"/>
                </a:lnTo>
                <a:lnTo>
                  <a:pt x="63838" y="74104"/>
                </a:lnTo>
                <a:lnTo>
                  <a:pt x="64234" y="74305"/>
                </a:lnTo>
                <a:lnTo>
                  <a:pt x="64617" y="74509"/>
                </a:lnTo>
                <a:lnTo>
                  <a:pt x="64988" y="74716"/>
                </a:lnTo>
                <a:lnTo>
                  <a:pt x="65347" y="74925"/>
                </a:lnTo>
                <a:lnTo>
                  <a:pt x="65692" y="75137"/>
                </a:lnTo>
                <a:lnTo>
                  <a:pt x="66026" y="75352"/>
                </a:lnTo>
                <a:lnTo>
                  <a:pt x="66346" y="75569"/>
                </a:lnTo>
                <a:lnTo>
                  <a:pt x="66655" y="75789"/>
                </a:lnTo>
                <a:lnTo>
                  <a:pt x="66950" y="76011"/>
                </a:lnTo>
                <a:lnTo>
                  <a:pt x="67233" y="76236"/>
                </a:lnTo>
                <a:lnTo>
                  <a:pt x="67504" y="76464"/>
                </a:lnTo>
                <a:lnTo>
                  <a:pt x="67762" y="76694"/>
                </a:lnTo>
                <a:lnTo>
                  <a:pt x="68008" y="76927"/>
                </a:lnTo>
                <a:lnTo>
                  <a:pt x="68241" y="77163"/>
                </a:lnTo>
                <a:lnTo>
                  <a:pt x="68461" y="77401"/>
                </a:lnTo>
                <a:lnTo>
                  <a:pt x="68669" y="77642"/>
                </a:lnTo>
                <a:lnTo>
                  <a:pt x="68866" y="77886"/>
                </a:lnTo>
                <a:lnTo>
                  <a:pt x="69056" y="78134"/>
                </a:lnTo>
                <a:lnTo>
                  <a:pt x="69236" y="78387"/>
                </a:lnTo>
                <a:lnTo>
                  <a:pt x="69408" y="78644"/>
                </a:lnTo>
                <a:lnTo>
                  <a:pt x="69572" y="78905"/>
                </a:lnTo>
                <a:lnTo>
                  <a:pt x="69728" y="79171"/>
                </a:lnTo>
                <a:lnTo>
                  <a:pt x="69875" y="79441"/>
                </a:lnTo>
                <a:lnTo>
                  <a:pt x="70013" y="79715"/>
                </a:lnTo>
                <a:lnTo>
                  <a:pt x="70144" y="79993"/>
                </a:lnTo>
                <a:lnTo>
                  <a:pt x="70265" y="80276"/>
                </a:lnTo>
                <a:lnTo>
                  <a:pt x="70379" y="80563"/>
                </a:lnTo>
                <a:lnTo>
                  <a:pt x="70484" y="80854"/>
                </a:lnTo>
                <a:lnTo>
                  <a:pt x="70581" y="81149"/>
                </a:lnTo>
                <a:lnTo>
                  <a:pt x="70669" y="81449"/>
                </a:lnTo>
                <a:lnTo>
                  <a:pt x="70749" y="81753"/>
                </a:lnTo>
                <a:lnTo>
                  <a:pt x="70820" y="82062"/>
                </a:lnTo>
                <a:lnTo>
                  <a:pt x="70883" y="82375"/>
                </a:lnTo>
                <a:lnTo>
                  <a:pt x="70938" y="82691"/>
                </a:lnTo>
                <a:lnTo>
                  <a:pt x="70984" y="83013"/>
                </a:lnTo>
                <a:lnTo>
                  <a:pt x="71022" y="83338"/>
                </a:lnTo>
                <a:lnTo>
                  <a:pt x="71051" y="83668"/>
                </a:lnTo>
                <a:lnTo>
                  <a:pt x="71072" y="84002"/>
                </a:lnTo>
                <a:lnTo>
                  <a:pt x="71085" y="84341"/>
                </a:lnTo>
                <a:lnTo>
                  <a:pt x="71089" y="84683"/>
                </a:lnTo>
                <a:lnTo>
                  <a:pt x="71079" y="85218"/>
                </a:lnTo>
                <a:lnTo>
                  <a:pt x="71049" y="85747"/>
                </a:lnTo>
                <a:lnTo>
                  <a:pt x="70999" y="86270"/>
                </a:lnTo>
                <a:lnTo>
                  <a:pt x="70929" y="86788"/>
                </a:lnTo>
                <a:lnTo>
                  <a:pt x="70839" y="87299"/>
                </a:lnTo>
                <a:lnTo>
                  <a:pt x="70729" y="87806"/>
                </a:lnTo>
                <a:lnTo>
                  <a:pt x="70600" y="88306"/>
                </a:lnTo>
                <a:lnTo>
                  <a:pt x="70450" y="88801"/>
                </a:lnTo>
                <a:lnTo>
                  <a:pt x="70280" y="89290"/>
                </a:lnTo>
                <a:lnTo>
                  <a:pt x="70090" y="89774"/>
                </a:lnTo>
                <a:lnTo>
                  <a:pt x="69881" y="90252"/>
                </a:lnTo>
                <a:lnTo>
                  <a:pt x="69651" y="90724"/>
                </a:lnTo>
                <a:lnTo>
                  <a:pt x="69401" y="91190"/>
                </a:lnTo>
                <a:lnTo>
                  <a:pt x="69132" y="91651"/>
                </a:lnTo>
                <a:lnTo>
                  <a:pt x="68842" y="92106"/>
                </a:lnTo>
                <a:lnTo>
                  <a:pt x="68532" y="92556"/>
                </a:lnTo>
                <a:lnTo>
                  <a:pt x="68203" y="92999"/>
                </a:lnTo>
                <a:lnTo>
                  <a:pt x="67853" y="93438"/>
                </a:lnTo>
                <a:lnTo>
                  <a:pt x="67484" y="93870"/>
                </a:lnTo>
                <a:lnTo>
                  <a:pt x="67094" y="94297"/>
                </a:lnTo>
                <a:lnTo>
                  <a:pt x="66685" y="94718"/>
                </a:lnTo>
                <a:lnTo>
                  <a:pt x="66255" y="95133"/>
                </a:lnTo>
                <a:lnTo>
                  <a:pt x="65806" y="95543"/>
                </a:lnTo>
                <a:lnTo>
                  <a:pt x="65337" y="95947"/>
                </a:lnTo>
                <a:lnTo>
                  <a:pt x="64848" y="96340"/>
                </a:lnTo>
                <a:lnTo>
                  <a:pt x="64339" y="96716"/>
                </a:lnTo>
                <a:lnTo>
                  <a:pt x="63811" y="97076"/>
                </a:lnTo>
                <a:lnTo>
                  <a:pt x="63264" y="97418"/>
                </a:lnTo>
                <a:lnTo>
                  <a:pt x="62697" y="97744"/>
                </a:lnTo>
                <a:lnTo>
                  <a:pt x="62111" y="98054"/>
                </a:lnTo>
                <a:lnTo>
                  <a:pt x="61505" y="98346"/>
                </a:lnTo>
                <a:lnTo>
                  <a:pt x="60880" y="98622"/>
                </a:lnTo>
                <a:lnTo>
                  <a:pt x="60236" y="98881"/>
                </a:lnTo>
                <a:lnTo>
                  <a:pt x="59572" y="99124"/>
                </a:lnTo>
                <a:lnTo>
                  <a:pt x="58889" y="99349"/>
                </a:lnTo>
                <a:lnTo>
                  <a:pt x="58186" y="99558"/>
                </a:lnTo>
                <a:lnTo>
                  <a:pt x="57464" y="99751"/>
                </a:lnTo>
                <a:lnTo>
                  <a:pt x="56723" y="99926"/>
                </a:lnTo>
                <a:lnTo>
                  <a:pt x="55962" y="100085"/>
                </a:lnTo>
                <a:lnTo>
                  <a:pt x="55181" y="100227"/>
                </a:lnTo>
                <a:lnTo>
                  <a:pt x="54381" y="100353"/>
                </a:lnTo>
                <a:lnTo>
                  <a:pt x="53562" y="100461"/>
                </a:lnTo>
                <a:lnTo>
                  <a:pt x="52723" y="100553"/>
                </a:lnTo>
                <a:lnTo>
                  <a:pt x="51865" y="100628"/>
                </a:lnTo>
                <a:lnTo>
                  <a:pt x="50988" y="100687"/>
                </a:lnTo>
                <a:lnTo>
                  <a:pt x="50091" y="100729"/>
                </a:lnTo>
                <a:lnTo>
                  <a:pt x="49175" y="100754"/>
                </a:lnTo>
                <a:lnTo>
                  <a:pt x="48239" y="100762"/>
                </a:lnTo>
                <a:lnTo>
                  <a:pt x="47354" y="100753"/>
                </a:lnTo>
                <a:lnTo>
                  <a:pt x="46484" y="100725"/>
                </a:lnTo>
                <a:lnTo>
                  <a:pt x="45630" y="100678"/>
                </a:lnTo>
                <a:lnTo>
                  <a:pt x="44791" y="100612"/>
                </a:lnTo>
                <a:lnTo>
                  <a:pt x="43967" y="100527"/>
                </a:lnTo>
                <a:lnTo>
                  <a:pt x="43159" y="100424"/>
                </a:lnTo>
                <a:lnTo>
                  <a:pt x="42365" y="100302"/>
                </a:lnTo>
                <a:lnTo>
                  <a:pt x="41588" y="100161"/>
                </a:lnTo>
                <a:lnTo>
                  <a:pt x="40825" y="100001"/>
                </a:lnTo>
                <a:lnTo>
                  <a:pt x="40078" y="99822"/>
                </a:lnTo>
                <a:lnTo>
                  <a:pt x="39346" y="99625"/>
                </a:lnTo>
                <a:lnTo>
                  <a:pt x="38629" y="99409"/>
                </a:lnTo>
                <a:lnTo>
                  <a:pt x="37927" y="99174"/>
                </a:lnTo>
                <a:lnTo>
                  <a:pt x="37241" y="98920"/>
                </a:lnTo>
                <a:lnTo>
                  <a:pt x="36570" y="98648"/>
                </a:lnTo>
                <a:lnTo>
                  <a:pt x="35915" y="98357"/>
                </a:lnTo>
                <a:lnTo>
                  <a:pt x="35274" y="98047"/>
                </a:lnTo>
                <a:lnTo>
                  <a:pt x="34649" y="97718"/>
                </a:lnTo>
                <a:lnTo>
                  <a:pt x="34040" y="97370"/>
                </a:lnTo>
                <a:lnTo>
                  <a:pt x="33445" y="97003"/>
                </a:lnTo>
                <a:lnTo>
                  <a:pt x="32866" y="96618"/>
                </a:lnTo>
                <a:lnTo>
                  <a:pt x="32302" y="96214"/>
                </a:lnTo>
                <a:lnTo>
                  <a:pt x="31754" y="95791"/>
                </a:lnTo>
                <a:lnTo>
                  <a:pt x="31220" y="95350"/>
                </a:lnTo>
                <a:lnTo>
                  <a:pt x="30702" y="94888"/>
                </a:lnTo>
                <a:lnTo>
                  <a:pt x="30199" y="94405"/>
                </a:lnTo>
                <a:lnTo>
                  <a:pt x="29710" y="93900"/>
                </a:lnTo>
                <a:lnTo>
                  <a:pt x="29236" y="93374"/>
                </a:lnTo>
                <a:lnTo>
                  <a:pt x="28776" y="92827"/>
                </a:lnTo>
                <a:lnTo>
                  <a:pt x="28332" y="92259"/>
                </a:lnTo>
                <a:lnTo>
                  <a:pt x="27902" y="91669"/>
                </a:lnTo>
                <a:lnTo>
                  <a:pt x="27487" y="91058"/>
                </a:lnTo>
                <a:lnTo>
                  <a:pt x="27087" y="90426"/>
                </a:lnTo>
                <a:lnTo>
                  <a:pt x="26701" y="89773"/>
                </a:lnTo>
                <a:lnTo>
                  <a:pt x="26330" y="89098"/>
                </a:lnTo>
                <a:lnTo>
                  <a:pt x="25974" y="88402"/>
                </a:lnTo>
                <a:lnTo>
                  <a:pt x="25633" y="87684"/>
                </a:lnTo>
                <a:lnTo>
                  <a:pt x="25306" y="86946"/>
                </a:lnTo>
                <a:lnTo>
                  <a:pt x="24994" y="86186"/>
                </a:lnTo>
                <a:lnTo>
                  <a:pt x="24697" y="85405"/>
                </a:lnTo>
                <a:lnTo>
                  <a:pt x="24414" y="84602"/>
                </a:lnTo>
                <a:lnTo>
                  <a:pt x="24147" y="83778"/>
                </a:lnTo>
                <a:lnTo>
                  <a:pt x="23894" y="82933"/>
                </a:lnTo>
                <a:lnTo>
                  <a:pt x="23656" y="82067"/>
                </a:lnTo>
                <a:lnTo>
                  <a:pt x="23432" y="81179"/>
                </a:lnTo>
                <a:lnTo>
                  <a:pt x="23223" y="80270"/>
                </a:lnTo>
                <a:lnTo>
                  <a:pt x="23029" y="79340"/>
                </a:lnTo>
                <a:lnTo>
                  <a:pt x="22850" y="78388"/>
                </a:lnTo>
                <a:lnTo>
                  <a:pt x="0" y="80610"/>
                </a:lnTo>
                <a:lnTo>
                  <a:pt x="208" y="82223"/>
                </a:lnTo>
                <a:lnTo>
                  <a:pt x="450" y="83804"/>
                </a:lnTo>
                <a:lnTo>
                  <a:pt x="724" y="85353"/>
                </a:lnTo>
                <a:close/>
                <a:moveTo>
                  <a:pt x="469604" y="88871"/>
                </a:moveTo>
                <a:lnTo>
                  <a:pt x="469621" y="87207"/>
                </a:lnTo>
                <a:lnTo>
                  <a:pt x="469643" y="85595"/>
                </a:lnTo>
                <a:lnTo>
                  <a:pt x="469672" y="84034"/>
                </a:lnTo>
                <a:lnTo>
                  <a:pt x="469708" y="82524"/>
                </a:lnTo>
                <a:lnTo>
                  <a:pt x="469750" y="81065"/>
                </a:lnTo>
                <a:lnTo>
                  <a:pt x="469799" y="79658"/>
                </a:lnTo>
                <a:lnTo>
                  <a:pt x="469854" y="78301"/>
                </a:lnTo>
                <a:lnTo>
                  <a:pt x="469915" y="76996"/>
                </a:lnTo>
                <a:lnTo>
                  <a:pt x="469983" y="75743"/>
                </a:lnTo>
                <a:lnTo>
                  <a:pt x="470058" y="74540"/>
                </a:lnTo>
                <a:lnTo>
                  <a:pt x="470138" y="73389"/>
                </a:lnTo>
                <a:lnTo>
                  <a:pt x="470226" y="72289"/>
                </a:lnTo>
                <a:lnTo>
                  <a:pt x="470320" y="71240"/>
                </a:lnTo>
                <a:lnTo>
                  <a:pt x="470420" y="70243"/>
                </a:lnTo>
                <a:lnTo>
                  <a:pt x="470527" y="69296"/>
                </a:lnTo>
                <a:lnTo>
                  <a:pt x="470640" y="68401"/>
                </a:lnTo>
                <a:lnTo>
                  <a:pt x="470760" y="67557"/>
                </a:lnTo>
                <a:lnTo>
                  <a:pt x="470886" y="66765"/>
                </a:lnTo>
                <a:lnTo>
                  <a:pt x="471019" y="66024"/>
                </a:lnTo>
                <a:lnTo>
                  <a:pt x="471158" y="65333"/>
                </a:lnTo>
                <a:lnTo>
                  <a:pt x="471304" y="64695"/>
                </a:lnTo>
                <a:lnTo>
                  <a:pt x="471456" y="64107"/>
                </a:lnTo>
                <a:lnTo>
                  <a:pt x="471614" y="63552"/>
                </a:lnTo>
                <a:lnTo>
                  <a:pt x="471776" y="63012"/>
                </a:lnTo>
                <a:lnTo>
                  <a:pt x="471944" y="62486"/>
                </a:lnTo>
                <a:lnTo>
                  <a:pt x="472116" y="61975"/>
                </a:lnTo>
                <a:lnTo>
                  <a:pt x="472293" y="61478"/>
                </a:lnTo>
                <a:lnTo>
                  <a:pt x="472475" y="60995"/>
                </a:lnTo>
                <a:lnTo>
                  <a:pt x="472662" y="60527"/>
                </a:lnTo>
                <a:lnTo>
                  <a:pt x="472853" y="60074"/>
                </a:lnTo>
                <a:lnTo>
                  <a:pt x="473050" y="59635"/>
                </a:lnTo>
                <a:lnTo>
                  <a:pt x="473251" y="59210"/>
                </a:lnTo>
                <a:lnTo>
                  <a:pt x="473457" y="58800"/>
                </a:lnTo>
                <a:lnTo>
                  <a:pt x="473667" y="58404"/>
                </a:lnTo>
                <a:lnTo>
                  <a:pt x="473883" y="58023"/>
                </a:lnTo>
                <a:lnTo>
                  <a:pt x="474104" y="57656"/>
                </a:lnTo>
                <a:lnTo>
                  <a:pt x="474329" y="57304"/>
                </a:lnTo>
                <a:lnTo>
                  <a:pt x="474559" y="56966"/>
                </a:lnTo>
                <a:lnTo>
                  <a:pt x="474794" y="56643"/>
                </a:lnTo>
                <a:lnTo>
                  <a:pt x="475034" y="56334"/>
                </a:lnTo>
                <a:lnTo>
                  <a:pt x="475278" y="56040"/>
                </a:lnTo>
                <a:lnTo>
                  <a:pt x="475528" y="55760"/>
                </a:lnTo>
                <a:lnTo>
                  <a:pt x="475782" y="55494"/>
                </a:lnTo>
                <a:lnTo>
                  <a:pt x="476041" y="55243"/>
                </a:lnTo>
                <a:lnTo>
                  <a:pt x="476305" y="55007"/>
                </a:lnTo>
                <a:lnTo>
                  <a:pt x="476573" y="54784"/>
                </a:lnTo>
                <a:lnTo>
                  <a:pt x="476847" y="54574"/>
                </a:lnTo>
                <a:lnTo>
                  <a:pt x="477125" y="54373"/>
                </a:lnTo>
                <a:lnTo>
                  <a:pt x="477409" y="54180"/>
                </a:lnTo>
                <a:lnTo>
                  <a:pt x="477697" y="53997"/>
                </a:lnTo>
                <a:lnTo>
                  <a:pt x="477991" y="53822"/>
                </a:lnTo>
                <a:lnTo>
                  <a:pt x="478289" y="53656"/>
                </a:lnTo>
                <a:lnTo>
                  <a:pt x="478592" y="53500"/>
                </a:lnTo>
                <a:lnTo>
                  <a:pt x="478901" y="53352"/>
                </a:lnTo>
                <a:lnTo>
                  <a:pt x="479214" y="53213"/>
                </a:lnTo>
                <a:lnTo>
                  <a:pt x="479532" y="53083"/>
                </a:lnTo>
                <a:lnTo>
                  <a:pt x="479855" y="52962"/>
                </a:lnTo>
                <a:lnTo>
                  <a:pt x="480183" y="52851"/>
                </a:lnTo>
                <a:lnTo>
                  <a:pt x="480516" y="52748"/>
                </a:lnTo>
                <a:lnTo>
                  <a:pt x="480854" y="52654"/>
                </a:lnTo>
                <a:lnTo>
                  <a:pt x="481197" y="52569"/>
                </a:lnTo>
                <a:lnTo>
                  <a:pt x="481545" y="52492"/>
                </a:lnTo>
                <a:lnTo>
                  <a:pt x="481898" y="52425"/>
                </a:lnTo>
                <a:lnTo>
                  <a:pt x="482256" y="52367"/>
                </a:lnTo>
                <a:lnTo>
                  <a:pt x="482619" y="52318"/>
                </a:lnTo>
                <a:lnTo>
                  <a:pt x="482987" y="52278"/>
                </a:lnTo>
                <a:lnTo>
                  <a:pt x="483359" y="52246"/>
                </a:lnTo>
                <a:lnTo>
                  <a:pt x="483737" y="52224"/>
                </a:lnTo>
                <a:lnTo>
                  <a:pt x="484120" y="52210"/>
                </a:lnTo>
                <a:lnTo>
                  <a:pt x="484507" y="52206"/>
                </a:lnTo>
                <a:lnTo>
                  <a:pt x="484912" y="52212"/>
                </a:lnTo>
                <a:lnTo>
                  <a:pt x="485320" y="52231"/>
                </a:lnTo>
                <a:lnTo>
                  <a:pt x="485730" y="52263"/>
                </a:lnTo>
                <a:lnTo>
                  <a:pt x="486143" y="52307"/>
                </a:lnTo>
                <a:lnTo>
                  <a:pt x="486558" y="52364"/>
                </a:lnTo>
                <a:lnTo>
                  <a:pt x="486977" y="52434"/>
                </a:lnTo>
                <a:lnTo>
                  <a:pt x="487398" y="52516"/>
                </a:lnTo>
                <a:lnTo>
                  <a:pt x="487822" y="52611"/>
                </a:lnTo>
                <a:lnTo>
                  <a:pt x="488249" y="52719"/>
                </a:lnTo>
                <a:lnTo>
                  <a:pt x="488678" y="52840"/>
                </a:lnTo>
                <a:lnTo>
                  <a:pt x="489110" y="52973"/>
                </a:lnTo>
                <a:lnTo>
                  <a:pt x="489545" y="53118"/>
                </a:lnTo>
                <a:lnTo>
                  <a:pt x="489983" y="53277"/>
                </a:lnTo>
                <a:lnTo>
                  <a:pt x="490424" y="53448"/>
                </a:lnTo>
                <a:lnTo>
                  <a:pt x="490867" y="53632"/>
                </a:lnTo>
                <a:lnTo>
                  <a:pt x="491313" y="53828"/>
                </a:lnTo>
                <a:lnTo>
                  <a:pt x="491762" y="54037"/>
                </a:lnTo>
                <a:lnTo>
                  <a:pt x="492213" y="54259"/>
                </a:lnTo>
                <a:lnTo>
                  <a:pt x="492668" y="54493"/>
                </a:lnTo>
                <a:lnTo>
                  <a:pt x="493125" y="54740"/>
                </a:lnTo>
                <a:lnTo>
                  <a:pt x="493584" y="55000"/>
                </a:lnTo>
                <a:lnTo>
                  <a:pt x="494047" y="55273"/>
                </a:lnTo>
                <a:lnTo>
                  <a:pt x="494512" y="55558"/>
                </a:lnTo>
                <a:lnTo>
                  <a:pt x="494980" y="55856"/>
                </a:lnTo>
                <a:lnTo>
                  <a:pt x="501883" y="36417"/>
                </a:lnTo>
                <a:lnTo>
                  <a:pt x="501293" y="36074"/>
                </a:lnTo>
                <a:lnTo>
                  <a:pt x="500702" y="35746"/>
                </a:lnTo>
                <a:lnTo>
                  <a:pt x="500109" y="35432"/>
                </a:lnTo>
                <a:lnTo>
                  <a:pt x="499514" y="35132"/>
                </a:lnTo>
                <a:lnTo>
                  <a:pt x="498917" y="34848"/>
                </a:lnTo>
                <a:lnTo>
                  <a:pt x="498318" y="34577"/>
                </a:lnTo>
                <a:lnTo>
                  <a:pt x="497717" y="34322"/>
                </a:lnTo>
                <a:lnTo>
                  <a:pt x="497114" y="34081"/>
                </a:lnTo>
                <a:lnTo>
                  <a:pt x="496509" y="33855"/>
                </a:lnTo>
                <a:lnTo>
                  <a:pt x="495902" y="33643"/>
                </a:lnTo>
                <a:lnTo>
                  <a:pt x="495293" y="33446"/>
                </a:lnTo>
                <a:lnTo>
                  <a:pt x="494683" y="33263"/>
                </a:lnTo>
                <a:lnTo>
                  <a:pt x="494070" y="33095"/>
                </a:lnTo>
                <a:lnTo>
                  <a:pt x="493456" y="32942"/>
                </a:lnTo>
                <a:lnTo>
                  <a:pt x="492839" y="32803"/>
                </a:lnTo>
                <a:lnTo>
                  <a:pt x="492221" y="32679"/>
                </a:lnTo>
                <a:lnTo>
                  <a:pt x="491601" y="32570"/>
                </a:lnTo>
                <a:lnTo>
                  <a:pt x="490979" y="32475"/>
                </a:lnTo>
                <a:lnTo>
                  <a:pt x="490354" y="32395"/>
                </a:lnTo>
                <a:lnTo>
                  <a:pt x="489728" y="32329"/>
                </a:lnTo>
                <a:lnTo>
                  <a:pt x="489100" y="32278"/>
                </a:lnTo>
                <a:lnTo>
                  <a:pt x="488471" y="32241"/>
                </a:lnTo>
                <a:lnTo>
                  <a:pt x="487839" y="32219"/>
                </a:lnTo>
                <a:lnTo>
                  <a:pt x="487205" y="32212"/>
                </a:lnTo>
                <a:lnTo>
                  <a:pt x="486757" y="32217"/>
                </a:lnTo>
                <a:lnTo>
                  <a:pt x="486314" y="32231"/>
                </a:lnTo>
                <a:lnTo>
                  <a:pt x="485874" y="32254"/>
                </a:lnTo>
                <a:lnTo>
                  <a:pt x="485439" y="32287"/>
                </a:lnTo>
                <a:lnTo>
                  <a:pt x="485007" y="32329"/>
                </a:lnTo>
                <a:lnTo>
                  <a:pt x="484579" y="32381"/>
                </a:lnTo>
                <a:lnTo>
                  <a:pt x="484156" y="32442"/>
                </a:lnTo>
                <a:lnTo>
                  <a:pt x="483736" y="32512"/>
                </a:lnTo>
                <a:lnTo>
                  <a:pt x="483320" y="32591"/>
                </a:lnTo>
                <a:lnTo>
                  <a:pt x="482909" y="32680"/>
                </a:lnTo>
                <a:lnTo>
                  <a:pt x="482501" y="32779"/>
                </a:lnTo>
                <a:lnTo>
                  <a:pt x="482097" y="32887"/>
                </a:lnTo>
                <a:lnTo>
                  <a:pt x="481698" y="33004"/>
                </a:lnTo>
                <a:lnTo>
                  <a:pt x="481302" y="33130"/>
                </a:lnTo>
                <a:lnTo>
                  <a:pt x="480910" y="33266"/>
                </a:lnTo>
                <a:lnTo>
                  <a:pt x="480523" y="33411"/>
                </a:lnTo>
                <a:lnTo>
                  <a:pt x="480139" y="33566"/>
                </a:lnTo>
                <a:lnTo>
                  <a:pt x="479759" y="33730"/>
                </a:lnTo>
                <a:lnTo>
                  <a:pt x="479384" y="33903"/>
                </a:lnTo>
                <a:lnTo>
                  <a:pt x="479012" y="34085"/>
                </a:lnTo>
                <a:lnTo>
                  <a:pt x="478644" y="34277"/>
                </a:lnTo>
                <a:lnTo>
                  <a:pt x="478281" y="34479"/>
                </a:lnTo>
                <a:lnTo>
                  <a:pt x="477921" y="34690"/>
                </a:lnTo>
                <a:lnTo>
                  <a:pt x="477565" y="34910"/>
                </a:lnTo>
                <a:lnTo>
                  <a:pt x="477210" y="35145"/>
                </a:lnTo>
                <a:lnTo>
                  <a:pt x="476850" y="35400"/>
                </a:lnTo>
                <a:lnTo>
                  <a:pt x="476487" y="35675"/>
                </a:lnTo>
                <a:lnTo>
                  <a:pt x="476120" y="35970"/>
                </a:lnTo>
                <a:lnTo>
                  <a:pt x="475750" y="36285"/>
                </a:lnTo>
                <a:lnTo>
                  <a:pt x="475376" y="36620"/>
                </a:lnTo>
                <a:lnTo>
                  <a:pt x="474998" y="36976"/>
                </a:lnTo>
                <a:lnTo>
                  <a:pt x="474616" y="37352"/>
                </a:lnTo>
                <a:lnTo>
                  <a:pt x="474231" y="37747"/>
                </a:lnTo>
                <a:lnTo>
                  <a:pt x="473842" y="38163"/>
                </a:lnTo>
                <a:lnTo>
                  <a:pt x="473449" y="38599"/>
                </a:lnTo>
                <a:lnTo>
                  <a:pt x="473053" y="39055"/>
                </a:lnTo>
                <a:lnTo>
                  <a:pt x="472652" y="39531"/>
                </a:lnTo>
                <a:lnTo>
                  <a:pt x="472248" y="40028"/>
                </a:lnTo>
                <a:lnTo>
                  <a:pt x="471841" y="40544"/>
                </a:lnTo>
                <a:lnTo>
                  <a:pt x="471429" y="41081"/>
                </a:lnTo>
                <a:lnTo>
                  <a:pt x="471014" y="41637"/>
                </a:lnTo>
                <a:lnTo>
                  <a:pt x="470596" y="42214"/>
                </a:lnTo>
                <a:lnTo>
                  <a:pt x="470173" y="42811"/>
                </a:lnTo>
                <a:lnTo>
                  <a:pt x="469747" y="43428"/>
                </a:lnTo>
                <a:lnTo>
                  <a:pt x="469317" y="44065"/>
                </a:lnTo>
                <a:lnTo>
                  <a:pt x="468883" y="44722"/>
                </a:lnTo>
                <a:lnTo>
                  <a:pt x="468446" y="45399"/>
                </a:lnTo>
                <a:lnTo>
                  <a:pt x="468005" y="46097"/>
                </a:lnTo>
                <a:lnTo>
                  <a:pt x="468005" y="34116"/>
                </a:lnTo>
                <a:lnTo>
                  <a:pt x="447297" y="34116"/>
                </a:lnTo>
                <a:lnTo>
                  <a:pt x="447297" y="118376"/>
                </a:lnTo>
                <a:lnTo>
                  <a:pt x="469591" y="118376"/>
                </a:lnTo>
                <a:lnTo>
                  <a:pt x="469591" y="92352"/>
                </a:lnTo>
                <a:lnTo>
                  <a:pt x="469595" y="90586"/>
                </a:lnTo>
                <a:lnTo>
                  <a:pt x="469604" y="88871"/>
                </a:lnTo>
                <a:close/>
                <a:moveTo>
                  <a:pt x="162320" y="93091"/>
                </a:moveTo>
                <a:lnTo>
                  <a:pt x="162147" y="93577"/>
                </a:lnTo>
                <a:lnTo>
                  <a:pt x="161968" y="94052"/>
                </a:lnTo>
                <a:lnTo>
                  <a:pt x="161782" y="94514"/>
                </a:lnTo>
                <a:lnTo>
                  <a:pt x="161591" y="94964"/>
                </a:lnTo>
                <a:lnTo>
                  <a:pt x="161393" y="95402"/>
                </a:lnTo>
                <a:lnTo>
                  <a:pt x="161190" y="95828"/>
                </a:lnTo>
                <a:lnTo>
                  <a:pt x="160980" y="96242"/>
                </a:lnTo>
                <a:lnTo>
                  <a:pt x="160764" y="96644"/>
                </a:lnTo>
                <a:lnTo>
                  <a:pt x="160543" y="97033"/>
                </a:lnTo>
                <a:lnTo>
                  <a:pt x="160315" y="97411"/>
                </a:lnTo>
                <a:lnTo>
                  <a:pt x="160081" y="97776"/>
                </a:lnTo>
                <a:lnTo>
                  <a:pt x="159841" y="98129"/>
                </a:lnTo>
                <a:lnTo>
                  <a:pt x="159595" y="98470"/>
                </a:lnTo>
                <a:lnTo>
                  <a:pt x="159343" y="98799"/>
                </a:lnTo>
                <a:lnTo>
                  <a:pt x="159085" y="99116"/>
                </a:lnTo>
                <a:lnTo>
                  <a:pt x="158821" y="99421"/>
                </a:lnTo>
                <a:lnTo>
                  <a:pt x="158550" y="99713"/>
                </a:lnTo>
                <a:lnTo>
                  <a:pt x="158274" y="99994"/>
                </a:lnTo>
                <a:lnTo>
                  <a:pt x="157992" y="100262"/>
                </a:lnTo>
                <a:lnTo>
                  <a:pt x="157703" y="100518"/>
                </a:lnTo>
                <a:lnTo>
                  <a:pt x="157409" y="100762"/>
                </a:lnTo>
                <a:lnTo>
                  <a:pt x="157108" y="100995"/>
                </a:lnTo>
                <a:lnTo>
                  <a:pt x="156802" y="101218"/>
                </a:lnTo>
                <a:lnTo>
                  <a:pt x="156490" y="101432"/>
                </a:lnTo>
                <a:lnTo>
                  <a:pt x="156172" y="101635"/>
                </a:lnTo>
                <a:lnTo>
                  <a:pt x="155849" y="101828"/>
                </a:lnTo>
                <a:lnTo>
                  <a:pt x="155519" y="102012"/>
                </a:lnTo>
                <a:lnTo>
                  <a:pt x="155184" y="102185"/>
                </a:lnTo>
                <a:lnTo>
                  <a:pt x="154843" y="102349"/>
                </a:lnTo>
                <a:lnTo>
                  <a:pt x="154497" y="102503"/>
                </a:lnTo>
                <a:lnTo>
                  <a:pt x="154144" y="102646"/>
                </a:lnTo>
                <a:lnTo>
                  <a:pt x="153786" y="102780"/>
                </a:lnTo>
                <a:lnTo>
                  <a:pt x="153422" y="102904"/>
                </a:lnTo>
                <a:lnTo>
                  <a:pt x="153052" y="103018"/>
                </a:lnTo>
                <a:lnTo>
                  <a:pt x="152676" y="103123"/>
                </a:lnTo>
                <a:lnTo>
                  <a:pt x="152295" y="103217"/>
                </a:lnTo>
                <a:lnTo>
                  <a:pt x="151908" y="103301"/>
                </a:lnTo>
                <a:lnTo>
                  <a:pt x="151515" y="103375"/>
                </a:lnTo>
                <a:lnTo>
                  <a:pt x="151116" y="103440"/>
                </a:lnTo>
                <a:lnTo>
                  <a:pt x="150712" y="103494"/>
                </a:lnTo>
                <a:lnTo>
                  <a:pt x="150301" y="103539"/>
                </a:lnTo>
                <a:lnTo>
                  <a:pt x="149885" y="103574"/>
                </a:lnTo>
                <a:lnTo>
                  <a:pt x="149463" y="103599"/>
                </a:lnTo>
                <a:lnTo>
                  <a:pt x="149035" y="103613"/>
                </a:lnTo>
                <a:lnTo>
                  <a:pt x="148602" y="103618"/>
                </a:lnTo>
                <a:lnTo>
                  <a:pt x="147965" y="103609"/>
                </a:lnTo>
                <a:lnTo>
                  <a:pt x="147337" y="103580"/>
                </a:lnTo>
                <a:lnTo>
                  <a:pt x="146718" y="103532"/>
                </a:lnTo>
                <a:lnTo>
                  <a:pt x="146107" y="103465"/>
                </a:lnTo>
                <a:lnTo>
                  <a:pt x="145506" y="103379"/>
                </a:lnTo>
                <a:lnTo>
                  <a:pt x="144913" y="103274"/>
                </a:lnTo>
                <a:lnTo>
                  <a:pt x="144329" y="103149"/>
                </a:lnTo>
                <a:lnTo>
                  <a:pt x="143753" y="103006"/>
                </a:lnTo>
                <a:lnTo>
                  <a:pt x="143187" y="102843"/>
                </a:lnTo>
                <a:lnTo>
                  <a:pt x="142629" y="102661"/>
                </a:lnTo>
                <a:lnTo>
                  <a:pt x="142081" y="102460"/>
                </a:lnTo>
                <a:lnTo>
                  <a:pt x="141541" y="102240"/>
                </a:lnTo>
                <a:lnTo>
                  <a:pt x="141010" y="102001"/>
                </a:lnTo>
                <a:lnTo>
                  <a:pt x="140487" y="101742"/>
                </a:lnTo>
                <a:lnTo>
                  <a:pt x="139974" y="101464"/>
                </a:lnTo>
                <a:lnTo>
                  <a:pt x="139469" y="101168"/>
                </a:lnTo>
                <a:lnTo>
                  <a:pt x="138973" y="100852"/>
                </a:lnTo>
                <a:lnTo>
                  <a:pt x="138486" y="100517"/>
                </a:lnTo>
                <a:lnTo>
                  <a:pt x="138008" y="100162"/>
                </a:lnTo>
                <a:lnTo>
                  <a:pt x="137538" y="99789"/>
                </a:lnTo>
                <a:lnTo>
                  <a:pt x="137078" y="99397"/>
                </a:lnTo>
                <a:lnTo>
                  <a:pt x="136626" y="98985"/>
                </a:lnTo>
                <a:lnTo>
                  <a:pt x="136183" y="98554"/>
                </a:lnTo>
                <a:lnTo>
                  <a:pt x="135749" y="98104"/>
                </a:lnTo>
                <a:lnTo>
                  <a:pt x="135328" y="97637"/>
                </a:lnTo>
                <a:lnTo>
                  <a:pt x="134924" y="97155"/>
                </a:lnTo>
                <a:lnTo>
                  <a:pt x="134536" y="96657"/>
                </a:lnTo>
                <a:lnTo>
                  <a:pt x="134166" y="96144"/>
                </a:lnTo>
                <a:lnTo>
                  <a:pt x="133814" y="95616"/>
                </a:lnTo>
                <a:lnTo>
                  <a:pt x="133478" y="95072"/>
                </a:lnTo>
                <a:lnTo>
                  <a:pt x="133159" y="94513"/>
                </a:lnTo>
                <a:lnTo>
                  <a:pt x="132857" y="93939"/>
                </a:lnTo>
                <a:lnTo>
                  <a:pt x="132573" y="93349"/>
                </a:lnTo>
                <a:lnTo>
                  <a:pt x="132305" y="92745"/>
                </a:lnTo>
                <a:lnTo>
                  <a:pt x="132055" y="92125"/>
                </a:lnTo>
                <a:lnTo>
                  <a:pt x="131822" y="91489"/>
                </a:lnTo>
                <a:lnTo>
                  <a:pt x="131605" y="90839"/>
                </a:lnTo>
                <a:lnTo>
                  <a:pt x="131406" y="90173"/>
                </a:lnTo>
                <a:lnTo>
                  <a:pt x="131224" y="89491"/>
                </a:lnTo>
                <a:lnTo>
                  <a:pt x="131059" y="88795"/>
                </a:lnTo>
                <a:lnTo>
                  <a:pt x="130911" y="88083"/>
                </a:lnTo>
                <a:lnTo>
                  <a:pt x="130780" y="87356"/>
                </a:lnTo>
                <a:lnTo>
                  <a:pt x="130666" y="86614"/>
                </a:lnTo>
                <a:lnTo>
                  <a:pt x="130570" y="85856"/>
                </a:lnTo>
                <a:lnTo>
                  <a:pt x="130490" y="85083"/>
                </a:lnTo>
                <a:lnTo>
                  <a:pt x="130428" y="84295"/>
                </a:lnTo>
                <a:lnTo>
                  <a:pt x="130382" y="83491"/>
                </a:lnTo>
                <a:lnTo>
                  <a:pt x="130354" y="82673"/>
                </a:lnTo>
                <a:lnTo>
                  <a:pt x="186209" y="82673"/>
                </a:lnTo>
                <a:lnTo>
                  <a:pt x="186229" y="80560"/>
                </a:lnTo>
                <a:lnTo>
                  <a:pt x="186210" y="78493"/>
                </a:lnTo>
                <a:lnTo>
                  <a:pt x="186151" y="76472"/>
                </a:lnTo>
                <a:lnTo>
                  <a:pt x="186053" y="74497"/>
                </a:lnTo>
                <a:lnTo>
                  <a:pt x="185915" y="72568"/>
                </a:lnTo>
                <a:lnTo>
                  <a:pt x="185738" y="70685"/>
                </a:lnTo>
                <a:lnTo>
                  <a:pt x="185522" y="68847"/>
                </a:lnTo>
                <a:lnTo>
                  <a:pt x="185266" y="67056"/>
                </a:lnTo>
                <a:lnTo>
                  <a:pt x="184971" y="65310"/>
                </a:lnTo>
                <a:lnTo>
                  <a:pt x="184636" y="63610"/>
                </a:lnTo>
                <a:lnTo>
                  <a:pt x="184262" y="61956"/>
                </a:lnTo>
                <a:lnTo>
                  <a:pt x="183849" y="60348"/>
                </a:lnTo>
                <a:lnTo>
                  <a:pt x="183396" y="58786"/>
                </a:lnTo>
                <a:lnTo>
                  <a:pt x="182904" y="57270"/>
                </a:lnTo>
                <a:lnTo>
                  <a:pt x="182372" y="55799"/>
                </a:lnTo>
                <a:lnTo>
                  <a:pt x="181802" y="54375"/>
                </a:lnTo>
                <a:lnTo>
                  <a:pt x="181191" y="52996"/>
                </a:lnTo>
                <a:lnTo>
                  <a:pt x="180541" y="51663"/>
                </a:lnTo>
                <a:lnTo>
                  <a:pt x="179852" y="50376"/>
                </a:lnTo>
                <a:lnTo>
                  <a:pt x="179124" y="49135"/>
                </a:lnTo>
                <a:lnTo>
                  <a:pt x="178356" y="47939"/>
                </a:lnTo>
                <a:lnTo>
                  <a:pt x="177549" y="46790"/>
                </a:lnTo>
                <a:lnTo>
                  <a:pt x="176702" y="45687"/>
                </a:lnTo>
                <a:lnTo>
                  <a:pt x="175816" y="44629"/>
                </a:lnTo>
                <a:lnTo>
                  <a:pt x="174896" y="43616"/>
                </a:lnTo>
                <a:lnTo>
                  <a:pt x="173949" y="42646"/>
                </a:lnTo>
                <a:lnTo>
                  <a:pt x="172974" y="41719"/>
                </a:lnTo>
                <a:lnTo>
                  <a:pt x="171972" y="40835"/>
                </a:lnTo>
                <a:lnTo>
                  <a:pt x="170942" y="39994"/>
                </a:lnTo>
                <a:lnTo>
                  <a:pt x="169885" y="39197"/>
                </a:lnTo>
                <a:lnTo>
                  <a:pt x="168800" y="38442"/>
                </a:lnTo>
                <a:lnTo>
                  <a:pt x="167688" y="37731"/>
                </a:lnTo>
                <a:lnTo>
                  <a:pt x="166548" y="37062"/>
                </a:lnTo>
                <a:lnTo>
                  <a:pt x="165380" y="36437"/>
                </a:lnTo>
                <a:lnTo>
                  <a:pt x="164185" y="35855"/>
                </a:lnTo>
                <a:lnTo>
                  <a:pt x="162963" y="35316"/>
                </a:lnTo>
                <a:lnTo>
                  <a:pt x="161712" y="34821"/>
                </a:lnTo>
                <a:lnTo>
                  <a:pt x="160435" y="34368"/>
                </a:lnTo>
                <a:lnTo>
                  <a:pt x="159129" y="33958"/>
                </a:lnTo>
                <a:lnTo>
                  <a:pt x="157797" y="33592"/>
                </a:lnTo>
                <a:lnTo>
                  <a:pt x="156436" y="33268"/>
                </a:lnTo>
                <a:lnTo>
                  <a:pt x="155048" y="32988"/>
                </a:lnTo>
                <a:lnTo>
                  <a:pt x="153633" y="32751"/>
                </a:lnTo>
                <a:lnTo>
                  <a:pt x="152190" y="32557"/>
                </a:lnTo>
                <a:lnTo>
                  <a:pt x="150719" y="32406"/>
                </a:lnTo>
                <a:lnTo>
                  <a:pt x="149221" y="32298"/>
                </a:lnTo>
                <a:lnTo>
                  <a:pt x="147696" y="32234"/>
                </a:lnTo>
                <a:lnTo>
                  <a:pt x="146142" y="32212"/>
                </a:lnTo>
                <a:lnTo>
                  <a:pt x="144757" y="32233"/>
                </a:lnTo>
                <a:lnTo>
                  <a:pt x="143393" y="32295"/>
                </a:lnTo>
                <a:lnTo>
                  <a:pt x="142048" y="32397"/>
                </a:lnTo>
                <a:lnTo>
                  <a:pt x="140723" y="32542"/>
                </a:lnTo>
                <a:lnTo>
                  <a:pt x="139419" y="32727"/>
                </a:lnTo>
                <a:lnTo>
                  <a:pt x="138134" y="32953"/>
                </a:lnTo>
                <a:lnTo>
                  <a:pt x="136870" y="33221"/>
                </a:lnTo>
                <a:lnTo>
                  <a:pt x="135625" y="33530"/>
                </a:lnTo>
                <a:lnTo>
                  <a:pt x="134401" y="33880"/>
                </a:lnTo>
                <a:lnTo>
                  <a:pt x="133197" y="34271"/>
                </a:lnTo>
                <a:lnTo>
                  <a:pt x="132013" y="34704"/>
                </a:lnTo>
                <a:lnTo>
                  <a:pt x="130850" y="35177"/>
                </a:lnTo>
                <a:lnTo>
                  <a:pt x="129706" y="35692"/>
                </a:lnTo>
                <a:lnTo>
                  <a:pt x="128582" y="36248"/>
                </a:lnTo>
                <a:lnTo>
                  <a:pt x="127479" y="36845"/>
                </a:lnTo>
                <a:lnTo>
                  <a:pt x="126396" y="37484"/>
                </a:lnTo>
                <a:lnTo>
                  <a:pt x="125332" y="38163"/>
                </a:lnTo>
                <a:lnTo>
                  <a:pt x="124289" y="38884"/>
                </a:lnTo>
                <a:lnTo>
                  <a:pt x="123266" y="39646"/>
                </a:lnTo>
                <a:lnTo>
                  <a:pt x="122263" y="40449"/>
                </a:lnTo>
                <a:lnTo>
                  <a:pt x="121280" y="41294"/>
                </a:lnTo>
                <a:lnTo>
                  <a:pt x="120318" y="42179"/>
                </a:lnTo>
                <a:lnTo>
                  <a:pt x="119375" y="43106"/>
                </a:lnTo>
                <a:lnTo>
                  <a:pt x="118453" y="44074"/>
                </a:lnTo>
                <a:lnTo>
                  <a:pt x="117559" y="45078"/>
                </a:lnTo>
                <a:lnTo>
                  <a:pt x="116704" y="46114"/>
                </a:lnTo>
                <a:lnTo>
                  <a:pt x="115887" y="47181"/>
                </a:lnTo>
                <a:lnTo>
                  <a:pt x="115107" y="48280"/>
                </a:lnTo>
                <a:lnTo>
                  <a:pt x="114366" y="49410"/>
                </a:lnTo>
                <a:lnTo>
                  <a:pt x="113663" y="50572"/>
                </a:lnTo>
                <a:lnTo>
                  <a:pt x="112997" y="51765"/>
                </a:lnTo>
                <a:lnTo>
                  <a:pt x="112370" y="52990"/>
                </a:lnTo>
                <a:lnTo>
                  <a:pt x="111781" y="54247"/>
                </a:lnTo>
                <a:lnTo>
                  <a:pt x="111229" y="55535"/>
                </a:lnTo>
                <a:lnTo>
                  <a:pt x="110716" y="56855"/>
                </a:lnTo>
                <a:lnTo>
                  <a:pt x="110241" y="58206"/>
                </a:lnTo>
                <a:lnTo>
                  <a:pt x="109804" y="59589"/>
                </a:lnTo>
                <a:lnTo>
                  <a:pt x="109405" y="61003"/>
                </a:lnTo>
                <a:lnTo>
                  <a:pt x="109043" y="62449"/>
                </a:lnTo>
                <a:lnTo>
                  <a:pt x="108720" y="63926"/>
                </a:lnTo>
                <a:lnTo>
                  <a:pt x="108435" y="65435"/>
                </a:lnTo>
                <a:lnTo>
                  <a:pt x="108188" y="66976"/>
                </a:lnTo>
                <a:lnTo>
                  <a:pt x="107979" y="68548"/>
                </a:lnTo>
                <a:lnTo>
                  <a:pt x="107808" y="70151"/>
                </a:lnTo>
                <a:lnTo>
                  <a:pt x="107675" y="71786"/>
                </a:lnTo>
                <a:lnTo>
                  <a:pt x="107580" y="73453"/>
                </a:lnTo>
                <a:lnTo>
                  <a:pt x="107523" y="75151"/>
                </a:lnTo>
                <a:lnTo>
                  <a:pt x="107504" y="76881"/>
                </a:lnTo>
                <a:lnTo>
                  <a:pt x="107518" y="78331"/>
                </a:lnTo>
                <a:lnTo>
                  <a:pt x="107562" y="79761"/>
                </a:lnTo>
                <a:lnTo>
                  <a:pt x="107634" y="81170"/>
                </a:lnTo>
                <a:lnTo>
                  <a:pt x="107735" y="82558"/>
                </a:lnTo>
                <a:lnTo>
                  <a:pt x="107865" y="83925"/>
                </a:lnTo>
                <a:lnTo>
                  <a:pt x="108024" y="85271"/>
                </a:lnTo>
                <a:lnTo>
                  <a:pt x="108212" y="86596"/>
                </a:lnTo>
                <a:lnTo>
                  <a:pt x="108429" y="87900"/>
                </a:lnTo>
                <a:lnTo>
                  <a:pt x="108675" y="89183"/>
                </a:lnTo>
                <a:lnTo>
                  <a:pt x="108950" y="90446"/>
                </a:lnTo>
                <a:lnTo>
                  <a:pt x="109254" y="91687"/>
                </a:lnTo>
                <a:lnTo>
                  <a:pt x="109586" y="92907"/>
                </a:lnTo>
                <a:lnTo>
                  <a:pt x="109948" y="94107"/>
                </a:lnTo>
                <a:lnTo>
                  <a:pt x="110339" y="95285"/>
                </a:lnTo>
                <a:lnTo>
                  <a:pt x="110758" y="96443"/>
                </a:lnTo>
                <a:lnTo>
                  <a:pt x="111206" y="97580"/>
                </a:lnTo>
                <a:lnTo>
                  <a:pt x="111684" y="98695"/>
                </a:lnTo>
                <a:lnTo>
                  <a:pt x="112190" y="99790"/>
                </a:lnTo>
                <a:lnTo>
                  <a:pt x="112725" y="100864"/>
                </a:lnTo>
                <a:lnTo>
                  <a:pt x="113289" y="101917"/>
                </a:lnTo>
                <a:lnTo>
                  <a:pt x="113882" y="102949"/>
                </a:lnTo>
                <a:lnTo>
                  <a:pt x="114504" y="103960"/>
                </a:lnTo>
                <a:lnTo>
                  <a:pt x="115155" y="104950"/>
                </a:lnTo>
                <a:lnTo>
                  <a:pt x="115834" y="105919"/>
                </a:lnTo>
                <a:lnTo>
                  <a:pt x="116734" y="107091"/>
                </a:lnTo>
                <a:lnTo>
                  <a:pt x="117673" y="108213"/>
                </a:lnTo>
                <a:lnTo>
                  <a:pt x="118651" y="109285"/>
                </a:lnTo>
                <a:lnTo>
                  <a:pt x="119669" y="110307"/>
                </a:lnTo>
                <a:lnTo>
                  <a:pt x="120727" y="111280"/>
                </a:lnTo>
                <a:lnTo>
                  <a:pt x="121825" y="112202"/>
                </a:lnTo>
                <a:lnTo>
                  <a:pt x="122962" y="113075"/>
                </a:lnTo>
                <a:lnTo>
                  <a:pt x="124139" y="113897"/>
                </a:lnTo>
                <a:lnTo>
                  <a:pt x="125355" y="114670"/>
                </a:lnTo>
                <a:lnTo>
                  <a:pt x="126612" y="115393"/>
                </a:lnTo>
                <a:lnTo>
                  <a:pt x="127907" y="116066"/>
                </a:lnTo>
                <a:lnTo>
                  <a:pt x="129243" y="116690"/>
                </a:lnTo>
                <a:lnTo>
                  <a:pt x="130618" y="117263"/>
                </a:lnTo>
                <a:lnTo>
                  <a:pt x="132033" y="117787"/>
                </a:lnTo>
                <a:lnTo>
                  <a:pt x="133488" y="118260"/>
                </a:lnTo>
                <a:lnTo>
                  <a:pt x="134982" y="118684"/>
                </a:lnTo>
                <a:lnTo>
                  <a:pt x="136516" y="119058"/>
                </a:lnTo>
                <a:lnTo>
                  <a:pt x="138089" y="119382"/>
                </a:lnTo>
                <a:lnTo>
                  <a:pt x="139703" y="119657"/>
                </a:lnTo>
                <a:lnTo>
                  <a:pt x="141356" y="119881"/>
                </a:lnTo>
                <a:lnTo>
                  <a:pt x="143048" y="120055"/>
                </a:lnTo>
                <a:lnTo>
                  <a:pt x="144780" y="120180"/>
                </a:lnTo>
                <a:lnTo>
                  <a:pt x="146552" y="120255"/>
                </a:lnTo>
                <a:lnTo>
                  <a:pt x="148364" y="120280"/>
                </a:lnTo>
                <a:lnTo>
                  <a:pt x="149513" y="120269"/>
                </a:lnTo>
                <a:lnTo>
                  <a:pt x="150646" y="120236"/>
                </a:lnTo>
                <a:lnTo>
                  <a:pt x="151763" y="120180"/>
                </a:lnTo>
                <a:lnTo>
                  <a:pt x="152863" y="120103"/>
                </a:lnTo>
                <a:lnTo>
                  <a:pt x="153948" y="120004"/>
                </a:lnTo>
                <a:lnTo>
                  <a:pt x="155016" y="119882"/>
                </a:lnTo>
                <a:lnTo>
                  <a:pt x="156068" y="119738"/>
                </a:lnTo>
                <a:lnTo>
                  <a:pt x="157105" y="119572"/>
                </a:lnTo>
                <a:lnTo>
                  <a:pt x="158125" y="119384"/>
                </a:lnTo>
                <a:lnTo>
                  <a:pt x="159129" y="119174"/>
                </a:lnTo>
                <a:lnTo>
                  <a:pt x="160116" y="118942"/>
                </a:lnTo>
                <a:lnTo>
                  <a:pt x="161088" y="118688"/>
                </a:lnTo>
                <a:lnTo>
                  <a:pt x="162044" y="118412"/>
                </a:lnTo>
                <a:lnTo>
                  <a:pt x="162983" y="118113"/>
                </a:lnTo>
                <a:lnTo>
                  <a:pt x="163907" y="117793"/>
                </a:lnTo>
                <a:lnTo>
                  <a:pt x="164814" y="117450"/>
                </a:lnTo>
                <a:lnTo>
                  <a:pt x="165705" y="117085"/>
                </a:lnTo>
                <a:lnTo>
                  <a:pt x="166580" y="116698"/>
                </a:lnTo>
                <a:lnTo>
                  <a:pt x="167439" y="116289"/>
                </a:lnTo>
                <a:lnTo>
                  <a:pt x="168282" y="115858"/>
                </a:lnTo>
                <a:lnTo>
                  <a:pt x="169108" y="115405"/>
                </a:lnTo>
                <a:lnTo>
                  <a:pt x="169919" y="114930"/>
                </a:lnTo>
                <a:lnTo>
                  <a:pt x="170713" y="114432"/>
                </a:lnTo>
                <a:lnTo>
                  <a:pt x="171492" y="113913"/>
                </a:lnTo>
                <a:lnTo>
                  <a:pt x="172253" y="113372"/>
                </a:lnTo>
                <a:lnTo>
                  <a:pt x="172998" y="112811"/>
                </a:lnTo>
                <a:lnTo>
                  <a:pt x="173725" y="112230"/>
                </a:lnTo>
                <a:lnTo>
                  <a:pt x="174435" y="111629"/>
                </a:lnTo>
                <a:lnTo>
                  <a:pt x="175128" y="111008"/>
                </a:lnTo>
                <a:lnTo>
                  <a:pt x="175803" y="110366"/>
                </a:lnTo>
                <a:lnTo>
                  <a:pt x="176462" y="109704"/>
                </a:lnTo>
                <a:lnTo>
                  <a:pt x="177103" y="109022"/>
                </a:lnTo>
                <a:lnTo>
                  <a:pt x="177727" y="108320"/>
                </a:lnTo>
                <a:lnTo>
                  <a:pt x="178333" y="107598"/>
                </a:lnTo>
                <a:lnTo>
                  <a:pt x="178923" y="106855"/>
                </a:lnTo>
                <a:lnTo>
                  <a:pt x="179495" y="106093"/>
                </a:lnTo>
                <a:lnTo>
                  <a:pt x="180050" y="105310"/>
                </a:lnTo>
                <a:lnTo>
                  <a:pt x="180588" y="104507"/>
                </a:lnTo>
                <a:lnTo>
                  <a:pt x="181109" y="103684"/>
                </a:lnTo>
                <a:lnTo>
                  <a:pt x="181612" y="102840"/>
                </a:lnTo>
                <a:lnTo>
                  <a:pt x="182098" y="101977"/>
                </a:lnTo>
                <a:lnTo>
                  <a:pt x="182567" y="101093"/>
                </a:lnTo>
                <a:lnTo>
                  <a:pt x="183019" y="100189"/>
                </a:lnTo>
                <a:lnTo>
                  <a:pt x="183453" y="99265"/>
                </a:lnTo>
                <a:lnTo>
                  <a:pt x="183871" y="98321"/>
                </a:lnTo>
                <a:lnTo>
                  <a:pt x="184271" y="97356"/>
                </a:lnTo>
                <a:lnTo>
                  <a:pt x="184654" y="96372"/>
                </a:lnTo>
                <a:lnTo>
                  <a:pt x="185019" y="95367"/>
                </a:lnTo>
                <a:lnTo>
                  <a:pt x="162804" y="91559"/>
                </a:lnTo>
                <a:lnTo>
                  <a:pt x="162649" y="92082"/>
                </a:lnTo>
                <a:lnTo>
                  <a:pt x="162488" y="92592"/>
                </a:lnTo>
                <a:lnTo>
                  <a:pt x="162320" y="93091"/>
                </a:lnTo>
                <a:close/>
                <a:moveTo>
                  <a:pt x="130771" y="67538"/>
                </a:moveTo>
                <a:lnTo>
                  <a:pt x="130806" y="66814"/>
                </a:lnTo>
                <a:lnTo>
                  <a:pt x="130858" y="66102"/>
                </a:lnTo>
                <a:lnTo>
                  <a:pt x="130927" y="65404"/>
                </a:lnTo>
                <a:lnTo>
                  <a:pt x="131013" y="64720"/>
                </a:lnTo>
                <a:lnTo>
                  <a:pt x="131116" y="64048"/>
                </a:lnTo>
                <a:lnTo>
                  <a:pt x="131235" y="63389"/>
                </a:lnTo>
                <a:lnTo>
                  <a:pt x="131372" y="62744"/>
                </a:lnTo>
                <a:lnTo>
                  <a:pt x="131525" y="62112"/>
                </a:lnTo>
                <a:lnTo>
                  <a:pt x="131694" y="61493"/>
                </a:lnTo>
                <a:lnTo>
                  <a:pt x="131881" y="60887"/>
                </a:lnTo>
                <a:lnTo>
                  <a:pt x="132084" y="60294"/>
                </a:lnTo>
                <a:lnTo>
                  <a:pt x="132305" y="59715"/>
                </a:lnTo>
                <a:lnTo>
                  <a:pt x="132542" y="59148"/>
                </a:lnTo>
                <a:lnTo>
                  <a:pt x="132796" y="58595"/>
                </a:lnTo>
                <a:lnTo>
                  <a:pt x="133066" y="58055"/>
                </a:lnTo>
                <a:lnTo>
                  <a:pt x="133354" y="57528"/>
                </a:lnTo>
                <a:lnTo>
                  <a:pt x="133658" y="57014"/>
                </a:lnTo>
                <a:lnTo>
                  <a:pt x="133979" y="56514"/>
                </a:lnTo>
                <a:lnTo>
                  <a:pt x="134317" y="56026"/>
                </a:lnTo>
                <a:lnTo>
                  <a:pt x="134672" y="55552"/>
                </a:lnTo>
                <a:lnTo>
                  <a:pt x="135043" y="55091"/>
                </a:lnTo>
                <a:lnTo>
                  <a:pt x="135432" y="54643"/>
                </a:lnTo>
                <a:lnTo>
                  <a:pt x="135833" y="54211"/>
                </a:lnTo>
                <a:lnTo>
                  <a:pt x="136243" y="53798"/>
                </a:lnTo>
                <a:lnTo>
                  <a:pt x="136661" y="53402"/>
                </a:lnTo>
                <a:lnTo>
                  <a:pt x="137089" y="53026"/>
                </a:lnTo>
                <a:lnTo>
                  <a:pt x="137525" y="52667"/>
                </a:lnTo>
                <a:lnTo>
                  <a:pt x="137970" y="52327"/>
                </a:lnTo>
                <a:lnTo>
                  <a:pt x="138424" y="52006"/>
                </a:lnTo>
                <a:lnTo>
                  <a:pt x="138887" y="51702"/>
                </a:lnTo>
                <a:lnTo>
                  <a:pt x="139359" y="51417"/>
                </a:lnTo>
                <a:lnTo>
                  <a:pt x="139839" y="51151"/>
                </a:lnTo>
                <a:lnTo>
                  <a:pt x="140329" y="50903"/>
                </a:lnTo>
                <a:lnTo>
                  <a:pt x="140827" y="50673"/>
                </a:lnTo>
                <a:lnTo>
                  <a:pt x="141334" y="50462"/>
                </a:lnTo>
                <a:lnTo>
                  <a:pt x="141849" y="50269"/>
                </a:lnTo>
                <a:lnTo>
                  <a:pt x="142374" y="50094"/>
                </a:lnTo>
                <a:lnTo>
                  <a:pt x="142907" y="49938"/>
                </a:lnTo>
                <a:lnTo>
                  <a:pt x="143449" y="49800"/>
                </a:lnTo>
                <a:lnTo>
                  <a:pt x="144000" y="49680"/>
                </a:lnTo>
                <a:lnTo>
                  <a:pt x="144560" y="49579"/>
                </a:lnTo>
                <a:lnTo>
                  <a:pt x="145129" y="49497"/>
                </a:lnTo>
                <a:lnTo>
                  <a:pt x="145706" y="49432"/>
                </a:lnTo>
                <a:lnTo>
                  <a:pt x="146292" y="49386"/>
                </a:lnTo>
                <a:lnTo>
                  <a:pt x="146887" y="49359"/>
                </a:lnTo>
                <a:lnTo>
                  <a:pt x="147491" y="49350"/>
                </a:lnTo>
                <a:lnTo>
                  <a:pt x="148056" y="49358"/>
                </a:lnTo>
                <a:lnTo>
                  <a:pt x="148614" y="49384"/>
                </a:lnTo>
                <a:lnTo>
                  <a:pt x="149165" y="49428"/>
                </a:lnTo>
                <a:lnTo>
                  <a:pt x="149708" y="49489"/>
                </a:lnTo>
                <a:lnTo>
                  <a:pt x="150245" y="49567"/>
                </a:lnTo>
                <a:lnTo>
                  <a:pt x="150774" y="49663"/>
                </a:lnTo>
                <a:lnTo>
                  <a:pt x="151296" y="49777"/>
                </a:lnTo>
                <a:lnTo>
                  <a:pt x="151811" y="49907"/>
                </a:lnTo>
                <a:lnTo>
                  <a:pt x="152319" y="50055"/>
                </a:lnTo>
                <a:lnTo>
                  <a:pt x="152819" y="50221"/>
                </a:lnTo>
                <a:lnTo>
                  <a:pt x="153313" y="50404"/>
                </a:lnTo>
                <a:lnTo>
                  <a:pt x="153799" y="50604"/>
                </a:lnTo>
                <a:lnTo>
                  <a:pt x="154278" y="50822"/>
                </a:lnTo>
                <a:lnTo>
                  <a:pt x="154750" y="51057"/>
                </a:lnTo>
                <a:lnTo>
                  <a:pt x="155215" y="51310"/>
                </a:lnTo>
                <a:lnTo>
                  <a:pt x="155672" y="51580"/>
                </a:lnTo>
                <a:lnTo>
                  <a:pt x="156123" y="51867"/>
                </a:lnTo>
                <a:lnTo>
                  <a:pt x="156566" y="52172"/>
                </a:lnTo>
                <a:lnTo>
                  <a:pt x="157002" y="52495"/>
                </a:lnTo>
                <a:lnTo>
                  <a:pt x="157431" y="52835"/>
                </a:lnTo>
                <a:lnTo>
                  <a:pt x="157853" y="53192"/>
                </a:lnTo>
                <a:lnTo>
                  <a:pt x="158267" y="53566"/>
                </a:lnTo>
                <a:lnTo>
                  <a:pt x="158675" y="53958"/>
                </a:lnTo>
                <a:lnTo>
                  <a:pt x="159075" y="54368"/>
                </a:lnTo>
                <a:lnTo>
                  <a:pt x="159464" y="54794"/>
                </a:lnTo>
                <a:lnTo>
                  <a:pt x="159837" y="55236"/>
                </a:lnTo>
                <a:lnTo>
                  <a:pt x="160194" y="55695"/>
                </a:lnTo>
                <a:lnTo>
                  <a:pt x="160536" y="56169"/>
                </a:lnTo>
                <a:lnTo>
                  <a:pt x="160862" y="56659"/>
                </a:lnTo>
                <a:lnTo>
                  <a:pt x="161172" y="57166"/>
                </a:lnTo>
                <a:lnTo>
                  <a:pt x="161467" y="57688"/>
                </a:lnTo>
                <a:lnTo>
                  <a:pt x="161746" y="58227"/>
                </a:lnTo>
                <a:lnTo>
                  <a:pt x="162009" y="58782"/>
                </a:lnTo>
                <a:lnTo>
                  <a:pt x="162257" y="59352"/>
                </a:lnTo>
                <a:lnTo>
                  <a:pt x="162489" y="59939"/>
                </a:lnTo>
                <a:lnTo>
                  <a:pt x="162705" y="60542"/>
                </a:lnTo>
                <a:lnTo>
                  <a:pt x="162905" y="61160"/>
                </a:lnTo>
                <a:lnTo>
                  <a:pt x="163090" y="61795"/>
                </a:lnTo>
                <a:lnTo>
                  <a:pt x="163259" y="62446"/>
                </a:lnTo>
                <a:lnTo>
                  <a:pt x="163412" y="63113"/>
                </a:lnTo>
                <a:lnTo>
                  <a:pt x="163550" y="63796"/>
                </a:lnTo>
                <a:lnTo>
                  <a:pt x="163672" y="64495"/>
                </a:lnTo>
                <a:lnTo>
                  <a:pt x="163778" y="65210"/>
                </a:lnTo>
                <a:lnTo>
                  <a:pt x="163868" y="65941"/>
                </a:lnTo>
                <a:lnTo>
                  <a:pt x="163943" y="66688"/>
                </a:lnTo>
                <a:lnTo>
                  <a:pt x="164002" y="67451"/>
                </a:lnTo>
                <a:lnTo>
                  <a:pt x="164046" y="68231"/>
                </a:lnTo>
                <a:lnTo>
                  <a:pt x="164073" y="69026"/>
                </a:lnTo>
                <a:lnTo>
                  <a:pt x="130750" y="69026"/>
                </a:lnTo>
                <a:lnTo>
                  <a:pt x="130752" y="68275"/>
                </a:lnTo>
                <a:lnTo>
                  <a:pt x="130771" y="67538"/>
                </a:lnTo>
                <a:close/>
                <a:moveTo>
                  <a:pt x="406216" y="93091"/>
                </a:moveTo>
                <a:lnTo>
                  <a:pt x="406043" y="93577"/>
                </a:lnTo>
                <a:lnTo>
                  <a:pt x="405863" y="94052"/>
                </a:lnTo>
                <a:lnTo>
                  <a:pt x="405678" y="94514"/>
                </a:lnTo>
                <a:lnTo>
                  <a:pt x="405487" y="94964"/>
                </a:lnTo>
                <a:lnTo>
                  <a:pt x="405289" y="95402"/>
                </a:lnTo>
                <a:lnTo>
                  <a:pt x="405085" y="95828"/>
                </a:lnTo>
                <a:lnTo>
                  <a:pt x="404876" y="96242"/>
                </a:lnTo>
                <a:lnTo>
                  <a:pt x="404660" y="96644"/>
                </a:lnTo>
                <a:lnTo>
                  <a:pt x="404438" y="97033"/>
                </a:lnTo>
                <a:lnTo>
                  <a:pt x="404211" y="97411"/>
                </a:lnTo>
                <a:lnTo>
                  <a:pt x="403977" y="97776"/>
                </a:lnTo>
                <a:lnTo>
                  <a:pt x="403737" y="98129"/>
                </a:lnTo>
                <a:lnTo>
                  <a:pt x="403491" y="98470"/>
                </a:lnTo>
                <a:lnTo>
                  <a:pt x="403239" y="98799"/>
                </a:lnTo>
                <a:lnTo>
                  <a:pt x="402980" y="99116"/>
                </a:lnTo>
                <a:lnTo>
                  <a:pt x="402716" y="99421"/>
                </a:lnTo>
                <a:lnTo>
                  <a:pt x="402446" y="99713"/>
                </a:lnTo>
                <a:lnTo>
                  <a:pt x="402170" y="99994"/>
                </a:lnTo>
                <a:lnTo>
                  <a:pt x="401887" y="100262"/>
                </a:lnTo>
                <a:lnTo>
                  <a:pt x="401599" y="100518"/>
                </a:lnTo>
                <a:lnTo>
                  <a:pt x="401304" y="100762"/>
                </a:lnTo>
                <a:lnTo>
                  <a:pt x="401004" y="100995"/>
                </a:lnTo>
                <a:lnTo>
                  <a:pt x="400698" y="101218"/>
                </a:lnTo>
                <a:lnTo>
                  <a:pt x="400386" y="101432"/>
                </a:lnTo>
                <a:lnTo>
                  <a:pt x="400068" y="101635"/>
                </a:lnTo>
                <a:lnTo>
                  <a:pt x="399744" y="101828"/>
                </a:lnTo>
                <a:lnTo>
                  <a:pt x="399415" y="102012"/>
                </a:lnTo>
                <a:lnTo>
                  <a:pt x="399080" y="102185"/>
                </a:lnTo>
                <a:lnTo>
                  <a:pt x="398739" y="102349"/>
                </a:lnTo>
                <a:lnTo>
                  <a:pt x="398392" y="102503"/>
                </a:lnTo>
                <a:lnTo>
                  <a:pt x="398040" y="102646"/>
                </a:lnTo>
                <a:lnTo>
                  <a:pt x="397682" y="102780"/>
                </a:lnTo>
                <a:lnTo>
                  <a:pt x="397318" y="102904"/>
                </a:lnTo>
                <a:lnTo>
                  <a:pt x="396948" y="103018"/>
                </a:lnTo>
                <a:lnTo>
                  <a:pt x="396572" y="103123"/>
                </a:lnTo>
                <a:lnTo>
                  <a:pt x="396191" y="103217"/>
                </a:lnTo>
                <a:lnTo>
                  <a:pt x="395803" y="103301"/>
                </a:lnTo>
                <a:lnTo>
                  <a:pt x="395411" y="103375"/>
                </a:lnTo>
                <a:lnTo>
                  <a:pt x="395012" y="103440"/>
                </a:lnTo>
                <a:lnTo>
                  <a:pt x="394607" y="103494"/>
                </a:lnTo>
                <a:lnTo>
                  <a:pt x="394197" y="103539"/>
                </a:lnTo>
                <a:lnTo>
                  <a:pt x="393781" y="103574"/>
                </a:lnTo>
                <a:lnTo>
                  <a:pt x="393359" y="103599"/>
                </a:lnTo>
                <a:lnTo>
                  <a:pt x="392931" y="103613"/>
                </a:lnTo>
                <a:lnTo>
                  <a:pt x="392498" y="103618"/>
                </a:lnTo>
                <a:lnTo>
                  <a:pt x="391861" y="103609"/>
                </a:lnTo>
                <a:lnTo>
                  <a:pt x="391233" y="103580"/>
                </a:lnTo>
                <a:lnTo>
                  <a:pt x="390613" y="103532"/>
                </a:lnTo>
                <a:lnTo>
                  <a:pt x="390003" y="103465"/>
                </a:lnTo>
                <a:lnTo>
                  <a:pt x="389401" y="103379"/>
                </a:lnTo>
                <a:lnTo>
                  <a:pt x="388808" y="103274"/>
                </a:lnTo>
                <a:lnTo>
                  <a:pt x="388224" y="103149"/>
                </a:lnTo>
                <a:lnTo>
                  <a:pt x="387649" y="103006"/>
                </a:lnTo>
                <a:lnTo>
                  <a:pt x="387083" y="102843"/>
                </a:lnTo>
                <a:lnTo>
                  <a:pt x="386525" y="102661"/>
                </a:lnTo>
                <a:lnTo>
                  <a:pt x="385976" y="102460"/>
                </a:lnTo>
                <a:lnTo>
                  <a:pt x="385436" y="102240"/>
                </a:lnTo>
                <a:lnTo>
                  <a:pt x="384905" y="102001"/>
                </a:lnTo>
                <a:lnTo>
                  <a:pt x="384383" y="101742"/>
                </a:lnTo>
                <a:lnTo>
                  <a:pt x="383869" y="101464"/>
                </a:lnTo>
                <a:lnTo>
                  <a:pt x="383365" y="101168"/>
                </a:lnTo>
                <a:lnTo>
                  <a:pt x="382869" y="100852"/>
                </a:lnTo>
                <a:lnTo>
                  <a:pt x="382382" y="100517"/>
                </a:lnTo>
                <a:lnTo>
                  <a:pt x="381904" y="100162"/>
                </a:lnTo>
                <a:lnTo>
                  <a:pt x="381434" y="99789"/>
                </a:lnTo>
                <a:lnTo>
                  <a:pt x="380973" y="99397"/>
                </a:lnTo>
                <a:lnTo>
                  <a:pt x="380522" y="98985"/>
                </a:lnTo>
                <a:lnTo>
                  <a:pt x="380079" y="98554"/>
                </a:lnTo>
                <a:lnTo>
                  <a:pt x="379645" y="98104"/>
                </a:lnTo>
                <a:lnTo>
                  <a:pt x="379223" y="97637"/>
                </a:lnTo>
                <a:lnTo>
                  <a:pt x="378819" y="97155"/>
                </a:lnTo>
                <a:lnTo>
                  <a:pt x="378432" y="96657"/>
                </a:lnTo>
                <a:lnTo>
                  <a:pt x="378062" y="96144"/>
                </a:lnTo>
                <a:lnTo>
                  <a:pt x="377709" y="95616"/>
                </a:lnTo>
                <a:lnTo>
                  <a:pt x="377373" y="95072"/>
                </a:lnTo>
                <a:lnTo>
                  <a:pt x="377055" y="94513"/>
                </a:lnTo>
                <a:lnTo>
                  <a:pt x="376753" y="93939"/>
                </a:lnTo>
                <a:lnTo>
                  <a:pt x="376468" y="93349"/>
                </a:lnTo>
                <a:lnTo>
                  <a:pt x="376201" y="92745"/>
                </a:lnTo>
                <a:lnTo>
                  <a:pt x="375951" y="92125"/>
                </a:lnTo>
                <a:lnTo>
                  <a:pt x="375717" y="91489"/>
                </a:lnTo>
                <a:lnTo>
                  <a:pt x="375501" y="90839"/>
                </a:lnTo>
                <a:lnTo>
                  <a:pt x="375302" y="90173"/>
                </a:lnTo>
                <a:lnTo>
                  <a:pt x="375120" y="89491"/>
                </a:lnTo>
                <a:lnTo>
                  <a:pt x="374955" y="88795"/>
                </a:lnTo>
                <a:lnTo>
                  <a:pt x="374807" y="88083"/>
                </a:lnTo>
                <a:lnTo>
                  <a:pt x="374676" y="87356"/>
                </a:lnTo>
                <a:lnTo>
                  <a:pt x="374562" y="86614"/>
                </a:lnTo>
                <a:lnTo>
                  <a:pt x="374465" y="85856"/>
                </a:lnTo>
                <a:lnTo>
                  <a:pt x="374386" y="85083"/>
                </a:lnTo>
                <a:lnTo>
                  <a:pt x="374323" y="84295"/>
                </a:lnTo>
                <a:lnTo>
                  <a:pt x="374278" y="83491"/>
                </a:lnTo>
                <a:lnTo>
                  <a:pt x="374249" y="82673"/>
                </a:lnTo>
                <a:lnTo>
                  <a:pt x="430105" y="82673"/>
                </a:lnTo>
                <a:lnTo>
                  <a:pt x="430125" y="80560"/>
                </a:lnTo>
                <a:lnTo>
                  <a:pt x="430105" y="78493"/>
                </a:lnTo>
                <a:lnTo>
                  <a:pt x="430047" y="76472"/>
                </a:lnTo>
                <a:lnTo>
                  <a:pt x="429948" y="74497"/>
                </a:lnTo>
                <a:lnTo>
                  <a:pt x="429811" y="72568"/>
                </a:lnTo>
                <a:lnTo>
                  <a:pt x="429634" y="70685"/>
                </a:lnTo>
                <a:lnTo>
                  <a:pt x="429417" y="68847"/>
                </a:lnTo>
                <a:lnTo>
                  <a:pt x="429162" y="67056"/>
                </a:lnTo>
                <a:lnTo>
                  <a:pt x="428866" y="65310"/>
                </a:lnTo>
                <a:lnTo>
                  <a:pt x="428532" y="63610"/>
                </a:lnTo>
                <a:lnTo>
                  <a:pt x="428158" y="61956"/>
                </a:lnTo>
                <a:lnTo>
                  <a:pt x="427745" y="60348"/>
                </a:lnTo>
                <a:lnTo>
                  <a:pt x="427292" y="58786"/>
                </a:lnTo>
                <a:lnTo>
                  <a:pt x="426800" y="57270"/>
                </a:lnTo>
                <a:lnTo>
                  <a:pt x="426268" y="55799"/>
                </a:lnTo>
                <a:lnTo>
                  <a:pt x="425697" y="54375"/>
                </a:lnTo>
                <a:lnTo>
                  <a:pt x="425087" y="52996"/>
                </a:lnTo>
                <a:lnTo>
                  <a:pt x="424437" y="51663"/>
                </a:lnTo>
                <a:lnTo>
                  <a:pt x="423748" y="50376"/>
                </a:lnTo>
                <a:lnTo>
                  <a:pt x="423019" y="49135"/>
                </a:lnTo>
                <a:lnTo>
                  <a:pt x="422251" y="47939"/>
                </a:lnTo>
                <a:lnTo>
                  <a:pt x="421444" y="46790"/>
                </a:lnTo>
                <a:lnTo>
                  <a:pt x="420597" y="45687"/>
                </a:lnTo>
                <a:lnTo>
                  <a:pt x="419711" y="44629"/>
                </a:lnTo>
                <a:lnTo>
                  <a:pt x="418792" y="43616"/>
                </a:lnTo>
                <a:lnTo>
                  <a:pt x="417845" y="42646"/>
                </a:lnTo>
                <a:lnTo>
                  <a:pt x="416870" y="41719"/>
                </a:lnTo>
                <a:lnTo>
                  <a:pt x="415868" y="40835"/>
                </a:lnTo>
                <a:lnTo>
                  <a:pt x="414838" y="39994"/>
                </a:lnTo>
                <a:lnTo>
                  <a:pt x="413781" y="39197"/>
                </a:lnTo>
                <a:lnTo>
                  <a:pt x="412696" y="38442"/>
                </a:lnTo>
                <a:lnTo>
                  <a:pt x="411583" y="37731"/>
                </a:lnTo>
                <a:lnTo>
                  <a:pt x="410443" y="37062"/>
                </a:lnTo>
                <a:lnTo>
                  <a:pt x="409276" y="36437"/>
                </a:lnTo>
                <a:lnTo>
                  <a:pt x="408081" y="35855"/>
                </a:lnTo>
                <a:lnTo>
                  <a:pt x="406858" y="35316"/>
                </a:lnTo>
                <a:lnTo>
                  <a:pt x="405608" y="34821"/>
                </a:lnTo>
                <a:lnTo>
                  <a:pt x="404330" y="34368"/>
                </a:lnTo>
                <a:lnTo>
                  <a:pt x="403025" y="33958"/>
                </a:lnTo>
                <a:lnTo>
                  <a:pt x="401692" y="33592"/>
                </a:lnTo>
                <a:lnTo>
                  <a:pt x="400332" y="33268"/>
                </a:lnTo>
                <a:lnTo>
                  <a:pt x="398944" y="32988"/>
                </a:lnTo>
                <a:lnTo>
                  <a:pt x="397529" y="32751"/>
                </a:lnTo>
                <a:lnTo>
                  <a:pt x="396086" y="32557"/>
                </a:lnTo>
                <a:lnTo>
                  <a:pt x="394615" y="32406"/>
                </a:lnTo>
                <a:lnTo>
                  <a:pt x="393117" y="32298"/>
                </a:lnTo>
                <a:lnTo>
                  <a:pt x="391591" y="32234"/>
                </a:lnTo>
                <a:lnTo>
                  <a:pt x="390038" y="32212"/>
                </a:lnTo>
                <a:lnTo>
                  <a:pt x="388653" y="32233"/>
                </a:lnTo>
                <a:lnTo>
                  <a:pt x="387288" y="32295"/>
                </a:lnTo>
                <a:lnTo>
                  <a:pt x="385943" y="32397"/>
                </a:lnTo>
                <a:lnTo>
                  <a:pt x="384619" y="32542"/>
                </a:lnTo>
                <a:lnTo>
                  <a:pt x="383314" y="32727"/>
                </a:lnTo>
                <a:lnTo>
                  <a:pt x="382030" y="32953"/>
                </a:lnTo>
                <a:lnTo>
                  <a:pt x="380765" y="33221"/>
                </a:lnTo>
                <a:lnTo>
                  <a:pt x="379521" y="33530"/>
                </a:lnTo>
                <a:lnTo>
                  <a:pt x="378297" y="33880"/>
                </a:lnTo>
                <a:lnTo>
                  <a:pt x="377093" y="34271"/>
                </a:lnTo>
                <a:lnTo>
                  <a:pt x="375909" y="34704"/>
                </a:lnTo>
                <a:lnTo>
                  <a:pt x="374745" y="35177"/>
                </a:lnTo>
                <a:lnTo>
                  <a:pt x="373602" y="35692"/>
                </a:lnTo>
                <a:lnTo>
                  <a:pt x="372478" y="36248"/>
                </a:lnTo>
                <a:lnTo>
                  <a:pt x="371375" y="36845"/>
                </a:lnTo>
                <a:lnTo>
                  <a:pt x="370291" y="37484"/>
                </a:lnTo>
                <a:lnTo>
                  <a:pt x="369228" y="38163"/>
                </a:lnTo>
                <a:lnTo>
                  <a:pt x="368185" y="38884"/>
                </a:lnTo>
                <a:lnTo>
                  <a:pt x="367162" y="39646"/>
                </a:lnTo>
                <a:lnTo>
                  <a:pt x="366159" y="40449"/>
                </a:lnTo>
                <a:lnTo>
                  <a:pt x="365176" y="41294"/>
                </a:lnTo>
                <a:lnTo>
                  <a:pt x="364213" y="42179"/>
                </a:lnTo>
                <a:lnTo>
                  <a:pt x="363271" y="43106"/>
                </a:lnTo>
                <a:lnTo>
                  <a:pt x="362348" y="44074"/>
                </a:lnTo>
                <a:lnTo>
                  <a:pt x="361455" y="45078"/>
                </a:lnTo>
                <a:lnTo>
                  <a:pt x="360600" y="46114"/>
                </a:lnTo>
                <a:lnTo>
                  <a:pt x="359782" y="47181"/>
                </a:lnTo>
                <a:lnTo>
                  <a:pt x="359003" y="48280"/>
                </a:lnTo>
                <a:lnTo>
                  <a:pt x="358261" y="49410"/>
                </a:lnTo>
                <a:lnTo>
                  <a:pt x="357558" y="50572"/>
                </a:lnTo>
                <a:lnTo>
                  <a:pt x="356893" y="51765"/>
                </a:lnTo>
                <a:lnTo>
                  <a:pt x="356266" y="52990"/>
                </a:lnTo>
                <a:lnTo>
                  <a:pt x="355676" y="54247"/>
                </a:lnTo>
                <a:lnTo>
                  <a:pt x="355125" y="55535"/>
                </a:lnTo>
                <a:lnTo>
                  <a:pt x="354612" y="56855"/>
                </a:lnTo>
                <a:lnTo>
                  <a:pt x="354137" y="58206"/>
                </a:lnTo>
                <a:lnTo>
                  <a:pt x="353699" y="59589"/>
                </a:lnTo>
                <a:lnTo>
                  <a:pt x="353300" y="61003"/>
                </a:lnTo>
                <a:lnTo>
                  <a:pt x="352939" y="62449"/>
                </a:lnTo>
                <a:lnTo>
                  <a:pt x="352616" y="63926"/>
                </a:lnTo>
                <a:lnTo>
                  <a:pt x="352331" y="65435"/>
                </a:lnTo>
                <a:lnTo>
                  <a:pt x="352084" y="66976"/>
                </a:lnTo>
                <a:lnTo>
                  <a:pt x="351875" y="68548"/>
                </a:lnTo>
                <a:lnTo>
                  <a:pt x="351704" y="70151"/>
                </a:lnTo>
                <a:lnTo>
                  <a:pt x="351570" y="71786"/>
                </a:lnTo>
                <a:lnTo>
                  <a:pt x="351475" y="73453"/>
                </a:lnTo>
                <a:lnTo>
                  <a:pt x="351418" y="75151"/>
                </a:lnTo>
                <a:lnTo>
                  <a:pt x="351399" y="76881"/>
                </a:lnTo>
                <a:lnTo>
                  <a:pt x="351414" y="78331"/>
                </a:lnTo>
                <a:lnTo>
                  <a:pt x="351457" y="79761"/>
                </a:lnTo>
                <a:lnTo>
                  <a:pt x="351530" y="81170"/>
                </a:lnTo>
                <a:lnTo>
                  <a:pt x="351631" y="82558"/>
                </a:lnTo>
                <a:lnTo>
                  <a:pt x="351761" y="83925"/>
                </a:lnTo>
                <a:lnTo>
                  <a:pt x="351920" y="85271"/>
                </a:lnTo>
                <a:lnTo>
                  <a:pt x="352108" y="86596"/>
                </a:lnTo>
                <a:lnTo>
                  <a:pt x="352325" y="87900"/>
                </a:lnTo>
                <a:lnTo>
                  <a:pt x="352571" y="89183"/>
                </a:lnTo>
                <a:lnTo>
                  <a:pt x="352846" y="90446"/>
                </a:lnTo>
                <a:lnTo>
                  <a:pt x="353149" y="91687"/>
                </a:lnTo>
                <a:lnTo>
                  <a:pt x="353482" y="92907"/>
                </a:lnTo>
                <a:lnTo>
                  <a:pt x="353844" y="94107"/>
                </a:lnTo>
                <a:lnTo>
                  <a:pt x="354234" y="95285"/>
                </a:lnTo>
                <a:lnTo>
                  <a:pt x="354654" y="96443"/>
                </a:lnTo>
                <a:lnTo>
                  <a:pt x="355102" y="97580"/>
                </a:lnTo>
                <a:lnTo>
                  <a:pt x="355579" y="98695"/>
                </a:lnTo>
                <a:lnTo>
                  <a:pt x="356085" y="99790"/>
                </a:lnTo>
                <a:lnTo>
                  <a:pt x="356621" y="100864"/>
                </a:lnTo>
                <a:lnTo>
                  <a:pt x="357185" y="101917"/>
                </a:lnTo>
                <a:lnTo>
                  <a:pt x="357778" y="102949"/>
                </a:lnTo>
                <a:lnTo>
                  <a:pt x="358400" y="103960"/>
                </a:lnTo>
                <a:lnTo>
                  <a:pt x="359050" y="104950"/>
                </a:lnTo>
                <a:lnTo>
                  <a:pt x="359730" y="105919"/>
                </a:lnTo>
                <a:lnTo>
                  <a:pt x="360629" y="107091"/>
                </a:lnTo>
                <a:lnTo>
                  <a:pt x="361568" y="108213"/>
                </a:lnTo>
                <a:lnTo>
                  <a:pt x="362547" y="109285"/>
                </a:lnTo>
                <a:lnTo>
                  <a:pt x="363565" y="110307"/>
                </a:lnTo>
                <a:lnTo>
                  <a:pt x="364623" y="111280"/>
                </a:lnTo>
                <a:lnTo>
                  <a:pt x="365720" y="112202"/>
                </a:lnTo>
                <a:lnTo>
                  <a:pt x="366858" y="113075"/>
                </a:lnTo>
                <a:lnTo>
                  <a:pt x="368034" y="113897"/>
                </a:lnTo>
                <a:lnTo>
                  <a:pt x="369251" y="114670"/>
                </a:lnTo>
                <a:lnTo>
                  <a:pt x="370507" y="115393"/>
                </a:lnTo>
                <a:lnTo>
                  <a:pt x="371803" y="116066"/>
                </a:lnTo>
                <a:lnTo>
                  <a:pt x="373139" y="116690"/>
                </a:lnTo>
                <a:lnTo>
                  <a:pt x="374514" y="117263"/>
                </a:lnTo>
                <a:lnTo>
                  <a:pt x="375929" y="117787"/>
                </a:lnTo>
                <a:lnTo>
                  <a:pt x="377383" y="118260"/>
                </a:lnTo>
                <a:lnTo>
                  <a:pt x="378878" y="118684"/>
                </a:lnTo>
                <a:lnTo>
                  <a:pt x="380411" y="119058"/>
                </a:lnTo>
                <a:lnTo>
                  <a:pt x="381985" y="119382"/>
                </a:lnTo>
                <a:lnTo>
                  <a:pt x="383598" y="119657"/>
                </a:lnTo>
                <a:lnTo>
                  <a:pt x="385251" y="119881"/>
                </a:lnTo>
                <a:lnTo>
                  <a:pt x="386944" y="120055"/>
                </a:lnTo>
                <a:lnTo>
                  <a:pt x="388676" y="120180"/>
                </a:lnTo>
                <a:lnTo>
                  <a:pt x="390448" y="120255"/>
                </a:lnTo>
                <a:lnTo>
                  <a:pt x="392260" y="120280"/>
                </a:lnTo>
                <a:lnTo>
                  <a:pt x="393409" y="120269"/>
                </a:lnTo>
                <a:lnTo>
                  <a:pt x="394541" y="120236"/>
                </a:lnTo>
                <a:lnTo>
                  <a:pt x="395658" y="120180"/>
                </a:lnTo>
                <a:lnTo>
                  <a:pt x="396759" y="120103"/>
                </a:lnTo>
                <a:lnTo>
                  <a:pt x="397843" y="120004"/>
                </a:lnTo>
                <a:lnTo>
                  <a:pt x="398912" y="119882"/>
                </a:lnTo>
                <a:lnTo>
                  <a:pt x="399964" y="119738"/>
                </a:lnTo>
                <a:lnTo>
                  <a:pt x="401000" y="119572"/>
                </a:lnTo>
                <a:lnTo>
                  <a:pt x="402020" y="119384"/>
                </a:lnTo>
                <a:lnTo>
                  <a:pt x="403024" y="119174"/>
                </a:lnTo>
                <a:lnTo>
                  <a:pt x="404012" y="118942"/>
                </a:lnTo>
                <a:lnTo>
                  <a:pt x="404984" y="118688"/>
                </a:lnTo>
                <a:lnTo>
                  <a:pt x="405939" y="118412"/>
                </a:lnTo>
                <a:lnTo>
                  <a:pt x="406879" y="118113"/>
                </a:lnTo>
                <a:lnTo>
                  <a:pt x="407802" y="117793"/>
                </a:lnTo>
                <a:lnTo>
                  <a:pt x="408710" y="117450"/>
                </a:lnTo>
                <a:lnTo>
                  <a:pt x="409601" y="117085"/>
                </a:lnTo>
                <a:lnTo>
                  <a:pt x="410476" y="116698"/>
                </a:lnTo>
                <a:lnTo>
                  <a:pt x="411335" y="116289"/>
                </a:lnTo>
                <a:lnTo>
                  <a:pt x="412177" y="115858"/>
                </a:lnTo>
                <a:lnTo>
                  <a:pt x="413004" y="115405"/>
                </a:lnTo>
                <a:lnTo>
                  <a:pt x="413815" y="114930"/>
                </a:lnTo>
                <a:lnTo>
                  <a:pt x="414609" y="114432"/>
                </a:lnTo>
                <a:lnTo>
                  <a:pt x="415387" y="113913"/>
                </a:lnTo>
                <a:lnTo>
                  <a:pt x="416149" y="113372"/>
                </a:lnTo>
                <a:lnTo>
                  <a:pt x="416893" y="112811"/>
                </a:lnTo>
                <a:lnTo>
                  <a:pt x="417621" y="112230"/>
                </a:lnTo>
                <a:lnTo>
                  <a:pt x="418331" y="111629"/>
                </a:lnTo>
                <a:lnTo>
                  <a:pt x="419023" y="111008"/>
                </a:lnTo>
                <a:lnTo>
                  <a:pt x="419699" y="110366"/>
                </a:lnTo>
                <a:lnTo>
                  <a:pt x="420357" y="109704"/>
                </a:lnTo>
                <a:lnTo>
                  <a:pt x="420998" y="109022"/>
                </a:lnTo>
                <a:lnTo>
                  <a:pt x="421622" y="108320"/>
                </a:lnTo>
                <a:lnTo>
                  <a:pt x="422229" y="107598"/>
                </a:lnTo>
                <a:lnTo>
                  <a:pt x="422819" y="106855"/>
                </a:lnTo>
                <a:lnTo>
                  <a:pt x="423391" y="106093"/>
                </a:lnTo>
                <a:lnTo>
                  <a:pt x="423946" y="105310"/>
                </a:lnTo>
                <a:lnTo>
                  <a:pt x="424484" y="104507"/>
                </a:lnTo>
                <a:lnTo>
                  <a:pt x="425004" y="103684"/>
                </a:lnTo>
                <a:lnTo>
                  <a:pt x="425508" y="102840"/>
                </a:lnTo>
                <a:lnTo>
                  <a:pt x="425994" y="101977"/>
                </a:lnTo>
                <a:lnTo>
                  <a:pt x="426463" y="101093"/>
                </a:lnTo>
                <a:lnTo>
                  <a:pt x="426914" y="100189"/>
                </a:lnTo>
                <a:lnTo>
                  <a:pt x="427349" y="99265"/>
                </a:lnTo>
                <a:lnTo>
                  <a:pt x="427766" y="98321"/>
                </a:lnTo>
                <a:lnTo>
                  <a:pt x="428166" y="97356"/>
                </a:lnTo>
                <a:lnTo>
                  <a:pt x="428549" y="96372"/>
                </a:lnTo>
                <a:lnTo>
                  <a:pt x="428915" y="95367"/>
                </a:lnTo>
                <a:lnTo>
                  <a:pt x="406700" y="91559"/>
                </a:lnTo>
                <a:lnTo>
                  <a:pt x="406544" y="92082"/>
                </a:lnTo>
                <a:lnTo>
                  <a:pt x="406383" y="92592"/>
                </a:lnTo>
                <a:lnTo>
                  <a:pt x="406216" y="93091"/>
                </a:lnTo>
                <a:close/>
                <a:moveTo>
                  <a:pt x="374666" y="67538"/>
                </a:moveTo>
                <a:lnTo>
                  <a:pt x="374702" y="66814"/>
                </a:lnTo>
                <a:lnTo>
                  <a:pt x="374754" y="66102"/>
                </a:lnTo>
                <a:lnTo>
                  <a:pt x="374823" y="65404"/>
                </a:lnTo>
                <a:lnTo>
                  <a:pt x="374909" y="64720"/>
                </a:lnTo>
                <a:lnTo>
                  <a:pt x="375012" y="64048"/>
                </a:lnTo>
                <a:lnTo>
                  <a:pt x="375131" y="63389"/>
                </a:lnTo>
                <a:lnTo>
                  <a:pt x="375267" y="62744"/>
                </a:lnTo>
                <a:lnTo>
                  <a:pt x="375420" y="62112"/>
                </a:lnTo>
                <a:lnTo>
                  <a:pt x="375590" y="61493"/>
                </a:lnTo>
                <a:lnTo>
                  <a:pt x="375777" y="60887"/>
                </a:lnTo>
                <a:lnTo>
                  <a:pt x="375980" y="60294"/>
                </a:lnTo>
                <a:lnTo>
                  <a:pt x="376200" y="59715"/>
                </a:lnTo>
                <a:lnTo>
                  <a:pt x="376437" y="59148"/>
                </a:lnTo>
                <a:lnTo>
                  <a:pt x="376691" y="58595"/>
                </a:lnTo>
                <a:lnTo>
                  <a:pt x="376962" y="58055"/>
                </a:lnTo>
                <a:lnTo>
                  <a:pt x="377249" y="57528"/>
                </a:lnTo>
                <a:lnTo>
                  <a:pt x="377554" y="57014"/>
                </a:lnTo>
                <a:lnTo>
                  <a:pt x="377875" y="56514"/>
                </a:lnTo>
                <a:lnTo>
                  <a:pt x="378213" y="56026"/>
                </a:lnTo>
                <a:lnTo>
                  <a:pt x="378567" y="55552"/>
                </a:lnTo>
                <a:lnTo>
                  <a:pt x="378939" y="55091"/>
                </a:lnTo>
                <a:lnTo>
                  <a:pt x="379327" y="54643"/>
                </a:lnTo>
                <a:lnTo>
                  <a:pt x="379728" y="54211"/>
                </a:lnTo>
                <a:lnTo>
                  <a:pt x="380138" y="53798"/>
                </a:lnTo>
                <a:lnTo>
                  <a:pt x="380557" y="53402"/>
                </a:lnTo>
                <a:lnTo>
                  <a:pt x="380984" y="53026"/>
                </a:lnTo>
                <a:lnTo>
                  <a:pt x="381421" y="52667"/>
                </a:lnTo>
                <a:lnTo>
                  <a:pt x="381866" y="52327"/>
                </a:lnTo>
                <a:lnTo>
                  <a:pt x="382320" y="52006"/>
                </a:lnTo>
                <a:lnTo>
                  <a:pt x="382783" y="51702"/>
                </a:lnTo>
                <a:lnTo>
                  <a:pt x="383254" y="51417"/>
                </a:lnTo>
                <a:lnTo>
                  <a:pt x="383735" y="51151"/>
                </a:lnTo>
                <a:lnTo>
                  <a:pt x="384224" y="50903"/>
                </a:lnTo>
                <a:lnTo>
                  <a:pt x="384722" y="50673"/>
                </a:lnTo>
                <a:lnTo>
                  <a:pt x="385229" y="50462"/>
                </a:lnTo>
                <a:lnTo>
                  <a:pt x="385745" y="50269"/>
                </a:lnTo>
                <a:lnTo>
                  <a:pt x="386269" y="50094"/>
                </a:lnTo>
                <a:lnTo>
                  <a:pt x="386803" y="49938"/>
                </a:lnTo>
                <a:lnTo>
                  <a:pt x="387345" y="49800"/>
                </a:lnTo>
                <a:lnTo>
                  <a:pt x="387896" y="49680"/>
                </a:lnTo>
                <a:lnTo>
                  <a:pt x="388456" y="49579"/>
                </a:lnTo>
                <a:lnTo>
                  <a:pt x="389024" y="49497"/>
                </a:lnTo>
                <a:lnTo>
                  <a:pt x="389602" y="49432"/>
                </a:lnTo>
                <a:lnTo>
                  <a:pt x="390188" y="49386"/>
                </a:lnTo>
                <a:lnTo>
                  <a:pt x="390783" y="49359"/>
                </a:lnTo>
                <a:lnTo>
                  <a:pt x="391387" y="49350"/>
                </a:lnTo>
                <a:lnTo>
                  <a:pt x="391952" y="49358"/>
                </a:lnTo>
                <a:lnTo>
                  <a:pt x="392510" y="49384"/>
                </a:lnTo>
                <a:lnTo>
                  <a:pt x="393060" y="49428"/>
                </a:lnTo>
                <a:lnTo>
                  <a:pt x="393604" y="49489"/>
                </a:lnTo>
                <a:lnTo>
                  <a:pt x="394140" y="49567"/>
                </a:lnTo>
                <a:lnTo>
                  <a:pt x="394670" y="49663"/>
                </a:lnTo>
                <a:lnTo>
                  <a:pt x="395192" y="49777"/>
                </a:lnTo>
                <a:lnTo>
                  <a:pt x="395707" y="49907"/>
                </a:lnTo>
                <a:lnTo>
                  <a:pt x="396214" y="50055"/>
                </a:lnTo>
                <a:lnTo>
                  <a:pt x="396715" y="50221"/>
                </a:lnTo>
                <a:lnTo>
                  <a:pt x="397208" y="50404"/>
                </a:lnTo>
                <a:lnTo>
                  <a:pt x="397694" y="50604"/>
                </a:lnTo>
                <a:lnTo>
                  <a:pt x="398174" y="50822"/>
                </a:lnTo>
                <a:lnTo>
                  <a:pt x="398645" y="51057"/>
                </a:lnTo>
                <a:lnTo>
                  <a:pt x="399110" y="51310"/>
                </a:lnTo>
                <a:lnTo>
                  <a:pt x="399568" y="51580"/>
                </a:lnTo>
                <a:lnTo>
                  <a:pt x="400018" y="51867"/>
                </a:lnTo>
                <a:lnTo>
                  <a:pt x="400461" y="52172"/>
                </a:lnTo>
                <a:lnTo>
                  <a:pt x="400898" y="52495"/>
                </a:lnTo>
                <a:lnTo>
                  <a:pt x="401326" y="52835"/>
                </a:lnTo>
                <a:lnTo>
                  <a:pt x="401748" y="53192"/>
                </a:lnTo>
                <a:lnTo>
                  <a:pt x="402163" y="53566"/>
                </a:lnTo>
                <a:lnTo>
                  <a:pt x="402570" y="53958"/>
                </a:lnTo>
                <a:lnTo>
                  <a:pt x="402971" y="54368"/>
                </a:lnTo>
                <a:lnTo>
                  <a:pt x="403359" y="54794"/>
                </a:lnTo>
                <a:lnTo>
                  <a:pt x="403733" y="55236"/>
                </a:lnTo>
                <a:lnTo>
                  <a:pt x="404090" y="55695"/>
                </a:lnTo>
                <a:lnTo>
                  <a:pt x="404432" y="56169"/>
                </a:lnTo>
                <a:lnTo>
                  <a:pt x="404758" y="56659"/>
                </a:lnTo>
                <a:lnTo>
                  <a:pt x="405068" y="57166"/>
                </a:lnTo>
                <a:lnTo>
                  <a:pt x="405363" y="57688"/>
                </a:lnTo>
                <a:lnTo>
                  <a:pt x="405642" y="58227"/>
                </a:lnTo>
                <a:lnTo>
                  <a:pt x="405905" y="58782"/>
                </a:lnTo>
                <a:lnTo>
                  <a:pt x="406152" y="59352"/>
                </a:lnTo>
                <a:lnTo>
                  <a:pt x="406384" y="59939"/>
                </a:lnTo>
                <a:lnTo>
                  <a:pt x="406600" y="60542"/>
                </a:lnTo>
                <a:lnTo>
                  <a:pt x="406801" y="61160"/>
                </a:lnTo>
                <a:lnTo>
                  <a:pt x="406986" y="61795"/>
                </a:lnTo>
                <a:lnTo>
                  <a:pt x="407155" y="62446"/>
                </a:lnTo>
                <a:lnTo>
                  <a:pt x="407308" y="63113"/>
                </a:lnTo>
                <a:lnTo>
                  <a:pt x="407445" y="63796"/>
                </a:lnTo>
                <a:lnTo>
                  <a:pt x="407567" y="64495"/>
                </a:lnTo>
                <a:lnTo>
                  <a:pt x="407674" y="65210"/>
                </a:lnTo>
                <a:lnTo>
                  <a:pt x="407764" y="65941"/>
                </a:lnTo>
                <a:lnTo>
                  <a:pt x="407839" y="66688"/>
                </a:lnTo>
                <a:lnTo>
                  <a:pt x="407898" y="67451"/>
                </a:lnTo>
                <a:lnTo>
                  <a:pt x="407941" y="68231"/>
                </a:lnTo>
                <a:lnTo>
                  <a:pt x="407969" y="69026"/>
                </a:lnTo>
                <a:lnTo>
                  <a:pt x="374646" y="69026"/>
                </a:lnTo>
                <a:lnTo>
                  <a:pt x="374648" y="68275"/>
                </a:lnTo>
                <a:lnTo>
                  <a:pt x="374666" y="67538"/>
                </a:lnTo>
                <a:close/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2AC9E-BD02-475A-AC36-A4838B94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668" y="1156237"/>
            <a:ext cx="1832078" cy="1439"/>
          </a:xfrm>
          <a:custGeom xmlns:a="http://schemas.openxmlformats.org/drawingml/2006/main">
            <a:pathLst>
              <a:path w="1832078" h="1439">
                <a:moveTo>
                  <a:pt x="0" y="1439"/>
                </a:moveTo>
                <a:lnTo>
                  <a:pt x="183207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34CC3-75A1-4B50-B1E4-F0F1A35C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68" y="1156345"/>
            <a:ext cx="1557878" cy="1224"/>
          </a:xfrm>
          <a:custGeom xmlns:a="http://schemas.openxmlformats.org/drawingml/2006/main">
            <a:pathLst>
              <a:path w="1557878" h="1224" fill="none">
                <a:moveTo>
                  <a:pt x="0" y="1224"/>
                </a:moveTo>
                <a:lnTo>
                  <a:pt x="15578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1B482-4444-4EB9-9308-7AA135F9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073" y="1119827"/>
            <a:ext cx="103725" cy="75484"/>
          </a:xfrm>
          <a:custGeom xmlns:a="http://schemas.openxmlformats.org/drawingml/2006/main">
            <a:pathLst>
              <a:path w="103725" h="75484">
                <a:moveTo>
                  <a:pt x="103666" y="0"/>
                </a:moveTo>
                <a:lnTo>
                  <a:pt x="103725" y="75484"/>
                </a:lnTo>
                <a:lnTo>
                  <a:pt x="0" y="37824"/>
                </a:lnTo>
                <a:lnTo>
                  <a:pt x="10366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01A61-2813-469B-937B-A8F75A66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073" y="1119827"/>
            <a:ext cx="103725" cy="75484"/>
          </a:xfrm>
          <a:custGeom xmlns:a="http://schemas.openxmlformats.org/drawingml/2006/main">
            <a:pathLst>
              <a:path w="103725" h="75484" fill="none">
                <a:moveTo>
                  <a:pt x="103666" y="0"/>
                </a:moveTo>
                <a:lnTo>
                  <a:pt x="0" y="37824"/>
                </a:lnTo>
                <a:lnTo>
                  <a:pt x="103725" y="75484"/>
                </a:lnTo>
                <a:lnTo>
                  <a:pt x="10366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56F41-6CB0-4C40-BD31-D4088013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617" y="1118603"/>
            <a:ext cx="103725" cy="75484"/>
          </a:xfrm>
          <a:custGeom xmlns:a="http://schemas.openxmlformats.org/drawingml/2006/main">
            <a:pathLst>
              <a:path w="103725" h="75484">
                <a:moveTo>
                  <a:pt x="59" y="75484"/>
                </a:moveTo>
                <a:lnTo>
                  <a:pt x="0" y="0"/>
                </a:lnTo>
                <a:lnTo>
                  <a:pt x="103725" y="37661"/>
                </a:lnTo>
                <a:lnTo>
                  <a:pt x="59" y="75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7E904-53AF-4D2F-A9E9-CE30E8E2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617" y="1118603"/>
            <a:ext cx="103725" cy="75484"/>
          </a:xfrm>
          <a:custGeom xmlns:a="http://schemas.openxmlformats.org/drawingml/2006/main">
            <a:pathLst>
              <a:path w="103725" h="75484" fill="none">
                <a:moveTo>
                  <a:pt x="59" y="75484"/>
                </a:moveTo>
                <a:lnTo>
                  <a:pt x="103725" y="37661"/>
                </a:lnTo>
                <a:lnTo>
                  <a:pt x="0" y="0"/>
                </a:lnTo>
                <a:lnTo>
                  <a:pt x="59" y="754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23174-8BE7-4326-BE0C-5C3A956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869" y="1465202"/>
            <a:ext cx="10" cy="230779"/>
          </a:xfrm>
          <a:custGeom xmlns:a="http://schemas.openxmlformats.org/drawingml/2006/main">
            <a:pathLst>
              <a:path w="1" h="230779">
                <a:moveTo>
                  <a:pt x="0" y="0"/>
                </a:moveTo>
                <a:lnTo>
                  <a:pt x="0" y="23077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E4D5D-7856-4F71-B055-445BBF63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869" y="1465202"/>
            <a:ext cx="10" cy="93679"/>
          </a:xfrm>
          <a:custGeom xmlns:a="http://schemas.openxmlformats.org/drawingml/2006/main">
            <a:pathLst>
              <a:path w="1" h="93679" fill="none">
                <a:moveTo>
                  <a:pt x="0" y="0"/>
                </a:moveTo>
                <a:lnTo>
                  <a:pt x="0" y="93679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84C3C-44AA-49CD-A873-AC61947E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127" y="1558881"/>
            <a:ext cx="75484" cy="103696"/>
          </a:xfrm>
          <a:custGeom xmlns:a="http://schemas.openxmlformats.org/drawingml/2006/main">
            <a:pathLst>
              <a:path w="75484" h="103696">
                <a:moveTo>
                  <a:pt x="0" y="0"/>
                </a:moveTo>
                <a:lnTo>
                  <a:pt x="75484" y="0"/>
                </a:lnTo>
                <a:lnTo>
                  <a:pt x="37742" y="1036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6E786-9F59-4542-B39B-5CA9DB99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127" y="1558881"/>
            <a:ext cx="75484" cy="103696"/>
          </a:xfrm>
          <a:custGeom xmlns:a="http://schemas.openxmlformats.org/drawingml/2006/main">
            <a:pathLst>
              <a:path w="75484" h="103696" fill="none">
                <a:moveTo>
                  <a:pt x="0" y="0"/>
                </a:moveTo>
                <a:lnTo>
                  <a:pt x="37742" y="103696"/>
                </a:lnTo>
                <a:lnTo>
                  <a:pt x="7548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B2D87-DD0A-4AD3-B50F-07B9534F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38" y="2201840"/>
            <a:ext cx="10" cy="240855"/>
          </a:xfrm>
          <a:custGeom xmlns:a="http://schemas.openxmlformats.org/drawingml/2006/main">
            <a:pathLst>
              <a:path w="1" h="240855">
                <a:moveTo>
                  <a:pt x="0" y="0"/>
                </a:moveTo>
                <a:lnTo>
                  <a:pt x="0" y="24085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91198-4293-49B7-B733-3672E4B6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38" y="2201840"/>
            <a:ext cx="10" cy="103755"/>
          </a:xfrm>
          <a:custGeom xmlns:a="http://schemas.openxmlformats.org/drawingml/2006/main">
            <a:pathLst>
              <a:path w="1" h="103755" fill="none">
                <a:moveTo>
                  <a:pt x="0" y="0"/>
                </a:moveTo>
                <a:lnTo>
                  <a:pt x="0" y="103755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4C3B28-4D62-4BBF-B824-6A7F8F67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696" y="2305594"/>
            <a:ext cx="75484" cy="103696"/>
          </a:xfrm>
          <a:custGeom xmlns:a="http://schemas.openxmlformats.org/drawingml/2006/main">
            <a:pathLst>
              <a:path w="75484" h="103696">
                <a:moveTo>
                  <a:pt x="0" y="0"/>
                </a:moveTo>
                <a:lnTo>
                  <a:pt x="75484" y="0"/>
                </a:lnTo>
                <a:lnTo>
                  <a:pt x="37742" y="1036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66A5D-8F8F-44C6-A963-6E70F85A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696" y="2305594"/>
            <a:ext cx="75484" cy="103696"/>
          </a:xfrm>
          <a:custGeom xmlns:a="http://schemas.openxmlformats.org/drawingml/2006/main">
            <a:pathLst>
              <a:path w="75484" h="103696" fill="none">
                <a:moveTo>
                  <a:pt x="0" y="0"/>
                </a:moveTo>
                <a:lnTo>
                  <a:pt x="37742" y="103696"/>
                </a:lnTo>
                <a:lnTo>
                  <a:pt x="75484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E7DA48-DC87-48BC-A372-22F10D88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981" y="709513"/>
            <a:ext cx="1205472" cy="393908"/>
          </a:xfrm>
          <a:custGeom xmlns:a="http://schemas.openxmlformats.org/drawingml/2006/main">
            <a:pathLst>
              <a:path w="1205472" h="393908">
                <a:moveTo>
                  <a:pt x="0" y="0"/>
                </a:moveTo>
                <a:lnTo>
                  <a:pt x="1205472" y="0"/>
                </a:lnTo>
                <a:lnTo>
                  <a:pt x="1205472" y="393908"/>
                </a:lnTo>
                <a:lnTo>
                  <a:pt x="0" y="393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request">
            <a:extLst xmlns:a="http://schemas.openxmlformats.org/drawingml/2006/main">
              <a:ext uri="{FF2B5EF4-FFF2-40B4-BE49-F238E27FC236}">
                <a16:creationId xmlns:a16="http://schemas.microsoft.com/office/drawing/2014/main" id="{82B33EFF-95BE-4826-AC1C-6DF70890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242" y="858800"/>
            <a:ext cx="573892" cy="146303"/>
          </a:xfrm>
          <a:custGeom xmlns:a="http://schemas.openxmlformats.org/drawingml/2006/main">
            <a:pathLst>
              <a:path w="573892" h="146303">
                <a:moveTo>
                  <a:pt x="22295" y="114250"/>
                </a:moveTo>
                <a:lnTo>
                  <a:pt x="0" y="114250"/>
                </a:lnTo>
                <a:lnTo>
                  <a:pt x="0" y="29991"/>
                </a:lnTo>
                <a:lnTo>
                  <a:pt x="20708" y="29991"/>
                </a:lnTo>
                <a:lnTo>
                  <a:pt x="20708" y="41971"/>
                </a:lnTo>
                <a:cubicBezTo>
                  <a:pt x="24252" y="36311"/>
                  <a:pt x="27439" y="32582"/>
                  <a:pt x="30268" y="30784"/>
                </a:cubicBezTo>
                <a:cubicBezTo>
                  <a:pt x="33098" y="28986"/>
                  <a:pt x="36311" y="28086"/>
                  <a:pt x="39908" y="28086"/>
                </a:cubicBezTo>
                <a:cubicBezTo>
                  <a:pt x="44986" y="28086"/>
                  <a:pt x="49879" y="29488"/>
                  <a:pt x="54586" y="32291"/>
                </a:cubicBezTo>
                <a:lnTo>
                  <a:pt x="47684" y="51730"/>
                </a:lnTo>
                <a:cubicBezTo>
                  <a:pt x="43928" y="49297"/>
                  <a:pt x="40437" y="48080"/>
                  <a:pt x="37211" y="48080"/>
                </a:cubicBezTo>
                <a:cubicBezTo>
                  <a:pt x="34090" y="48080"/>
                  <a:pt x="31445" y="48940"/>
                  <a:pt x="29277" y="50659"/>
                </a:cubicBezTo>
                <a:cubicBezTo>
                  <a:pt x="27108" y="52378"/>
                  <a:pt x="25402" y="55485"/>
                  <a:pt x="24159" y="59981"/>
                </a:cubicBezTo>
                <a:cubicBezTo>
                  <a:pt x="22916" y="64477"/>
                  <a:pt x="22295" y="73892"/>
                  <a:pt x="22295" y="88226"/>
                </a:cubicBezTo>
                <a:lnTo>
                  <a:pt x="22295" y="114250"/>
                </a:lnTo>
                <a:close/>
                <a:moveTo>
                  <a:pt x="112955" y="87433"/>
                </a:moveTo>
                <a:lnTo>
                  <a:pt x="135170" y="91241"/>
                </a:lnTo>
                <a:cubicBezTo>
                  <a:pt x="132314" y="99360"/>
                  <a:pt x="127804" y="105542"/>
                  <a:pt x="121642" y="109787"/>
                </a:cubicBezTo>
                <a:cubicBezTo>
                  <a:pt x="115480" y="114032"/>
                  <a:pt x="107771" y="116154"/>
                  <a:pt x="98515" y="116154"/>
                </a:cubicBezTo>
                <a:cubicBezTo>
                  <a:pt x="83863" y="116154"/>
                  <a:pt x="73020" y="111367"/>
                  <a:pt x="65985" y="101794"/>
                </a:cubicBezTo>
                <a:cubicBezTo>
                  <a:pt x="60431" y="94124"/>
                  <a:pt x="57654" y="84445"/>
                  <a:pt x="57654" y="72755"/>
                </a:cubicBezTo>
                <a:cubicBezTo>
                  <a:pt x="57654" y="58791"/>
                  <a:pt x="61304" y="47855"/>
                  <a:pt x="68603" y="39948"/>
                </a:cubicBezTo>
                <a:cubicBezTo>
                  <a:pt x="75903" y="32040"/>
                  <a:pt x="85133" y="28086"/>
                  <a:pt x="96293" y="28086"/>
                </a:cubicBezTo>
                <a:cubicBezTo>
                  <a:pt x="108829" y="28086"/>
                  <a:pt x="118720" y="32225"/>
                  <a:pt x="125966" y="40503"/>
                </a:cubicBezTo>
                <a:cubicBezTo>
                  <a:pt x="133213" y="48781"/>
                  <a:pt x="136677" y="61462"/>
                  <a:pt x="136360" y="78547"/>
                </a:cubicBezTo>
                <a:lnTo>
                  <a:pt x="80504" y="78547"/>
                </a:lnTo>
                <a:cubicBezTo>
                  <a:pt x="80663" y="85159"/>
                  <a:pt x="82461" y="90302"/>
                  <a:pt x="85900" y="93979"/>
                </a:cubicBezTo>
                <a:cubicBezTo>
                  <a:pt x="89338" y="97655"/>
                  <a:pt x="93622" y="99493"/>
                  <a:pt x="98753" y="99493"/>
                </a:cubicBezTo>
                <a:cubicBezTo>
                  <a:pt x="102244" y="99493"/>
                  <a:pt x="105179" y="98541"/>
                  <a:pt x="107559" y="96636"/>
                </a:cubicBezTo>
                <a:cubicBezTo>
                  <a:pt x="109940" y="94732"/>
                  <a:pt x="111738" y="91664"/>
                  <a:pt x="112955" y="87433"/>
                </a:cubicBezTo>
                <a:moveTo>
                  <a:pt x="114224" y="64900"/>
                </a:moveTo>
                <a:cubicBezTo>
                  <a:pt x="114065" y="58474"/>
                  <a:pt x="112399" y="53588"/>
                  <a:pt x="109226" y="50242"/>
                </a:cubicBezTo>
                <a:cubicBezTo>
                  <a:pt x="106052" y="46897"/>
                  <a:pt x="102191" y="45224"/>
                  <a:pt x="97642" y="45224"/>
                </a:cubicBezTo>
                <a:cubicBezTo>
                  <a:pt x="92776" y="45224"/>
                  <a:pt x="88756" y="46988"/>
                  <a:pt x="85582" y="50517"/>
                </a:cubicBezTo>
                <a:cubicBezTo>
                  <a:pt x="82409" y="54048"/>
                  <a:pt x="80848" y="58842"/>
                  <a:pt x="80901" y="64900"/>
                </a:cubicBezTo>
                <a:lnTo>
                  <a:pt x="114224" y="64900"/>
                </a:lnTo>
                <a:close/>
                <a:moveTo>
                  <a:pt x="209566" y="146303"/>
                </a:moveTo>
                <a:lnTo>
                  <a:pt x="209566" y="103936"/>
                </a:lnTo>
                <a:cubicBezTo>
                  <a:pt x="206657" y="107691"/>
                  <a:pt x="203034" y="110666"/>
                  <a:pt x="198697" y="112862"/>
                </a:cubicBezTo>
                <a:cubicBezTo>
                  <a:pt x="194359" y="115057"/>
                  <a:pt x="189678" y="116154"/>
                  <a:pt x="184653" y="116154"/>
                </a:cubicBezTo>
                <a:cubicBezTo>
                  <a:pt x="175080" y="116154"/>
                  <a:pt x="167199" y="112557"/>
                  <a:pt x="161010" y="105364"/>
                </a:cubicBezTo>
                <a:cubicBezTo>
                  <a:pt x="153711" y="96954"/>
                  <a:pt x="150061" y="85555"/>
                  <a:pt x="150061" y="71168"/>
                </a:cubicBezTo>
                <a:cubicBezTo>
                  <a:pt x="150061" y="57627"/>
                  <a:pt x="153486" y="47062"/>
                  <a:pt x="160336" y="39472"/>
                </a:cubicBezTo>
                <a:cubicBezTo>
                  <a:pt x="167185" y="31882"/>
                  <a:pt x="175688" y="28086"/>
                  <a:pt x="185844" y="28086"/>
                </a:cubicBezTo>
                <a:cubicBezTo>
                  <a:pt x="191450" y="28086"/>
                  <a:pt x="196303" y="29277"/>
                  <a:pt x="200403" y="31657"/>
                </a:cubicBezTo>
                <a:cubicBezTo>
                  <a:pt x="204502" y="34037"/>
                  <a:pt x="208138" y="37634"/>
                  <a:pt x="211312" y="42447"/>
                </a:cubicBezTo>
                <a:lnTo>
                  <a:pt x="211312" y="29991"/>
                </a:lnTo>
                <a:lnTo>
                  <a:pt x="231861" y="29991"/>
                </a:lnTo>
                <a:lnTo>
                  <a:pt x="231861" y="146303"/>
                </a:lnTo>
                <a:lnTo>
                  <a:pt x="209566" y="146303"/>
                </a:lnTo>
                <a:moveTo>
                  <a:pt x="210280" y="71089"/>
                </a:moveTo>
                <a:cubicBezTo>
                  <a:pt x="210280" y="62467"/>
                  <a:pt x="208522" y="56054"/>
                  <a:pt x="205004" y="51849"/>
                </a:cubicBezTo>
                <a:cubicBezTo>
                  <a:pt x="201487" y="47644"/>
                  <a:pt x="197083" y="45541"/>
                  <a:pt x="191794" y="45541"/>
                </a:cubicBezTo>
                <a:cubicBezTo>
                  <a:pt x="186399" y="45541"/>
                  <a:pt x="181890" y="47684"/>
                  <a:pt x="178267" y="51968"/>
                </a:cubicBezTo>
                <a:cubicBezTo>
                  <a:pt x="174643" y="56252"/>
                  <a:pt x="172832" y="63049"/>
                  <a:pt x="172832" y="72358"/>
                </a:cubicBezTo>
                <a:cubicBezTo>
                  <a:pt x="172832" y="81615"/>
                  <a:pt x="174577" y="88293"/>
                  <a:pt x="178068" y="92392"/>
                </a:cubicBezTo>
                <a:cubicBezTo>
                  <a:pt x="181559" y="96491"/>
                  <a:pt x="185870" y="98541"/>
                  <a:pt x="191001" y="98541"/>
                </a:cubicBezTo>
                <a:cubicBezTo>
                  <a:pt x="196131" y="98541"/>
                  <a:pt x="200627" y="96240"/>
                  <a:pt x="204489" y="91638"/>
                </a:cubicBezTo>
                <a:cubicBezTo>
                  <a:pt x="208350" y="87036"/>
                  <a:pt x="210280" y="80187"/>
                  <a:pt x="210280" y="71089"/>
                </a:cubicBezTo>
                <a:close/>
                <a:moveTo>
                  <a:pt x="309081" y="114250"/>
                </a:moveTo>
                <a:lnTo>
                  <a:pt x="309081" y="101635"/>
                </a:lnTo>
                <a:cubicBezTo>
                  <a:pt x="306013" y="106131"/>
                  <a:pt x="301980" y="109675"/>
                  <a:pt x="296982" y="112266"/>
                </a:cubicBezTo>
                <a:cubicBezTo>
                  <a:pt x="291983" y="114858"/>
                  <a:pt x="286707" y="116154"/>
                  <a:pt x="281153" y="116154"/>
                </a:cubicBezTo>
                <a:cubicBezTo>
                  <a:pt x="275494" y="116154"/>
                  <a:pt x="270416" y="114911"/>
                  <a:pt x="265920" y="112425"/>
                </a:cubicBezTo>
                <a:cubicBezTo>
                  <a:pt x="261424" y="109939"/>
                  <a:pt x="258171" y="106448"/>
                  <a:pt x="256161" y="101952"/>
                </a:cubicBezTo>
                <a:cubicBezTo>
                  <a:pt x="254151" y="97456"/>
                  <a:pt x="253146" y="91241"/>
                  <a:pt x="253146" y="83307"/>
                </a:cubicBezTo>
                <a:lnTo>
                  <a:pt x="253146" y="29991"/>
                </a:lnTo>
                <a:lnTo>
                  <a:pt x="275441" y="29991"/>
                </a:lnTo>
                <a:lnTo>
                  <a:pt x="275441" y="68619"/>
                </a:lnTo>
                <a:cubicBezTo>
                  <a:pt x="275441" y="80441"/>
                  <a:pt x="275851" y="87684"/>
                  <a:pt x="276671" y="90349"/>
                </a:cubicBezTo>
                <a:cubicBezTo>
                  <a:pt x="277490" y="93013"/>
                  <a:pt x="278985" y="95124"/>
                  <a:pt x="281153" y="96681"/>
                </a:cubicBezTo>
                <a:cubicBezTo>
                  <a:pt x="283322" y="98238"/>
                  <a:pt x="286072" y="99017"/>
                  <a:pt x="289405" y="99017"/>
                </a:cubicBezTo>
                <a:cubicBezTo>
                  <a:pt x="293213" y="99017"/>
                  <a:pt x="296625" y="97975"/>
                  <a:pt x="299640" y="95890"/>
                </a:cubicBezTo>
                <a:cubicBezTo>
                  <a:pt x="302655" y="93806"/>
                  <a:pt x="304717" y="91220"/>
                  <a:pt x="305828" y="88132"/>
                </a:cubicBezTo>
                <a:cubicBezTo>
                  <a:pt x="306939" y="85045"/>
                  <a:pt x="307494" y="77485"/>
                  <a:pt x="307494" y="65453"/>
                </a:cubicBezTo>
                <a:lnTo>
                  <a:pt x="307494" y="29991"/>
                </a:lnTo>
                <a:lnTo>
                  <a:pt x="329789" y="29991"/>
                </a:lnTo>
                <a:lnTo>
                  <a:pt x="329789" y="114250"/>
                </a:lnTo>
                <a:lnTo>
                  <a:pt x="309081" y="114250"/>
                </a:lnTo>
                <a:close/>
                <a:moveTo>
                  <a:pt x="401535" y="87433"/>
                </a:moveTo>
                <a:lnTo>
                  <a:pt x="423750" y="91241"/>
                </a:lnTo>
                <a:cubicBezTo>
                  <a:pt x="420894" y="99360"/>
                  <a:pt x="416385" y="105542"/>
                  <a:pt x="410223" y="109787"/>
                </a:cubicBezTo>
                <a:cubicBezTo>
                  <a:pt x="404061" y="114032"/>
                  <a:pt x="396351" y="116154"/>
                  <a:pt x="387095" y="116154"/>
                </a:cubicBezTo>
                <a:cubicBezTo>
                  <a:pt x="372443" y="116154"/>
                  <a:pt x="361600" y="111367"/>
                  <a:pt x="354565" y="101794"/>
                </a:cubicBezTo>
                <a:cubicBezTo>
                  <a:pt x="349012" y="94124"/>
                  <a:pt x="346235" y="84445"/>
                  <a:pt x="346235" y="72755"/>
                </a:cubicBezTo>
                <a:cubicBezTo>
                  <a:pt x="346235" y="58791"/>
                  <a:pt x="349884" y="47855"/>
                  <a:pt x="357184" y="39948"/>
                </a:cubicBezTo>
                <a:cubicBezTo>
                  <a:pt x="364483" y="32040"/>
                  <a:pt x="373713" y="28086"/>
                  <a:pt x="384873" y="28086"/>
                </a:cubicBezTo>
                <a:cubicBezTo>
                  <a:pt x="397409" y="28086"/>
                  <a:pt x="407300" y="32225"/>
                  <a:pt x="414547" y="40503"/>
                </a:cubicBezTo>
                <a:cubicBezTo>
                  <a:pt x="421793" y="48781"/>
                  <a:pt x="425258" y="61462"/>
                  <a:pt x="424940" y="78547"/>
                </a:cubicBezTo>
                <a:lnTo>
                  <a:pt x="369085" y="78547"/>
                </a:lnTo>
                <a:cubicBezTo>
                  <a:pt x="369243" y="85159"/>
                  <a:pt x="371042" y="90302"/>
                  <a:pt x="374480" y="93979"/>
                </a:cubicBezTo>
                <a:cubicBezTo>
                  <a:pt x="377918" y="97655"/>
                  <a:pt x="382202" y="99493"/>
                  <a:pt x="387333" y="99493"/>
                </a:cubicBezTo>
                <a:cubicBezTo>
                  <a:pt x="390824" y="99493"/>
                  <a:pt x="393760" y="98541"/>
                  <a:pt x="396140" y="96636"/>
                </a:cubicBezTo>
                <a:cubicBezTo>
                  <a:pt x="398520" y="94732"/>
                  <a:pt x="400318" y="91664"/>
                  <a:pt x="401535" y="87433"/>
                </a:cubicBezTo>
                <a:moveTo>
                  <a:pt x="402804" y="64900"/>
                </a:moveTo>
                <a:cubicBezTo>
                  <a:pt x="402646" y="58474"/>
                  <a:pt x="400980" y="53588"/>
                  <a:pt x="397806" y="50242"/>
                </a:cubicBezTo>
                <a:cubicBezTo>
                  <a:pt x="394632" y="46897"/>
                  <a:pt x="390771" y="45224"/>
                  <a:pt x="386222" y="45224"/>
                </a:cubicBezTo>
                <a:cubicBezTo>
                  <a:pt x="381356" y="45224"/>
                  <a:pt x="377336" y="46988"/>
                  <a:pt x="374162" y="50517"/>
                </a:cubicBezTo>
                <a:cubicBezTo>
                  <a:pt x="370989" y="54048"/>
                  <a:pt x="369429" y="58842"/>
                  <a:pt x="369481" y="64900"/>
                </a:cubicBezTo>
                <a:lnTo>
                  <a:pt x="402804" y="64900"/>
                </a:lnTo>
                <a:close/>
                <a:moveTo>
                  <a:pt x="435230" y="90289"/>
                </a:moveTo>
                <a:lnTo>
                  <a:pt x="457604" y="86798"/>
                </a:lnTo>
                <a:cubicBezTo>
                  <a:pt x="458556" y="91109"/>
                  <a:pt x="460487" y="94382"/>
                  <a:pt x="463396" y="96617"/>
                </a:cubicBezTo>
                <a:cubicBezTo>
                  <a:pt x="466305" y="98851"/>
                  <a:pt x="470378" y="99969"/>
                  <a:pt x="475614" y="99969"/>
                </a:cubicBezTo>
                <a:cubicBezTo>
                  <a:pt x="481379" y="99969"/>
                  <a:pt x="485717" y="98913"/>
                  <a:pt x="488626" y="96800"/>
                </a:cubicBezTo>
                <a:cubicBezTo>
                  <a:pt x="490583" y="95321"/>
                  <a:pt x="491561" y="93340"/>
                  <a:pt x="491561" y="90857"/>
                </a:cubicBezTo>
                <a:cubicBezTo>
                  <a:pt x="491561" y="89166"/>
                  <a:pt x="491033" y="87766"/>
                  <a:pt x="489975" y="86657"/>
                </a:cubicBezTo>
                <a:cubicBezTo>
                  <a:pt x="488864" y="85601"/>
                  <a:pt x="486378" y="84624"/>
                  <a:pt x="482517" y="83726"/>
                </a:cubicBezTo>
                <a:cubicBezTo>
                  <a:pt x="464533" y="79766"/>
                  <a:pt x="453134" y="76148"/>
                  <a:pt x="448321" y="72872"/>
                </a:cubicBezTo>
                <a:cubicBezTo>
                  <a:pt x="441656" y="68326"/>
                  <a:pt x="438324" y="62011"/>
                  <a:pt x="438324" y="53927"/>
                </a:cubicBezTo>
                <a:cubicBezTo>
                  <a:pt x="438324" y="46634"/>
                  <a:pt x="441207" y="40504"/>
                  <a:pt x="446972" y="35537"/>
                </a:cubicBezTo>
                <a:cubicBezTo>
                  <a:pt x="452738" y="30570"/>
                  <a:pt x="461677" y="28086"/>
                  <a:pt x="473789" y="28086"/>
                </a:cubicBezTo>
                <a:cubicBezTo>
                  <a:pt x="485320" y="28086"/>
                  <a:pt x="493889" y="29958"/>
                  <a:pt x="499495" y="33700"/>
                </a:cubicBezTo>
                <a:cubicBezTo>
                  <a:pt x="505102" y="37442"/>
                  <a:pt x="508963" y="42976"/>
                  <a:pt x="511079" y="50302"/>
                </a:cubicBezTo>
                <a:lnTo>
                  <a:pt x="490054" y="54269"/>
                </a:lnTo>
                <a:cubicBezTo>
                  <a:pt x="489155" y="50989"/>
                  <a:pt x="487449" y="48477"/>
                  <a:pt x="484937" y="46731"/>
                </a:cubicBezTo>
                <a:cubicBezTo>
                  <a:pt x="482424" y="44986"/>
                  <a:pt x="478841" y="44113"/>
                  <a:pt x="474186" y="44113"/>
                </a:cubicBezTo>
                <a:cubicBezTo>
                  <a:pt x="468315" y="44113"/>
                  <a:pt x="464110" y="44932"/>
                  <a:pt x="461571" y="46570"/>
                </a:cubicBezTo>
                <a:cubicBezTo>
                  <a:pt x="459878" y="47731"/>
                  <a:pt x="459032" y="49236"/>
                  <a:pt x="459032" y="51085"/>
                </a:cubicBezTo>
                <a:cubicBezTo>
                  <a:pt x="459032" y="52669"/>
                  <a:pt x="459772" y="54015"/>
                  <a:pt x="461253" y="55124"/>
                </a:cubicBezTo>
                <a:cubicBezTo>
                  <a:pt x="463263" y="56604"/>
                  <a:pt x="470206" y="58690"/>
                  <a:pt x="482080" y="61385"/>
                </a:cubicBezTo>
                <a:cubicBezTo>
                  <a:pt x="493955" y="64079"/>
                  <a:pt x="502246" y="67384"/>
                  <a:pt x="506953" y="71300"/>
                </a:cubicBezTo>
                <a:cubicBezTo>
                  <a:pt x="511608" y="75270"/>
                  <a:pt x="513935" y="80801"/>
                  <a:pt x="513935" y="87892"/>
                </a:cubicBezTo>
                <a:cubicBezTo>
                  <a:pt x="513935" y="95619"/>
                  <a:pt x="510709" y="102261"/>
                  <a:pt x="504256" y="107818"/>
                </a:cubicBezTo>
                <a:cubicBezTo>
                  <a:pt x="497803" y="113376"/>
                  <a:pt x="488256" y="116154"/>
                  <a:pt x="475614" y="116154"/>
                </a:cubicBezTo>
                <a:cubicBezTo>
                  <a:pt x="464136" y="116154"/>
                  <a:pt x="455052" y="113834"/>
                  <a:pt x="448361" y="109195"/>
                </a:cubicBezTo>
                <a:cubicBezTo>
                  <a:pt x="441670" y="104553"/>
                  <a:pt x="437293" y="98251"/>
                  <a:pt x="435230" y="90289"/>
                </a:cubicBezTo>
                <a:close/>
                <a:moveTo>
                  <a:pt x="572067" y="29991"/>
                </a:moveTo>
                <a:lnTo>
                  <a:pt x="572067" y="47763"/>
                </a:lnTo>
                <a:lnTo>
                  <a:pt x="556834" y="47763"/>
                </a:lnTo>
                <a:lnTo>
                  <a:pt x="556834" y="81666"/>
                </a:lnTo>
                <a:cubicBezTo>
                  <a:pt x="556834" y="88532"/>
                  <a:pt x="556979" y="92533"/>
                  <a:pt x="557270" y="93669"/>
                </a:cubicBezTo>
                <a:cubicBezTo>
                  <a:pt x="557561" y="94803"/>
                  <a:pt x="558222" y="95740"/>
                  <a:pt x="559254" y="96480"/>
                </a:cubicBezTo>
                <a:cubicBezTo>
                  <a:pt x="560285" y="97219"/>
                  <a:pt x="561541" y="97589"/>
                  <a:pt x="563022" y="97589"/>
                </a:cubicBezTo>
                <a:cubicBezTo>
                  <a:pt x="565085" y="97589"/>
                  <a:pt x="568074" y="96874"/>
                  <a:pt x="571988" y="95446"/>
                </a:cubicBezTo>
                <a:lnTo>
                  <a:pt x="573892" y="112807"/>
                </a:lnTo>
                <a:cubicBezTo>
                  <a:pt x="568708" y="115038"/>
                  <a:pt x="562837" y="116154"/>
                  <a:pt x="556278" y="116154"/>
                </a:cubicBezTo>
                <a:cubicBezTo>
                  <a:pt x="552258" y="116154"/>
                  <a:pt x="548635" y="115480"/>
                  <a:pt x="545409" y="114131"/>
                </a:cubicBezTo>
                <a:cubicBezTo>
                  <a:pt x="542182" y="112782"/>
                  <a:pt x="539815" y="111037"/>
                  <a:pt x="538308" y="108895"/>
                </a:cubicBezTo>
                <a:cubicBezTo>
                  <a:pt x="536800" y="106752"/>
                  <a:pt x="535756" y="103856"/>
                  <a:pt x="535174" y="100207"/>
                </a:cubicBezTo>
                <a:cubicBezTo>
                  <a:pt x="534698" y="97615"/>
                  <a:pt x="534460" y="92379"/>
                  <a:pt x="534460" y="84497"/>
                </a:cubicBezTo>
                <a:lnTo>
                  <a:pt x="534460" y="47763"/>
                </a:lnTo>
                <a:lnTo>
                  <a:pt x="524225" y="47763"/>
                </a:lnTo>
                <a:lnTo>
                  <a:pt x="524225" y="29991"/>
                </a:lnTo>
                <a:lnTo>
                  <a:pt x="534460" y="29991"/>
                </a:lnTo>
                <a:lnTo>
                  <a:pt x="534460" y="13170"/>
                </a:lnTo>
                <a:lnTo>
                  <a:pt x="556834" y="0"/>
                </a:lnTo>
                <a:lnTo>
                  <a:pt x="556834" y="29991"/>
                </a:lnTo>
                <a:lnTo>
                  <a:pt x="572067" y="29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or">
            <a:extLst xmlns:a="http://schemas.openxmlformats.org/drawingml/2006/main">
              <a:ext uri="{FF2B5EF4-FFF2-40B4-BE49-F238E27FC236}">
                <a16:creationId xmlns:a16="http://schemas.microsoft.com/office/drawing/2014/main" id="{4AAC4741-5265-42C9-B2ED-17A4200B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546" y="977281"/>
            <a:ext cx="138600" cy="73654"/>
          </a:xfrm>
          <a:custGeom xmlns:a="http://schemas.openxmlformats.org/drawingml/2006/main">
            <a:pathLst>
              <a:path w="138600" h="73654">
                <a:moveTo>
                  <a:pt x="0" y="42788"/>
                </a:moveTo>
                <a:cubicBezTo>
                  <a:pt x="0" y="29762"/>
                  <a:pt x="3669" y="19374"/>
                  <a:pt x="11008" y="11624"/>
                </a:cubicBezTo>
                <a:cubicBezTo>
                  <a:pt x="18347" y="3875"/>
                  <a:pt x="27989" y="0"/>
                  <a:pt x="39935" y="0"/>
                </a:cubicBezTo>
                <a:cubicBezTo>
                  <a:pt x="50293" y="0"/>
                  <a:pt x="58381" y="2860"/>
                  <a:pt x="64200" y="8579"/>
                </a:cubicBezTo>
                <a:cubicBezTo>
                  <a:pt x="70018" y="14296"/>
                  <a:pt x="72927" y="21991"/>
                  <a:pt x="72927" y="31662"/>
                </a:cubicBezTo>
                <a:cubicBezTo>
                  <a:pt x="72927" y="43053"/>
                  <a:pt x="69291" y="52900"/>
                  <a:pt x="62018" y="61202"/>
                </a:cubicBezTo>
                <a:cubicBezTo>
                  <a:pt x="54745" y="69503"/>
                  <a:pt x="45004" y="73654"/>
                  <a:pt x="32794" y="73654"/>
                </a:cubicBezTo>
                <a:cubicBezTo>
                  <a:pt x="26182" y="73654"/>
                  <a:pt x="20320" y="72330"/>
                  <a:pt x="15207" y="69681"/>
                </a:cubicBezTo>
                <a:cubicBezTo>
                  <a:pt x="10094" y="67031"/>
                  <a:pt x="6281" y="63277"/>
                  <a:pt x="3769" y="58420"/>
                </a:cubicBezTo>
                <a:cubicBezTo>
                  <a:pt x="1256" y="53562"/>
                  <a:pt x="0" y="48351"/>
                  <a:pt x="0" y="42788"/>
                </a:cubicBezTo>
                <a:moveTo>
                  <a:pt x="54084" y="29201"/>
                </a:moveTo>
                <a:cubicBezTo>
                  <a:pt x="54084" y="24693"/>
                  <a:pt x="52772" y="21079"/>
                  <a:pt x="50150" y="18360"/>
                </a:cubicBezTo>
                <a:cubicBezTo>
                  <a:pt x="47527" y="15641"/>
                  <a:pt x="44144" y="14281"/>
                  <a:pt x="40001" y="14281"/>
                </a:cubicBezTo>
                <a:cubicBezTo>
                  <a:pt x="35901" y="14281"/>
                  <a:pt x="32265" y="15553"/>
                  <a:pt x="29091" y="18095"/>
                </a:cubicBezTo>
                <a:cubicBezTo>
                  <a:pt x="25918" y="20637"/>
                  <a:pt x="23449" y="24328"/>
                  <a:pt x="21686" y="29170"/>
                </a:cubicBezTo>
                <a:cubicBezTo>
                  <a:pt x="19923" y="34010"/>
                  <a:pt x="19042" y="38464"/>
                  <a:pt x="19042" y="42530"/>
                </a:cubicBezTo>
                <a:cubicBezTo>
                  <a:pt x="19042" y="47570"/>
                  <a:pt x="20408" y="51571"/>
                  <a:pt x="23141" y="54534"/>
                </a:cubicBezTo>
                <a:cubicBezTo>
                  <a:pt x="25874" y="57496"/>
                  <a:pt x="29312" y="58976"/>
                  <a:pt x="33455" y="58976"/>
                </a:cubicBezTo>
                <a:cubicBezTo>
                  <a:pt x="38656" y="58976"/>
                  <a:pt x="43020" y="56743"/>
                  <a:pt x="46546" y="52278"/>
                </a:cubicBezTo>
                <a:cubicBezTo>
                  <a:pt x="51571" y="45957"/>
                  <a:pt x="54084" y="38264"/>
                  <a:pt x="54084" y="29201"/>
                </a:cubicBezTo>
                <a:close/>
                <a:moveTo>
                  <a:pt x="93442" y="1719"/>
                </a:moveTo>
                <a:lnTo>
                  <a:pt x="111161" y="1719"/>
                </a:lnTo>
                <a:lnTo>
                  <a:pt x="108318" y="15310"/>
                </a:lnTo>
                <a:cubicBezTo>
                  <a:pt x="114930" y="5103"/>
                  <a:pt x="122092" y="0"/>
                  <a:pt x="129806" y="0"/>
                </a:cubicBezTo>
                <a:cubicBezTo>
                  <a:pt x="132539" y="0"/>
                  <a:pt x="135470" y="683"/>
                  <a:pt x="138600" y="2050"/>
                </a:cubicBezTo>
                <a:lnTo>
                  <a:pt x="131327" y="17587"/>
                </a:lnTo>
                <a:cubicBezTo>
                  <a:pt x="129608" y="16970"/>
                  <a:pt x="127778" y="16661"/>
                  <a:pt x="125839" y="16661"/>
                </a:cubicBezTo>
                <a:cubicBezTo>
                  <a:pt x="122577" y="16661"/>
                  <a:pt x="119260" y="17898"/>
                  <a:pt x="115888" y="20372"/>
                </a:cubicBezTo>
                <a:cubicBezTo>
                  <a:pt x="112516" y="22845"/>
                  <a:pt x="109883" y="26146"/>
                  <a:pt x="107987" y="30275"/>
                </a:cubicBezTo>
                <a:cubicBezTo>
                  <a:pt x="106092" y="34404"/>
                  <a:pt x="104219" y="40950"/>
                  <a:pt x="102367" y="49916"/>
                </a:cubicBezTo>
                <a:lnTo>
                  <a:pt x="97739" y="71935"/>
                </a:lnTo>
                <a:lnTo>
                  <a:pt x="78764" y="71935"/>
                </a:lnTo>
                <a:lnTo>
                  <a:pt x="93442" y="17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igin">
            <a:extLst xmlns:a="http://schemas.openxmlformats.org/drawingml/2006/main">
              <a:ext uri="{FF2B5EF4-FFF2-40B4-BE49-F238E27FC236}">
                <a16:creationId xmlns:a16="http://schemas.microsoft.com/office/drawing/2014/main" id="{79CBF892-FA16-4C42-9226-5F54AEE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041" y="952289"/>
            <a:ext cx="232260" cy="125490"/>
          </a:xfrm>
          <a:custGeom xmlns:a="http://schemas.openxmlformats.org/drawingml/2006/main">
            <a:pathLst>
              <a:path w="232260" h="125490">
                <a:moveTo>
                  <a:pt x="20232" y="0"/>
                </a:moveTo>
                <a:lnTo>
                  <a:pt x="39207" y="0"/>
                </a:lnTo>
                <a:lnTo>
                  <a:pt x="35637" y="17190"/>
                </a:lnTo>
                <a:lnTo>
                  <a:pt x="16661" y="17190"/>
                </a:lnTo>
                <a:lnTo>
                  <a:pt x="20232" y="0"/>
                </a:lnTo>
                <a:moveTo>
                  <a:pt x="14678" y="26711"/>
                </a:moveTo>
                <a:lnTo>
                  <a:pt x="33654" y="26711"/>
                </a:lnTo>
                <a:lnTo>
                  <a:pt x="18976" y="96927"/>
                </a:lnTo>
                <a:lnTo>
                  <a:pt x="0" y="96927"/>
                </a:lnTo>
                <a:lnTo>
                  <a:pt x="14678" y="26711"/>
                </a:lnTo>
                <a:close/>
                <a:moveTo>
                  <a:pt x="36516" y="100630"/>
                </a:moveTo>
                <a:lnTo>
                  <a:pt x="56550" y="103539"/>
                </a:lnTo>
                <a:cubicBezTo>
                  <a:pt x="56550" y="105567"/>
                  <a:pt x="56880" y="107098"/>
                  <a:pt x="57542" y="108134"/>
                </a:cubicBezTo>
                <a:cubicBezTo>
                  <a:pt x="58203" y="109170"/>
                  <a:pt x="59272" y="110052"/>
                  <a:pt x="60748" y="110779"/>
                </a:cubicBezTo>
                <a:cubicBezTo>
                  <a:pt x="62225" y="111506"/>
                  <a:pt x="64241" y="111870"/>
                  <a:pt x="66798" y="111870"/>
                </a:cubicBezTo>
                <a:cubicBezTo>
                  <a:pt x="70809" y="111870"/>
                  <a:pt x="74027" y="111076"/>
                  <a:pt x="76451" y="109488"/>
                </a:cubicBezTo>
                <a:cubicBezTo>
                  <a:pt x="78258" y="108252"/>
                  <a:pt x="79735" y="106266"/>
                  <a:pt x="80881" y="103529"/>
                </a:cubicBezTo>
                <a:cubicBezTo>
                  <a:pt x="81586" y="101808"/>
                  <a:pt x="82490" y="98058"/>
                  <a:pt x="83592" y="92276"/>
                </a:cubicBezTo>
                <a:lnTo>
                  <a:pt x="84253" y="88993"/>
                </a:lnTo>
                <a:cubicBezTo>
                  <a:pt x="77685" y="94459"/>
                  <a:pt x="70897" y="97192"/>
                  <a:pt x="63889" y="97192"/>
                </a:cubicBezTo>
                <a:cubicBezTo>
                  <a:pt x="57013" y="97192"/>
                  <a:pt x="51371" y="94765"/>
                  <a:pt x="46963" y="89913"/>
                </a:cubicBezTo>
                <a:cubicBezTo>
                  <a:pt x="42555" y="85060"/>
                  <a:pt x="40351" y="77957"/>
                  <a:pt x="40351" y="68602"/>
                </a:cubicBezTo>
                <a:cubicBezTo>
                  <a:pt x="40351" y="60353"/>
                  <a:pt x="41850" y="52787"/>
                  <a:pt x="44847" y="45906"/>
                </a:cubicBezTo>
                <a:cubicBezTo>
                  <a:pt x="47844" y="39023"/>
                  <a:pt x="52054" y="33817"/>
                  <a:pt x="57475" y="30288"/>
                </a:cubicBezTo>
                <a:cubicBezTo>
                  <a:pt x="62897" y="26757"/>
                  <a:pt x="68429" y="24992"/>
                  <a:pt x="74071" y="24992"/>
                </a:cubicBezTo>
                <a:cubicBezTo>
                  <a:pt x="78743" y="24992"/>
                  <a:pt x="83019" y="26231"/>
                  <a:pt x="86897" y="28707"/>
                </a:cubicBezTo>
                <a:cubicBezTo>
                  <a:pt x="90776" y="31184"/>
                  <a:pt x="93796" y="34656"/>
                  <a:pt x="95955" y="39123"/>
                </a:cubicBezTo>
                <a:lnTo>
                  <a:pt x="98600" y="26711"/>
                </a:lnTo>
                <a:lnTo>
                  <a:pt x="116386" y="26711"/>
                </a:lnTo>
                <a:lnTo>
                  <a:pt x="104220" y="85165"/>
                </a:lnTo>
                <a:cubicBezTo>
                  <a:pt x="102237" y="94582"/>
                  <a:pt x="100562" y="101303"/>
                  <a:pt x="99195" y="105326"/>
                </a:cubicBezTo>
                <a:cubicBezTo>
                  <a:pt x="97829" y="109351"/>
                  <a:pt x="96264" y="112557"/>
                  <a:pt x="94501" y="114944"/>
                </a:cubicBezTo>
                <a:cubicBezTo>
                  <a:pt x="92738" y="117331"/>
                  <a:pt x="90512" y="119332"/>
                  <a:pt x="87823" y="120946"/>
                </a:cubicBezTo>
                <a:cubicBezTo>
                  <a:pt x="85134" y="122561"/>
                  <a:pt x="81961" y="123721"/>
                  <a:pt x="78302" y="124428"/>
                </a:cubicBezTo>
                <a:cubicBezTo>
                  <a:pt x="74644" y="125136"/>
                  <a:pt x="70677" y="125490"/>
                  <a:pt x="66401" y="125490"/>
                </a:cubicBezTo>
                <a:cubicBezTo>
                  <a:pt x="56484" y="125490"/>
                  <a:pt x="48990" y="123788"/>
                  <a:pt x="43921" y="120384"/>
                </a:cubicBezTo>
                <a:cubicBezTo>
                  <a:pt x="38852" y="116982"/>
                  <a:pt x="36318" y="111326"/>
                  <a:pt x="36318" y="103415"/>
                </a:cubicBezTo>
                <a:cubicBezTo>
                  <a:pt x="36318" y="102575"/>
                  <a:pt x="36384" y="101646"/>
                  <a:pt x="36516" y="100630"/>
                </a:cubicBezTo>
                <a:moveTo>
                  <a:pt x="58864" y="66671"/>
                </a:moveTo>
                <a:cubicBezTo>
                  <a:pt x="58864" y="71996"/>
                  <a:pt x="60065" y="76056"/>
                  <a:pt x="62467" y="78851"/>
                </a:cubicBezTo>
                <a:cubicBezTo>
                  <a:pt x="64869" y="81645"/>
                  <a:pt x="67878" y="83043"/>
                  <a:pt x="71492" y="83043"/>
                </a:cubicBezTo>
                <a:cubicBezTo>
                  <a:pt x="74798" y="83043"/>
                  <a:pt x="78005" y="81789"/>
                  <a:pt x="81112" y="79280"/>
                </a:cubicBezTo>
                <a:cubicBezTo>
                  <a:pt x="84220" y="76771"/>
                  <a:pt x="86600" y="73205"/>
                  <a:pt x="88253" y="68584"/>
                </a:cubicBezTo>
                <a:cubicBezTo>
                  <a:pt x="89906" y="63963"/>
                  <a:pt x="90732" y="59496"/>
                  <a:pt x="90732" y="55183"/>
                </a:cubicBezTo>
                <a:cubicBezTo>
                  <a:pt x="90732" y="50209"/>
                  <a:pt x="89388" y="46204"/>
                  <a:pt x="86699" y="43168"/>
                </a:cubicBezTo>
                <a:cubicBezTo>
                  <a:pt x="84010" y="40131"/>
                  <a:pt x="80903" y="38612"/>
                  <a:pt x="77377" y="38612"/>
                </a:cubicBezTo>
                <a:cubicBezTo>
                  <a:pt x="73983" y="38612"/>
                  <a:pt x="70864" y="39955"/>
                  <a:pt x="68021" y="42639"/>
                </a:cubicBezTo>
                <a:cubicBezTo>
                  <a:pt x="65178" y="45324"/>
                  <a:pt x="62831" y="49461"/>
                  <a:pt x="60980" y="55051"/>
                </a:cubicBezTo>
                <a:cubicBezTo>
                  <a:pt x="59569" y="59365"/>
                  <a:pt x="58864" y="63238"/>
                  <a:pt x="58864" y="66671"/>
                </a:cubicBezTo>
                <a:close/>
                <a:moveTo>
                  <a:pt x="140338" y="0"/>
                </a:moveTo>
                <a:lnTo>
                  <a:pt x="159314" y="0"/>
                </a:lnTo>
                <a:lnTo>
                  <a:pt x="155743" y="17190"/>
                </a:lnTo>
                <a:lnTo>
                  <a:pt x="136768" y="17190"/>
                </a:lnTo>
                <a:lnTo>
                  <a:pt x="140338" y="0"/>
                </a:lnTo>
                <a:moveTo>
                  <a:pt x="134784" y="26711"/>
                </a:moveTo>
                <a:lnTo>
                  <a:pt x="153760" y="26711"/>
                </a:lnTo>
                <a:lnTo>
                  <a:pt x="139082" y="96927"/>
                </a:lnTo>
                <a:lnTo>
                  <a:pt x="120106" y="96927"/>
                </a:lnTo>
                <a:lnTo>
                  <a:pt x="134784" y="26711"/>
                </a:lnTo>
                <a:close/>
                <a:moveTo>
                  <a:pt x="172557" y="26711"/>
                </a:moveTo>
                <a:lnTo>
                  <a:pt x="190540" y="26711"/>
                </a:lnTo>
                <a:lnTo>
                  <a:pt x="188689" y="35850"/>
                </a:lnTo>
                <a:cubicBezTo>
                  <a:pt x="193185" y="31942"/>
                  <a:pt x="197384" y="29155"/>
                  <a:pt x="201284" y="27490"/>
                </a:cubicBezTo>
                <a:cubicBezTo>
                  <a:pt x="205185" y="25825"/>
                  <a:pt x="209296" y="24992"/>
                  <a:pt x="213615" y="24992"/>
                </a:cubicBezTo>
                <a:cubicBezTo>
                  <a:pt x="219389" y="24992"/>
                  <a:pt x="223941" y="26651"/>
                  <a:pt x="227268" y="29967"/>
                </a:cubicBezTo>
                <a:cubicBezTo>
                  <a:pt x="230596" y="33284"/>
                  <a:pt x="232260" y="37685"/>
                  <a:pt x="232260" y="43170"/>
                </a:cubicBezTo>
                <a:cubicBezTo>
                  <a:pt x="232260" y="45636"/>
                  <a:pt x="231533" y="50309"/>
                  <a:pt x="230078" y="57191"/>
                </a:cubicBezTo>
                <a:lnTo>
                  <a:pt x="221814" y="96927"/>
                </a:lnTo>
                <a:lnTo>
                  <a:pt x="202838" y="96927"/>
                </a:lnTo>
                <a:lnTo>
                  <a:pt x="211169" y="57055"/>
                </a:lnTo>
                <a:cubicBezTo>
                  <a:pt x="212403" y="51097"/>
                  <a:pt x="213020" y="47546"/>
                  <a:pt x="213020" y="46402"/>
                </a:cubicBezTo>
                <a:cubicBezTo>
                  <a:pt x="213020" y="43982"/>
                  <a:pt x="212304" y="42079"/>
                  <a:pt x="210871" y="40693"/>
                </a:cubicBezTo>
                <a:cubicBezTo>
                  <a:pt x="209439" y="39306"/>
                  <a:pt x="207444" y="38612"/>
                  <a:pt x="204888" y="38612"/>
                </a:cubicBezTo>
                <a:cubicBezTo>
                  <a:pt x="202111" y="38612"/>
                  <a:pt x="199025" y="39780"/>
                  <a:pt x="195631" y="42116"/>
                </a:cubicBezTo>
                <a:cubicBezTo>
                  <a:pt x="192237" y="44453"/>
                  <a:pt x="189571" y="47538"/>
                  <a:pt x="187631" y="51373"/>
                </a:cubicBezTo>
                <a:cubicBezTo>
                  <a:pt x="186221" y="54107"/>
                  <a:pt x="184634" y="59684"/>
                  <a:pt x="182871" y="68102"/>
                </a:cubicBezTo>
                <a:lnTo>
                  <a:pt x="176854" y="96927"/>
                </a:lnTo>
                <a:lnTo>
                  <a:pt x="157879" y="96927"/>
                </a:lnTo>
                <a:lnTo>
                  <a:pt x="172557" y="26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4B62C-3BA0-4C73-8C3F-D771C16C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448" y="1136046"/>
            <a:ext cx="1251532" cy="393908"/>
          </a:xfrm>
          <a:custGeom xmlns:a="http://schemas.openxmlformats.org/drawingml/2006/main">
            <a:pathLst>
              <a:path w="1251532" h="393908">
                <a:moveTo>
                  <a:pt x="0" y="0"/>
                </a:moveTo>
                <a:lnTo>
                  <a:pt x="1251532" y="0"/>
                </a:lnTo>
                <a:lnTo>
                  <a:pt x="1251532" y="393908"/>
                </a:lnTo>
                <a:lnTo>
                  <a:pt x="0" y="393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E11845D7-2E06-41CA-9B82-714DFB45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09" y="1313419"/>
            <a:ext cx="705064" cy="118217"/>
          </a:xfrm>
          <a:custGeom xmlns:a="http://schemas.openxmlformats.org/drawingml/2006/main">
            <a:pathLst>
              <a:path w="705064" h="118217">
                <a:moveTo>
                  <a:pt x="22295" y="86164"/>
                </a:moveTo>
                <a:lnTo>
                  <a:pt x="0" y="86164"/>
                </a:lnTo>
                <a:lnTo>
                  <a:pt x="0" y="1904"/>
                </a:lnTo>
                <a:lnTo>
                  <a:pt x="20708" y="1904"/>
                </a:lnTo>
                <a:lnTo>
                  <a:pt x="20708" y="13885"/>
                </a:lnTo>
                <a:cubicBezTo>
                  <a:pt x="24252" y="8225"/>
                  <a:pt x="27439" y="4496"/>
                  <a:pt x="30268" y="2698"/>
                </a:cubicBezTo>
                <a:cubicBezTo>
                  <a:pt x="33098" y="899"/>
                  <a:pt x="36311" y="0"/>
                  <a:pt x="39908" y="0"/>
                </a:cubicBezTo>
                <a:cubicBezTo>
                  <a:pt x="44986" y="0"/>
                  <a:pt x="49879" y="1402"/>
                  <a:pt x="54586" y="4205"/>
                </a:cubicBezTo>
                <a:lnTo>
                  <a:pt x="47684" y="23643"/>
                </a:lnTo>
                <a:cubicBezTo>
                  <a:pt x="43928" y="21210"/>
                  <a:pt x="40437" y="19994"/>
                  <a:pt x="37211" y="19994"/>
                </a:cubicBezTo>
                <a:cubicBezTo>
                  <a:pt x="34090" y="19994"/>
                  <a:pt x="31445" y="20853"/>
                  <a:pt x="29277" y="22572"/>
                </a:cubicBezTo>
                <a:cubicBezTo>
                  <a:pt x="27108" y="24291"/>
                  <a:pt x="25402" y="27399"/>
                  <a:pt x="24159" y="31895"/>
                </a:cubicBezTo>
                <a:cubicBezTo>
                  <a:pt x="22916" y="36391"/>
                  <a:pt x="22295" y="45806"/>
                  <a:pt x="22295" y="60140"/>
                </a:cubicBezTo>
                <a:lnTo>
                  <a:pt x="22295" y="86164"/>
                </a:lnTo>
                <a:close/>
                <a:moveTo>
                  <a:pt x="112955" y="59347"/>
                </a:moveTo>
                <a:lnTo>
                  <a:pt x="135170" y="63155"/>
                </a:lnTo>
                <a:cubicBezTo>
                  <a:pt x="132314" y="71274"/>
                  <a:pt x="127804" y="77456"/>
                  <a:pt x="121642" y="81701"/>
                </a:cubicBezTo>
                <a:cubicBezTo>
                  <a:pt x="115480" y="85945"/>
                  <a:pt x="107771" y="88068"/>
                  <a:pt x="98515" y="88068"/>
                </a:cubicBezTo>
                <a:cubicBezTo>
                  <a:pt x="83863" y="88068"/>
                  <a:pt x="73020" y="83281"/>
                  <a:pt x="65985" y="73707"/>
                </a:cubicBezTo>
                <a:cubicBezTo>
                  <a:pt x="60431" y="66038"/>
                  <a:pt x="57654" y="56358"/>
                  <a:pt x="57654" y="44669"/>
                </a:cubicBezTo>
                <a:cubicBezTo>
                  <a:pt x="57654" y="30705"/>
                  <a:pt x="61304" y="19769"/>
                  <a:pt x="68603" y="11861"/>
                </a:cubicBezTo>
                <a:cubicBezTo>
                  <a:pt x="75903" y="3954"/>
                  <a:pt x="85133" y="0"/>
                  <a:pt x="96293" y="0"/>
                </a:cubicBezTo>
                <a:cubicBezTo>
                  <a:pt x="108829" y="0"/>
                  <a:pt x="118720" y="4139"/>
                  <a:pt x="125966" y="12417"/>
                </a:cubicBezTo>
                <a:cubicBezTo>
                  <a:pt x="133213" y="20695"/>
                  <a:pt x="136677" y="33376"/>
                  <a:pt x="136360" y="50460"/>
                </a:cubicBezTo>
                <a:lnTo>
                  <a:pt x="80504" y="50460"/>
                </a:lnTo>
                <a:cubicBezTo>
                  <a:pt x="80663" y="57072"/>
                  <a:pt x="82461" y="62216"/>
                  <a:pt x="85900" y="65892"/>
                </a:cubicBezTo>
                <a:cubicBezTo>
                  <a:pt x="89338" y="69568"/>
                  <a:pt x="93622" y="71406"/>
                  <a:pt x="98753" y="71406"/>
                </a:cubicBezTo>
                <a:cubicBezTo>
                  <a:pt x="102244" y="71406"/>
                  <a:pt x="105179" y="70454"/>
                  <a:pt x="107559" y="68550"/>
                </a:cubicBezTo>
                <a:cubicBezTo>
                  <a:pt x="109940" y="66646"/>
                  <a:pt x="111738" y="63578"/>
                  <a:pt x="112955" y="59347"/>
                </a:cubicBezTo>
                <a:moveTo>
                  <a:pt x="114224" y="36814"/>
                </a:moveTo>
                <a:cubicBezTo>
                  <a:pt x="114065" y="30387"/>
                  <a:pt x="112399" y="25501"/>
                  <a:pt x="109226" y="22156"/>
                </a:cubicBezTo>
                <a:cubicBezTo>
                  <a:pt x="106052" y="18810"/>
                  <a:pt x="102191" y="17138"/>
                  <a:pt x="97642" y="17138"/>
                </a:cubicBezTo>
                <a:cubicBezTo>
                  <a:pt x="92776" y="17138"/>
                  <a:pt x="88756" y="18902"/>
                  <a:pt x="85582" y="22431"/>
                </a:cubicBezTo>
                <a:cubicBezTo>
                  <a:pt x="82409" y="25962"/>
                  <a:pt x="80848" y="30756"/>
                  <a:pt x="80901" y="36814"/>
                </a:cubicBezTo>
                <a:lnTo>
                  <a:pt x="114224" y="36814"/>
                </a:lnTo>
                <a:close/>
                <a:moveTo>
                  <a:pt x="146649" y="62203"/>
                </a:moveTo>
                <a:lnTo>
                  <a:pt x="169023" y="58712"/>
                </a:lnTo>
                <a:cubicBezTo>
                  <a:pt x="169975" y="63023"/>
                  <a:pt x="171906" y="66295"/>
                  <a:pt x="174815" y="68530"/>
                </a:cubicBezTo>
                <a:cubicBezTo>
                  <a:pt x="177724" y="70765"/>
                  <a:pt x="181797" y="71882"/>
                  <a:pt x="187034" y="71882"/>
                </a:cubicBezTo>
                <a:cubicBezTo>
                  <a:pt x="192799" y="71882"/>
                  <a:pt x="197136" y="70826"/>
                  <a:pt x="200045" y="68714"/>
                </a:cubicBezTo>
                <a:cubicBezTo>
                  <a:pt x="202003" y="67234"/>
                  <a:pt x="202981" y="65253"/>
                  <a:pt x="202981" y="62771"/>
                </a:cubicBezTo>
                <a:cubicBezTo>
                  <a:pt x="202981" y="61080"/>
                  <a:pt x="202452" y="59680"/>
                  <a:pt x="201394" y="58570"/>
                </a:cubicBezTo>
                <a:cubicBezTo>
                  <a:pt x="200283" y="57514"/>
                  <a:pt x="197797" y="56537"/>
                  <a:pt x="193936" y="55640"/>
                </a:cubicBezTo>
                <a:cubicBezTo>
                  <a:pt x="175952" y="51679"/>
                  <a:pt x="164554" y="48061"/>
                  <a:pt x="159741" y="44785"/>
                </a:cubicBezTo>
                <a:cubicBezTo>
                  <a:pt x="153076" y="40240"/>
                  <a:pt x="149744" y="33925"/>
                  <a:pt x="149744" y="25840"/>
                </a:cubicBezTo>
                <a:cubicBezTo>
                  <a:pt x="149744" y="18547"/>
                  <a:pt x="152626" y="12418"/>
                  <a:pt x="158392" y="7451"/>
                </a:cubicBezTo>
                <a:cubicBezTo>
                  <a:pt x="164157" y="2484"/>
                  <a:pt x="173096" y="0"/>
                  <a:pt x="185209" y="0"/>
                </a:cubicBezTo>
                <a:cubicBezTo>
                  <a:pt x="196740" y="0"/>
                  <a:pt x="205308" y="1871"/>
                  <a:pt x="210915" y="5613"/>
                </a:cubicBezTo>
                <a:cubicBezTo>
                  <a:pt x="216522" y="9356"/>
                  <a:pt x="220383" y="14890"/>
                  <a:pt x="222499" y="22215"/>
                </a:cubicBezTo>
                <a:lnTo>
                  <a:pt x="201474" y="26182"/>
                </a:lnTo>
                <a:cubicBezTo>
                  <a:pt x="200574" y="22903"/>
                  <a:pt x="198869" y="20390"/>
                  <a:pt x="196356" y="18645"/>
                </a:cubicBezTo>
                <a:cubicBezTo>
                  <a:pt x="193844" y="16899"/>
                  <a:pt x="190260" y="16027"/>
                  <a:pt x="185606" y="16027"/>
                </a:cubicBezTo>
                <a:cubicBezTo>
                  <a:pt x="179734" y="16027"/>
                  <a:pt x="175529" y="16846"/>
                  <a:pt x="172990" y="18484"/>
                </a:cubicBezTo>
                <a:cubicBezTo>
                  <a:pt x="171298" y="19644"/>
                  <a:pt x="170452" y="21149"/>
                  <a:pt x="170452" y="22999"/>
                </a:cubicBezTo>
                <a:cubicBezTo>
                  <a:pt x="170452" y="24582"/>
                  <a:pt x="171192" y="25929"/>
                  <a:pt x="172673" y="27038"/>
                </a:cubicBezTo>
                <a:cubicBezTo>
                  <a:pt x="174683" y="28517"/>
                  <a:pt x="181625" y="30604"/>
                  <a:pt x="193500" y="33298"/>
                </a:cubicBezTo>
                <a:cubicBezTo>
                  <a:pt x="205374" y="35992"/>
                  <a:pt x="213666" y="39297"/>
                  <a:pt x="218373" y="43213"/>
                </a:cubicBezTo>
                <a:cubicBezTo>
                  <a:pt x="223028" y="47184"/>
                  <a:pt x="225355" y="52714"/>
                  <a:pt x="225355" y="59805"/>
                </a:cubicBezTo>
                <a:cubicBezTo>
                  <a:pt x="225355" y="67533"/>
                  <a:pt x="222128" y="74175"/>
                  <a:pt x="215675" y="79732"/>
                </a:cubicBezTo>
                <a:cubicBezTo>
                  <a:pt x="209222" y="85289"/>
                  <a:pt x="199675" y="88068"/>
                  <a:pt x="187034" y="88068"/>
                </a:cubicBezTo>
                <a:cubicBezTo>
                  <a:pt x="175556" y="88068"/>
                  <a:pt x="166471" y="85748"/>
                  <a:pt x="159780" y="81108"/>
                </a:cubicBezTo>
                <a:cubicBezTo>
                  <a:pt x="153089" y="76467"/>
                  <a:pt x="148712" y="70165"/>
                  <a:pt x="146649" y="62203"/>
                </a:cubicBezTo>
                <a:close/>
                <a:moveTo>
                  <a:pt x="244213" y="1904"/>
                </a:moveTo>
                <a:lnTo>
                  <a:pt x="265000" y="1904"/>
                </a:lnTo>
                <a:lnTo>
                  <a:pt x="265000" y="14281"/>
                </a:lnTo>
                <a:cubicBezTo>
                  <a:pt x="267698" y="10050"/>
                  <a:pt x="271348" y="6612"/>
                  <a:pt x="275949" y="3967"/>
                </a:cubicBezTo>
                <a:cubicBezTo>
                  <a:pt x="280551" y="1322"/>
                  <a:pt x="285655" y="0"/>
                  <a:pt x="291262" y="0"/>
                </a:cubicBezTo>
                <a:cubicBezTo>
                  <a:pt x="301047" y="0"/>
                  <a:pt x="309352" y="3835"/>
                  <a:pt x="316175" y="11504"/>
                </a:cubicBezTo>
                <a:cubicBezTo>
                  <a:pt x="322998" y="19174"/>
                  <a:pt x="326410" y="29858"/>
                  <a:pt x="326410" y="43558"/>
                </a:cubicBezTo>
                <a:cubicBezTo>
                  <a:pt x="326410" y="57627"/>
                  <a:pt x="322972" y="68563"/>
                  <a:pt x="316096" y="76365"/>
                </a:cubicBezTo>
                <a:cubicBezTo>
                  <a:pt x="309219" y="84167"/>
                  <a:pt x="300889" y="88068"/>
                  <a:pt x="291103" y="88068"/>
                </a:cubicBezTo>
                <a:cubicBezTo>
                  <a:pt x="286449" y="88068"/>
                  <a:pt x="282230" y="87142"/>
                  <a:pt x="278449" y="85291"/>
                </a:cubicBezTo>
                <a:cubicBezTo>
                  <a:pt x="274667" y="83440"/>
                  <a:pt x="270686" y="80266"/>
                  <a:pt x="266508" y="75770"/>
                </a:cubicBezTo>
                <a:lnTo>
                  <a:pt x="266508" y="118217"/>
                </a:lnTo>
                <a:lnTo>
                  <a:pt x="244213" y="118217"/>
                </a:lnTo>
                <a:lnTo>
                  <a:pt x="244213" y="1904"/>
                </a:lnTo>
                <a:moveTo>
                  <a:pt x="266270" y="42569"/>
                </a:moveTo>
                <a:cubicBezTo>
                  <a:pt x="266270" y="52022"/>
                  <a:pt x="268148" y="59006"/>
                  <a:pt x="271903" y="63522"/>
                </a:cubicBezTo>
                <a:cubicBezTo>
                  <a:pt x="275658" y="68038"/>
                  <a:pt x="280234" y="70295"/>
                  <a:pt x="285629" y="70295"/>
                </a:cubicBezTo>
                <a:cubicBezTo>
                  <a:pt x="290812" y="70295"/>
                  <a:pt x="295123" y="68223"/>
                  <a:pt x="298561" y="64077"/>
                </a:cubicBezTo>
                <a:cubicBezTo>
                  <a:pt x="301999" y="59932"/>
                  <a:pt x="303718" y="53132"/>
                  <a:pt x="303718" y="43677"/>
                </a:cubicBezTo>
                <a:cubicBezTo>
                  <a:pt x="303718" y="34857"/>
                  <a:pt x="301947" y="28308"/>
                  <a:pt x="298403" y="24030"/>
                </a:cubicBezTo>
                <a:cubicBezTo>
                  <a:pt x="294859" y="19752"/>
                  <a:pt x="290469" y="17614"/>
                  <a:pt x="285232" y="17614"/>
                </a:cubicBezTo>
                <a:cubicBezTo>
                  <a:pt x="279784" y="17614"/>
                  <a:pt x="275262" y="19713"/>
                  <a:pt x="271665" y="23911"/>
                </a:cubicBezTo>
                <a:cubicBezTo>
                  <a:pt x="268068" y="28110"/>
                  <a:pt x="266270" y="34329"/>
                  <a:pt x="266270" y="42569"/>
                </a:cubicBezTo>
                <a:close/>
                <a:moveTo>
                  <a:pt x="338809" y="42844"/>
                </a:moveTo>
                <a:cubicBezTo>
                  <a:pt x="338809" y="35439"/>
                  <a:pt x="340634" y="28272"/>
                  <a:pt x="344284" y="21343"/>
                </a:cubicBezTo>
                <a:cubicBezTo>
                  <a:pt x="347933" y="14413"/>
                  <a:pt x="353104" y="9124"/>
                  <a:pt x="359795" y="5474"/>
                </a:cubicBezTo>
                <a:cubicBezTo>
                  <a:pt x="366486" y="1825"/>
                  <a:pt x="373957" y="0"/>
                  <a:pt x="382208" y="0"/>
                </a:cubicBezTo>
                <a:cubicBezTo>
                  <a:pt x="394956" y="0"/>
                  <a:pt x="405402" y="4139"/>
                  <a:pt x="413548" y="12417"/>
                </a:cubicBezTo>
                <a:cubicBezTo>
                  <a:pt x="421693" y="20695"/>
                  <a:pt x="425766" y="31154"/>
                  <a:pt x="425766" y="43796"/>
                </a:cubicBezTo>
                <a:cubicBezTo>
                  <a:pt x="425766" y="56543"/>
                  <a:pt x="421654" y="67109"/>
                  <a:pt x="413429" y="75492"/>
                </a:cubicBezTo>
                <a:cubicBezTo>
                  <a:pt x="405204" y="83876"/>
                  <a:pt x="394850" y="88068"/>
                  <a:pt x="382367" y="88068"/>
                </a:cubicBezTo>
                <a:cubicBezTo>
                  <a:pt x="374644" y="88068"/>
                  <a:pt x="367279" y="86322"/>
                  <a:pt x="360271" y="82831"/>
                </a:cubicBezTo>
                <a:cubicBezTo>
                  <a:pt x="353262" y="79340"/>
                  <a:pt x="347933" y="74223"/>
                  <a:pt x="344284" y="67479"/>
                </a:cubicBezTo>
                <a:cubicBezTo>
                  <a:pt x="340634" y="60735"/>
                  <a:pt x="338809" y="52523"/>
                  <a:pt x="338809" y="42844"/>
                </a:cubicBezTo>
                <a:moveTo>
                  <a:pt x="361659" y="44034"/>
                </a:moveTo>
                <a:cubicBezTo>
                  <a:pt x="361659" y="52365"/>
                  <a:pt x="363643" y="58745"/>
                  <a:pt x="367610" y="63175"/>
                </a:cubicBezTo>
                <a:cubicBezTo>
                  <a:pt x="371577" y="67605"/>
                  <a:pt x="376469" y="69819"/>
                  <a:pt x="382288" y="69819"/>
                </a:cubicBezTo>
                <a:cubicBezTo>
                  <a:pt x="388106" y="69819"/>
                  <a:pt x="392985" y="67605"/>
                  <a:pt x="396926" y="63175"/>
                </a:cubicBezTo>
                <a:cubicBezTo>
                  <a:pt x="400866" y="58745"/>
                  <a:pt x="402837" y="52312"/>
                  <a:pt x="402837" y="43875"/>
                </a:cubicBezTo>
                <a:cubicBezTo>
                  <a:pt x="402837" y="35650"/>
                  <a:pt x="400866" y="29323"/>
                  <a:pt x="396926" y="24893"/>
                </a:cubicBezTo>
                <a:cubicBezTo>
                  <a:pt x="392985" y="20463"/>
                  <a:pt x="388106" y="18248"/>
                  <a:pt x="382288" y="18248"/>
                </a:cubicBezTo>
                <a:cubicBezTo>
                  <a:pt x="376469" y="18248"/>
                  <a:pt x="371577" y="20463"/>
                  <a:pt x="367610" y="24893"/>
                </a:cubicBezTo>
                <a:cubicBezTo>
                  <a:pt x="363643" y="29323"/>
                  <a:pt x="361659" y="35703"/>
                  <a:pt x="361659" y="44034"/>
                </a:cubicBezTo>
                <a:close/>
                <a:moveTo>
                  <a:pt x="519727" y="86164"/>
                </a:moveTo>
                <a:lnTo>
                  <a:pt x="497433" y="86164"/>
                </a:lnTo>
                <a:lnTo>
                  <a:pt x="497433" y="43211"/>
                </a:lnTo>
                <a:cubicBezTo>
                  <a:pt x="497433" y="34123"/>
                  <a:pt x="496956" y="28245"/>
                  <a:pt x="496004" y="25577"/>
                </a:cubicBezTo>
                <a:cubicBezTo>
                  <a:pt x="495052" y="22910"/>
                  <a:pt x="493505" y="20836"/>
                  <a:pt x="491363" y="19357"/>
                </a:cubicBezTo>
                <a:cubicBezTo>
                  <a:pt x="489221" y="17877"/>
                  <a:pt x="486642" y="17138"/>
                  <a:pt x="483627" y="17138"/>
                </a:cubicBezTo>
                <a:cubicBezTo>
                  <a:pt x="479766" y="17138"/>
                  <a:pt x="476302" y="18195"/>
                  <a:pt x="473234" y="20309"/>
                </a:cubicBezTo>
                <a:cubicBezTo>
                  <a:pt x="470166" y="22421"/>
                  <a:pt x="468063" y="25221"/>
                  <a:pt x="466926" y="28709"/>
                </a:cubicBezTo>
                <a:cubicBezTo>
                  <a:pt x="465789" y="32195"/>
                  <a:pt x="465220" y="38640"/>
                  <a:pt x="465220" y="48046"/>
                </a:cubicBezTo>
                <a:lnTo>
                  <a:pt x="465220" y="86164"/>
                </a:lnTo>
                <a:lnTo>
                  <a:pt x="442926" y="86164"/>
                </a:lnTo>
                <a:lnTo>
                  <a:pt x="442926" y="1904"/>
                </a:lnTo>
                <a:lnTo>
                  <a:pt x="463634" y="1904"/>
                </a:lnTo>
                <a:lnTo>
                  <a:pt x="463634" y="14281"/>
                </a:lnTo>
                <a:cubicBezTo>
                  <a:pt x="470986" y="4760"/>
                  <a:pt x="480242" y="0"/>
                  <a:pt x="491403" y="0"/>
                </a:cubicBezTo>
                <a:cubicBezTo>
                  <a:pt x="496322" y="0"/>
                  <a:pt x="500818" y="886"/>
                  <a:pt x="504891" y="2658"/>
                </a:cubicBezTo>
                <a:cubicBezTo>
                  <a:pt x="508963" y="4430"/>
                  <a:pt x="512044" y="6691"/>
                  <a:pt x="514134" y="9441"/>
                </a:cubicBezTo>
                <a:cubicBezTo>
                  <a:pt x="516223" y="12192"/>
                  <a:pt x="517678" y="15313"/>
                  <a:pt x="518497" y="18804"/>
                </a:cubicBezTo>
                <a:cubicBezTo>
                  <a:pt x="519317" y="22295"/>
                  <a:pt x="519727" y="27293"/>
                  <a:pt x="519727" y="33799"/>
                </a:cubicBezTo>
                <a:lnTo>
                  <a:pt x="519727" y="86164"/>
                </a:lnTo>
                <a:close/>
                <a:moveTo>
                  <a:pt x="534348" y="62203"/>
                </a:moveTo>
                <a:lnTo>
                  <a:pt x="556722" y="58712"/>
                </a:lnTo>
                <a:cubicBezTo>
                  <a:pt x="557674" y="63023"/>
                  <a:pt x="559605" y="66295"/>
                  <a:pt x="562514" y="68530"/>
                </a:cubicBezTo>
                <a:cubicBezTo>
                  <a:pt x="565423" y="70765"/>
                  <a:pt x="569496" y="71882"/>
                  <a:pt x="574732" y="71882"/>
                </a:cubicBezTo>
                <a:cubicBezTo>
                  <a:pt x="580498" y="71882"/>
                  <a:pt x="584835" y="70826"/>
                  <a:pt x="587744" y="68714"/>
                </a:cubicBezTo>
                <a:cubicBezTo>
                  <a:pt x="589701" y="67234"/>
                  <a:pt x="590680" y="65253"/>
                  <a:pt x="590680" y="62771"/>
                </a:cubicBezTo>
                <a:cubicBezTo>
                  <a:pt x="590680" y="61080"/>
                  <a:pt x="590151" y="59680"/>
                  <a:pt x="589093" y="58570"/>
                </a:cubicBezTo>
                <a:cubicBezTo>
                  <a:pt x="587982" y="57514"/>
                  <a:pt x="585496" y="56537"/>
                  <a:pt x="581635" y="55640"/>
                </a:cubicBezTo>
                <a:cubicBezTo>
                  <a:pt x="563651" y="51679"/>
                  <a:pt x="552252" y="48061"/>
                  <a:pt x="547439" y="44785"/>
                </a:cubicBezTo>
                <a:cubicBezTo>
                  <a:pt x="540775" y="40240"/>
                  <a:pt x="537442" y="33925"/>
                  <a:pt x="537442" y="25840"/>
                </a:cubicBezTo>
                <a:cubicBezTo>
                  <a:pt x="537442" y="18547"/>
                  <a:pt x="540325" y="12418"/>
                  <a:pt x="546090" y="7451"/>
                </a:cubicBezTo>
                <a:cubicBezTo>
                  <a:pt x="551856" y="2484"/>
                  <a:pt x="560795" y="0"/>
                  <a:pt x="572907" y="0"/>
                </a:cubicBezTo>
                <a:cubicBezTo>
                  <a:pt x="584438" y="0"/>
                  <a:pt x="593007" y="1871"/>
                  <a:pt x="598614" y="5613"/>
                </a:cubicBezTo>
                <a:cubicBezTo>
                  <a:pt x="604220" y="9356"/>
                  <a:pt x="608082" y="14890"/>
                  <a:pt x="610197" y="22215"/>
                </a:cubicBezTo>
                <a:lnTo>
                  <a:pt x="589172" y="26182"/>
                </a:lnTo>
                <a:cubicBezTo>
                  <a:pt x="588273" y="22903"/>
                  <a:pt x="586567" y="20390"/>
                  <a:pt x="584055" y="18645"/>
                </a:cubicBezTo>
                <a:cubicBezTo>
                  <a:pt x="581542" y="16899"/>
                  <a:pt x="577959" y="16027"/>
                  <a:pt x="573304" y="16027"/>
                </a:cubicBezTo>
                <a:cubicBezTo>
                  <a:pt x="567433" y="16027"/>
                  <a:pt x="563228" y="16846"/>
                  <a:pt x="560689" y="18484"/>
                </a:cubicBezTo>
                <a:cubicBezTo>
                  <a:pt x="558996" y="19644"/>
                  <a:pt x="558150" y="21149"/>
                  <a:pt x="558150" y="22999"/>
                </a:cubicBezTo>
                <a:cubicBezTo>
                  <a:pt x="558150" y="24582"/>
                  <a:pt x="558891" y="25929"/>
                  <a:pt x="560372" y="27038"/>
                </a:cubicBezTo>
                <a:cubicBezTo>
                  <a:pt x="562382" y="28517"/>
                  <a:pt x="569324" y="30604"/>
                  <a:pt x="581198" y="33298"/>
                </a:cubicBezTo>
                <a:cubicBezTo>
                  <a:pt x="593073" y="35992"/>
                  <a:pt x="601364" y="39297"/>
                  <a:pt x="606072" y="43213"/>
                </a:cubicBezTo>
                <a:cubicBezTo>
                  <a:pt x="610726" y="47184"/>
                  <a:pt x="613054" y="52714"/>
                  <a:pt x="613054" y="59805"/>
                </a:cubicBezTo>
                <a:cubicBezTo>
                  <a:pt x="613054" y="67533"/>
                  <a:pt x="609827" y="74175"/>
                  <a:pt x="603374" y="79732"/>
                </a:cubicBezTo>
                <a:cubicBezTo>
                  <a:pt x="596921" y="85289"/>
                  <a:pt x="587374" y="88068"/>
                  <a:pt x="574732" y="88068"/>
                </a:cubicBezTo>
                <a:cubicBezTo>
                  <a:pt x="563254" y="88068"/>
                  <a:pt x="554170" y="85748"/>
                  <a:pt x="547479" y="81108"/>
                </a:cubicBezTo>
                <a:cubicBezTo>
                  <a:pt x="540788" y="76467"/>
                  <a:pt x="536411" y="70165"/>
                  <a:pt x="534348" y="62203"/>
                </a:cubicBezTo>
                <a:close/>
                <a:moveTo>
                  <a:pt x="681341" y="59347"/>
                </a:moveTo>
                <a:lnTo>
                  <a:pt x="703556" y="63155"/>
                </a:lnTo>
                <a:cubicBezTo>
                  <a:pt x="700700" y="71274"/>
                  <a:pt x="696191" y="77456"/>
                  <a:pt x="690029" y="81701"/>
                </a:cubicBezTo>
                <a:cubicBezTo>
                  <a:pt x="683866" y="85945"/>
                  <a:pt x="676157" y="88068"/>
                  <a:pt x="666901" y="88068"/>
                </a:cubicBezTo>
                <a:cubicBezTo>
                  <a:pt x="652249" y="88068"/>
                  <a:pt x="641406" y="83281"/>
                  <a:pt x="634371" y="73707"/>
                </a:cubicBezTo>
                <a:cubicBezTo>
                  <a:pt x="628818" y="66038"/>
                  <a:pt x="626041" y="56358"/>
                  <a:pt x="626041" y="44669"/>
                </a:cubicBezTo>
                <a:cubicBezTo>
                  <a:pt x="626041" y="30705"/>
                  <a:pt x="629690" y="19769"/>
                  <a:pt x="636990" y="11861"/>
                </a:cubicBezTo>
                <a:cubicBezTo>
                  <a:pt x="644289" y="3954"/>
                  <a:pt x="653519" y="0"/>
                  <a:pt x="664679" y="0"/>
                </a:cubicBezTo>
                <a:cubicBezTo>
                  <a:pt x="677215" y="0"/>
                  <a:pt x="687106" y="4139"/>
                  <a:pt x="694353" y="12417"/>
                </a:cubicBezTo>
                <a:cubicBezTo>
                  <a:pt x="701599" y="20695"/>
                  <a:pt x="705064" y="33376"/>
                  <a:pt x="704746" y="50460"/>
                </a:cubicBezTo>
                <a:lnTo>
                  <a:pt x="648891" y="50460"/>
                </a:lnTo>
                <a:cubicBezTo>
                  <a:pt x="649049" y="57072"/>
                  <a:pt x="650848" y="62216"/>
                  <a:pt x="654286" y="65892"/>
                </a:cubicBezTo>
                <a:cubicBezTo>
                  <a:pt x="657724" y="69568"/>
                  <a:pt x="662008" y="71406"/>
                  <a:pt x="667139" y="71406"/>
                </a:cubicBezTo>
                <a:cubicBezTo>
                  <a:pt x="670630" y="71406"/>
                  <a:pt x="673565" y="70454"/>
                  <a:pt x="675946" y="68550"/>
                </a:cubicBezTo>
                <a:cubicBezTo>
                  <a:pt x="678326" y="66646"/>
                  <a:pt x="680124" y="63578"/>
                  <a:pt x="681341" y="59347"/>
                </a:cubicBezTo>
                <a:moveTo>
                  <a:pt x="682610" y="36814"/>
                </a:moveTo>
                <a:cubicBezTo>
                  <a:pt x="682452" y="30387"/>
                  <a:pt x="680785" y="25501"/>
                  <a:pt x="677612" y="22156"/>
                </a:cubicBezTo>
                <a:cubicBezTo>
                  <a:pt x="674438" y="18810"/>
                  <a:pt x="670577" y="17138"/>
                  <a:pt x="666028" y="17138"/>
                </a:cubicBezTo>
                <a:cubicBezTo>
                  <a:pt x="661162" y="17138"/>
                  <a:pt x="657142" y="18902"/>
                  <a:pt x="653968" y="22431"/>
                </a:cubicBezTo>
                <a:cubicBezTo>
                  <a:pt x="650795" y="25962"/>
                  <a:pt x="649234" y="30756"/>
                  <a:pt x="649287" y="36814"/>
                </a:cubicBezTo>
                <a:lnTo>
                  <a:pt x="682610" y="368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or">
            <a:extLst xmlns:a="http://schemas.openxmlformats.org/drawingml/2006/main">
              <a:ext uri="{FF2B5EF4-FFF2-40B4-BE49-F238E27FC236}">
                <a16:creationId xmlns:a16="http://schemas.microsoft.com/office/drawing/2014/main" id="{4D528F44-6362-47F7-B082-9521500C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493" y="1403814"/>
            <a:ext cx="138600" cy="73654"/>
          </a:xfrm>
          <a:custGeom xmlns:a="http://schemas.openxmlformats.org/drawingml/2006/main">
            <a:pathLst>
              <a:path w="138600" h="73654">
                <a:moveTo>
                  <a:pt x="0" y="42788"/>
                </a:moveTo>
                <a:cubicBezTo>
                  <a:pt x="0" y="29762"/>
                  <a:pt x="3669" y="19374"/>
                  <a:pt x="11008" y="11624"/>
                </a:cubicBezTo>
                <a:cubicBezTo>
                  <a:pt x="18347" y="3875"/>
                  <a:pt x="27989" y="0"/>
                  <a:pt x="39935" y="0"/>
                </a:cubicBezTo>
                <a:cubicBezTo>
                  <a:pt x="50293" y="0"/>
                  <a:pt x="58381" y="2860"/>
                  <a:pt x="64200" y="8579"/>
                </a:cubicBezTo>
                <a:cubicBezTo>
                  <a:pt x="70018" y="14296"/>
                  <a:pt x="72927" y="21991"/>
                  <a:pt x="72927" y="31662"/>
                </a:cubicBezTo>
                <a:cubicBezTo>
                  <a:pt x="72927" y="43053"/>
                  <a:pt x="69291" y="52900"/>
                  <a:pt x="62018" y="61202"/>
                </a:cubicBezTo>
                <a:cubicBezTo>
                  <a:pt x="54745" y="69503"/>
                  <a:pt x="45004" y="73654"/>
                  <a:pt x="32794" y="73654"/>
                </a:cubicBezTo>
                <a:cubicBezTo>
                  <a:pt x="26182" y="73654"/>
                  <a:pt x="20320" y="72330"/>
                  <a:pt x="15207" y="69681"/>
                </a:cubicBezTo>
                <a:cubicBezTo>
                  <a:pt x="10094" y="67031"/>
                  <a:pt x="6281" y="63277"/>
                  <a:pt x="3769" y="58420"/>
                </a:cubicBezTo>
                <a:cubicBezTo>
                  <a:pt x="1256" y="53562"/>
                  <a:pt x="0" y="48351"/>
                  <a:pt x="0" y="42788"/>
                </a:cubicBezTo>
                <a:moveTo>
                  <a:pt x="54084" y="29201"/>
                </a:moveTo>
                <a:cubicBezTo>
                  <a:pt x="54084" y="24693"/>
                  <a:pt x="52772" y="21079"/>
                  <a:pt x="50150" y="18360"/>
                </a:cubicBezTo>
                <a:cubicBezTo>
                  <a:pt x="47527" y="15641"/>
                  <a:pt x="44144" y="14281"/>
                  <a:pt x="40001" y="14281"/>
                </a:cubicBezTo>
                <a:cubicBezTo>
                  <a:pt x="35901" y="14281"/>
                  <a:pt x="32265" y="15553"/>
                  <a:pt x="29091" y="18095"/>
                </a:cubicBezTo>
                <a:cubicBezTo>
                  <a:pt x="25918" y="20637"/>
                  <a:pt x="23449" y="24328"/>
                  <a:pt x="21686" y="29170"/>
                </a:cubicBezTo>
                <a:cubicBezTo>
                  <a:pt x="19923" y="34010"/>
                  <a:pt x="19042" y="38464"/>
                  <a:pt x="19042" y="42530"/>
                </a:cubicBezTo>
                <a:cubicBezTo>
                  <a:pt x="19042" y="47570"/>
                  <a:pt x="20408" y="51571"/>
                  <a:pt x="23141" y="54534"/>
                </a:cubicBezTo>
                <a:cubicBezTo>
                  <a:pt x="25874" y="57496"/>
                  <a:pt x="29312" y="58976"/>
                  <a:pt x="33455" y="58976"/>
                </a:cubicBezTo>
                <a:cubicBezTo>
                  <a:pt x="38656" y="58976"/>
                  <a:pt x="43020" y="56743"/>
                  <a:pt x="46546" y="52278"/>
                </a:cubicBezTo>
                <a:cubicBezTo>
                  <a:pt x="51571" y="45957"/>
                  <a:pt x="54084" y="38264"/>
                  <a:pt x="54084" y="29201"/>
                </a:cubicBezTo>
                <a:close/>
                <a:moveTo>
                  <a:pt x="93442" y="1719"/>
                </a:moveTo>
                <a:lnTo>
                  <a:pt x="111161" y="1719"/>
                </a:lnTo>
                <a:lnTo>
                  <a:pt x="108318" y="15310"/>
                </a:lnTo>
                <a:cubicBezTo>
                  <a:pt x="114930" y="5103"/>
                  <a:pt x="122092" y="0"/>
                  <a:pt x="129806" y="0"/>
                </a:cubicBezTo>
                <a:cubicBezTo>
                  <a:pt x="132539" y="0"/>
                  <a:pt x="135470" y="683"/>
                  <a:pt x="138600" y="2050"/>
                </a:cubicBezTo>
                <a:lnTo>
                  <a:pt x="131327" y="17587"/>
                </a:lnTo>
                <a:cubicBezTo>
                  <a:pt x="129608" y="16970"/>
                  <a:pt x="127778" y="16661"/>
                  <a:pt x="125839" y="16661"/>
                </a:cubicBezTo>
                <a:cubicBezTo>
                  <a:pt x="122577" y="16661"/>
                  <a:pt x="119260" y="17898"/>
                  <a:pt x="115888" y="20372"/>
                </a:cubicBezTo>
                <a:cubicBezTo>
                  <a:pt x="112517" y="22845"/>
                  <a:pt x="109883" y="26146"/>
                  <a:pt x="107987" y="30275"/>
                </a:cubicBezTo>
                <a:cubicBezTo>
                  <a:pt x="106092" y="34404"/>
                  <a:pt x="104219" y="40950"/>
                  <a:pt x="102368" y="49916"/>
                </a:cubicBezTo>
                <a:lnTo>
                  <a:pt x="97739" y="71935"/>
                </a:lnTo>
                <a:lnTo>
                  <a:pt x="78764" y="71935"/>
                </a:lnTo>
                <a:lnTo>
                  <a:pt x="93442" y="17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igin">
            <a:extLst xmlns:a="http://schemas.openxmlformats.org/drawingml/2006/main">
              <a:ext uri="{FF2B5EF4-FFF2-40B4-BE49-F238E27FC236}">
                <a16:creationId xmlns:a16="http://schemas.microsoft.com/office/drawing/2014/main" id="{31B79570-85AC-462B-962B-93AF8278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88" y="1378822"/>
            <a:ext cx="232260" cy="125490"/>
          </a:xfrm>
          <a:custGeom xmlns:a="http://schemas.openxmlformats.org/drawingml/2006/main">
            <a:pathLst>
              <a:path w="232260" h="125490">
                <a:moveTo>
                  <a:pt x="20232" y="0"/>
                </a:moveTo>
                <a:lnTo>
                  <a:pt x="39207" y="0"/>
                </a:lnTo>
                <a:lnTo>
                  <a:pt x="35637" y="17190"/>
                </a:lnTo>
                <a:lnTo>
                  <a:pt x="16661" y="17190"/>
                </a:lnTo>
                <a:lnTo>
                  <a:pt x="20232" y="0"/>
                </a:lnTo>
                <a:moveTo>
                  <a:pt x="14678" y="26711"/>
                </a:moveTo>
                <a:lnTo>
                  <a:pt x="33654" y="26711"/>
                </a:lnTo>
                <a:lnTo>
                  <a:pt x="18976" y="96927"/>
                </a:lnTo>
                <a:lnTo>
                  <a:pt x="0" y="96927"/>
                </a:lnTo>
                <a:lnTo>
                  <a:pt x="14678" y="26711"/>
                </a:lnTo>
                <a:close/>
                <a:moveTo>
                  <a:pt x="36516" y="100630"/>
                </a:moveTo>
                <a:lnTo>
                  <a:pt x="56549" y="103539"/>
                </a:lnTo>
                <a:cubicBezTo>
                  <a:pt x="56549" y="105567"/>
                  <a:pt x="56880" y="107098"/>
                  <a:pt x="57541" y="108134"/>
                </a:cubicBezTo>
                <a:cubicBezTo>
                  <a:pt x="58202" y="109170"/>
                  <a:pt x="59271" y="110052"/>
                  <a:pt x="60748" y="110779"/>
                </a:cubicBezTo>
                <a:cubicBezTo>
                  <a:pt x="62225" y="111506"/>
                  <a:pt x="64241" y="111870"/>
                  <a:pt x="66798" y="111870"/>
                </a:cubicBezTo>
                <a:cubicBezTo>
                  <a:pt x="70809" y="111870"/>
                  <a:pt x="74026" y="111076"/>
                  <a:pt x="76451" y="109488"/>
                </a:cubicBezTo>
                <a:cubicBezTo>
                  <a:pt x="78258" y="108252"/>
                  <a:pt x="79734" y="106266"/>
                  <a:pt x="80881" y="103529"/>
                </a:cubicBezTo>
                <a:cubicBezTo>
                  <a:pt x="81586" y="101808"/>
                  <a:pt x="82489" y="98058"/>
                  <a:pt x="83591" y="92276"/>
                </a:cubicBezTo>
                <a:lnTo>
                  <a:pt x="84252" y="88993"/>
                </a:lnTo>
                <a:cubicBezTo>
                  <a:pt x="77685" y="94459"/>
                  <a:pt x="70897" y="97192"/>
                  <a:pt x="63888" y="97192"/>
                </a:cubicBezTo>
                <a:cubicBezTo>
                  <a:pt x="57012" y="97192"/>
                  <a:pt x="51370" y="94765"/>
                  <a:pt x="46963" y="89913"/>
                </a:cubicBezTo>
                <a:cubicBezTo>
                  <a:pt x="42555" y="85060"/>
                  <a:pt x="40351" y="77957"/>
                  <a:pt x="40351" y="68602"/>
                </a:cubicBezTo>
                <a:cubicBezTo>
                  <a:pt x="40351" y="60353"/>
                  <a:pt x="41850" y="52787"/>
                  <a:pt x="44847" y="45906"/>
                </a:cubicBezTo>
                <a:cubicBezTo>
                  <a:pt x="47844" y="39023"/>
                  <a:pt x="52054" y="33817"/>
                  <a:pt x="57475" y="30288"/>
                </a:cubicBezTo>
                <a:cubicBezTo>
                  <a:pt x="62897" y="26757"/>
                  <a:pt x="68429" y="24992"/>
                  <a:pt x="74070" y="24992"/>
                </a:cubicBezTo>
                <a:cubicBezTo>
                  <a:pt x="78743" y="24992"/>
                  <a:pt x="83018" y="26231"/>
                  <a:pt x="86897" y="28707"/>
                </a:cubicBezTo>
                <a:cubicBezTo>
                  <a:pt x="90776" y="31184"/>
                  <a:pt x="93795" y="34656"/>
                  <a:pt x="95955" y="39123"/>
                </a:cubicBezTo>
                <a:lnTo>
                  <a:pt x="98600" y="26711"/>
                </a:lnTo>
                <a:lnTo>
                  <a:pt x="116385" y="26711"/>
                </a:lnTo>
                <a:lnTo>
                  <a:pt x="104220" y="85165"/>
                </a:lnTo>
                <a:cubicBezTo>
                  <a:pt x="102236" y="94582"/>
                  <a:pt x="100561" y="101303"/>
                  <a:pt x="99195" y="105326"/>
                </a:cubicBezTo>
                <a:cubicBezTo>
                  <a:pt x="97828" y="109351"/>
                  <a:pt x="96264" y="112557"/>
                  <a:pt x="94501" y="114944"/>
                </a:cubicBezTo>
                <a:cubicBezTo>
                  <a:pt x="92737" y="117331"/>
                  <a:pt x="90512" y="119332"/>
                  <a:pt x="87823" y="120946"/>
                </a:cubicBezTo>
                <a:cubicBezTo>
                  <a:pt x="85134" y="122561"/>
                  <a:pt x="81960" y="123721"/>
                  <a:pt x="78302" y="124428"/>
                </a:cubicBezTo>
                <a:cubicBezTo>
                  <a:pt x="74643" y="125136"/>
                  <a:pt x="70676" y="125490"/>
                  <a:pt x="66401" y="125490"/>
                </a:cubicBezTo>
                <a:cubicBezTo>
                  <a:pt x="56483" y="125490"/>
                  <a:pt x="48990" y="123788"/>
                  <a:pt x="43921" y="120384"/>
                </a:cubicBezTo>
                <a:cubicBezTo>
                  <a:pt x="38852" y="116982"/>
                  <a:pt x="36318" y="111326"/>
                  <a:pt x="36318" y="103415"/>
                </a:cubicBezTo>
                <a:cubicBezTo>
                  <a:pt x="36318" y="102575"/>
                  <a:pt x="36384" y="101646"/>
                  <a:pt x="36516" y="100630"/>
                </a:cubicBezTo>
                <a:moveTo>
                  <a:pt x="58864" y="66671"/>
                </a:moveTo>
                <a:cubicBezTo>
                  <a:pt x="58864" y="71996"/>
                  <a:pt x="60065" y="76056"/>
                  <a:pt x="62467" y="78851"/>
                </a:cubicBezTo>
                <a:cubicBezTo>
                  <a:pt x="64869" y="81645"/>
                  <a:pt x="67878" y="83043"/>
                  <a:pt x="71492" y="83043"/>
                </a:cubicBezTo>
                <a:cubicBezTo>
                  <a:pt x="74798" y="83043"/>
                  <a:pt x="78004" y="81789"/>
                  <a:pt x="81112" y="79280"/>
                </a:cubicBezTo>
                <a:cubicBezTo>
                  <a:pt x="84219" y="76771"/>
                  <a:pt x="86600" y="73205"/>
                  <a:pt x="88253" y="68584"/>
                </a:cubicBezTo>
                <a:cubicBezTo>
                  <a:pt x="89905" y="63963"/>
                  <a:pt x="90732" y="59496"/>
                  <a:pt x="90732" y="55183"/>
                </a:cubicBezTo>
                <a:cubicBezTo>
                  <a:pt x="90732" y="50209"/>
                  <a:pt x="89388" y="46204"/>
                  <a:pt x="86699" y="43168"/>
                </a:cubicBezTo>
                <a:cubicBezTo>
                  <a:pt x="84010" y="40131"/>
                  <a:pt x="80903" y="38612"/>
                  <a:pt x="77376" y="38612"/>
                </a:cubicBezTo>
                <a:cubicBezTo>
                  <a:pt x="73982" y="38612"/>
                  <a:pt x="70864" y="39955"/>
                  <a:pt x="68021" y="42639"/>
                </a:cubicBezTo>
                <a:cubicBezTo>
                  <a:pt x="65178" y="45324"/>
                  <a:pt x="62831" y="49461"/>
                  <a:pt x="60979" y="55051"/>
                </a:cubicBezTo>
                <a:cubicBezTo>
                  <a:pt x="59569" y="59365"/>
                  <a:pt x="58864" y="63238"/>
                  <a:pt x="58864" y="66671"/>
                </a:cubicBezTo>
                <a:close/>
                <a:moveTo>
                  <a:pt x="140338" y="0"/>
                </a:moveTo>
                <a:lnTo>
                  <a:pt x="159313" y="0"/>
                </a:lnTo>
                <a:lnTo>
                  <a:pt x="155743" y="17190"/>
                </a:lnTo>
                <a:lnTo>
                  <a:pt x="136768" y="17190"/>
                </a:lnTo>
                <a:lnTo>
                  <a:pt x="140338" y="0"/>
                </a:lnTo>
                <a:moveTo>
                  <a:pt x="134784" y="26711"/>
                </a:moveTo>
                <a:lnTo>
                  <a:pt x="153760" y="26711"/>
                </a:lnTo>
                <a:lnTo>
                  <a:pt x="139082" y="96927"/>
                </a:lnTo>
                <a:lnTo>
                  <a:pt x="120106" y="96927"/>
                </a:lnTo>
                <a:lnTo>
                  <a:pt x="134784" y="26711"/>
                </a:lnTo>
                <a:close/>
                <a:moveTo>
                  <a:pt x="172557" y="26711"/>
                </a:moveTo>
                <a:lnTo>
                  <a:pt x="190540" y="26711"/>
                </a:lnTo>
                <a:lnTo>
                  <a:pt x="188689" y="35850"/>
                </a:lnTo>
                <a:cubicBezTo>
                  <a:pt x="193185" y="31942"/>
                  <a:pt x="197384" y="29155"/>
                  <a:pt x="201284" y="27490"/>
                </a:cubicBezTo>
                <a:cubicBezTo>
                  <a:pt x="205185" y="25825"/>
                  <a:pt x="209296" y="24992"/>
                  <a:pt x="213615" y="24992"/>
                </a:cubicBezTo>
                <a:cubicBezTo>
                  <a:pt x="219389" y="24992"/>
                  <a:pt x="223940" y="26651"/>
                  <a:pt x="227268" y="29967"/>
                </a:cubicBezTo>
                <a:cubicBezTo>
                  <a:pt x="230596" y="33284"/>
                  <a:pt x="232260" y="37685"/>
                  <a:pt x="232260" y="43170"/>
                </a:cubicBezTo>
                <a:cubicBezTo>
                  <a:pt x="232260" y="45636"/>
                  <a:pt x="231533" y="50309"/>
                  <a:pt x="230078" y="57191"/>
                </a:cubicBezTo>
                <a:lnTo>
                  <a:pt x="221814" y="96927"/>
                </a:lnTo>
                <a:lnTo>
                  <a:pt x="202838" y="96927"/>
                </a:lnTo>
                <a:lnTo>
                  <a:pt x="211169" y="57055"/>
                </a:lnTo>
                <a:cubicBezTo>
                  <a:pt x="212403" y="51097"/>
                  <a:pt x="213020" y="47546"/>
                  <a:pt x="213020" y="46402"/>
                </a:cubicBezTo>
                <a:cubicBezTo>
                  <a:pt x="213020" y="43982"/>
                  <a:pt x="212304" y="42079"/>
                  <a:pt x="210871" y="40693"/>
                </a:cubicBezTo>
                <a:cubicBezTo>
                  <a:pt x="209439" y="39306"/>
                  <a:pt x="207444" y="38612"/>
                  <a:pt x="204888" y="38612"/>
                </a:cubicBezTo>
                <a:cubicBezTo>
                  <a:pt x="202111" y="38612"/>
                  <a:pt x="199025" y="39780"/>
                  <a:pt x="195631" y="42116"/>
                </a:cubicBezTo>
                <a:cubicBezTo>
                  <a:pt x="192237" y="44453"/>
                  <a:pt x="189571" y="47538"/>
                  <a:pt x="187631" y="51373"/>
                </a:cubicBezTo>
                <a:cubicBezTo>
                  <a:pt x="186221" y="54107"/>
                  <a:pt x="184634" y="59684"/>
                  <a:pt x="182871" y="68102"/>
                </a:cubicBezTo>
                <a:lnTo>
                  <a:pt x="176854" y="96927"/>
                </a:lnTo>
                <a:lnTo>
                  <a:pt x="157879" y="96927"/>
                </a:lnTo>
                <a:lnTo>
                  <a:pt x="172557" y="26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1F811-C488-42D8-AA74-A1C7E0F6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659" y="2259614"/>
            <a:ext cx="1484710" cy="545761"/>
          </a:xfrm>
          <a:custGeom xmlns:a="http://schemas.openxmlformats.org/drawingml/2006/main">
            <a:pathLst>
              <a:path w="1484710" h="545761">
                <a:moveTo>
                  <a:pt x="0" y="0"/>
                </a:moveTo>
                <a:lnTo>
                  <a:pt x="1484710" y="54576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88243-3B82-4FB8-B297-D24610BA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340" y="2306916"/>
            <a:ext cx="1227347" cy="451158"/>
          </a:xfrm>
          <a:custGeom xmlns:a="http://schemas.openxmlformats.org/drawingml/2006/main">
            <a:pathLst>
              <a:path w="1227347" h="451158" fill="none">
                <a:moveTo>
                  <a:pt x="0" y="0"/>
                </a:moveTo>
                <a:lnTo>
                  <a:pt x="1227347" y="451158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F6183-7D0B-4809-B81E-94A52398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012" y="2271140"/>
            <a:ext cx="110350" cy="71201"/>
          </a:xfrm>
          <a:custGeom xmlns:a="http://schemas.openxmlformats.org/drawingml/2006/main">
            <a:pathLst>
              <a:path w="110350" h="71201">
                <a:moveTo>
                  <a:pt x="110350" y="352"/>
                </a:moveTo>
                <a:lnTo>
                  <a:pt x="84307" y="71201"/>
                </a:lnTo>
                <a:lnTo>
                  <a:pt x="0" y="0"/>
                </a:lnTo>
                <a:lnTo>
                  <a:pt x="110350" y="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569AF-60C0-4A3B-B9AE-0E6383E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012" y="2271140"/>
            <a:ext cx="110350" cy="71201"/>
          </a:xfrm>
          <a:custGeom xmlns:a="http://schemas.openxmlformats.org/drawingml/2006/main">
            <a:pathLst>
              <a:path w="110350" h="71201" fill="none">
                <a:moveTo>
                  <a:pt x="110350" y="352"/>
                </a:moveTo>
                <a:lnTo>
                  <a:pt x="0" y="0"/>
                </a:lnTo>
                <a:lnTo>
                  <a:pt x="84307" y="71201"/>
                </a:lnTo>
                <a:lnTo>
                  <a:pt x="110350" y="3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3A965-4F67-4CA0-A8D1-605C3814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666" y="2722649"/>
            <a:ext cx="110350" cy="71201"/>
          </a:xfrm>
          <a:custGeom xmlns:a="http://schemas.openxmlformats.org/drawingml/2006/main">
            <a:pathLst>
              <a:path w="110350" h="71201">
                <a:moveTo>
                  <a:pt x="0" y="70849"/>
                </a:moveTo>
                <a:lnTo>
                  <a:pt x="26043" y="0"/>
                </a:lnTo>
                <a:lnTo>
                  <a:pt x="110350" y="71201"/>
                </a:lnTo>
                <a:lnTo>
                  <a:pt x="0" y="708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BC655-019E-42C9-B881-672F9733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7666" y="2722649"/>
            <a:ext cx="110350" cy="71201"/>
          </a:xfrm>
          <a:custGeom xmlns:a="http://schemas.openxmlformats.org/drawingml/2006/main">
            <a:pathLst>
              <a:path w="110350" h="71201" fill="none">
                <a:moveTo>
                  <a:pt x="0" y="70849"/>
                </a:moveTo>
                <a:lnTo>
                  <a:pt x="110350" y="71201"/>
                </a:lnTo>
                <a:lnTo>
                  <a:pt x="26043" y="0"/>
                </a:lnTo>
                <a:lnTo>
                  <a:pt x="0" y="708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B9D16-0ED6-4107-BDEB-9FB0295F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902" y="1921013"/>
            <a:ext cx="1267845" cy="771023"/>
          </a:xfrm>
          <a:custGeom xmlns:a="http://schemas.openxmlformats.org/drawingml/2006/main">
            <a:pathLst>
              <a:path w="1267845" h="771023">
                <a:moveTo>
                  <a:pt x="130503" y="0"/>
                </a:moveTo>
                <a:lnTo>
                  <a:pt x="1267845" y="399425"/>
                </a:lnTo>
                <a:lnTo>
                  <a:pt x="1137342" y="771023"/>
                </a:lnTo>
                <a:lnTo>
                  <a:pt x="0" y="371597"/>
                </a:lnTo>
                <a:lnTo>
                  <a:pt x="13050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r">
            <a:extLst xmlns:a="http://schemas.openxmlformats.org/drawingml/2006/main">
              <a:ext uri="{FF2B5EF4-FFF2-40B4-BE49-F238E27FC236}">
                <a16:creationId xmlns:a16="http://schemas.microsoft.com/office/drawing/2014/main" id="{08EF46D9-3B6D-4302-ADFE-748878BB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864" y="2116426"/>
            <a:ext cx="78660" cy="86887"/>
          </a:xfrm>
          <a:custGeom xmlns:a="http://schemas.openxmlformats.org/drawingml/2006/main">
            <a:pathLst>
              <a:path w="78660" h="86887">
                <a:moveTo>
                  <a:pt x="21035" y="86887"/>
                </a:moveTo>
                <a:lnTo>
                  <a:pt x="0" y="79499"/>
                </a:lnTo>
                <a:lnTo>
                  <a:pt x="27920" y="0"/>
                </a:lnTo>
                <a:lnTo>
                  <a:pt x="47458" y="6862"/>
                </a:lnTo>
                <a:lnTo>
                  <a:pt x="43488" y="18165"/>
                </a:lnTo>
                <a:cubicBezTo>
                  <a:pt x="48707" y="14000"/>
                  <a:pt x="52949" y="11537"/>
                  <a:pt x="56215" y="10778"/>
                </a:cubicBezTo>
                <a:cubicBezTo>
                  <a:pt x="59481" y="10019"/>
                  <a:pt x="62811" y="10235"/>
                  <a:pt x="66204" y="11427"/>
                </a:cubicBezTo>
                <a:cubicBezTo>
                  <a:pt x="70995" y="13110"/>
                  <a:pt x="75147" y="16053"/>
                  <a:pt x="78660" y="20258"/>
                </a:cubicBezTo>
                <a:lnTo>
                  <a:pt x="65706" y="36311"/>
                </a:lnTo>
                <a:cubicBezTo>
                  <a:pt x="62969" y="32771"/>
                  <a:pt x="60078" y="30467"/>
                  <a:pt x="57034" y="29397"/>
                </a:cubicBezTo>
                <a:cubicBezTo>
                  <a:pt x="54090" y="28363"/>
                  <a:pt x="51310" y="28298"/>
                  <a:pt x="48694" y="29201"/>
                </a:cubicBezTo>
                <a:cubicBezTo>
                  <a:pt x="46078" y="30105"/>
                  <a:pt x="43439" y="32471"/>
                  <a:pt x="40776" y="36302"/>
                </a:cubicBezTo>
                <a:cubicBezTo>
                  <a:pt x="38114" y="40132"/>
                  <a:pt x="34408" y="48809"/>
                  <a:pt x="29658" y="62333"/>
                </a:cubicBezTo>
                <a:lnTo>
                  <a:pt x="21035" y="868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e">
            <a:extLst xmlns:a="http://schemas.openxmlformats.org/drawingml/2006/main">
              <a:ext uri="{FF2B5EF4-FFF2-40B4-BE49-F238E27FC236}">
                <a16:creationId xmlns:a16="http://schemas.microsoft.com/office/drawing/2014/main" id="{3F3F55DE-FCF2-4E3B-BD8B-FDEE18BE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550" y="2142838"/>
            <a:ext cx="83694" cy="91146"/>
          </a:xfrm>
          <a:custGeom xmlns:a="http://schemas.openxmlformats.org/drawingml/2006/main">
            <a:pathLst>
              <a:path w="83694" h="91146">
                <a:moveTo>
                  <a:pt x="51773" y="65213"/>
                </a:moveTo>
                <a:lnTo>
                  <a:pt x="71472" y="76167"/>
                </a:lnTo>
                <a:cubicBezTo>
                  <a:pt x="66086" y="82881"/>
                  <a:pt x="59783" y="87220"/>
                  <a:pt x="52563" y="89183"/>
                </a:cubicBezTo>
                <a:cubicBezTo>
                  <a:pt x="45343" y="91146"/>
                  <a:pt x="37366" y="90594"/>
                  <a:pt x="28632" y="87527"/>
                </a:cubicBezTo>
                <a:cubicBezTo>
                  <a:pt x="14808" y="82672"/>
                  <a:pt x="6164" y="74562"/>
                  <a:pt x="2699" y="63199"/>
                </a:cubicBezTo>
                <a:cubicBezTo>
                  <a:pt x="0" y="54122"/>
                  <a:pt x="587" y="44069"/>
                  <a:pt x="4461" y="33040"/>
                </a:cubicBezTo>
                <a:cubicBezTo>
                  <a:pt x="9088" y="19865"/>
                  <a:pt x="16155" y="10757"/>
                  <a:pt x="25662" y="5714"/>
                </a:cubicBezTo>
                <a:cubicBezTo>
                  <a:pt x="35169" y="672"/>
                  <a:pt x="45188" y="0"/>
                  <a:pt x="55718" y="3698"/>
                </a:cubicBezTo>
                <a:cubicBezTo>
                  <a:pt x="67545" y="7852"/>
                  <a:pt x="75506" y="15034"/>
                  <a:pt x="79600" y="25246"/>
                </a:cubicBezTo>
                <a:cubicBezTo>
                  <a:pt x="83694" y="35457"/>
                  <a:pt x="82761" y="48570"/>
                  <a:pt x="76801" y="64584"/>
                </a:cubicBezTo>
                <a:lnTo>
                  <a:pt x="24101" y="46076"/>
                </a:lnTo>
                <a:cubicBezTo>
                  <a:pt x="22060" y="52367"/>
                  <a:pt x="22052" y="57816"/>
                  <a:pt x="24078" y="62424"/>
                </a:cubicBezTo>
                <a:cubicBezTo>
                  <a:pt x="26103" y="67031"/>
                  <a:pt x="29537" y="70185"/>
                  <a:pt x="34378" y="71885"/>
                </a:cubicBezTo>
                <a:cubicBezTo>
                  <a:pt x="37671" y="73042"/>
                  <a:pt x="40757" y="73116"/>
                  <a:pt x="43633" y="72109"/>
                </a:cubicBezTo>
                <a:cubicBezTo>
                  <a:pt x="46510" y="71101"/>
                  <a:pt x="49223" y="68802"/>
                  <a:pt x="51773" y="65213"/>
                </a:cubicBezTo>
                <a:moveTo>
                  <a:pt x="60437" y="44374"/>
                </a:moveTo>
                <a:cubicBezTo>
                  <a:pt x="62417" y="38258"/>
                  <a:pt x="62464" y="33095"/>
                  <a:pt x="60578" y="28887"/>
                </a:cubicBezTo>
                <a:cubicBezTo>
                  <a:pt x="58692" y="24679"/>
                  <a:pt x="55604" y="21822"/>
                  <a:pt x="51312" y="20314"/>
                </a:cubicBezTo>
                <a:cubicBezTo>
                  <a:pt x="46720" y="18702"/>
                  <a:pt x="42343" y="19035"/>
                  <a:pt x="38179" y="21313"/>
                </a:cubicBezTo>
                <a:cubicBezTo>
                  <a:pt x="34015" y="23592"/>
                  <a:pt x="30954" y="27599"/>
                  <a:pt x="28997" y="33332"/>
                </a:cubicBezTo>
                <a:lnTo>
                  <a:pt x="60437" y="44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q">
            <a:extLst xmlns:a="http://schemas.openxmlformats.org/drawingml/2006/main">
              <a:ext uri="{FF2B5EF4-FFF2-40B4-BE49-F238E27FC236}">
                <a16:creationId xmlns:a16="http://schemas.microsoft.com/office/drawing/2014/main" id="{AD838A9D-C3F4-4C89-9485-4792BE6F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622" y="2172844"/>
            <a:ext cx="95924" cy="130152"/>
          </a:xfrm>
          <a:custGeom xmlns:a="http://schemas.openxmlformats.org/drawingml/2006/main">
            <a:pathLst>
              <a:path w="95924" h="130152">
                <a:moveTo>
                  <a:pt x="36348" y="122764"/>
                </a:moveTo>
                <a:lnTo>
                  <a:pt x="50387" y="82790"/>
                </a:lnTo>
                <a:cubicBezTo>
                  <a:pt x="46397" y="85369"/>
                  <a:pt x="41993" y="86976"/>
                  <a:pt x="37173" y="87610"/>
                </a:cubicBezTo>
                <a:cubicBezTo>
                  <a:pt x="32354" y="88244"/>
                  <a:pt x="27574" y="87728"/>
                  <a:pt x="22833" y="86063"/>
                </a:cubicBezTo>
                <a:cubicBezTo>
                  <a:pt x="13800" y="82891"/>
                  <a:pt x="7556" y="76886"/>
                  <a:pt x="4100" y="68048"/>
                </a:cubicBezTo>
                <a:cubicBezTo>
                  <a:pt x="0" y="57695"/>
                  <a:pt x="333" y="45731"/>
                  <a:pt x="5101" y="32156"/>
                </a:cubicBezTo>
                <a:cubicBezTo>
                  <a:pt x="9587" y="19381"/>
                  <a:pt x="16320" y="10547"/>
                  <a:pt x="25298" y="5655"/>
                </a:cubicBezTo>
                <a:cubicBezTo>
                  <a:pt x="34275" y="763"/>
                  <a:pt x="43555" y="0"/>
                  <a:pt x="53137" y="3365"/>
                </a:cubicBezTo>
                <a:cubicBezTo>
                  <a:pt x="58427" y="5223"/>
                  <a:pt x="62611" y="7954"/>
                  <a:pt x="65690" y="11558"/>
                </a:cubicBezTo>
                <a:cubicBezTo>
                  <a:pt x="68769" y="15162"/>
                  <a:pt x="71009" y="19760"/>
                  <a:pt x="72408" y="25353"/>
                </a:cubicBezTo>
                <a:lnTo>
                  <a:pt x="76536" y="13601"/>
                </a:lnTo>
                <a:lnTo>
                  <a:pt x="95924" y="20410"/>
                </a:lnTo>
                <a:lnTo>
                  <a:pt x="57383" y="130152"/>
                </a:lnTo>
                <a:lnTo>
                  <a:pt x="36348" y="122764"/>
                </a:lnTo>
                <a:moveTo>
                  <a:pt x="61944" y="52035"/>
                </a:moveTo>
                <a:cubicBezTo>
                  <a:pt x="64801" y="43901"/>
                  <a:pt x="65267" y="37267"/>
                  <a:pt x="63341" y="32134"/>
                </a:cubicBezTo>
                <a:cubicBezTo>
                  <a:pt x="61416" y="27001"/>
                  <a:pt x="57958" y="23558"/>
                  <a:pt x="52968" y="21806"/>
                </a:cubicBezTo>
                <a:cubicBezTo>
                  <a:pt x="47877" y="20018"/>
                  <a:pt x="42913" y="20545"/>
                  <a:pt x="38075" y="23387"/>
                </a:cubicBezTo>
                <a:cubicBezTo>
                  <a:pt x="33237" y="26228"/>
                  <a:pt x="29275" y="32041"/>
                  <a:pt x="26191" y="40824"/>
                </a:cubicBezTo>
                <a:cubicBezTo>
                  <a:pt x="23123" y="49558"/>
                  <a:pt x="22558" y="56437"/>
                  <a:pt x="24493" y="61461"/>
                </a:cubicBezTo>
                <a:cubicBezTo>
                  <a:pt x="26429" y="66486"/>
                  <a:pt x="29817" y="69848"/>
                  <a:pt x="34658" y="71548"/>
                </a:cubicBezTo>
                <a:cubicBezTo>
                  <a:pt x="39498" y="73248"/>
                  <a:pt x="44503" y="72567"/>
                  <a:pt x="49671" y="69504"/>
                </a:cubicBezTo>
                <a:cubicBezTo>
                  <a:pt x="54839" y="66442"/>
                  <a:pt x="58930" y="60619"/>
                  <a:pt x="61944" y="520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u">
            <a:extLst xmlns:a="http://schemas.openxmlformats.org/drawingml/2006/main">
              <a:ext uri="{FF2B5EF4-FFF2-40B4-BE49-F238E27FC236}">
                <a16:creationId xmlns:a16="http://schemas.microsoft.com/office/drawing/2014/main" id="{7AEC4BCE-102F-49F7-B147-51F6DC9A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222" y="2200306"/>
            <a:ext cx="93720" cy="104895"/>
          </a:xfrm>
          <a:custGeom xmlns:a="http://schemas.openxmlformats.org/drawingml/2006/main">
            <a:pathLst>
              <a:path w="93720" h="104895">
                <a:moveTo>
                  <a:pt x="46262" y="98033"/>
                </a:moveTo>
                <a:lnTo>
                  <a:pt x="50442" y="86131"/>
                </a:lnTo>
                <a:cubicBezTo>
                  <a:pt x="46058" y="89356"/>
                  <a:pt x="41078" y="91364"/>
                  <a:pt x="35503" y="92153"/>
                </a:cubicBezTo>
                <a:cubicBezTo>
                  <a:pt x="29929" y="92942"/>
                  <a:pt x="24521" y="92416"/>
                  <a:pt x="19281" y="90576"/>
                </a:cubicBezTo>
                <a:cubicBezTo>
                  <a:pt x="13941" y="88701"/>
                  <a:pt x="9562" y="85845"/>
                  <a:pt x="6144" y="82010"/>
                </a:cubicBezTo>
                <a:cubicBezTo>
                  <a:pt x="2726" y="78175"/>
                  <a:pt x="813" y="73803"/>
                  <a:pt x="407" y="68895"/>
                </a:cubicBezTo>
                <a:cubicBezTo>
                  <a:pt x="0" y="63987"/>
                  <a:pt x="1111" y="57790"/>
                  <a:pt x="3740" y="50305"/>
                </a:cubicBezTo>
                <a:lnTo>
                  <a:pt x="21407" y="0"/>
                </a:lnTo>
                <a:lnTo>
                  <a:pt x="42442" y="7387"/>
                </a:lnTo>
                <a:lnTo>
                  <a:pt x="29642" y="43834"/>
                </a:lnTo>
                <a:cubicBezTo>
                  <a:pt x="25725" y="54988"/>
                  <a:pt x="23712" y="61957"/>
                  <a:pt x="23602" y="64743"/>
                </a:cubicBezTo>
                <a:cubicBezTo>
                  <a:pt x="23493" y="67529"/>
                  <a:pt x="24203" y="70015"/>
                  <a:pt x="25734" y="72203"/>
                </a:cubicBezTo>
                <a:cubicBezTo>
                  <a:pt x="27264" y="74391"/>
                  <a:pt x="29601" y="76037"/>
                  <a:pt x="32745" y="77141"/>
                </a:cubicBezTo>
                <a:cubicBezTo>
                  <a:pt x="36338" y="78403"/>
                  <a:pt x="39902" y="78550"/>
                  <a:pt x="43438" y="77582"/>
                </a:cubicBezTo>
                <a:cubicBezTo>
                  <a:pt x="46973" y="76615"/>
                  <a:pt x="49776" y="74858"/>
                  <a:pt x="51847" y="72313"/>
                </a:cubicBezTo>
                <a:cubicBezTo>
                  <a:pt x="53918" y="69768"/>
                  <a:pt x="56947" y="62819"/>
                  <a:pt x="60934" y="51468"/>
                </a:cubicBezTo>
                <a:lnTo>
                  <a:pt x="72685" y="18008"/>
                </a:lnTo>
                <a:lnTo>
                  <a:pt x="93720" y="25396"/>
                </a:lnTo>
                <a:lnTo>
                  <a:pt x="65800" y="104895"/>
                </a:lnTo>
                <a:lnTo>
                  <a:pt x="46262" y="980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e">
            <a:extLst xmlns:a="http://schemas.openxmlformats.org/drawingml/2006/main">
              <a:ext uri="{FF2B5EF4-FFF2-40B4-BE49-F238E27FC236}">
                <a16:creationId xmlns:a16="http://schemas.microsoft.com/office/drawing/2014/main" id="{C9E6BF86-EA65-49E7-A082-CB5E721C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828" y="2238459"/>
            <a:ext cx="83694" cy="91146"/>
          </a:xfrm>
          <a:custGeom xmlns:a="http://schemas.openxmlformats.org/drawingml/2006/main">
            <a:pathLst>
              <a:path w="83694" h="91146">
                <a:moveTo>
                  <a:pt x="51773" y="65213"/>
                </a:moveTo>
                <a:lnTo>
                  <a:pt x="71472" y="76167"/>
                </a:lnTo>
                <a:cubicBezTo>
                  <a:pt x="66086" y="82881"/>
                  <a:pt x="59783" y="87220"/>
                  <a:pt x="52563" y="89183"/>
                </a:cubicBezTo>
                <a:cubicBezTo>
                  <a:pt x="45343" y="91146"/>
                  <a:pt x="37366" y="90594"/>
                  <a:pt x="28632" y="87527"/>
                </a:cubicBezTo>
                <a:cubicBezTo>
                  <a:pt x="14808" y="82672"/>
                  <a:pt x="6164" y="74562"/>
                  <a:pt x="2699" y="63199"/>
                </a:cubicBezTo>
                <a:cubicBezTo>
                  <a:pt x="0" y="54122"/>
                  <a:pt x="587" y="44069"/>
                  <a:pt x="4461" y="33040"/>
                </a:cubicBezTo>
                <a:cubicBezTo>
                  <a:pt x="9088" y="19865"/>
                  <a:pt x="16155" y="10757"/>
                  <a:pt x="25662" y="5714"/>
                </a:cubicBezTo>
                <a:cubicBezTo>
                  <a:pt x="35169" y="672"/>
                  <a:pt x="45188" y="0"/>
                  <a:pt x="55718" y="3698"/>
                </a:cubicBezTo>
                <a:cubicBezTo>
                  <a:pt x="67545" y="7852"/>
                  <a:pt x="75506" y="15034"/>
                  <a:pt x="79600" y="25246"/>
                </a:cubicBezTo>
                <a:cubicBezTo>
                  <a:pt x="83694" y="35457"/>
                  <a:pt x="82761" y="48570"/>
                  <a:pt x="76801" y="64584"/>
                </a:cubicBezTo>
                <a:lnTo>
                  <a:pt x="24101" y="46076"/>
                </a:lnTo>
                <a:cubicBezTo>
                  <a:pt x="22060" y="52367"/>
                  <a:pt x="22052" y="57816"/>
                  <a:pt x="24078" y="62424"/>
                </a:cubicBezTo>
                <a:cubicBezTo>
                  <a:pt x="26103" y="67031"/>
                  <a:pt x="29537" y="70185"/>
                  <a:pt x="34378" y="71885"/>
                </a:cubicBezTo>
                <a:cubicBezTo>
                  <a:pt x="37671" y="73042"/>
                  <a:pt x="40757" y="73116"/>
                  <a:pt x="43633" y="72109"/>
                </a:cubicBezTo>
                <a:cubicBezTo>
                  <a:pt x="46510" y="71101"/>
                  <a:pt x="49223" y="68802"/>
                  <a:pt x="51773" y="65213"/>
                </a:cubicBezTo>
                <a:moveTo>
                  <a:pt x="60437" y="44374"/>
                </a:moveTo>
                <a:cubicBezTo>
                  <a:pt x="62417" y="38258"/>
                  <a:pt x="62464" y="33095"/>
                  <a:pt x="60578" y="28887"/>
                </a:cubicBezTo>
                <a:cubicBezTo>
                  <a:pt x="58692" y="24679"/>
                  <a:pt x="55604" y="21822"/>
                  <a:pt x="51312" y="20314"/>
                </a:cubicBezTo>
                <a:cubicBezTo>
                  <a:pt x="46720" y="18702"/>
                  <a:pt x="42343" y="19035"/>
                  <a:pt x="38179" y="21313"/>
                </a:cubicBezTo>
                <a:cubicBezTo>
                  <a:pt x="34015" y="23592"/>
                  <a:pt x="30954" y="27599"/>
                  <a:pt x="28997" y="33332"/>
                </a:cubicBezTo>
                <a:lnTo>
                  <a:pt x="60437" y="44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s">
            <a:extLst xmlns:a="http://schemas.openxmlformats.org/drawingml/2006/main">
              <a:ext uri="{FF2B5EF4-FFF2-40B4-BE49-F238E27FC236}">
                <a16:creationId xmlns:a16="http://schemas.microsoft.com/office/drawing/2014/main" id="{959B4306-6AD5-4673-BEB1-DE7D11D8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754" y="2266988"/>
            <a:ext cx="85938" cy="93060"/>
          </a:xfrm>
          <a:custGeom xmlns:a="http://schemas.openxmlformats.org/drawingml/2006/main">
            <a:pathLst>
              <a:path w="85938" h="93060">
                <a:moveTo>
                  <a:pt x="692" y="50544"/>
                </a:moveTo>
                <a:lnTo>
                  <a:pt x="22959" y="54664"/>
                </a:lnTo>
                <a:cubicBezTo>
                  <a:pt x="22429" y="59047"/>
                  <a:pt x="23166" y="62775"/>
                  <a:pt x="25170" y="65847"/>
                </a:cubicBezTo>
                <a:cubicBezTo>
                  <a:pt x="27174" y="68919"/>
                  <a:pt x="30647" y="71323"/>
                  <a:pt x="35587" y="73058"/>
                </a:cubicBezTo>
                <a:cubicBezTo>
                  <a:pt x="41027" y="74969"/>
                  <a:pt x="45469" y="75409"/>
                  <a:pt x="48914" y="74380"/>
                </a:cubicBezTo>
                <a:cubicBezTo>
                  <a:pt x="51251" y="73633"/>
                  <a:pt x="52830" y="72088"/>
                  <a:pt x="53653" y="69746"/>
                </a:cubicBezTo>
                <a:cubicBezTo>
                  <a:pt x="54213" y="68150"/>
                  <a:pt x="54178" y="66654"/>
                  <a:pt x="53548" y="65257"/>
                </a:cubicBezTo>
                <a:cubicBezTo>
                  <a:pt x="52850" y="63892"/>
                  <a:pt x="50828" y="62147"/>
                  <a:pt x="47482" y="60021"/>
                </a:cubicBezTo>
                <a:cubicBezTo>
                  <a:pt x="31827" y="50325"/>
                  <a:pt x="22271" y="43134"/>
                  <a:pt x="18815" y="38448"/>
                </a:cubicBezTo>
                <a:cubicBezTo>
                  <a:pt x="14033" y="31951"/>
                  <a:pt x="12982" y="24889"/>
                  <a:pt x="15660" y="17261"/>
                </a:cubicBezTo>
                <a:cubicBezTo>
                  <a:pt x="18077" y="10380"/>
                  <a:pt x="22828" y="5552"/>
                  <a:pt x="29913" y="2776"/>
                </a:cubicBezTo>
                <a:cubicBezTo>
                  <a:pt x="36999" y="0"/>
                  <a:pt x="46256" y="619"/>
                  <a:pt x="57684" y="4632"/>
                </a:cubicBezTo>
                <a:cubicBezTo>
                  <a:pt x="68564" y="8453"/>
                  <a:pt x="76028" y="13058"/>
                  <a:pt x="80078" y="18446"/>
                </a:cubicBezTo>
                <a:cubicBezTo>
                  <a:pt x="84128" y="23835"/>
                  <a:pt x="85938" y="30336"/>
                  <a:pt x="85506" y="37949"/>
                </a:cubicBezTo>
                <a:lnTo>
                  <a:pt x="64354" y="34725"/>
                </a:lnTo>
                <a:cubicBezTo>
                  <a:pt x="64593" y="31333"/>
                  <a:pt x="63816" y="28397"/>
                  <a:pt x="62024" y="25918"/>
                </a:cubicBezTo>
                <a:cubicBezTo>
                  <a:pt x="60232" y="23438"/>
                  <a:pt x="57140" y="21427"/>
                  <a:pt x="52748" y="19885"/>
                </a:cubicBezTo>
                <a:cubicBezTo>
                  <a:pt x="47208" y="17940"/>
                  <a:pt x="42970" y="17319"/>
                  <a:pt x="40031" y="18023"/>
                </a:cubicBezTo>
                <a:cubicBezTo>
                  <a:pt x="38050" y="18557"/>
                  <a:pt x="36753" y="19697"/>
                  <a:pt x="36140" y="21442"/>
                </a:cubicBezTo>
                <a:cubicBezTo>
                  <a:pt x="35615" y="22936"/>
                  <a:pt x="35868" y="24452"/>
                  <a:pt x="36898" y="25989"/>
                </a:cubicBezTo>
                <a:cubicBezTo>
                  <a:pt x="38304" y="28051"/>
                  <a:pt x="44162" y="32320"/>
                  <a:pt x="54473" y="38797"/>
                </a:cubicBezTo>
                <a:cubicBezTo>
                  <a:pt x="64784" y="45273"/>
                  <a:pt x="71512" y="51139"/>
                  <a:pt x="74656" y="56393"/>
                </a:cubicBezTo>
                <a:cubicBezTo>
                  <a:pt x="77732" y="61682"/>
                  <a:pt x="78095" y="67671"/>
                  <a:pt x="75746" y="74361"/>
                </a:cubicBezTo>
                <a:cubicBezTo>
                  <a:pt x="73185" y="81652"/>
                  <a:pt x="67940" y="86850"/>
                  <a:pt x="60010" y="89955"/>
                </a:cubicBezTo>
                <a:cubicBezTo>
                  <a:pt x="52080" y="93060"/>
                  <a:pt x="42152" y="92518"/>
                  <a:pt x="30224" y="88329"/>
                </a:cubicBezTo>
                <a:cubicBezTo>
                  <a:pt x="19395" y="84526"/>
                  <a:pt x="11592" y="79327"/>
                  <a:pt x="6817" y="72732"/>
                </a:cubicBezTo>
                <a:cubicBezTo>
                  <a:pt x="2042" y="66136"/>
                  <a:pt x="0" y="58740"/>
                  <a:pt x="692" y="50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t">
            <a:extLst xmlns:a="http://schemas.openxmlformats.org/drawingml/2006/main">
              <a:ext uri="{FF2B5EF4-FFF2-40B4-BE49-F238E27FC236}">
                <a16:creationId xmlns:a16="http://schemas.microsoft.com/office/drawing/2014/main" id="{0077C3A1-3137-4589-9C8E-E5F969DA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797" y="2272637"/>
            <a:ext cx="58736" cy="112474"/>
          </a:xfrm>
          <a:custGeom xmlns:a="http://schemas.openxmlformats.org/drawingml/2006/main">
            <a:pathLst>
              <a:path w="58736" h="112474">
                <a:moveTo>
                  <a:pt x="58736" y="33344"/>
                </a:moveTo>
                <a:lnTo>
                  <a:pt x="52847" y="50112"/>
                </a:lnTo>
                <a:lnTo>
                  <a:pt x="38474" y="45065"/>
                </a:lnTo>
                <a:lnTo>
                  <a:pt x="27240" y="77052"/>
                </a:lnTo>
                <a:cubicBezTo>
                  <a:pt x="24965" y="83531"/>
                  <a:pt x="23777" y="87354"/>
                  <a:pt x="23675" y="88522"/>
                </a:cubicBezTo>
                <a:cubicBezTo>
                  <a:pt x="23574" y="89688"/>
                  <a:pt x="23887" y="90791"/>
                  <a:pt x="24615" y="91832"/>
                </a:cubicBezTo>
                <a:cubicBezTo>
                  <a:pt x="25343" y="92870"/>
                  <a:pt x="26406" y="93635"/>
                  <a:pt x="27803" y="94126"/>
                </a:cubicBezTo>
                <a:cubicBezTo>
                  <a:pt x="29749" y="94810"/>
                  <a:pt x="32806" y="95126"/>
                  <a:pt x="36972" y="95076"/>
                </a:cubicBezTo>
                <a:lnTo>
                  <a:pt x="33016" y="112086"/>
                </a:lnTo>
                <a:cubicBezTo>
                  <a:pt x="27386" y="112474"/>
                  <a:pt x="21477" y="111581"/>
                  <a:pt x="15288" y="109408"/>
                </a:cubicBezTo>
                <a:cubicBezTo>
                  <a:pt x="11496" y="108076"/>
                  <a:pt x="8301" y="106239"/>
                  <a:pt x="5703" y="103898"/>
                </a:cubicBezTo>
                <a:cubicBezTo>
                  <a:pt x="3106" y="101556"/>
                  <a:pt x="1451" y="99125"/>
                  <a:pt x="739" y="96604"/>
                </a:cubicBezTo>
                <a:cubicBezTo>
                  <a:pt x="26" y="94083"/>
                  <a:pt x="0" y="91005"/>
                  <a:pt x="660" y="87369"/>
                </a:cubicBezTo>
                <a:cubicBezTo>
                  <a:pt x="1070" y="84766"/>
                  <a:pt x="2581" y="79746"/>
                  <a:pt x="5192" y="72310"/>
                </a:cubicBezTo>
                <a:lnTo>
                  <a:pt x="17364" y="37651"/>
                </a:lnTo>
                <a:lnTo>
                  <a:pt x="7707" y="34260"/>
                </a:lnTo>
                <a:lnTo>
                  <a:pt x="13596" y="17491"/>
                </a:lnTo>
                <a:lnTo>
                  <a:pt x="23253" y="20883"/>
                </a:lnTo>
                <a:lnTo>
                  <a:pt x="28826" y="5013"/>
                </a:lnTo>
                <a:lnTo>
                  <a:pt x="54301" y="0"/>
                </a:lnTo>
                <a:lnTo>
                  <a:pt x="44363" y="28296"/>
                </a:lnTo>
                <a:lnTo>
                  <a:pt x="58736" y="33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o">
            <a:extLst xmlns:a="http://schemas.openxmlformats.org/drawingml/2006/main">
              <a:ext uri="{FF2B5EF4-FFF2-40B4-BE49-F238E27FC236}">
                <a16:creationId xmlns:a16="http://schemas.microsoft.com/office/drawing/2014/main" id="{5E13C6A7-E72E-4FA4-BB85-9F7595BE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194" y="2402802"/>
            <a:ext cx="78083" cy="75131"/>
          </a:xfrm>
          <a:custGeom xmlns:a="http://schemas.openxmlformats.org/drawingml/2006/main">
            <a:pathLst>
              <a:path w="78083" h="75131">
                <a:moveTo>
                  <a:pt x="2385" y="31096"/>
                </a:moveTo>
                <a:cubicBezTo>
                  <a:pt x="6701" y="18806"/>
                  <a:pt x="13605" y="10221"/>
                  <a:pt x="23098" y="5341"/>
                </a:cubicBezTo>
                <a:cubicBezTo>
                  <a:pt x="32590" y="461"/>
                  <a:pt x="42971" y="0"/>
                  <a:pt x="54241" y="3958"/>
                </a:cubicBezTo>
                <a:cubicBezTo>
                  <a:pt x="64015" y="7390"/>
                  <a:pt x="70698" y="12768"/>
                  <a:pt x="74293" y="20092"/>
                </a:cubicBezTo>
                <a:cubicBezTo>
                  <a:pt x="77888" y="27415"/>
                  <a:pt x="78083" y="35639"/>
                  <a:pt x="74879" y="44763"/>
                </a:cubicBezTo>
                <a:cubicBezTo>
                  <a:pt x="71104" y="55511"/>
                  <a:pt x="64410" y="63596"/>
                  <a:pt x="54798" y="69019"/>
                </a:cubicBezTo>
                <a:cubicBezTo>
                  <a:pt x="45185" y="74442"/>
                  <a:pt x="34618" y="75131"/>
                  <a:pt x="23099" y="71085"/>
                </a:cubicBezTo>
                <a:cubicBezTo>
                  <a:pt x="16860" y="68894"/>
                  <a:pt x="11768" y="65702"/>
                  <a:pt x="7822" y="61509"/>
                </a:cubicBezTo>
                <a:cubicBezTo>
                  <a:pt x="3875" y="57314"/>
                  <a:pt x="1522" y="52509"/>
                  <a:pt x="761" y="47094"/>
                </a:cubicBezTo>
                <a:cubicBezTo>
                  <a:pt x="0" y="41678"/>
                  <a:pt x="541" y="36346"/>
                  <a:pt x="2385" y="31096"/>
                </a:cubicBezTo>
                <a:moveTo>
                  <a:pt x="57915" y="36198"/>
                </a:moveTo>
                <a:cubicBezTo>
                  <a:pt x="59409" y="31944"/>
                  <a:pt x="59369" y="28100"/>
                  <a:pt x="57796" y="24665"/>
                </a:cubicBezTo>
                <a:cubicBezTo>
                  <a:pt x="56222" y="21231"/>
                  <a:pt x="53481" y="18827"/>
                  <a:pt x="49572" y="17454"/>
                </a:cubicBezTo>
                <a:cubicBezTo>
                  <a:pt x="45704" y="16096"/>
                  <a:pt x="41852" y="16091"/>
                  <a:pt x="38015" y="17438"/>
                </a:cubicBezTo>
                <a:cubicBezTo>
                  <a:pt x="34178" y="18784"/>
                  <a:pt x="30626" y="21450"/>
                  <a:pt x="27358" y="25433"/>
                </a:cubicBezTo>
                <a:cubicBezTo>
                  <a:pt x="24091" y="29416"/>
                  <a:pt x="21784" y="33326"/>
                  <a:pt x="20436" y="37162"/>
                </a:cubicBezTo>
                <a:cubicBezTo>
                  <a:pt x="18766" y="41917"/>
                  <a:pt x="18730" y="46146"/>
                  <a:pt x="20326" y="49847"/>
                </a:cubicBezTo>
                <a:cubicBezTo>
                  <a:pt x="21924" y="53546"/>
                  <a:pt x="24677" y="56083"/>
                  <a:pt x="28586" y="57456"/>
                </a:cubicBezTo>
                <a:cubicBezTo>
                  <a:pt x="33493" y="59179"/>
                  <a:pt x="38350" y="58518"/>
                  <a:pt x="43157" y="55473"/>
                </a:cubicBezTo>
                <a:cubicBezTo>
                  <a:pt x="49993" y="51174"/>
                  <a:pt x="54912" y="44749"/>
                  <a:pt x="57915" y="36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r">
            <a:extLst xmlns:a="http://schemas.openxmlformats.org/drawingml/2006/main">
              <a:ext uri="{FF2B5EF4-FFF2-40B4-BE49-F238E27FC236}">
                <a16:creationId xmlns:a16="http://schemas.microsoft.com/office/drawing/2014/main" id="{1FBB985F-8504-44AD-AFDD-EB70E056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235" y="2426111"/>
            <a:ext cx="79612" cy="67673"/>
          </a:xfrm>
          <a:custGeom xmlns:a="http://schemas.openxmlformats.org/drawingml/2006/main">
            <a:pathLst>
              <a:path w="79612" h="67673">
                <a:moveTo>
                  <a:pt x="37115" y="0"/>
                </a:moveTo>
                <a:lnTo>
                  <a:pt x="53833" y="5871"/>
                </a:lnTo>
                <a:lnTo>
                  <a:pt x="46648" y="17753"/>
                </a:lnTo>
                <a:cubicBezTo>
                  <a:pt x="56268" y="10313"/>
                  <a:pt x="64717" y="7872"/>
                  <a:pt x="71995" y="10427"/>
                </a:cubicBezTo>
                <a:cubicBezTo>
                  <a:pt x="74573" y="11333"/>
                  <a:pt x="77112" y="12949"/>
                  <a:pt x="79612" y="15275"/>
                </a:cubicBezTo>
                <a:lnTo>
                  <a:pt x="67602" y="27525"/>
                </a:lnTo>
                <a:cubicBezTo>
                  <a:pt x="66185" y="26373"/>
                  <a:pt x="64561" y="25476"/>
                  <a:pt x="62731" y="24833"/>
                </a:cubicBezTo>
                <a:cubicBezTo>
                  <a:pt x="59654" y="23752"/>
                  <a:pt x="56114" y="23820"/>
                  <a:pt x="52113" y="25037"/>
                </a:cubicBezTo>
                <a:cubicBezTo>
                  <a:pt x="48112" y="26253"/>
                  <a:pt x="44534" y="28495"/>
                  <a:pt x="41377" y="31763"/>
                </a:cubicBezTo>
                <a:cubicBezTo>
                  <a:pt x="38221" y="35030"/>
                  <a:pt x="34284" y="40586"/>
                  <a:pt x="29566" y="48432"/>
                </a:cubicBezTo>
                <a:lnTo>
                  <a:pt x="17904" y="67673"/>
                </a:lnTo>
                <a:lnTo>
                  <a:pt x="0" y="61386"/>
                </a:lnTo>
                <a:lnTo>
                  <a:pt x="371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i">
            <a:extLst xmlns:a="http://schemas.openxmlformats.org/drawingml/2006/main">
              <a:ext uri="{FF2B5EF4-FFF2-40B4-BE49-F238E27FC236}">
                <a16:creationId xmlns:a16="http://schemas.microsoft.com/office/drawing/2014/main" id="{47B79BD3-B992-4714-BABB-7FA84D92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931" y="2420554"/>
            <a:ext cx="69110" cy="91035"/>
          </a:xfrm>
          <a:custGeom xmlns:a="http://schemas.openxmlformats.org/drawingml/2006/main">
            <a:pathLst>
              <a:path w="69110" h="91035">
                <a:moveTo>
                  <a:pt x="51206" y="0"/>
                </a:moveTo>
                <a:lnTo>
                  <a:pt x="69110" y="6288"/>
                </a:lnTo>
                <a:lnTo>
                  <a:pt x="60045" y="21324"/>
                </a:lnTo>
                <a:lnTo>
                  <a:pt x="42141" y="15036"/>
                </a:lnTo>
                <a:lnTo>
                  <a:pt x="51206" y="0"/>
                </a:lnTo>
                <a:moveTo>
                  <a:pt x="37115" y="23362"/>
                </a:moveTo>
                <a:lnTo>
                  <a:pt x="55019" y="29650"/>
                </a:lnTo>
                <a:lnTo>
                  <a:pt x="17904" y="91035"/>
                </a:lnTo>
                <a:lnTo>
                  <a:pt x="0" y="84748"/>
                </a:lnTo>
                <a:lnTo>
                  <a:pt x="37115" y="23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g">
            <a:extLst xmlns:a="http://schemas.openxmlformats.org/drawingml/2006/main">
              <a:ext uri="{FF2B5EF4-FFF2-40B4-BE49-F238E27FC236}">
                <a16:creationId xmlns:a16="http://schemas.microsoft.com/office/drawing/2014/main" id="{D1E79A45-15E7-4CE0-AE45-4D324169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426" y="2459936"/>
            <a:ext cx="103582" cy="97803"/>
          </a:xfrm>
          <a:custGeom xmlns:a="http://schemas.openxmlformats.org/drawingml/2006/main">
            <a:pathLst>
              <a:path w="103582" h="97803">
                <a:moveTo>
                  <a:pt x="3731" y="60958"/>
                </a:moveTo>
                <a:lnTo>
                  <a:pt x="21669" y="70341"/>
                </a:lnTo>
                <a:cubicBezTo>
                  <a:pt x="20997" y="72254"/>
                  <a:pt x="20801" y="73809"/>
                  <a:pt x="21082" y="75005"/>
                </a:cubicBezTo>
                <a:cubicBezTo>
                  <a:pt x="21363" y="76201"/>
                  <a:pt x="22079" y="77387"/>
                  <a:pt x="23231" y="78563"/>
                </a:cubicBezTo>
                <a:cubicBezTo>
                  <a:pt x="24383" y="79738"/>
                  <a:pt x="26166" y="80750"/>
                  <a:pt x="28578" y="81597"/>
                </a:cubicBezTo>
                <a:cubicBezTo>
                  <a:pt x="32362" y="82926"/>
                  <a:pt x="35661" y="83243"/>
                  <a:pt x="38475" y="82548"/>
                </a:cubicBezTo>
                <a:cubicBezTo>
                  <a:pt x="40589" y="81981"/>
                  <a:pt x="42641" y="80596"/>
                  <a:pt x="44629" y="78393"/>
                </a:cubicBezTo>
                <a:cubicBezTo>
                  <a:pt x="45864" y="77004"/>
                  <a:pt x="47960" y="73764"/>
                  <a:pt x="50915" y="68675"/>
                </a:cubicBezTo>
                <a:lnTo>
                  <a:pt x="52627" y="65796"/>
                </a:lnTo>
                <a:cubicBezTo>
                  <a:pt x="44619" y="68777"/>
                  <a:pt x="37309" y="69106"/>
                  <a:pt x="30697" y="66784"/>
                </a:cubicBezTo>
                <a:cubicBezTo>
                  <a:pt x="24209" y="64506"/>
                  <a:pt x="19690" y="60347"/>
                  <a:pt x="17139" y="54308"/>
                </a:cubicBezTo>
                <a:cubicBezTo>
                  <a:pt x="14588" y="48269"/>
                  <a:pt x="14862" y="40836"/>
                  <a:pt x="17962" y="32011"/>
                </a:cubicBezTo>
                <a:cubicBezTo>
                  <a:pt x="20695" y="24227"/>
                  <a:pt x="24616" y="17586"/>
                  <a:pt x="29724" y="12086"/>
                </a:cubicBezTo>
                <a:cubicBezTo>
                  <a:pt x="34833" y="6585"/>
                  <a:pt x="40530" y="3068"/>
                  <a:pt x="46814" y="1534"/>
                </a:cubicBezTo>
                <a:cubicBezTo>
                  <a:pt x="53100" y="0"/>
                  <a:pt x="58904" y="168"/>
                  <a:pt x="64227" y="2037"/>
                </a:cubicBezTo>
                <a:cubicBezTo>
                  <a:pt x="68635" y="3585"/>
                  <a:pt x="72259" y="6170"/>
                  <a:pt x="75098" y="9792"/>
                </a:cubicBezTo>
                <a:cubicBezTo>
                  <a:pt x="77937" y="13414"/>
                  <a:pt x="79636" y="17690"/>
                  <a:pt x="80193" y="22621"/>
                </a:cubicBezTo>
                <a:lnTo>
                  <a:pt x="86801" y="11787"/>
                </a:lnTo>
                <a:lnTo>
                  <a:pt x="103582" y="17680"/>
                </a:lnTo>
                <a:lnTo>
                  <a:pt x="72735" y="68800"/>
                </a:lnTo>
                <a:cubicBezTo>
                  <a:pt x="67743" y="77028"/>
                  <a:pt x="63935" y="82814"/>
                  <a:pt x="61313" y="86158"/>
                </a:cubicBezTo>
                <a:cubicBezTo>
                  <a:pt x="58690" y="89502"/>
                  <a:pt x="56151" y="92009"/>
                  <a:pt x="53697" y="93677"/>
                </a:cubicBezTo>
                <a:cubicBezTo>
                  <a:pt x="51242" y="95345"/>
                  <a:pt x="48479" y="96495"/>
                  <a:pt x="45408" y="97127"/>
                </a:cubicBezTo>
                <a:cubicBezTo>
                  <a:pt x="42336" y="97759"/>
                  <a:pt x="38957" y="97803"/>
                  <a:pt x="35271" y="97257"/>
                </a:cubicBezTo>
                <a:cubicBezTo>
                  <a:pt x="31585" y="96713"/>
                  <a:pt x="27724" y="95733"/>
                  <a:pt x="23690" y="94316"/>
                </a:cubicBezTo>
                <a:cubicBezTo>
                  <a:pt x="14333" y="91030"/>
                  <a:pt x="7827" y="86941"/>
                  <a:pt x="4172" y="82050"/>
                </a:cubicBezTo>
                <a:cubicBezTo>
                  <a:pt x="517" y="77160"/>
                  <a:pt x="0" y="70984"/>
                  <a:pt x="2621" y="63520"/>
                </a:cubicBezTo>
                <a:cubicBezTo>
                  <a:pt x="2900" y="62727"/>
                  <a:pt x="3270" y="61873"/>
                  <a:pt x="3731" y="60958"/>
                </a:cubicBezTo>
                <a:moveTo>
                  <a:pt x="36069" y="36322"/>
                </a:moveTo>
                <a:cubicBezTo>
                  <a:pt x="34304" y="41346"/>
                  <a:pt x="34092" y="45575"/>
                  <a:pt x="35433" y="49008"/>
                </a:cubicBezTo>
                <a:cubicBezTo>
                  <a:pt x="36773" y="52441"/>
                  <a:pt x="39149" y="54756"/>
                  <a:pt x="42559" y="55954"/>
                </a:cubicBezTo>
                <a:cubicBezTo>
                  <a:pt x="45678" y="57049"/>
                  <a:pt x="49119" y="56928"/>
                  <a:pt x="52882" y="55591"/>
                </a:cubicBezTo>
                <a:cubicBezTo>
                  <a:pt x="56646" y="54253"/>
                  <a:pt x="60073" y="51678"/>
                  <a:pt x="63164" y="47865"/>
                </a:cubicBezTo>
                <a:cubicBezTo>
                  <a:pt x="66254" y="44053"/>
                  <a:pt x="68514" y="40112"/>
                  <a:pt x="69943" y="36043"/>
                </a:cubicBezTo>
                <a:cubicBezTo>
                  <a:pt x="71592" y="31350"/>
                  <a:pt x="71650" y="27126"/>
                  <a:pt x="70119" y="23371"/>
                </a:cubicBezTo>
                <a:cubicBezTo>
                  <a:pt x="68589" y="19614"/>
                  <a:pt x="66160" y="17151"/>
                  <a:pt x="62833" y="15983"/>
                </a:cubicBezTo>
                <a:cubicBezTo>
                  <a:pt x="59631" y="14858"/>
                  <a:pt x="56244" y="15092"/>
                  <a:pt x="52672" y="16682"/>
                </a:cubicBezTo>
                <a:cubicBezTo>
                  <a:pt x="49100" y="18273"/>
                  <a:pt x="45514" y="21399"/>
                  <a:pt x="41915" y="26059"/>
                </a:cubicBezTo>
                <a:cubicBezTo>
                  <a:pt x="39155" y="29663"/>
                  <a:pt x="37206" y="33083"/>
                  <a:pt x="36069" y="363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i">
            <a:extLst xmlns:a="http://schemas.openxmlformats.org/drawingml/2006/main">
              <a:ext uri="{FF2B5EF4-FFF2-40B4-BE49-F238E27FC236}">
                <a16:creationId xmlns:a16="http://schemas.microsoft.com/office/drawing/2014/main" id="{7A1983B5-4E7C-4558-8BC2-E896F2CB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252" y="2460351"/>
            <a:ext cx="69110" cy="91035"/>
          </a:xfrm>
          <a:custGeom xmlns:a="http://schemas.openxmlformats.org/drawingml/2006/main">
            <a:pathLst>
              <a:path w="69110" h="91035">
                <a:moveTo>
                  <a:pt x="51206" y="0"/>
                </a:moveTo>
                <a:lnTo>
                  <a:pt x="69110" y="6288"/>
                </a:lnTo>
                <a:lnTo>
                  <a:pt x="60045" y="21324"/>
                </a:lnTo>
                <a:lnTo>
                  <a:pt x="42141" y="15036"/>
                </a:lnTo>
                <a:lnTo>
                  <a:pt x="51206" y="0"/>
                </a:lnTo>
                <a:moveTo>
                  <a:pt x="37115" y="23362"/>
                </a:moveTo>
                <a:lnTo>
                  <a:pt x="55019" y="29650"/>
                </a:lnTo>
                <a:lnTo>
                  <a:pt x="17904" y="91035"/>
                </a:lnTo>
                <a:lnTo>
                  <a:pt x="0" y="84748"/>
                </a:lnTo>
                <a:lnTo>
                  <a:pt x="37115" y="23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n">
            <a:extLst xmlns:a="http://schemas.openxmlformats.org/drawingml/2006/main">
              <a:ext uri="{FF2B5EF4-FFF2-40B4-BE49-F238E27FC236}">
                <a16:creationId xmlns:a16="http://schemas.microsoft.com/office/drawing/2014/main" id="{72A29D56-FE5D-4550-98D4-1D0B2EC4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891" y="2496229"/>
            <a:ext cx="89810" cy="82571"/>
          </a:xfrm>
          <a:custGeom xmlns:a="http://schemas.openxmlformats.org/drawingml/2006/main">
            <a:pathLst>
              <a:path w="89810" h="82571">
                <a:moveTo>
                  <a:pt x="37115" y="0"/>
                </a:moveTo>
                <a:lnTo>
                  <a:pt x="54083" y="5959"/>
                </a:lnTo>
                <a:lnTo>
                  <a:pt x="49308" y="13968"/>
                </a:lnTo>
                <a:cubicBezTo>
                  <a:pt x="54845" y="11771"/>
                  <a:pt x="59730" y="10533"/>
                  <a:pt x="63962" y="10254"/>
                </a:cubicBezTo>
                <a:cubicBezTo>
                  <a:pt x="68194" y="9975"/>
                  <a:pt x="72348" y="10552"/>
                  <a:pt x="76424" y="11983"/>
                </a:cubicBezTo>
                <a:cubicBezTo>
                  <a:pt x="81872" y="13896"/>
                  <a:pt x="85616" y="16969"/>
                  <a:pt x="87657" y="21201"/>
                </a:cubicBezTo>
                <a:cubicBezTo>
                  <a:pt x="89698" y="25433"/>
                  <a:pt x="89810" y="30137"/>
                  <a:pt x="87992" y="35312"/>
                </a:cubicBezTo>
                <a:cubicBezTo>
                  <a:pt x="87175" y="37638"/>
                  <a:pt x="84940" y="41807"/>
                  <a:pt x="81288" y="47818"/>
                </a:cubicBezTo>
                <a:lnTo>
                  <a:pt x="60323" y="82571"/>
                </a:lnTo>
                <a:lnTo>
                  <a:pt x="42420" y="76283"/>
                </a:lnTo>
                <a:lnTo>
                  <a:pt x="63492" y="41424"/>
                </a:lnTo>
                <a:cubicBezTo>
                  <a:pt x="66630" y="36212"/>
                  <a:pt x="68389" y="33066"/>
                  <a:pt x="68768" y="31986"/>
                </a:cubicBezTo>
                <a:cubicBezTo>
                  <a:pt x="69570" y="29702"/>
                  <a:pt x="69525" y="27670"/>
                  <a:pt x="68633" y="25887"/>
                </a:cubicBezTo>
                <a:cubicBezTo>
                  <a:pt x="67741" y="24104"/>
                  <a:pt x="66088" y="22789"/>
                  <a:pt x="63676" y="21942"/>
                </a:cubicBezTo>
                <a:cubicBezTo>
                  <a:pt x="61056" y="21022"/>
                  <a:pt x="57758" y="21101"/>
                  <a:pt x="53782" y="22181"/>
                </a:cubicBezTo>
                <a:cubicBezTo>
                  <a:pt x="49805" y="23260"/>
                  <a:pt x="46267" y="25288"/>
                  <a:pt x="43166" y="28263"/>
                </a:cubicBezTo>
                <a:cubicBezTo>
                  <a:pt x="40930" y="30376"/>
                  <a:pt x="37585" y="35111"/>
                  <a:pt x="33132" y="42471"/>
                </a:cubicBezTo>
                <a:lnTo>
                  <a:pt x="17904" y="67673"/>
                </a:lnTo>
                <a:lnTo>
                  <a:pt x="0" y="61386"/>
                </a:lnTo>
                <a:lnTo>
                  <a:pt x="371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DEDC3-87C5-4B7F-876A-2A1772C6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229" y="2206018"/>
            <a:ext cx="1663192" cy="914240"/>
          </a:xfrm>
          <a:custGeom xmlns:a="http://schemas.openxmlformats.org/drawingml/2006/main">
            <a:pathLst>
              <a:path w="1663192" h="914240">
                <a:moveTo>
                  <a:pt x="131462" y="0"/>
                </a:moveTo>
                <a:lnTo>
                  <a:pt x="1663192" y="542882"/>
                </a:lnTo>
                <a:lnTo>
                  <a:pt x="1531730" y="914240"/>
                </a:lnTo>
                <a:lnTo>
                  <a:pt x="0" y="371357"/>
                </a:lnTo>
                <a:lnTo>
                  <a:pt x="131462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r">
            <a:extLst xmlns:a="http://schemas.openxmlformats.org/drawingml/2006/main">
              <a:ext uri="{FF2B5EF4-FFF2-40B4-BE49-F238E27FC236}">
                <a16:creationId xmlns:a16="http://schemas.microsoft.com/office/drawing/2014/main" id="{167F81E9-B281-4C2E-92D0-6C5DFE93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54" y="2401496"/>
            <a:ext cx="78801" cy="86877"/>
          </a:xfrm>
          <a:custGeom xmlns:a="http://schemas.openxmlformats.org/drawingml/2006/main">
            <a:pathLst>
              <a:path w="78801" h="86877">
                <a:moveTo>
                  <a:pt x="21014" y="86877"/>
                </a:moveTo>
                <a:lnTo>
                  <a:pt x="0" y="79429"/>
                </a:lnTo>
                <a:lnTo>
                  <a:pt x="28118" y="0"/>
                </a:lnTo>
                <a:lnTo>
                  <a:pt x="47637" y="6918"/>
                </a:lnTo>
                <a:lnTo>
                  <a:pt x="43639" y="18211"/>
                </a:lnTo>
                <a:cubicBezTo>
                  <a:pt x="48867" y="14060"/>
                  <a:pt x="53116" y="11609"/>
                  <a:pt x="56383" y="10859"/>
                </a:cubicBezTo>
                <a:cubicBezTo>
                  <a:pt x="59650" y="10109"/>
                  <a:pt x="62979" y="10335"/>
                  <a:pt x="66369" y="11537"/>
                </a:cubicBezTo>
                <a:cubicBezTo>
                  <a:pt x="71155" y="13233"/>
                  <a:pt x="75299" y="16189"/>
                  <a:pt x="78801" y="20404"/>
                </a:cubicBezTo>
                <a:lnTo>
                  <a:pt x="65808" y="36422"/>
                </a:lnTo>
                <a:cubicBezTo>
                  <a:pt x="63080" y="32874"/>
                  <a:pt x="60196" y="30561"/>
                  <a:pt x="57155" y="29483"/>
                </a:cubicBezTo>
                <a:cubicBezTo>
                  <a:pt x="54213" y="28441"/>
                  <a:pt x="51434" y="28368"/>
                  <a:pt x="48816" y="29264"/>
                </a:cubicBezTo>
                <a:cubicBezTo>
                  <a:pt x="46198" y="30160"/>
                  <a:pt x="43553" y="32519"/>
                  <a:pt x="40881" y="36342"/>
                </a:cubicBezTo>
                <a:cubicBezTo>
                  <a:pt x="38209" y="40165"/>
                  <a:pt x="34482" y="48833"/>
                  <a:pt x="29698" y="62345"/>
                </a:cubicBezTo>
                <a:lnTo>
                  <a:pt x="21014" y="868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e">
            <a:extLst xmlns:a="http://schemas.openxmlformats.org/drawingml/2006/main">
              <a:ext uri="{FF2B5EF4-FFF2-40B4-BE49-F238E27FC236}">
                <a16:creationId xmlns:a16="http://schemas.microsoft.com/office/drawing/2014/main" id="{8D999DA6-10FF-4BDD-8C5F-2E89FB90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130" y="2428141"/>
            <a:ext cx="83732" cy="91157"/>
          </a:xfrm>
          <a:custGeom xmlns:a="http://schemas.openxmlformats.org/drawingml/2006/main">
            <a:pathLst>
              <a:path w="83732" h="91157">
                <a:moveTo>
                  <a:pt x="51739" y="65239"/>
                </a:moveTo>
                <a:lnTo>
                  <a:pt x="71407" y="76250"/>
                </a:lnTo>
                <a:cubicBezTo>
                  <a:pt x="66005" y="82950"/>
                  <a:pt x="59692" y="87271"/>
                  <a:pt x="52468" y="89214"/>
                </a:cubicBezTo>
                <a:cubicBezTo>
                  <a:pt x="45243" y="91157"/>
                  <a:pt x="37268" y="90582"/>
                  <a:pt x="28544" y="87490"/>
                </a:cubicBezTo>
                <a:cubicBezTo>
                  <a:pt x="14734" y="82595"/>
                  <a:pt x="6111" y="74460"/>
                  <a:pt x="2675" y="63085"/>
                </a:cubicBezTo>
                <a:cubicBezTo>
                  <a:pt x="0" y="54000"/>
                  <a:pt x="613" y="43948"/>
                  <a:pt x="4514" y="32929"/>
                </a:cubicBezTo>
                <a:cubicBezTo>
                  <a:pt x="9174" y="19765"/>
                  <a:pt x="16263" y="10675"/>
                  <a:pt x="25782" y="5660"/>
                </a:cubicBezTo>
                <a:cubicBezTo>
                  <a:pt x="35301" y="644"/>
                  <a:pt x="45320" y="0"/>
                  <a:pt x="55839" y="3728"/>
                </a:cubicBezTo>
                <a:cubicBezTo>
                  <a:pt x="67655" y="7916"/>
                  <a:pt x="75596" y="15122"/>
                  <a:pt x="79664" y="25346"/>
                </a:cubicBezTo>
                <a:cubicBezTo>
                  <a:pt x="83732" y="35570"/>
                  <a:pt x="82765" y="48682"/>
                  <a:pt x="76765" y="64681"/>
                </a:cubicBezTo>
                <a:lnTo>
                  <a:pt x="24118" y="46022"/>
                </a:lnTo>
                <a:cubicBezTo>
                  <a:pt x="22061" y="52307"/>
                  <a:pt x="22040" y="57757"/>
                  <a:pt x="24054" y="62371"/>
                </a:cubicBezTo>
                <a:cubicBezTo>
                  <a:pt x="26067" y="66985"/>
                  <a:pt x="29492" y="70149"/>
                  <a:pt x="34328" y="71863"/>
                </a:cubicBezTo>
                <a:cubicBezTo>
                  <a:pt x="37619" y="73029"/>
                  <a:pt x="40703" y="73112"/>
                  <a:pt x="43582" y="72112"/>
                </a:cubicBezTo>
                <a:cubicBezTo>
                  <a:pt x="46461" y="71113"/>
                  <a:pt x="49180" y="68821"/>
                  <a:pt x="51739" y="65239"/>
                </a:cubicBezTo>
                <a:moveTo>
                  <a:pt x="60455" y="44422"/>
                </a:moveTo>
                <a:cubicBezTo>
                  <a:pt x="62450" y="38311"/>
                  <a:pt x="62510" y="33148"/>
                  <a:pt x="60635" y="28934"/>
                </a:cubicBezTo>
                <a:cubicBezTo>
                  <a:pt x="58760" y="24720"/>
                  <a:pt x="55679" y="21854"/>
                  <a:pt x="51391" y="20334"/>
                </a:cubicBezTo>
                <a:cubicBezTo>
                  <a:pt x="46805" y="18708"/>
                  <a:pt x="42427" y="19029"/>
                  <a:pt x="38258" y="21295"/>
                </a:cubicBezTo>
                <a:cubicBezTo>
                  <a:pt x="34088" y="23563"/>
                  <a:pt x="31018" y="27562"/>
                  <a:pt x="29046" y="33290"/>
                </a:cubicBezTo>
                <a:lnTo>
                  <a:pt x="60455" y="44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s">
            <a:extLst xmlns:a="http://schemas.openxmlformats.org/drawingml/2006/main">
              <a:ext uri="{FF2B5EF4-FFF2-40B4-BE49-F238E27FC236}">
                <a16:creationId xmlns:a16="http://schemas.microsoft.com/office/drawing/2014/main" id="{91C9FED6-9F74-4BDF-A28D-FC5275C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62" y="2456881"/>
            <a:ext cx="85999" cy="93113"/>
          </a:xfrm>
          <a:custGeom xmlns:a="http://schemas.openxmlformats.org/drawingml/2006/main">
            <a:pathLst>
              <a:path w="85999" h="93113">
                <a:moveTo>
                  <a:pt x="713" y="50447"/>
                </a:moveTo>
                <a:lnTo>
                  <a:pt x="22966" y="54631"/>
                </a:lnTo>
                <a:cubicBezTo>
                  <a:pt x="22425" y="59012"/>
                  <a:pt x="23153" y="62743"/>
                  <a:pt x="25149" y="65821"/>
                </a:cubicBezTo>
                <a:cubicBezTo>
                  <a:pt x="27145" y="68899"/>
                  <a:pt x="30611" y="71313"/>
                  <a:pt x="35547" y="73063"/>
                </a:cubicBezTo>
                <a:cubicBezTo>
                  <a:pt x="40981" y="74989"/>
                  <a:pt x="45421" y="75442"/>
                  <a:pt x="48868" y="74422"/>
                </a:cubicBezTo>
                <a:cubicBezTo>
                  <a:pt x="51207" y="73682"/>
                  <a:pt x="52790" y="72141"/>
                  <a:pt x="53619" y="69801"/>
                </a:cubicBezTo>
                <a:cubicBezTo>
                  <a:pt x="54183" y="68207"/>
                  <a:pt x="54152" y="66710"/>
                  <a:pt x="53525" y="65311"/>
                </a:cubicBezTo>
                <a:cubicBezTo>
                  <a:pt x="52830" y="63945"/>
                  <a:pt x="50813" y="62193"/>
                  <a:pt x="47473" y="60057"/>
                </a:cubicBezTo>
                <a:cubicBezTo>
                  <a:pt x="31844" y="50316"/>
                  <a:pt x="22308" y="43097"/>
                  <a:pt x="18864" y="38401"/>
                </a:cubicBezTo>
                <a:cubicBezTo>
                  <a:pt x="14099" y="31890"/>
                  <a:pt x="13066" y="24824"/>
                  <a:pt x="15764" y="17203"/>
                </a:cubicBezTo>
                <a:cubicBezTo>
                  <a:pt x="18198" y="10328"/>
                  <a:pt x="22960" y="5513"/>
                  <a:pt x="30052" y="2756"/>
                </a:cubicBezTo>
                <a:cubicBezTo>
                  <a:pt x="37144" y="0"/>
                  <a:pt x="46398" y="645"/>
                  <a:pt x="57815" y="4691"/>
                </a:cubicBezTo>
                <a:cubicBezTo>
                  <a:pt x="68683" y="8543"/>
                  <a:pt x="76135" y="13170"/>
                  <a:pt x="80171" y="18570"/>
                </a:cubicBezTo>
                <a:cubicBezTo>
                  <a:pt x="84207" y="23971"/>
                  <a:pt x="85999" y="30478"/>
                  <a:pt x="85549" y="38090"/>
                </a:cubicBezTo>
                <a:lnTo>
                  <a:pt x="64408" y="34806"/>
                </a:lnTo>
                <a:cubicBezTo>
                  <a:pt x="64655" y="31414"/>
                  <a:pt x="63885" y="28476"/>
                  <a:pt x="62100" y="25991"/>
                </a:cubicBezTo>
                <a:cubicBezTo>
                  <a:pt x="60314" y="23507"/>
                  <a:pt x="57228" y="21487"/>
                  <a:pt x="52840" y="19932"/>
                </a:cubicBezTo>
                <a:cubicBezTo>
                  <a:pt x="47306" y="17971"/>
                  <a:pt x="43070" y="17338"/>
                  <a:pt x="40130" y="18034"/>
                </a:cubicBezTo>
                <a:cubicBezTo>
                  <a:pt x="38147" y="18562"/>
                  <a:pt x="36847" y="19698"/>
                  <a:pt x="36230" y="21442"/>
                </a:cubicBezTo>
                <a:cubicBezTo>
                  <a:pt x="35702" y="22935"/>
                  <a:pt x="35950" y="24451"/>
                  <a:pt x="36976" y="25991"/>
                </a:cubicBezTo>
                <a:cubicBezTo>
                  <a:pt x="38377" y="28057"/>
                  <a:pt x="44224" y="32344"/>
                  <a:pt x="54517" y="38850"/>
                </a:cubicBezTo>
                <a:cubicBezTo>
                  <a:pt x="64811" y="45357"/>
                  <a:pt x="71523" y="51242"/>
                  <a:pt x="74653" y="56506"/>
                </a:cubicBezTo>
                <a:cubicBezTo>
                  <a:pt x="77715" y="61804"/>
                  <a:pt x="78063" y="67795"/>
                  <a:pt x="75697" y="74480"/>
                </a:cubicBezTo>
                <a:cubicBezTo>
                  <a:pt x="73118" y="81764"/>
                  <a:pt x="67860" y="86948"/>
                  <a:pt x="59924" y="90031"/>
                </a:cubicBezTo>
                <a:cubicBezTo>
                  <a:pt x="51987" y="93113"/>
                  <a:pt x="42061" y="92543"/>
                  <a:pt x="30145" y="88320"/>
                </a:cubicBezTo>
                <a:cubicBezTo>
                  <a:pt x="19327" y="84486"/>
                  <a:pt x="11539" y="79264"/>
                  <a:pt x="6780" y="72655"/>
                </a:cubicBezTo>
                <a:cubicBezTo>
                  <a:pt x="2023" y="66045"/>
                  <a:pt x="0" y="58642"/>
                  <a:pt x="713" y="504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p">
            <a:extLst xmlns:a="http://schemas.openxmlformats.org/drawingml/2006/main">
              <a:ext uri="{FF2B5EF4-FFF2-40B4-BE49-F238E27FC236}">
                <a16:creationId xmlns:a16="http://schemas.microsoft.com/office/drawing/2014/main" id="{F8644AEF-F054-462D-8F8C-16B477B5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941" y="2483079"/>
            <a:ext cx="107311" cy="117093"/>
          </a:xfrm>
          <a:custGeom xmlns:a="http://schemas.openxmlformats.org/drawingml/2006/main">
            <a:pathLst>
              <a:path w="107311" h="117093">
                <a:moveTo>
                  <a:pt x="38815" y="0"/>
                </a:moveTo>
                <a:lnTo>
                  <a:pt x="58408" y="6944"/>
                </a:lnTo>
                <a:lnTo>
                  <a:pt x="54278" y="18612"/>
                </a:lnTo>
                <a:cubicBezTo>
                  <a:pt x="58232" y="15524"/>
                  <a:pt x="62820" y="13502"/>
                  <a:pt x="68039" y="12546"/>
                </a:cubicBezTo>
                <a:cubicBezTo>
                  <a:pt x="73259" y="11591"/>
                  <a:pt x="78512" y="12049"/>
                  <a:pt x="83796" y="13922"/>
                </a:cubicBezTo>
                <a:cubicBezTo>
                  <a:pt x="93019" y="17191"/>
                  <a:pt x="99567" y="23580"/>
                  <a:pt x="103439" y="33090"/>
                </a:cubicBezTo>
                <a:cubicBezTo>
                  <a:pt x="107311" y="42599"/>
                  <a:pt x="106961" y="53811"/>
                  <a:pt x="102389" y="66725"/>
                </a:cubicBezTo>
                <a:cubicBezTo>
                  <a:pt x="97694" y="79988"/>
                  <a:pt x="90804" y="89148"/>
                  <a:pt x="81719" y="94206"/>
                </a:cubicBezTo>
                <a:cubicBezTo>
                  <a:pt x="72635" y="99263"/>
                  <a:pt x="63481" y="100157"/>
                  <a:pt x="54257" y="96888"/>
                </a:cubicBezTo>
                <a:cubicBezTo>
                  <a:pt x="49870" y="95334"/>
                  <a:pt x="46203" y="93052"/>
                  <a:pt x="43256" y="90043"/>
                </a:cubicBezTo>
                <a:cubicBezTo>
                  <a:pt x="40310" y="87035"/>
                  <a:pt x="37617" y="82713"/>
                  <a:pt x="35179" y="77079"/>
                </a:cubicBezTo>
                <a:lnTo>
                  <a:pt x="21014" y="117093"/>
                </a:lnTo>
                <a:lnTo>
                  <a:pt x="0" y="109645"/>
                </a:lnTo>
                <a:lnTo>
                  <a:pt x="38815" y="0"/>
                </a:lnTo>
                <a:moveTo>
                  <a:pt x="46034" y="45702"/>
                </a:moveTo>
                <a:cubicBezTo>
                  <a:pt x="42880" y="54613"/>
                  <a:pt x="42319" y="61824"/>
                  <a:pt x="44351" y="67336"/>
                </a:cubicBezTo>
                <a:cubicBezTo>
                  <a:pt x="46384" y="72847"/>
                  <a:pt x="49943" y="76504"/>
                  <a:pt x="55028" y="78306"/>
                </a:cubicBezTo>
                <a:cubicBezTo>
                  <a:pt x="59914" y="80038"/>
                  <a:pt x="64669" y="79524"/>
                  <a:pt x="69293" y="76765"/>
                </a:cubicBezTo>
                <a:cubicBezTo>
                  <a:pt x="73917" y="74005"/>
                  <a:pt x="77806" y="68169"/>
                  <a:pt x="80962" y="59257"/>
                </a:cubicBezTo>
                <a:cubicBezTo>
                  <a:pt x="83905" y="50942"/>
                  <a:pt x="84420" y="44177"/>
                  <a:pt x="82508" y="38960"/>
                </a:cubicBezTo>
                <a:cubicBezTo>
                  <a:pt x="80595" y="33744"/>
                  <a:pt x="77171" y="30261"/>
                  <a:pt x="72235" y="28512"/>
                </a:cubicBezTo>
                <a:cubicBezTo>
                  <a:pt x="67100" y="26692"/>
                  <a:pt x="62137" y="27160"/>
                  <a:pt x="57346" y="29916"/>
                </a:cubicBezTo>
                <a:cubicBezTo>
                  <a:pt x="52554" y="32672"/>
                  <a:pt x="48784" y="37934"/>
                  <a:pt x="46034" y="457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o">
            <a:extLst xmlns:a="http://schemas.openxmlformats.org/drawingml/2006/main">
              <a:ext uri="{FF2B5EF4-FFF2-40B4-BE49-F238E27FC236}">
                <a16:creationId xmlns:a16="http://schemas.microsoft.com/office/drawing/2014/main" id="{5DC6CBCC-8546-4461-8A4A-AA9FD829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005" y="2523851"/>
            <a:ext cx="90113" cy="90774"/>
          </a:xfrm>
          <a:custGeom xmlns:a="http://schemas.openxmlformats.org/drawingml/2006/main">
            <a:pathLst>
              <a:path w="90113" h="90774">
                <a:moveTo>
                  <a:pt x="4251" y="29422"/>
                </a:moveTo>
                <a:cubicBezTo>
                  <a:pt x="6722" y="22441"/>
                  <a:pt x="10833" y="16295"/>
                  <a:pt x="16586" y="10982"/>
                </a:cubicBezTo>
                <a:cubicBezTo>
                  <a:pt x="22338" y="5669"/>
                  <a:pt x="28976" y="2410"/>
                  <a:pt x="36501" y="1205"/>
                </a:cubicBezTo>
                <a:cubicBezTo>
                  <a:pt x="44026" y="0"/>
                  <a:pt x="51677" y="776"/>
                  <a:pt x="59454" y="3532"/>
                </a:cubicBezTo>
                <a:cubicBezTo>
                  <a:pt x="71469" y="7791"/>
                  <a:pt x="79934" y="15182"/>
                  <a:pt x="84849" y="25706"/>
                </a:cubicBezTo>
                <a:cubicBezTo>
                  <a:pt x="89764" y="36231"/>
                  <a:pt x="90113" y="47452"/>
                  <a:pt x="85894" y="59368"/>
                </a:cubicBezTo>
                <a:cubicBezTo>
                  <a:pt x="81640" y="71385"/>
                  <a:pt x="74238" y="79971"/>
                  <a:pt x="63688" y="85126"/>
                </a:cubicBezTo>
                <a:cubicBezTo>
                  <a:pt x="53138" y="90282"/>
                  <a:pt x="41980" y="90774"/>
                  <a:pt x="30214" y="86604"/>
                </a:cubicBezTo>
                <a:cubicBezTo>
                  <a:pt x="22935" y="84025"/>
                  <a:pt x="16576" y="79919"/>
                  <a:pt x="11135" y="74287"/>
                </a:cubicBezTo>
                <a:cubicBezTo>
                  <a:pt x="5694" y="68654"/>
                  <a:pt x="2379" y="62050"/>
                  <a:pt x="1189" y="54474"/>
                </a:cubicBezTo>
                <a:cubicBezTo>
                  <a:pt x="0" y="46897"/>
                  <a:pt x="1020" y="38546"/>
                  <a:pt x="4251" y="29422"/>
                </a:cubicBezTo>
                <a:moveTo>
                  <a:pt x="25391" y="38177"/>
                </a:moveTo>
                <a:cubicBezTo>
                  <a:pt x="22611" y="46030"/>
                  <a:pt x="22351" y="52707"/>
                  <a:pt x="24612" y="58208"/>
                </a:cubicBezTo>
                <a:cubicBezTo>
                  <a:pt x="26873" y="63710"/>
                  <a:pt x="30745" y="67432"/>
                  <a:pt x="36229" y="69376"/>
                </a:cubicBezTo>
                <a:cubicBezTo>
                  <a:pt x="41713" y="71319"/>
                  <a:pt x="47051" y="70861"/>
                  <a:pt x="52244" y="68002"/>
                </a:cubicBezTo>
                <a:cubicBezTo>
                  <a:pt x="57436" y="65142"/>
                  <a:pt x="61440" y="59736"/>
                  <a:pt x="64256" y="51783"/>
                </a:cubicBezTo>
                <a:cubicBezTo>
                  <a:pt x="67000" y="44030"/>
                  <a:pt x="67255" y="37407"/>
                  <a:pt x="65019" y="31915"/>
                </a:cubicBezTo>
                <a:cubicBezTo>
                  <a:pt x="62783" y="26422"/>
                  <a:pt x="58923" y="22704"/>
                  <a:pt x="53439" y="20761"/>
                </a:cubicBezTo>
                <a:cubicBezTo>
                  <a:pt x="47955" y="18817"/>
                  <a:pt x="42604" y="19271"/>
                  <a:pt x="37387" y="22121"/>
                </a:cubicBezTo>
                <a:cubicBezTo>
                  <a:pt x="32169" y="24972"/>
                  <a:pt x="28171" y="30324"/>
                  <a:pt x="25391" y="38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n">
            <a:extLst xmlns:a="http://schemas.openxmlformats.org/drawingml/2006/main">
              <a:ext uri="{FF2B5EF4-FFF2-40B4-BE49-F238E27FC236}">
                <a16:creationId xmlns:a16="http://schemas.microsoft.com/office/drawing/2014/main" id="{A8A612BD-83F9-4E1D-95FD-288123D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34" y="2549461"/>
            <a:ext cx="94101" cy="105086"/>
          </a:xfrm>
          <a:custGeom xmlns:a="http://schemas.openxmlformats.org/drawingml/2006/main">
            <a:pathLst>
              <a:path w="94101" h="105086">
                <a:moveTo>
                  <a:pt x="72389" y="105086"/>
                </a:moveTo>
                <a:lnTo>
                  <a:pt x="51375" y="97638"/>
                </a:lnTo>
                <a:lnTo>
                  <a:pt x="65709" y="57147"/>
                </a:lnTo>
                <a:cubicBezTo>
                  <a:pt x="68742" y="48581"/>
                  <a:pt x="70255" y="42881"/>
                  <a:pt x="70248" y="40048"/>
                </a:cubicBezTo>
                <a:cubicBezTo>
                  <a:pt x="70241" y="37215"/>
                  <a:pt x="69474" y="34743"/>
                  <a:pt x="67949" y="32633"/>
                </a:cubicBezTo>
                <a:cubicBezTo>
                  <a:pt x="66423" y="30523"/>
                  <a:pt x="64240" y="28964"/>
                  <a:pt x="61398" y="27957"/>
                </a:cubicBezTo>
                <a:cubicBezTo>
                  <a:pt x="57759" y="26667"/>
                  <a:pt x="54140" y="26506"/>
                  <a:pt x="50543" y="27474"/>
                </a:cubicBezTo>
                <a:cubicBezTo>
                  <a:pt x="46947" y="28441"/>
                  <a:pt x="44031" y="30378"/>
                  <a:pt x="41795" y="33286"/>
                </a:cubicBezTo>
                <a:cubicBezTo>
                  <a:pt x="39560" y="36192"/>
                  <a:pt x="36873" y="42078"/>
                  <a:pt x="33734" y="50944"/>
                </a:cubicBezTo>
                <a:lnTo>
                  <a:pt x="21014" y="86877"/>
                </a:lnTo>
                <a:lnTo>
                  <a:pt x="0" y="79429"/>
                </a:lnTo>
                <a:lnTo>
                  <a:pt x="28118" y="0"/>
                </a:lnTo>
                <a:lnTo>
                  <a:pt x="47637" y="6918"/>
                </a:lnTo>
                <a:lnTo>
                  <a:pt x="43506" y="18585"/>
                </a:lnTo>
                <a:cubicBezTo>
                  <a:pt x="53613" y="12066"/>
                  <a:pt x="63926" y="10671"/>
                  <a:pt x="74446" y="14399"/>
                </a:cubicBezTo>
                <a:cubicBezTo>
                  <a:pt x="79082" y="16043"/>
                  <a:pt x="83024" y="18380"/>
                  <a:pt x="86272" y="21411"/>
                </a:cubicBezTo>
                <a:cubicBezTo>
                  <a:pt x="89519" y="24442"/>
                  <a:pt x="91669" y="27602"/>
                  <a:pt x="92720" y="30893"/>
                </a:cubicBezTo>
                <a:cubicBezTo>
                  <a:pt x="93772" y="34184"/>
                  <a:pt x="94101" y="37612"/>
                  <a:pt x="93709" y="41176"/>
                </a:cubicBezTo>
                <a:cubicBezTo>
                  <a:pt x="93317" y="44741"/>
                  <a:pt x="92035" y="49590"/>
                  <a:pt x="89864" y="55723"/>
                </a:cubicBezTo>
                <a:lnTo>
                  <a:pt x="72389" y="1050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s">
            <a:extLst xmlns:a="http://schemas.openxmlformats.org/drawingml/2006/main">
              <a:ext uri="{FF2B5EF4-FFF2-40B4-BE49-F238E27FC236}">
                <a16:creationId xmlns:a16="http://schemas.microsoft.com/office/drawing/2014/main" id="{A7DB71F2-5769-42DA-81F7-11AA69EC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387" y="2586397"/>
            <a:ext cx="85999" cy="93113"/>
          </a:xfrm>
          <a:custGeom xmlns:a="http://schemas.openxmlformats.org/drawingml/2006/main">
            <a:pathLst>
              <a:path w="85999" h="93113">
                <a:moveTo>
                  <a:pt x="713" y="50447"/>
                </a:moveTo>
                <a:lnTo>
                  <a:pt x="22966" y="54631"/>
                </a:lnTo>
                <a:cubicBezTo>
                  <a:pt x="22425" y="59012"/>
                  <a:pt x="23153" y="62743"/>
                  <a:pt x="25149" y="65821"/>
                </a:cubicBezTo>
                <a:cubicBezTo>
                  <a:pt x="27145" y="68899"/>
                  <a:pt x="30611" y="71313"/>
                  <a:pt x="35547" y="73063"/>
                </a:cubicBezTo>
                <a:cubicBezTo>
                  <a:pt x="40981" y="74989"/>
                  <a:pt x="45421" y="75442"/>
                  <a:pt x="48868" y="74422"/>
                </a:cubicBezTo>
                <a:cubicBezTo>
                  <a:pt x="51207" y="73682"/>
                  <a:pt x="52790" y="72141"/>
                  <a:pt x="53619" y="69801"/>
                </a:cubicBezTo>
                <a:cubicBezTo>
                  <a:pt x="54183" y="68207"/>
                  <a:pt x="54152" y="66710"/>
                  <a:pt x="53525" y="65311"/>
                </a:cubicBezTo>
                <a:cubicBezTo>
                  <a:pt x="52830" y="63945"/>
                  <a:pt x="50813" y="62193"/>
                  <a:pt x="47473" y="60057"/>
                </a:cubicBezTo>
                <a:cubicBezTo>
                  <a:pt x="31844" y="50316"/>
                  <a:pt x="22308" y="43097"/>
                  <a:pt x="18864" y="38401"/>
                </a:cubicBezTo>
                <a:cubicBezTo>
                  <a:pt x="14099" y="31890"/>
                  <a:pt x="13066" y="24824"/>
                  <a:pt x="15764" y="17203"/>
                </a:cubicBezTo>
                <a:cubicBezTo>
                  <a:pt x="18198" y="10328"/>
                  <a:pt x="22960" y="5513"/>
                  <a:pt x="30052" y="2756"/>
                </a:cubicBezTo>
                <a:cubicBezTo>
                  <a:pt x="37144" y="0"/>
                  <a:pt x="46398" y="645"/>
                  <a:pt x="57815" y="4691"/>
                </a:cubicBezTo>
                <a:cubicBezTo>
                  <a:pt x="68683" y="8543"/>
                  <a:pt x="76135" y="13170"/>
                  <a:pt x="80171" y="18570"/>
                </a:cubicBezTo>
                <a:cubicBezTo>
                  <a:pt x="84207" y="23971"/>
                  <a:pt x="85999" y="30478"/>
                  <a:pt x="85549" y="38090"/>
                </a:cubicBezTo>
                <a:lnTo>
                  <a:pt x="64408" y="34806"/>
                </a:lnTo>
                <a:cubicBezTo>
                  <a:pt x="64655" y="31414"/>
                  <a:pt x="63885" y="28476"/>
                  <a:pt x="62100" y="25991"/>
                </a:cubicBezTo>
                <a:cubicBezTo>
                  <a:pt x="60314" y="23507"/>
                  <a:pt x="57228" y="21487"/>
                  <a:pt x="52840" y="19932"/>
                </a:cubicBezTo>
                <a:cubicBezTo>
                  <a:pt x="47306" y="17971"/>
                  <a:pt x="43070" y="17338"/>
                  <a:pt x="40130" y="18034"/>
                </a:cubicBezTo>
                <a:cubicBezTo>
                  <a:pt x="38147" y="18562"/>
                  <a:pt x="36847" y="19698"/>
                  <a:pt x="36230" y="21442"/>
                </a:cubicBezTo>
                <a:cubicBezTo>
                  <a:pt x="35702" y="22935"/>
                  <a:pt x="35950" y="24451"/>
                  <a:pt x="36976" y="25991"/>
                </a:cubicBezTo>
                <a:cubicBezTo>
                  <a:pt x="38377" y="28057"/>
                  <a:pt x="44224" y="32344"/>
                  <a:pt x="54517" y="38850"/>
                </a:cubicBezTo>
                <a:cubicBezTo>
                  <a:pt x="64811" y="45357"/>
                  <a:pt x="71523" y="51242"/>
                  <a:pt x="74653" y="56506"/>
                </a:cubicBezTo>
                <a:cubicBezTo>
                  <a:pt x="77715" y="61804"/>
                  <a:pt x="78063" y="67795"/>
                  <a:pt x="75697" y="74480"/>
                </a:cubicBezTo>
                <a:cubicBezTo>
                  <a:pt x="73118" y="81764"/>
                  <a:pt x="67860" y="86948"/>
                  <a:pt x="59924" y="90031"/>
                </a:cubicBezTo>
                <a:cubicBezTo>
                  <a:pt x="51987" y="93113"/>
                  <a:pt x="42061" y="92543"/>
                  <a:pt x="30145" y="88320"/>
                </a:cubicBezTo>
                <a:cubicBezTo>
                  <a:pt x="19327" y="84486"/>
                  <a:pt x="11539" y="79264"/>
                  <a:pt x="6780" y="72655"/>
                </a:cubicBezTo>
                <a:cubicBezTo>
                  <a:pt x="2023" y="66045"/>
                  <a:pt x="0" y="58642"/>
                  <a:pt x="713" y="504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e">
            <a:extLst xmlns:a="http://schemas.openxmlformats.org/drawingml/2006/main">
              <a:ext uri="{FF2B5EF4-FFF2-40B4-BE49-F238E27FC236}">
                <a16:creationId xmlns:a16="http://schemas.microsoft.com/office/drawing/2014/main" id="{0ED21F37-112F-45FE-AE70-997010E5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863" y="2618018"/>
            <a:ext cx="83732" cy="91157"/>
          </a:xfrm>
          <a:custGeom xmlns:a="http://schemas.openxmlformats.org/drawingml/2006/main">
            <a:pathLst>
              <a:path w="83732" h="91157">
                <a:moveTo>
                  <a:pt x="51739" y="65239"/>
                </a:moveTo>
                <a:lnTo>
                  <a:pt x="71407" y="76250"/>
                </a:lnTo>
                <a:cubicBezTo>
                  <a:pt x="66005" y="82950"/>
                  <a:pt x="59692" y="87271"/>
                  <a:pt x="52468" y="89214"/>
                </a:cubicBezTo>
                <a:cubicBezTo>
                  <a:pt x="45243" y="91157"/>
                  <a:pt x="37268" y="90582"/>
                  <a:pt x="28544" y="87490"/>
                </a:cubicBezTo>
                <a:cubicBezTo>
                  <a:pt x="14734" y="82595"/>
                  <a:pt x="6111" y="74460"/>
                  <a:pt x="2675" y="63085"/>
                </a:cubicBezTo>
                <a:cubicBezTo>
                  <a:pt x="0" y="54000"/>
                  <a:pt x="613" y="43948"/>
                  <a:pt x="4514" y="32929"/>
                </a:cubicBezTo>
                <a:cubicBezTo>
                  <a:pt x="9174" y="19765"/>
                  <a:pt x="16263" y="10675"/>
                  <a:pt x="25782" y="5660"/>
                </a:cubicBezTo>
                <a:cubicBezTo>
                  <a:pt x="35301" y="644"/>
                  <a:pt x="45320" y="0"/>
                  <a:pt x="55839" y="3728"/>
                </a:cubicBezTo>
                <a:cubicBezTo>
                  <a:pt x="67655" y="7916"/>
                  <a:pt x="75596" y="15122"/>
                  <a:pt x="79664" y="25346"/>
                </a:cubicBezTo>
                <a:cubicBezTo>
                  <a:pt x="83732" y="35570"/>
                  <a:pt x="82765" y="48682"/>
                  <a:pt x="76765" y="64681"/>
                </a:cubicBezTo>
                <a:lnTo>
                  <a:pt x="24118" y="46022"/>
                </a:lnTo>
                <a:cubicBezTo>
                  <a:pt x="22061" y="52307"/>
                  <a:pt x="22040" y="57757"/>
                  <a:pt x="24054" y="62371"/>
                </a:cubicBezTo>
                <a:cubicBezTo>
                  <a:pt x="26067" y="66985"/>
                  <a:pt x="29492" y="70149"/>
                  <a:pt x="34328" y="71863"/>
                </a:cubicBezTo>
                <a:cubicBezTo>
                  <a:pt x="37619" y="73029"/>
                  <a:pt x="40703" y="73112"/>
                  <a:pt x="43582" y="72112"/>
                </a:cubicBezTo>
                <a:cubicBezTo>
                  <a:pt x="46461" y="71113"/>
                  <a:pt x="49180" y="68821"/>
                  <a:pt x="51739" y="65239"/>
                </a:cubicBezTo>
                <a:moveTo>
                  <a:pt x="60455" y="44422"/>
                </a:moveTo>
                <a:cubicBezTo>
                  <a:pt x="62450" y="38311"/>
                  <a:pt x="62510" y="33148"/>
                  <a:pt x="60635" y="28934"/>
                </a:cubicBezTo>
                <a:cubicBezTo>
                  <a:pt x="58760" y="24720"/>
                  <a:pt x="55679" y="21854"/>
                  <a:pt x="51391" y="20334"/>
                </a:cubicBezTo>
                <a:cubicBezTo>
                  <a:pt x="46805" y="18708"/>
                  <a:pt x="42427" y="19029"/>
                  <a:pt x="38258" y="21295"/>
                </a:cubicBezTo>
                <a:cubicBezTo>
                  <a:pt x="34088" y="23563"/>
                  <a:pt x="31018" y="27562"/>
                  <a:pt x="29046" y="33290"/>
                </a:cubicBezTo>
                <a:lnTo>
                  <a:pt x="60455" y="44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m">
            <a:extLst xmlns:a="http://schemas.openxmlformats.org/drawingml/2006/main">
              <a:ext uri="{FF2B5EF4-FFF2-40B4-BE49-F238E27FC236}">
                <a16:creationId xmlns:a16="http://schemas.microsoft.com/office/drawing/2014/main" id="{D596A913-3379-47D3-862E-58431D3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291" y="2730765"/>
            <a:ext cx="126477" cy="95346"/>
          </a:xfrm>
          <a:custGeom xmlns:a="http://schemas.openxmlformats.org/drawingml/2006/main">
            <a:pathLst>
              <a:path w="126477" h="95346">
                <a:moveTo>
                  <a:pt x="37267" y="0"/>
                </a:moveTo>
                <a:lnTo>
                  <a:pt x="54093" y="5964"/>
                </a:lnTo>
                <a:lnTo>
                  <a:pt x="49565" y="13405"/>
                </a:lnTo>
                <a:cubicBezTo>
                  <a:pt x="58408" y="9293"/>
                  <a:pt x="66445" y="8518"/>
                  <a:pt x="73673" y="11080"/>
                </a:cubicBezTo>
                <a:cubicBezTo>
                  <a:pt x="78659" y="12847"/>
                  <a:pt x="82132" y="15253"/>
                  <a:pt x="84093" y="18300"/>
                </a:cubicBezTo>
                <a:cubicBezTo>
                  <a:pt x="86054" y="21345"/>
                  <a:pt x="86758" y="24838"/>
                  <a:pt x="86205" y="28779"/>
                </a:cubicBezTo>
                <a:cubicBezTo>
                  <a:pt x="89673" y="26246"/>
                  <a:pt x="93946" y="24611"/>
                  <a:pt x="99024" y="23872"/>
                </a:cubicBezTo>
                <a:cubicBezTo>
                  <a:pt x="104101" y="23133"/>
                  <a:pt x="108946" y="23581"/>
                  <a:pt x="113557" y="25215"/>
                </a:cubicBezTo>
                <a:cubicBezTo>
                  <a:pt x="118834" y="27086"/>
                  <a:pt x="122444" y="29963"/>
                  <a:pt x="124388" y="33848"/>
                </a:cubicBezTo>
                <a:cubicBezTo>
                  <a:pt x="126333" y="37734"/>
                  <a:pt x="126477" y="42015"/>
                  <a:pt x="124821" y="46694"/>
                </a:cubicBezTo>
                <a:cubicBezTo>
                  <a:pt x="124017" y="48964"/>
                  <a:pt x="122042" y="52695"/>
                  <a:pt x="118894" y="57888"/>
                </a:cubicBezTo>
                <a:lnTo>
                  <a:pt x="96095" y="95346"/>
                </a:lnTo>
                <a:lnTo>
                  <a:pt x="78210" y="89007"/>
                </a:lnTo>
                <a:lnTo>
                  <a:pt x="101010" y="51545"/>
                </a:lnTo>
                <a:cubicBezTo>
                  <a:pt x="103843" y="46844"/>
                  <a:pt x="105377" y="44162"/>
                  <a:pt x="105612" y="43498"/>
                </a:cubicBezTo>
                <a:cubicBezTo>
                  <a:pt x="106258" y="41674"/>
                  <a:pt x="106218" y="40038"/>
                  <a:pt x="105491" y="38591"/>
                </a:cubicBezTo>
                <a:cubicBezTo>
                  <a:pt x="104764" y="37144"/>
                  <a:pt x="103300" y="36030"/>
                  <a:pt x="101098" y="35250"/>
                </a:cubicBezTo>
                <a:cubicBezTo>
                  <a:pt x="96652" y="33674"/>
                  <a:pt x="91854" y="34615"/>
                  <a:pt x="86702" y="38072"/>
                </a:cubicBezTo>
                <a:cubicBezTo>
                  <a:pt x="82977" y="40539"/>
                  <a:pt x="78706" y="45735"/>
                  <a:pt x="73890" y="53659"/>
                </a:cubicBezTo>
                <a:lnTo>
                  <a:pt x="56959" y="81475"/>
                </a:lnTo>
                <a:lnTo>
                  <a:pt x="39074" y="75136"/>
                </a:lnTo>
                <a:lnTo>
                  <a:pt x="61589" y="38082"/>
                </a:lnTo>
                <a:cubicBezTo>
                  <a:pt x="64178" y="33809"/>
                  <a:pt x="65715" y="30986"/>
                  <a:pt x="66200" y="29615"/>
                </a:cubicBezTo>
                <a:cubicBezTo>
                  <a:pt x="66818" y="27870"/>
                  <a:pt x="66733" y="26227"/>
                  <a:pt x="65946" y="24685"/>
                </a:cubicBezTo>
                <a:cubicBezTo>
                  <a:pt x="65159" y="23144"/>
                  <a:pt x="63727" y="22005"/>
                  <a:pt x="61650" y="21269"/>
                </a:cubicBezTo>
                <a:cubicBezTo>
                  <a:pt x="59697" y="20576"/>
                  <a:pt x="57477" y="20444"/>
                  <a:pt x="54987" y="20871"/>
                </a:cubicBezTo>
                <a:cubicBezTo>
                  <a:pt x="52498" y="21298"/>
                  <a:pt x="50114" y="22255"/>
                  <a:pt x="47835" y="23740"/>
                </a:cubicBezTo>
                <a:cubicBezTo>
                  <a:pt x="45556" y="25223"/>
                  <a:pt x="43290" y="27366"/>
                  <a:pt x="41035" y="30168"/>
                </a:cubicBezTo>
                <a:cubicBezTo>
                  <a:pt x="40007" y="31487"/>
                  <a:pt x="37998" y="34587"/>
                  <a:pt x="35008" y="39468"/>
                </a:cubicBezTo>
                <a:lnTo>
                  <a:pt x="17885" y="67627"/>
                </a:lnTo>
                <a:lnTo>
                  <a:pt x="0" y="61288"/>
                </a:lnTo>
                <a:lnTo>
                  <a:pt x="37267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u">
            <a:extLst xmlns:a="http://schemas.openxmlformats.org/drawingml/2006/main">
              <a:ext uri="{FF2B5EF4-FFF2-40B4-BE49-F238E27FC236}">
                <a16:creationId xmlns:a16="http://schemas.microsoft.com/office/drawing/2014/main" id="{EC5467A5-0BC1-43C6-8F9A-E4694D9E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855" y="2771133"/>
            <a:ext cx="89800" cy="82624"/>
          </a:xfrm>
          <a:custGeom xmlns:a="http://schemas.openxmlformats.org/drawingml/2006/main">
            <a:pathLst>
              <a:path w="89800" h="82624">
                <a:moveTo>
                  <a:pt x="29601" y="0"/>
                </a:moveTo>
                <a:lnTo>
                  <a:pt x="47486" y="6339"/>
                </a:lnTo>
                <a:lnTo>
                  <a:pt x="25444" y="42649"/>
                </a:lnTo>
                <a:cubicBezTo>
                  <a:pt x="22785" y="46991"/>
                  <a:pt x="21249" y="49744"/>
                  <a:pt x="20837" y="50907"/>
                </a:cubicBezTo>
                <a:cubicBezTo>
                  <a:pt x="20161" y="52818"/>
                  <a:pt x="20286" y="54710"/>
                  <a:pt x="21213" y="56582"/>
                </a:cubicBezTo>
                <a:cubicBezTo>
                  <a:pt x="22140" y="58454"/>
                  <a:pt x="23705" y="59780"/>
                  <a:pt x="25907" y="60560"/>
                </a:cubicBezTo>
                <a:cubicBezTo>
                  <a:pt x="27485" y="61120"/>
                  <a:pt x="29150" y="61371"/>
                  <a:pt x="30900" y="61315"/>
                </a:cubicBezTo>
                <a:cubicBezTo>
                  <a:pt x="32650" y="61257"/>
                  <a:pt x="34552" y="60903"/>
                  <a:pt x="36606" y="60253"/>
                </a:cubicBezTo>
                <a:cubicBezTo>
                  <a:pt x="38660" y="59602"/>
                  <a:pt x="40611" y="58715"/>
                  <a:pt x="42457" y="57594"/>
                </a:cubicBezTo>
                <a:cubicBezTo>
                  <a:pt x="44303" y="56473"/>
                  <a:pt x="46243" y="54824"/>
                  <a:pt x="48276" y="52648"/>
                </a:cubicBezTo>
                <a:cubicBezTo>
                  <a:pt x="49741" y="51018"/>
                  <a:pt x="51696" y="48204"/>
                  <a:pt x="54140" y="44207"/>
                </a:cubicBezTo>
                <a:lnTo>
                  <a:pt x="71915" y="14997"/>
                </a:lnTo>
                <a:lnTo>
                  <a:pt x="89800" y="21336"/>
                </a:lnTo>
                <a:lnTo>
                  <a:pt x="52534" y="82624"/>
                </a:lnTo>
                <a:lnTo>
                  <a:pt x="35832" y="76705"/>
                </a:lnTo>
                <a:lnTo>
                  <a:pt x="40862" y="68439"/>
                </a:lnTo>
                <a:cubicBezTo>
                  <a:pt x="31061" y="72880"/>
                  <a:pt x="21860" y="73576"/>
                  <a:pt x="13260" y="70528"/>
                </a:cubicBezTo>
                <a:cubicBezTo>
                  <a:pt x="7818" y="68599"/>
                  <a:pt x="4092" y="65519"/>
                  <a:pt x="2083" y="61288"/>
                </a:cubicBezTo>
                <a:cubicBezTo>
                  <a:pt x="74" y="57056"/>
                  <a:pt x="0" y="52312"/>
                  <a:pt x="1860" y="47057"/>
                </a:cubicBezTo>
                <a:cubicBezTo>
                  <a:pt x="2669" y="44772"/>
                  <a:pt x="4986" y="40472"/>
                  <a:pt x="8811" y="34159"/>
                </a:cubicBezTo>
                <a:lnTo>
                  <a:pt x="29601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t">
            <a:extLst xmlns:a="http://schemas.openxmlformats.org/drawingml/2006/main">
              <a:ext uri="{FF2B5EF4-FFF2-40B4-BE49-F238E27FC236}">
                <a16:creationId xmlns:a16="http://schemas.microsoft.com/office/drawing/2014/main" id="{2744E01E-EBE6-4542-A43E-4874DF6F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252" y="2784625"/>
            <a:ext cx="62104" cy="87759"/>
          </a:xfrm>
          <a:custGeom xmlns:a="http://schemas.openxmlformats.org/drawingml/2006/main">
            <a:pathLst>
              <a:path w="62104" h="87759">
                <a:moveTo>
                  <a:pt x="15112" y="24170"/>
                </a:moveTo>
                <a:lnTo>
                  <a:pt x="22576" y="11804"/>
                </a:lnTo>
                <a:lnTo>
                  <a:pt x="31375" y="14923"/>
                </a:lnTo>
                <a:lnTo>
                  <a:pt x="37299" y="5097"/>
                </a:lnTo>
                <a:lnTo>
                  <a:pt x="62104" y="0"/>
                </a:lnTo>
                <a:lnTo>
                  <a:pt x="49260" y="21262"/>
                </a:lnTo>
                <a:lnTo>
                  <a:pt x="60092" y="25101"/>
                </a:lnTo>
                <a:lnTo>
                  <a:pt x="52628" y="37467"/>
                </a:lnTo>
                <a:lnTo>
                  <a:pt x="41790" y="33626"/>
                </a:lnTo>
                <a:lnTo>
                  <a:pt x="26043" y="59269"/>
                </a:lnTo>
                <a:cubicBezTo>
                  <a:pt x="23227" y="63922"/>
                  <a:pt x="21694" y="66601"/>
                  <a:pt x="21444" y="67306"/>
                </a:cubicBezTo>
                <a:cubicBezTo>
                  <a:pt x="20959" y="68678"/>
                  <a:pt x="21016" y="69904"/>
                  <a:pt x="21615" y="70983"/>
                </a:cubicBezTo>
                <a:cubicBezTo>
                  <a:pt x="22216" y="72061"/>
                  <a:pt x="23658" y="73005"/>
                  <a:pt x="25943" y="73815"/>
                </a:cubicBezTo>
                <a:cubicBezTo>
                  <a:pt x="26733" y="74095"/>
                  <a:pt x="28758" y="74649"/>
                  <a:pt x="32018" y="75477"/>
                </a:cubicBezTo>
                <a:lnTo>
                  <a:pt x="24514" y="87759"/>
                </a:lnTo>
                <a:cubicBezTo>
                  <a:pt x="21219" y="87292"/>
                  <a:pt x="17951" y="86485"/>
                  <a:pt x="14711" y="85336"/>
                </a:cubicBezTo>
                <a:cubicBezTo>
                  <a:pt x="8396" y="83098"/>
                  <a:pt x="4237" y="80251"/>
                  <a:pt x="2235" y="76793"/>
                </a:cubicBezTo>
                <a:cubicBezTo>
                  <a:pt x="233" y="73335"/>
                  <a:pt x="0" y="69435"/>
                  <a:pt x="1537" y="65095"/>
                </a:cubicBezTo>
                <a:cubicBezTo>
                  <a:pt x="2257" y="63059"/>
                  <a:pt x="4688" y="58635"/>
                  <a:pt x="8830" y="51824"/>
                </a:cubicBezTo>
                <a:lnTo>
                  <a:pt x="24002" y="27321"/>
                </a:lnTo>
                <a:lnTo>
                  <a:pt x="15112" y="2417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a">
            <a:extLst xmlns:a="http://schemas.openxmlformats.org/drawingml/2006/main">
              <a:ext uri="{FF2B5EF4-FFF2-40B4-BE49-F238E27FC236}">
                <a16:creationId xmlns:a16="http://schemas.microsoft.com/office/drawing/2014/main" id="{841A542C-8E50-4AF7-8A25-9B60EA31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541" y="2817193"/>
            <a:ext cx="77554" cy="78337"/>
          </a:xfrm>
          <a:custGeom xmlns:a="http://schemas.openxmlformats.org/drawingml/2006/main">
            <a:pathLst>
              <a:path w="77554" h="78337">
                <a:moveTo>
                  <a:pt x="37178" y="19380"/>
                </a:moveTo>
                <a:lnTo>
                  <a:pt x="20254" y="11712"/>
                </a:lnTo>
                <a:cubicBezTo>
                  <a:pt x="24339" y="6514"/>
                  <a:pt x="29452" y="3133"/>
                  <a:pt x="35594" y="1567"/>
                </a:cubicBezTo>
                <a:cubicBezTo>
                  <a:pt x="41736" y="0"/>
                  <a:pt x="48899" y="667"/>
                  <a:pt x="57084" y="3568"/>
                </a:cubicBezTo>
                <a:cubicBezTo>
                  <a:pt x="65601" y="6586"/>
                  <a:pt x="71287" y="10533"/>
                  <a:pt x="74144" y="15408"/>
                </a:cubicBezTo>
                <a:cubicBezTo>
                  <a:pt x="77001" y="20281"/>
                  <a:pt x="77554" y="25193"/>
                  <a:pt x="75802" y="30141"/>
                </a:cubicBezTo>
                <a:cubicBezTo>
                  <a:pt x="75095" y="32138"/>
                  <a:pt x="74167" y="34197"/>
                  <a:pt x="73019" y="36318"/>
                </a:cubicBezTo>
                <a:cubicBezTo>
                  <a:pt x="71871" y="38438"/>
                  <a:pt x="68544" y="43906"/>
                  <a:pt x="63039" y="52721"/>
                </a:cubicBezTo>
                <a:cubicBezTo>
                  <a:pt x="58497" y="60003"/>
                  <a:pt x="55667" y="65226"/>
                  <a:pt x="54547" y="68387"/>
                </a:cubicBezTo>
                <a:cubicBezTo>
                  <a:pt x="53546" y="71215"/>
                  <a:pt x="52933" y="74532"/>
                  <a:pt x="52709" y="78337"/>
                </a:cubicBezTo>
                <a:lnTo>
                  <a:pt x="35322" y="72174"/>
                </a:lnTo>
                <a:cubicBezTo>
                  <a:pt x="35469" y="69514"/>
                  <a:pt x="35915" y="66866"/>
                  <a:pt x="36661" y="64231"/>
                </a:cubicBezTo>
                <a:cubicBezTo>
                  <a:pt x="33014" y="66212"/>
                  <a:pt x="29207" y="67388"/>
                  <a:pt x="25242" y="67760"/>
                </a:cubicBezTo>
                <a:cubicBezTo>
                  <a:pt x="21276" y="68131"/>
                  <a:pt x="17569" y="67706"/>
                  <a:pt x="14121" y="66484"/>
                </a:cubicBezTo>
                <a:cubicBezTo>
                  <a:pt x="8637" y="64540"/>
                  <a:pt x="4745" y="61136"/>
                  <a:pt x="2446" y="56270"/>
                </a:cubicBezTo>
                <a:cubicBezTo>
                  <a:pt x="148" y="51404"/>
                  <a:pt x="0" y="46142"/>
                  <a:pt x="2003" y="40483"/>
                </a:cubicBezTo>
                <a:cubicBezTo>
                  <a:pt x="4242" y="34158"/>
                  <a:pt x="7995" y="29798"/>
                  <a:pt x="13261" y="27404"/>
                </a:cubicBezTo>
                <a:cubicBezTo>
                  <a:pt x="18528" y="25009"/>
                  <a:pt x="26349" y="25205"/>
                  <a:pt x="36724" y="27992"/>
                </a:cubicBezTo>
                <a:cubicBezTo>
                  <a:pt x="45492" y="30303"/>
                  <a:pt x="51486" y="31467"/>
                  <a:pt x="54706" y="31485"/>
                </a:cubicBezTo>
                <a:cubicBezTo>
                  <a:pt x="56336" y="29257"/>
                  <a:pt x="57416" y="27395"/>
                  <a:pt x="57946" y="25899"/>
                </a:cubicBezTo>
                <a:cubicBezTo>
                  <a:pt x="58622" y="23988"/>
                  <a:pt x="58420" y="22116"/>
                  <a:pt x="57339" y="20283"/>
                </a:cubicBezTo>
                <a:cubicBezTo>
                  <a:pt x="56258" y="18450"/>
                  <a:pt x="54201" y="16996"/>
                  <a:pt x="51168" y="15921"/>
                </a:cubicBezTo>
                <a:cubicBezTo>
                  <a:pt x="47969" y="14787"/>
                  <a:pt x="45215" y="14542"/>
                  <a:pt x="42906" y="15185"/>
                </a:cubicBezTo>
                <a:cubicBezTo>
                  <a:pt x="40599" y="15827"/>
                  <a:pt x="38689" y="17225"/>
                  <a:pt x="37178" y="19380"/>
                </a:cubicBezTo>
                <a:moveTo>
                  <a:pt x="48322" y="41989"/>
                </a:moveTo>
                <a:cubicBezTo>
                  <a:pt x="47138" y="41898"/>
                  <a:pt x="45609" y="41661"/>
                  <a:pt x="43734" y="41277"/>
                </a:cubicBezTo>
                <a:cubicBezTo>
                  <a:pt x="34377" y="39181"/>
                  <a:pt x="27958" y="38689"/>
                  <a:pt x="24478" y="39801"/>
                </a:cubicBezTo>
                <a:cubicBezTo>
                  <a:pt x="21994" y="40610"/>
                  <a:pt x="20302" y="42286"/>
                  <a:pt x="19402" y="44830"/>
                </a:cubicBezTo>
                <a:cubicBezTo>
                  <a:pt x="18664" y="46914"/>
                  <a:pt x="18788" y="48941"/>
                  <a:pt x="19774" y="50909"/>
                </a:cubicBezTo>
                <a:cubicBezTo>
                  <a:pt x="20761" y="52877"/>
                  <a:pt x="22480" y="54295"/>
                  <a:pt x="24931" y="55164"/>
                </a:cubicBezTo>
                <a:cubicBezTo>
                  <a:pt x="27632" y="56121"/>
                  <a:pt x="30409" y="56366"/>
                  <a:pt x="33262" y="55900"/>
                </a:cubicBezTo>
                <a:cubicBezTo>
                  <a:pt x="36117" y="55433"/>
                  <a:pt x="38501" y="54377"/>
                  <a:pt x="40415" y="52734"/>
                </a:cubicBezTo>
                <a:cubicBezTo>
                  <a:pt x="42330" y="51090"/>
                  <a:pt x="44519" y="48242"/>
                  <a:pt x="46982" y="44189"/>
                </a:cubicBezTo>
                <a:lnTo>
                  <a:pt x="48322" y="41989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t">
            <a:extLst xmlns:a="http://schemas.openxmlformats.org/drawingml/2006/main">
              <a:ext uri="{FF2B5EF4-FFF2-40B4-BE49-F238E27FC236}">
                <a16:creationId xmlns:a16="http://schemas.microsoft.com/office/drawing/2014/main" id="{3699B33F-58A9-4F41-A8C5-D6071476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713" y="2824838"/>
            <a:ext cx="62104" cy="87759"/>
          </a:xfrm>
          <a:custGeom xmlns:a="http://schemas.openxmlformats.org/drawingml/2006/main">
            <a:pathLst>
              <a:path w="62104" h="87759">
                <a:moveTo>
                  <a:pt x="15112" y="24170"/>
                </a:moveTo>
                <a:lnTo>
                  <a:pt x="22576" y="11804"/>
                </a:lnTo>
                <a:lnTo>
                  <a:pt x="31375" y="14923"/>
                </a:lnTo>
                <a:lnTo>
                  <a:pt x="37299" y="5097"/>
                </a:lnTo>
                <a:lnTo>
                  <a:pt x="62104" y="0"/>
                </a:lnTo>
                <a:lnTo>
                  <a:pt x="49260" y="21262"/>
                </a:lnTo>
                <a:lnTo>
                  <a:pt x="60092" y="25101"/>
                </a:lnTo>
                <a:lnTo>
                  <a:pt x="52628" y="37467"/>
                </a:lnTo>
                <a:lnTo>
                  <a:pt x="41790" y="33626"/>
                </a:lnTo>
                <a:lnTo>
                  <a:pt x="26043" y="59269"/>
                </a:lnTo>
                <a:cubicBezTo>
                  <a:pt x="23227" y="63922"/>
                  <a:pt x="21694" y="66601"/>
                  <a:pt x="21444" y="67306"/>
                </a:cubicBezTo>
                <a:cubicBezTo>
                  <a:pt x="20959" y="68678"/>
                  <a:pt x="21016" y="69904"/>
                  <a:pt x="21615" y="70983"/>
                </a:cubicBezTo>
                <a:cubicBezTo>
                  <a:pt x="22216" y="72061"/>
                  <a:pt x="23658" y="73005"/>
                  <a:pt x="25943" y="73815"/>
                </a:cubicBezTo>
                <a:cubicBezTo>
                  <a:pt x="26733" y="74095"/>
                  <a:pt x="28758" y="74649"/>
                  <a:pt x="32018" y="75477"/>
                </a:cubicBezTo>
                <a:lnTo>
                  <a:pt x="24514" y="87759"/>
                </a:lnTo>
                <a:cubicBezTo>
                  <a:pt x="21219" y="87292"/>
                  <a:pt x="17951" y="86485"/>
                  <a:pt x="14711" y="85336"/>
                </a:cubicBezTo>
                <a:cubicBezTo>
                  <a:pt x="8396" y="83098"/>
                  <a:pt x="4237" y="80251"/>
                  <a:pt x="2235" y="76793"/>
                </a:cubicBezTo>
                <a:cubicBezTo>
                  <a:pt x="233" y="73335"/>
                  <a:pt x="0" y="69435"/>
                  <a:pt x="1537" y="65095"/>
                </a:cubicBezTo>
                <a:cubicBezTo>
                  <a:pt x="2257" y="63059"/>
                  <a:pt x="4688" y="58635"/>
                  <a:pt x="8830" y="51824"/>
                </a:cubicBezTo>
                <a:lnTo>
                  <a:pt x="24002" y="27321"/>
                </a:lnTo>
                <a:lnTo>
                  <a:pt x="15112" y="2417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e">
            <a:extLst xmlns:a="http://schemas.openxmlformats.org/drawingml/2006/main">
              <a:ext uri="{FF2B5EF4-FFF2-40B4-BE49-F238E27FC236}">
                <a16:creationId xmlns:a16="http://schemas.microsoft.com/office/drawing/2014/main" id="{0DB7A8BB-A8E5-4298-9348-641C0B31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494" y="2856910"/>
            <a:ext cx="73497" cy="74268"/>
          </a:xfrm>
          <a:custGeom xmlns:a="http://schemas.openxmlformats.org/drawingml/2006/main">
            <a:pathLst>
              <a:path w="73497" h="74268">
                <a:moveTo>
                  <a:pt x="64824" y="53714"/>
                </a:moveTo>
                <a:lnTo>
                  <a:pt x="19955" y="37811"/>
                </a:lnTo>
                <a:cubicBezTo>
                  <a:pt x="19663" y="38503"/>
                  <a:pt x="19451" y="39036"/>
                  <a:pt x="19319" y="39410"/>
                </a:cubicBezTo>
                <a:cubicBezTo>
                  <a:pt x="17760" y="43814"/>
                  <a:pt x="17759" y="47812"/>
                  <a:pt x="19316" y="51404"/>
                </a:cubicBezTo>
                <a:cubicBezTo>
                  <a:pt x="20874" y="54996"/>
                  <a:pt x="23460" y="57432"/>
                  <a:pt x="27074" y="58713"/>
                </a:cubicBezTo>
                <a:cubicBezTo>
                  <a:pt x="33015" y="60819"/>
                  <a:pt x="38736" y="59386"/>
                  <a:pt x="44237" y="54414"/>
                </a:cubicBezTo>
                <a:lnTo>
                  <a:pt x="59282" y="62833"/>
                </a:lnTo>
                <a:cubicBezTo>
                  <a:pt x="53886" y="68169"/>
                  <a:pt x="48011" y="71523"/>
                  <a:pt x="41657" y="72895"/>
                </a:cubicBezTo>
                <a:cubicBezTo>
                  <a:pt x="35303" y="74268"/>
                  <a:pt x="28885" y="73805"/>
                  <a:pt x="22404" y="71508"/>
                </a:cubicBezTo>
                <a:cubicBezTo>
                  <a:pt x="13514" y="68357"/>
                  <a:pt x="7283" y="62975"/>
                  <a:pt x="3713" y="55361"/>
                </a:cubicBezTo>
                <a:cubicBezTo>
                  <a:pt x="142" y="47747"/>
                  <a:pt x="0" y="39300"/>
                  <a:pt x="3286" y="30018"/>
                </a:cubicBezTo>
                <a:cubicBezTo>
                  <a:pt x="6498" y="20943"/>
                  <a:pt x="11871" y="13758"/>
                  <a:pt x="19403" y="8463"/>
                </a:cubicBezTo>
                <a:cubicBezTo>
                  <a:pt x="29647" y="1319"/>
                  <a:pt x="41126" y="0"/>
                  <a:pt x="53839" y="4506"/>
                </a:cubicBezTo>
                <a:cubicBezTo>
                  <a:pt x="61940" y="7377"/>
                  <a:pt x="67492" y="12167"/>
                  <a:pt x="70495" y="18875"/>
                </a:cubicBezTo>
                <a:cubicBezTo>
                  <a:pt x="73497" y="25583"/>
                  <a:pt x="73400" y="33452"/>
                  <a:pt x="70203" y="42483"/>
                </a:cubicBezTo>
                <a:cubicBezTo>
                  <a:pt x="68671" y="46811"/>
                  <a:pt x="66878" y="50555"/>
                  <a:pt x="64824" y="53714"/>
                </a:cubicBezTo>
                <a:moveTo>
                  <a:pt x="53626" y="37400"/>
                </a:moveTo>
                <a:cubicBezTo>
                  <a:pt x="53947" y="36627"/>
                  <a:pt x="54180" y="36035"/>
                  <a:pt x="54326" y="35622"/>
                </a:cubicBezTo>
                <a:cubicBezTo>
                  <a:pt x="56055" y="30737"/>
                  <a:pt x="56251" y="26683"/>
                  <a:pt x="54914" y="23460"/>
                </a:cubicBezTo>
                <a:cubicBezTo>
                  <a:pt x="53577" y="20238"/>
                  <a:pt x="51059" y="17971"/>
                  <a:pt x="47362" y="16660"/>
                </a:cubicBezTo>
                <a:cubicBezTo>
                  <a:pt x="43664" y="15350"/>
                  <a:pt x="39860" y="15562"/>
                  <a:pt x="35949" y="17298"/>
                </a:cubicBezTo>
                <a:cubicBezTo>
                  <a:pt x="32038" y="19033"/>
                  <a:pt x="28604" y="22428"/>
                  <a:pt x="25645" y="27482"/>
                </a:cubicBezTo>
                <a:lnTo>
                  <a:pt x="53626" y="3740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d">
            <a:extLst xmlns:a="http://schemas.openxmlformats.org/drawingml/2006/main">
              <a:ext uri="{FF2B5EF4-FFF2-40B4-BE49-F238E27FC236}">
                <a16:creationId xmlns:a16="http://schemas.microsoft.com/office/drawing/2014/main" id="{182946F8-82A4-493C-B444-53A6FCD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220" y="2871201"/>
            <a:ext cx="104419" cy="90951"/>
          </a:xfrm>
          <a:custGeom xmlns:a="http://schemas.openxmlformats.org/drawingml/2006/main">
            <a:pathLst>
              <a:path w="104419" h="90951">
                <a:moveTo>
                  <a:pt x="53004" y="90951"/>
                </a:moveTo>
                <a:lnTo>
                  <a:pt x="36054" y="84944"/>
                </a:lnTo>
                <a:lnTo>
                  <a:pt x="40084" y="78312"/>
                </a:lnTo>
                <a:cubicBezTo>
                  <a:pt x="35733" y="80301"/>
                  <a:pt x="31749" y="81419"/>
                  <a:pt x="28131" y="81667"/>
                </a:cubicBezTo>
                <a:cubicBezTo>
                  <a:pt x="24513" y="81913"/>
                  <a:pt x="20731" y="81337"/>
                  <a:pt x="16784" y="79938"/>
                </a:cubicBezTo>
                <a:cubicBezTo>
                  <a:pt x="9929" y="77508"/>
                  <a:pt x="5201" y="73198"/>
                  <a:pt x="2600" y="67006"/>
                </a:cubicBezTo>
                <a:cubicBezTo>
                  <a:pt x="0" y="60813"/>
                  <a:pt x="321" y="53138"/>
                  <a:pt x="3563" y="43980"/>
                </a:cubicBezTo>
                <a:cubicBezTo>
                  <a:pt x="7320" y="33366"/>
                  <a:pt x="13708" y="24832"/>
                  <a:pt x="22726" y="18377"/>
                </a:cubicBezTo>
                <a:cubicBezTo>
                  <a:pt x="31744" y="11922"/>
                  <a:pt x="41177" y="10440"/>
                  <a:pt x="51023" y="13929"/>
                </a:cubicBezTo>
                <a:cubicBezTo>
                  <a:pt x="59914" y="17081"/>
                  <a:pt x="65332" y="22976"/>
                  <a:pt x="67276" y="31615"/>
                </a:cubicBezTo>
                <a:lnTo>
                  <a:pt x="86534" y="0"/>
                </a:lnTo>
                <a:lnTo>
                  <a:pt x="104419" y="6339"/>
                </a:lnTo>
                <a:lnTo>
                  <a:pt x="53004" y="90951"/>
                </a:lnTo>
                <a:moveTo>
                  <a:pt x="21226" y="49361"/>
                </a:moveTo>
                <a:cubicBezTo>
                  <a:pt x="19547" y="54104"/>
                  <a:pt x="19430" y="58231"/>
                  <a:pt x="20877" y="61741"/>
                </a:cubicBezTo>
                <a:cubicBezTo>
                  <a:pt x="22323" y="65251"/>
                  <a:pt x="24791" y="67624"/>
                  <a:pt x="28281" y="68861"/>
                </a:cubicBezTo>
                <a:cubicBezTo>
                  <a:pt x="31521" y="70009"/>
                  <a:pt x="34937" y="69968"/>
                  <a:pt x="38530" y="68736"/>
                </a:cubicBezTo>
                <a:cubicBezTo>
                  <a:pt x="42122" y="67503"/>
                  <a:pt x="45570" y="64896"/>
                  <a:pt x="48873" y="60916"/>
                </a:cubicBezTo>
                <a:cubicBezTo>
                  <a:pt x="52176" y="56935"/>
                  <a:pt x="54571" y="52843"/>
                  <a:pt x="56059" y="48640"/>
                </a:cubicBezTo>
                <a:cubicBezTo>
                  <a:pt x="57753" y="43855"/>
                  <a:pt x="57835" y="39529"/>
                  <a:pt x="56305" y="35662"/>
                </a:cubicBezTo>
                <a:cubicBezTo>
                  <a:pt x="54775" y="31794"/>
                  <a:pt x="52328" y="29263"/>
                  <a:pt x="48963" y="28070"/>
                </a:cubicBezTo>
                <a:cubicBezTo>
                  <a:pt x="43728" y="26215"/>
                  <a:pt x="38397" y="27604"/>
                  <a:pt x="32969" y="32238"/>
                </a:cubicBezTo>
                <a:cubicBezTo>
                  <a:pt x="27542" y="36870"/>
                  <a:pt x="23627" y="42578"/>
                  <a:pt x="21226" y="49361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336F4-8E26-4ABF-9D50-5E4434B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78" y="2514489"/>
            <a:ext cx="428932" cy="850188"/>
          </a:xfrm>
          <a:custGeom xmlns:a="http://schemas.openxmlformats.org/drawingml/2006/main">
            <a:pathLst>
              <a:path w="428932" h="850188">
                <a:moveTo>
                  <a:pt x="428932" y="850188"/>
                </a:moveTo>
                <a:lnTo>
                  <a:pt x="428932" y="849023"/>
                </a:lnTo>
                <a:lnTo>
                  <a:pt x="0" y="8490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1C524-BF48-4B15-AC01-CEFBE541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78" y="2514489"/>
            <a:ext cx="291837" cy="849023"/>
          </a:xfrm>
          <a:custGeom xmlns:a="http://schemas.openxmlformats.org/drawingml/2006/main">
            <a:pathLst>
              <a:path w="291837" h="849023" fill="none">
                <a:moveTo>
                  <a:pt x="0" y="0"/>
                </a:moveTo>
                <a:lnTo>
                  <a:pt x="0" y="849023"/>
                </a:lnTo>
                <a:lnTo>
                  <a:pt x="291837" y="849023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E69138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74AA5-A7F4-4CD6-9A7D-18A8CBCA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895" y="3325772"/>
            <a:ext cx="104012" cy="75481"/>
          </a:xfrm>
          <a:custGeom xmlns:a="http://schemas.openxmlformats.org/drawingml/2006/main">
            <a:pathLst>
              <a:path w="104012" h="75481">
                <a:moveTo>
                  <a:pt x="0" y="75481"/>
                </a:moveTo>
                <a:lnTo>
                  <a:pt x="641" y="0"/>
                </a:lnTo>
                <a:lnTo>
                  <a:pt x="104012" y="38621"/>
                </a:lnTo>
                <a:lnTo>
                  <a:pt x="0" y="75481"/>
                </a:lnTo>
                <a:close/>
              </a:path>
            </a:pathLst>
          </a:custGeom>
          <a:solidFill xmlns:a="http://schemas.openxmlformats.org/drawingml/2006/main">
            <a:srgbClr val="E69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F03E2-7409-4C06-9230-81F6FFF8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895" y="3325772"/>
            <a:ext cx="104012" cy="75481"/>
          </a:xfrm>
          <a:custGeom xmlns:a="http://schemas.openxmlformats.org/drawingml/2006/main">
            <a:pathLst>
              <a:path w="104012" h="75481" fill="none">
                <a:moveTo>
                  <a:pt x="0" y="75481"/>
                </a:moveTo>
                <a:lnTo>
                  <a:pt x="104012" y="38621"/>
                </a:lnTo>
                <a:lnTo>
                  <a:pt x="641" y="0"/>
                </a:lnTo>
                <a:lnTo>
                  <a:pt x="0" y="754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E69138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755BD-112C-4CCA-A0FD-4169B3D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78" y="2514489"/>
            <a:ext cx="1087924" cy="1876219"/>
          </a:xfrm>
          <a:custGeom xmlns:a="http://schemas.openxmlformats.org/drawingml/2006/main">
            <a:pathLst>
              <a:path w="1087924" h="1876219">
                <a:moveTo>
                  <a:pt x="1087924" y="1876219"/>
                </a:moveTo>
                <a:lnTo>
                  <a:pt x="1087924" y="1862598"/>
                </a:lnTo>
                <a:lnTo>
                  <a:pt x="0" y="18625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91E03-E9A3-43C4-A645-C1E2F76B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78" y="2514489"/>
            <a:ext cx="951502" cy="1862598"/>
          </a:xfrm>
          <a:custGeom xmlns:a="http://schemas.openxmlformats.org/drawingml/2006/main">
            <a:pathLst>
              <a:path w="951502" h="1862598" fill="none">
                <a:moveTo>
                  <a:pt x="0" y="0"/>
                </a:moveTo>
                <a:lnTo>
                  <a:pt x="0" y="1862598"/>
                </a:lnTo>
                <a:lnTo>
                  <a:pt x="951502" y="1862598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E69138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DF858-19B8-4124-97D6-30BDCEFB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931" y="4339531"/>
            <a:ext cx="106932" cy="75111"/>
          </a:xfrm>
          <a:custGeom xmlns:a="http://schemas.openxmlformats.org/drawingml/2006/main">
            <a:pathLst>
              <a:path w="106932" h="75111">
                <a:moveTo>
                  <a:pt x="0" y="75111"/>
                </a:moveTo>
                <a:lnTo>
                  <a:pt x="7500" y="0"/>
                </a:lnTo>
                <a:lnTo>
                  <a:pt x="106932" y="47858"/>
                </a:lnTo>
                <a:lnTo>
                  <a:pt x="0" y="75111"/>
                </a:lnTo>
                <a:close/>
              </a:path>
            </a:pathLst>
          </a:custGeom>
          <a:solidFill xmlns:a="http://schemas.openxmlformats.org/drawingml/2006/main">
            <a:srgbClr val="E691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1DAFE-3EB7-4D6B-AF01-CE528DAF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931" y="4339531"/>
            <a:ext cx="106932" cy="75111"/>
          </a:xfrm>
          <a:custGeom xmlns:a="http://schemas.openxmlformats.org/drawingml/2006/main">
            <a:pathLst>
              <a:path w="106932" h="75111" fill="none">
                <a:moveTo>
                  <a:pt x="0" y="75111"/>
                </a:moveTo>
                <a:lnTo>
                  <a:pt x="106932" y="47858"/>
                </a:lnTo>
                <a:lnTo>
                  <a:pt x="7500" y="0"/>
                </a:lnTo>
                <a:lnTo>
                  <a:pt x="0" y="751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E69138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2A902-0309-405A-ACE3-C7036A5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053" y="4172757"/>
            <a:ext cx="1130905" cy="541443"/>
          </a:xfrm>
          <a:custGeom xmlns:a="http://schemas.openxmlformats.org/drawingml/2006/main">
            <a:pathLst>
              <a:path w="1130905" h="541443">
                <a:moveTo>
                  <a:pt x="1130905" y="541443"/>
                </a:moveTo>
                <a:lnTo>
                  <a:pt x="0" y="541443"/>
                </a:lnTo>
                <a:lnTo>
                  <a:pt x="0" y="0"/>
                </a:lnTo>
                <a:lnTo>
                  <a:pt x="1130905" y="0"/>
                </a:lnTo>
                <a:lnTo>
                  <a:pt x="1130905" y="541443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Web">
            <a:extLst xmlns:a="http://schemas.openxmlformats.org/drawingml/2006/main">
              <a:ext uri="{FF2B5EF4-FFF2-40B4-BE49-F238E27FC236}">
                <a16:creationId xmlns:a16="http://schemas.microsoft.com/office/drawing/2014/main" id="{EC2CA35A-766A-49C0-AAC9-3056558B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90" y="4280984"/>
            <a:ext cx="333077" cy="118217"/>
          </a:xfrm>
          <a:custGeom xmlns:a="http://schemas.openxmlformats.org/drawingml/2006/main">
            <a:pathLst>
              <a:path w="333077" h="118217">
                <a:moveTo>
                  <a:pt x="27769" y="116313"/>
                </a:moveTo>
                <a:lnTo>
                  <a:pt x="0" y="0"/>
                </a:lnTo>
                <a:lnTo>
                  <a:pt x="24040" y="0"/>
                </a:lnTo>
                <a:lnTo>
                  <a:pt x="41574" y="79896"/>
                </a:lnTo>
                <a:lnTo>
                  <a:pt x="62838" y="0"/>
                </a:lnTo>
                <a:lnTo>
                  <a:pt x="90765" y="0"/>
                </a:lnTo>
                <a:lnTo>
                  <a:pt x="111156" y="81244"/>
                </a:lnTo>
                <a:lnTo>
                  <a:pt x="129007" y="0"/>
                </a:lnTo>
                <a:lnTo>
                  <a:pt x="152651" y="0"/>
                </a:lnTo>
                <a:lnTo>
                  <a:pt x="124406" y="116313"/>
                </a:lnTo>
                <a:lnTo>
                  <a:pt x="99493" y="116313"/>
                </a:lnTo>
                <a:lnTo>
                  <a:pt x="76325" y="29356"/>
                </a:lnTo>
                <a:lnTo>
                  <a:pt x="53237" y="116313"/>
                </a:lnTo>
                <a:lnTo>
                  <a:pt x="27769" y="116313"/>
                </a:lnTo>
                <a:close/>
                <a:moveTo>
                  <a:pt x="210204" y="89496"/>
                </a:moveTo>
                <a:lnTo>
                  <a:pt x="232419" y="93304"/>
                </a:lnTo>
                <a:cubicBezTo>
                  <a:pt x="229563" y="101423"/>
                  <a:pt x="225054" y="107605"/>
                  <a:pt x="218892" y="111850"/>
                </a:cubicBezTo>
                <a:cubicBezTo>
                  <a:pt x="212730" y="116095"/>
                  <a:pt x="205020" y="118217"/>
                  <a:pt x="195764" y="118217"/>
                </a:cubicBezTo>
                <a:cubicBezTo>
                  <a:pt x="181112" y="118217"/>
                  <a:pt x="170269" y="113430"/>
                  <a:pt x="163234" y="103856"/>
                </a:cubicBezTo>
                <a:cubicBezTo>
                  <a:pt x="157681" y="96187"/>
                  <a:pt x="154904" y="86507"/>
                  <a:pt x="154904" y="74818"/>
                </a:cubicBezTo>
                <a:cubicBezTo>
                  <a:pt x="154904" y="60854"/>
                  <a:pt x="158553" y="49918"/>
                  <a:pt x="165853" y="42011"/>
                </a:cubicBezTo>
                <a:cubicBezTo>
                  <a:pt x="173152" y="34103"/>
                  <a:pt x="182382" y="30149"/>
                  <a:pt x="193542" y="30149"/>
                </a:cubicBezTo>
                <a:cubicBezTo>
                  <a:pt x="206078" y="30149"/>
                  <a:pt x="215969" y="34288"/>
                  <a:pt x="223216" y="42566"/>
                </a:cubicBezTo>
                <a:cubicBezTo>
                  <a:pt x="230462" y="50844"/>
                  <a:pt x="233927" y="63525"/>
                  <a:pt x="233609" y="80610"/>
                </a:cubicBezTo>
                <a:lnTo>
                  <a:pt x="177754" y="80610"/>
                </a:lnTo>
                <a:cubicBezTo>
                  <a:pt x="177912" y="87221"/>
                  <a:pt x="179711" y="92365"/>
                  <a:pt x="183149" y="96041"/>
                </a:cubicBezTo>
                <a:cubicBezTo>
                  <a:pt x="186587" y="99718"/>
                  <a:pt x="190871" y="101556"/>
                  <a:pt x="196002" y="101556"/>
                </a:cubicBezTo>
                <a:cubicBezTo>
                  <a:pt x="199493" y="101556"/>
                  <a:pt x="202428" y="100603"/>
                  <a:pt x="204809" y="98699"/>
                </a:cubicBezTo>
                <a:cubicBezTo>
                  <a:pt x="207189" y="96795"/>
                  <a:pt x="208987" y="93727"/>
                  <a:pt x="210204" y="89496"/>
                </a:cubicBezTo>
                <a:moveTo>
                  <a:pt x="211473" y="66963"/>
                </a:moveTo>
                <a:cubicBezTo>
                  <a:pt x="211315" y="60537"/>
                  <a:pt x="209648" y="55651"/>
                  <a:pt x="206475" y="52305"/>
                </a:cubicBezTo>
                <a:cubicBezTo>
                  <a:pt x="203301" y="48960"/>
                  <a:pt x="199440" y="47287"/>
                  <a:pt x="194891" y="47287"/>
                </a:cubicBezTo>
                <a:cubicBezTo>
                  <a:pt x="190025" y="47287"/>
                  <a:pt x="186005" y="49051"/>
                  <a:pt x="182831" y="52580"/>
                </a:cubicBezTo>
                <a:cubicBezTo>
                  <a:pt x="179658" y="56111"/>
                  <a:pt x="178097" y="60905"/>
                  <a:pt x="178150" y="66963"/>
                </a:cubicBezTo>
                <a:lnTo>
                  <a:pt x="211473" y="66963"/>
                </a:lnTo>
                <a:close/>
                <a:moveTo>
                  <a:pt x="250801" y="116313"/>
                </a:moveTo>
                <a:lnTo>
                  <a:pt x="250801" y="0"/>
                </a:lnTo>
                <a:lnTo>
                  <a:pt x="273096" y="0"/>
                </a:lnTo>
                <a:lnTo>
                  <a:pt x="273096" y="41892"/>
                </a:lnTo>
                <a:cubicBezTo>
                  <a:pt x="279972" y="34063"/>
                  <a:pt x="288118" y="30149"/>
                  <a:pt x="297533" y="30149"/>
                </a:cubicBezTo>
                <a:cubicBezTo>
                  <a:pt x="307794" y="30149"/>
                  <a:pt x="316284" y="33865"/>
                  <a:pt x="323001" y="41297"/>
                </a:cubicBezTo>
                <a:cubicBezTo>
                  <a:pt x="329718" y="48728"/>
                  <a:pt x="333077" y="59399"/>
                  <a:pt x="333077" y="73310"/>
                </a:cubicBezTo>
                <a:cubicBezTo>
                  <a:pt x="333077" y="87697"/>
                  <a:pt x="329652" y="98779"/>
                  <a:pt x="322803" y="106554"/>
                </a:cubicBezTo>
                <a:cubicBezTo>
                  <a:pt x="315953" y="114329"/>
                  <a:pt x="307635" y="118217"/>
                  <a:pt x="297850" y="118217"/>
                </a:cubicBezTo>
                <a:cubicBezTo>
                  <a:pt x="293037" y="118217"/>
                  <a:pt x="288290" y="117014"/>
                  <a:pt x="283609" y="114607"/>
                </a:cubicBezTo>
                <a:cubicBezTo>
                  <a:pt x="278927" y="112200"/>
                  <a:pt x="274894" y="108643"/>
                  <a:pt x="271509" y="103936"/>
                </a:cubicBezTo>
                <a:lnTo>
                  <a:pt x="271509" y="116313"/>
                </a:lnTo>
                <a:lnTo>
                  <a:pt x="250801" y="116313"/>
                </a:lnTo>
                <a:moveTo>
                  <a:pt x="272937" y="72400"/>
                </a:moveTo>
                <a:cubicBezTo>
                  <a:pt x="272937" y="81115"/>
                  <a:pt x="274313" y="87558"/>
                  <a:pt x="277063" y="91730"/>
                </a:cubicBezTo>
                <a:cubicBezTo>
                  <a:pt x="280924" y="97646"/>
                  <a:pt x="286055" y="100603"/>
                  <a:pt x="292455" y="100603"/>
                </a:cubicBezTo>
                <a:cubicBezTo>
                  <a:pt x="297374" y="100603"/>
                  <a:pt x="301566" y="98504"/>
                  <a:pt x="305030" y="94306"/>
                </a:cubicBezTo>
                <a:cubicBezTo>
                  <a:pt x="308495" y="90107"/>
                  <a:pt x="310227" y="83492"/>
                  <a:pt x="310227" y="74461"/>
                </a:cubicBezTo>
                <a:cubicBezTo>
                  <a:pt x="310227" y="64847"/>
                  <a:pt x="308482" y="57915"/>
                  <a:pt x="304991" y="53664"/>
                </a:cubicBezTo>
                <a:cubicBezTo>
                  <a:pt x="301500" y="49412"/>
                  <a:pt x="297030" y="47287"/>
                  <a:pt x="291582" y="47287"/>
                </a:cubicBezTo>
                <a:cubicBezTo>
                  <a:pt x="286240" y="47287"/>
                  <a:pt x="281797" y="49360"/>
                  <a:pt x="278253" y="53508"/>
                </a:cubicBezTo>
                <a:cubicBezTo>
                  <a:pt x="274709" y="57653"/>
                  <a:pt x="272937" y="63951"/>
                  <a:pt x="272937" y="72400"/>
                </a:cubicBezTo>
                <a:close/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Developer">
            <a:extLst xmlns:a="http://schemas.openxmlformats.org/drawingml/2006/main">
              <a:ext uri="{FF2B5EF4-FFF2-40B4-BE49-F238E27FC236}">
                <a16:creationId xmlns:a16="http://schemas.microsoft.com/office/drawing/2014/main" id="{8037E87E-1EA8-401E-81EC-FCDD72D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804" y="4475971"/>
            <a:ext cx="775493" cy="148366"/>
          </a:xfrm>
          <a:custGeom xmlns:a="http://schemas.openxmlformats.org/drawingml/2006/main">
            <a:pathLst>
              <a:path w="775493" h="148366">
                <a:moveTo>
                  <a:pt x="0" y="0"/>
                </a:moveTo>
                <a:lnTo>
                  <a:pt x="42923" y="0"/>
                </a:lnTo>
                <a:cubicBezTo>
                  <a:pt x="52603" y="0"/>
                  <a:pt x="59981" y="741"/>
                  <a:pt x="65059" y="2222"/>
                </a:cubicBezTo>
                <a:cubicBezTo>
                  <a:pt x="71882" y="4231"/>
                  <a:pt x="77727" y="7802"/>
                  <a:pt x="82593" y="12932"/>
                </a:cubicBezTo>
                <a:cubicBezTo>
                  <a:pt x="87459" y="18063"/>
                  <a:pt x="91162" y="24344"/>
                  <a:pt x="93701" y="31776"/>
                </a:cubicBezTo>
                <a:cubicBezTo>
                  <a:pt x="96240" y="39207"/>
                  <a:pt x="97509" y="48371"/>
                  <a:pt x="97509" y="59267"/>
                </a:cubicBezTo>
                <a:cubicBezTo>
                  <a:pt x="97509" y="68841"/>
                  <a:pt x="96319" y="77092"/>
                  <a:pt x="93939" y="84021"/>
                </a:cubicBezTo>
                <a:cubicBezTo>
                  <a:pt x="91030" y="92484"/>
                  <a:pt x="86878" y="99334"/>
                  <a:pt x="81482" y="104570"/>
                </a:cubicBezTo>
                <a:cubicBezTo>
                  <a:pt x="77410" y="108538"/>
                  <a:pt x="71909" y="111632"/>
                  <a:pt x="64980" y="113853"/>
                </a:cubicBezTo>
                <a:cubicBezTo>
                  <a:pt x="59796" y="115493"/>
                  <a:pt x="52867" y="116313"/>
                  <a:pt x="44193" y="116313"/>
                </a:cubicBezTo>
                <a:lnTo>
                  <a:pt x="0" y="116313"/>
                </a:lnTo>
                <a:lnTo>
                  <a:pt x="0" y="0"/>
                </a:lnTo>
                <a:moveTo>
                  <a:pt x="23485" y="19676"/>
                </a:moveTo>
                <a:lnTo>
                  <a:pt x="23485" y="96636"/>
                </a:lnTo>
                <a:lnTo>
                  <a:pt x="41019" y="96636"/>
                </a:lnTo>
                <a:cubicBezTo>
                  <a:pt x="47578" y="96636"/>
                  <a:pt x="52312" y="96266"/>
                  <a:pt x="55221" y="95526"/>
                </a:cubicBezTo>
                <a:cubicBezTo>
                  <a:pt x="59029" y="94575"/>
                  <a:pt x="62190" y="92964"/>
                  <a:pt x="64702" y="90693"/>
                </a:cubicBezTo>
                <a:cubicBezTo>
                  <a:pt x="67214" y="88421"/>
                  <a:pt x="69264" y="84682"/>
                  <a:pt x="70851" y="79477"/>
                </a:cubicBezTo>
                <a:cubicBezTo>
                  <a:pt x="72438" y="74272"/>
                  <a:pt x="73231" y="67178"/>
                  <a:pt x="73231" y="58196"/>
                </a:cubicBezTo>
                <a:cubicBezTo>
                  <a:pt x="73231" y="49214"/>
                  <a:pt x="72438" y="42319"/>
                  <a:pt x="70851" y="37511"/>
                </a:cubicBezTo>
                <a:cubicBezTo>
                  <a:pt x="69264" y="32702"/>
                  <a:pt x="67043" y="28951"/>
                  <a:pt x="64186" y="26257"/>
                </a:cubicBezTo>
                <a:cubicBezTo>
                  <a:pt x="61330" y="23561"/>
                  <a:pt x="57707" y="21738"/>
                  <a:pt x="53317" y="20787"/>
                </a:cubicBezTo>
                <a:cubicBezTo>
                  <a:pt x="50037" y="20047"/>
                  <a:pt x="43611" y="19676"/>
                  <a:pt x="34037" y="19676"/>
                </a:cubicBezTo>
                <a:lnTo>
                  <a:pt x="23485" y="19676"/>
                </a:lnTo>
                <a:close/>
                <a:moveTo>
                  <a:pt x="166032" y="89496"/>
                </a:moveTo>
                <a:lnTo>
                  <a:pt x="188247" y="93304"/>
                </a:lnTo>
                <a:cubicBezTo>
                  <a:pt x="185391" y="101423"/>
                  <a:pt x="180882" y="107605"/>
                  <a:pt x="174720" y="111850"/>
                </a:cubicBezTo>
                <a:cubicBezTo>
                  <a:pt x="168558" y="116095"/>
                  <a:pt x="160849" y="118217"/>
                  <a:pt x="151592" y="118217"/>
                </a:cubicBezTo>
                <a:cubicBezTo>
                  <a:pt x="136941" y="118217"/>
                  <a:pt x="126098" y="113430"/>
                  <a:pt x="119063" y="103856"/>
                </a:cubicBezTo>
                <a:cubicBezTo>
                  <a:pt x="113509" y="96187"/>
                  <a:pt x="110732" y="86507"/>
                  <a:pt x="110732" y="74818"/>
                </a:cubicBezTo>
                <a:cubicBezTo>
                  <a:pt x="110732" y="60854"/>
                  <a:pt x="114382" y="49918"/>
                  <a:pt x="121681" y="42011"/>
                </a:cubicBezTo>
                <a:cubicBezTo>
                  <a:pt x="128980" y="34103"/>
                  <a:pt x="138210" y="30149"/>
                  <a:pt x="149371" y="30149"/>
                </a:cubicBezTo>
                <a:cubicBezTo>
                  <a:pt x="161906" y="30149"/>
                  <a:pt x="171798" y="34288"/>
                  <a:pt x="179044" y="42566"/>
                </a:cubicBezTo>
                <a:cubicBezTo>
                  <a:pt x="186290" y="50844"/>
                  <a:pt x="189755" y="63525"/>
                  <a:pt x="189438" y="80610"/>
                </a:cubicBezTo>
                <a:lnTo>
                  <a:pt x="133582" y="80610"/>
                </a:lnTo>
                <a:cubicBezTo>
                  <a:pt x="133741" y="87221"/>
                  <a:pt x="135539" y="92365"/>
                  <a:pt x="138977" y="96041"/>
                </a:cubicBezTo>
                <a:cubicBezTo>
                  <a:pt x="142415" y="99718"/>
                  <a:pt x="146700" y="101556"/>
                  <a:pt x="151830" y="101556"/>
                </a:cubicBezTo>
                <a:cubicBezTo>
                  <a:pt x="155321" y="101556"/>
                  <a:pt x="158257" y="100603"/>
                  <a:pt x="160637" y="98699"/>
                </a:cubicBezTo>
                <a:cubicBezTo>
                  <a:pt x="163017" y="96795"/>
                  <a:pt x="164816" y="93727"/>
                  <a:pt x="166032" y="89496"/>
                </a:cubicBezTo>
                <a:moveTo>
                  <a:pt x="167302" y="66963"/>
                </a:moveTo>
                <a:cubicBezTo>
                  <a:pt x="167143" y="60537"/>
                  <a:pt x="165477" y="55651"/>
                  <a:pt x="162303" y="52305"/>
                </a:cubicBezTo>
                <a:cubicBezTo>
                  <a:pt x="159130" y="48960"/>
                  <a:pt x="155268" y="47287"/>
                  <a:pt x="150719" y="47287"/>
                </a:cubicBezTo>
                <a:cubicBezTo>
                  <a:pt x="145853" y="47287"/>
                  <a:pt x="141833" y="49051"/>
                  <a:pt x="138660" y="52580"/>
                </a:cubicBezTo>
                <a:cubicBezTo>
                  <a:pt x="135486" y="56111"/>
                  <a:pt x="133926" y="60905"/>
                  <a:pt x="133979" y="66963"/>
                </a:cubicBezTo>
                <a:lnTo>
                  <a:pt x="167302" y="66963"/>
                </a:lnTo>
                <a:close/>
                <a:moveTo>
                  <a:pt x="230749" y="116313"/>
                </a:moveTo>
                <a:lnTo>
                  <a:pt x="196791" y="32053"/>
                </a:lnTo>
                <a:lnTo>
                  <a:pt x="220197" y="32053"/>
                </a:lnTo>
                <a:lnTo>
                  <a:pt x="236065" y="75056"/>
                </a:lnTo>
                <a:lnTo>
                  <a:pt x="240667" y="89416"/>
                </a:lnTo>
                <a:cubicBezTo>
                  <a:pt x="241883" y="85767"/>
                  <a:pt x="242650" y="83360"/>
                  <a:pt x="242968" y="82197"/>
                </a:cubicBezTo>
                <a:cubicBezTo>
                  <a:pt x="243708" y="79816"/>
                  <a:pt x="244501" y="77436"/>
                  <a:pt x="245348" y="75056"/>
                </a:cubicBezTo>
                <a:lnTo>
                  <a:pt x="261374" y="32053"/>
                </a:lnTo>
                <a:lnTo>
                  <a:pt x="284304" y="32053"/>
                </a:lnTo>
                <a:lnTo>
                  <a:pt x="250822" y="116313"/>
                </a:lnTo>
                <a:lnTo>
                  <a:pt x="230749" y="116313"/>
                </a:lnTo>
                <a:close/>
                <a:moveTo>
                  <a:pt x="346720" y="89496"/>
                </a:moveTo>
                <a:lnTo>
                  <a:pt x="368935" y="93304"/>
                </a:lnTo>
                <a:cubicBezTo>
                  <a:pt x="366079" y="101423"/>
                  <a:pt x="361569" y="107605"/>
                  <a:pt x="355407" y="111850"/>
                </a:cubicBezTo>
                <a:cubicBezTo>
                  <a:pt x="349245" y="116095"/>
                  <a:pt x="341536" y="118217"/>
                  <a:pt x="332280" y="118217"/>
                </a:cubicBezTo>
                <a:cubicBezTo>
                  <a:pt x="317628" y="118217"/>
                  <a:pt x="306785" y="113430"/>
                  <a:pt x="299750" y="103856"/>
                </a:cubicBezTo>
                <a:cubicBezTo>
                  <a:pt x="294196" y="96187"/>
                  <a:pt x="291419" y="86507"/>
                  <a:pt x="291419" y="74818"/>
                </a:cubicBezTo>
                <a:cubicBezTo>
                  <a:pt x="291419" y="60854"/>
                  <a:pt x="295069" y="49918"/>
                  <a:pt x="302368" y="42011"/>
                </a:cubicBezTo>
                <a:cubicBezTo>
                  <a:pt x="309668" y="34103"/>
                  <a:pt x="318898" y="30149"/>
                  <a:pt x="330058" y="30149"/>
                </a:cubicBezTo>
                <a:cubicBezTo>
                  <a:pt x="342594" y="30149"/>
                  <a:pt x="352485" y="34288"/>
                  <a:pt x="359731" y="42566"/>
                </a:cubicBezTo>
                <a:cubicBezTo>
                  <a:pt x="366978" y="50844"/>
                  <a:pt x="370442" y="63525"/>
                  <a:pt x="370125" y="80610"/>
                </a:cubicBezTo>
                <a:lnTo>
                  <a:pt x="314269" y="80610"/>
                </a:lnTo>
                <a:cubicBezTo>
                  <a:pt x="314428" y="87221"/>
                  <a:pt x="316226" y="92365"/>
                  <a:pt x="319665" y="96041"/>
                </a:cubicBezTo>
                <a:cubicBezTo>
                  <a:pt x="323103" y="99718"/>
                  <a:pt x="327387" y="101556"/>
                  <a:pt x="332518" y="101556"/>
                </a:cubicBezTo>
                <a:cubicBezTo>
                  <a:pt x="336009" y="101556"/>
                  <a:pt x="338944" y="100603"/>
                  <a:pt x="341324" y="98699"/>
                </a:cubicBezTo>
                <a:cubicBezTo>
                  <a:pt x="343705" y="96795"/>
                  <a:pt x="345503" y="93727"/>
                  <a:pt x="346720" y="89496"/>
                </a:cubicBezTo>
                <a:moveTo>
                  <a:pt x="347989" y="66963"/>
                </a:moveTo>
                <a:cubicBezTo>
                  <a:pt x="347830" y="60537"/>
                  <a:pt x="346164" y="55651"/>
                  <a:pt x="342991" y="52305"/>
                </a:cubicBezTo>
                <a:cubicBezTo>
                  <a:pt x="339817" y="48960"/>
                  <a:pt x="335956" y="47287"/>
                  <a:pt x="331407" y="47287"/>
                </a:cubicBezTo>
                <a:cubicBezTo>
                  <a:pt x="326541" y="47287"/>
                  <a:pt x="322521" y="49051"/>
                  <a:pt x="319347" y="52580"/>
                </a:cubicBezTo>
                <a:cubicBezTo>
                  <a:pt x="316174" y="56111"/>
                  <a:pt x="314613" y="60905"/>
                  <a:pt x="314666" y="66963"/>
                </a:cubicBezTo>
                <a:lnTo>
                  <a:pt x="347989" y="66963"/>
                </a:lnTo>
                <a:close/>
                <a:moveTo>
                  <a:pt x="388269" y="116313"/>
                </a:moveTo>
                <a:lnTo>
                  <a:pt x="388269" y="0"/>
                </a:lnTo>
                <a:lnTo>
                  <a:pt x="410564" y="0"/>
                </a:lnTo>
                <a:lnTo>
                  <a:pt x="410564" y="116313"/>
                </a:lnTo>
                <a:lnTo>
                  <a:pt x="388269" y="116313"/>
                </a:lnTo>
                <a:close/>
                <a:moveTo>
                  <a:pt x="428121" y="72993"/>
                </a:moveTo>
                <a:cubicBezTo>
                  <a:pt x="428121" y="65588"/>
                  <a:pt x="429946" y="58421"/>
                  <a:pt x="433596" y="51492"/>
                </a:cubicBezTo>
                <a:cubicBezTo>
                  <a:pt x="437246" y="44563"/>
                  <a:pt x="442416" y="39273"/>
                  <a:pt x="449107" y="35624"/>
                </a:cubicBezTo>
                <a:cubicBezTo>
                  <a:pt x="455798" y="31974"/>
                  <a:pt x="463269" y="30149"/>
                  <a:pt x="471521" y="30149"/>
                </a:cubicBezTo>
                <a:cubicBezTo>
                  <a:pt x="484268" y="30149"/>
                  <a:pt x="494714" y="34288"/>
                  <a:pt x="502860" y="42566"/>
                </a:cubicBezTo>
                <a:cubicBezTo>
                  <a:pt x="511006" y="50844"/>
                  <a:pt x="515078" y="61304"/>
                  <a:pt x="515078" y="73945"/>
                </a:cubicBezTo>
                <a:cubicBezTo>
                  <a:pt x="515078" y="86692"/>
                  <a:pt x="510966" y="97258"/>
                  <a:pt x="502741" y="105642"/>
                </a:cubicBezTo>
                <a:cubicBezTo>
                  <a:pt x="494516" y="114025"/>
                  <a:pt x="484162" y="118217"/>
                  <a:pt x="471679" y="118217"/>
                </a:cubicBezTo>
                <a:cubicBezTo>
                  <a:pt x="463957" y="118217"/>
                  <a:pt x="456591" y="116472"/>
                  <a:pt x="449583" y="112981"/>
                </a:cubicBezTo>
                <a:cubicBezTo>
                  <a:pt x="442575" y="109490"/>
                  <a:pt x="437246" y="104372"/>
                  <a:pt x="433596" y="97628"/>
                </a:cubicBezTo>
                <a:cubicBezTo>
                  <a:pt x="429946" y="90884"/>
                  <a:pt x="428121" y="82673"/>
                  <a:pt x="428121" y="72993"/>
                </a:cubicBezTo>
                <a:moveTo>
                  <a:pt x="450971" y="74183"/>
                </a:moveTo>
                <a:cubicBezTo>
                  <a:pt x="450971" y="82514"/>
                  <a:pt x="452955" y="88894"/>
                  <a:pt x="456922" y="93324"/>
                </a:cubicBezTo>
                <a:cubicBezTo>
                  <a:pt x="460889" y="97754"/>
                  <a:pt x="465782" y="99969"/>
                  <a:pt x="471600" y="99969"/>
                </a:cubicBezTo>
                <a:cubicBezTo>
                  <a:pt x="477418" y="99969"/>
                  <a:pt x="482298" y="97754"/>
                  <a:pt x="486238" y="93324"/>
                </a:cubicBezTo>
                <a:cubicBezTo>
                  <a:pt x="490179" y="88894"/>
                  <a:pt x="492149" y="82461"/>
                  <a:pt x="492149" y="74024"/>
                </a:cubicBezTo>
                <a:cubicBezTo>
                  <a:pt x="492149" y="65800"/>
                  <a:pt x="490179" y="59472"/>
                  <a:pt x="486238" y="55042"/>
                </a:cubicBezTo>
                <a:cubicBezTo>
                  <a:pt x="482298" y="50612"/>
                  <a:pt x="477418" y="48398"/>
                  <a:pt x="471600" y="48398"/>
                </a:cubicBezTo>
                <a:cubicBezTo>
                  <a:pt x="465782" y="48398"/>
                  <a:pt x="460889" y="50612"/>
                  <a:pt x="456922" y="55042"/>
                </a:cubicBezTo>
                <a:cubicBezTo>
                  <a:pt x="452955" y="59472"/>
                  <a:pt x="450971" y="65852"/>
                  <a:pt x="450971" y="74183"/>
                </a:cubicBezTo>
                <a:close/>
                <a:moveTo>
                  <a:pt x="531762" y="32053"/>
                </a:moveTo>
                <a:lnTo>
                  <a:pt x="552549" y="32053"/>
                </a:lnTo>
                <a:lnTo>
                  <a:pt x="552549" y="44431"/>
                </a:lnTo>
                <a:cubicBezTo>
                  <a:pt x="555247" y="40199"/>
                  <a:pt x="558897" y="36761"/>
                  <a:pt x="563498" y="34116"/>
                </a:cubicBezTo>
                <a:cubicBezTo>
                  <a:pt x="568100" y="31472"/>
                  <a:pt x="573204" y="30149"/>
                  <a:pt x="578811" y="30149"/>
                </a:cubicBezTo>
                <a:cubicBezTo>
                  <a:pt x="588596" y="30149"/>
                  <a:pt x="596901" y="33984"/>
                  <a:pt x="603724" y="41654"/>
                </a:cubicBezTo>
                <a:cubicBezTo>
                  <a:pt x="610547" y="49323"/>
                  <a:pt x="613959" y="60008"/>
                  <a:pt x="613959" y="73707"/>
                </a:cubicBezTo>
                <a:cubicBezTo>
                  <a:pt x="613959" y="87777"/>
                  <a:pt x="610521" y="98713"/>
                  <a:pt x="603644" y="106514"/>
                </a:cubicBezTo>
                <a:cubicBezTo>
                  <a:pt x="596768" y="114316"/>
                  <a:pt x="588438" y="118217"/>
                  <a:pt x="578652" y="118217"/>
                </a:cubicBezTo>
                <a:cubicBezTo>
                  <a:pt x="573998" y="118217"/>
                  <a:pt x="569779" y="117291"/>
                  <a:pt x="565998" y="115440"/>
                </a:cubicBezTo>
                <a:cubicBezTo>
                  <a:pt x="562216" y="113589"/>
                  <a:pt x="558235" y="110415"/>
                  <a:pt x="554057" y="105919"/>
                </a:cubicBezTo>
                <a:lnTo>
                  <a:pt x="554057" y="148366"/>
                </a:lnTo>
                <a:lnTo>
                  <a:pt x="531762" y="148366"/>
                </a:lnTo>
                <a:lnTo>
                  <a:pt x="531762" y="32053"/>
                </a:lnTo>
                <a:moveTo>
                  <a:pt x="553819" y="72718"/>
                </a:moveTo>
                <a:cubicBezTo>
                  <a:pt x="553819" y="82171"/>
                  <a:pt x="555697" y="89155"/>
                  <a:pt x="559452" y="93671"/>
                </a:cubicBezTo>
                <a:cubicBezTo>
                  <a:pt x="563207" y="98187"/>
                  <a:pt x="567783" y="100445"/>
                  <a:pt x="573178" y="100445"/>
                </a:cubicBezTo>
                <a:cubicBezTo>
                  <a:pt x="578361" y="100445"/>
                  <a:pt x="582672" y="98372"/>
                  <a:pt x="586110" y="94226"/>
                </a:cubicBezTo>
                <a:cubicBezTo>
                  <a:pt x="589548" y="90081"/>
                  <a:pt x="591267" y="83281"/>
                  <a:pt x="591267" y="73826"/>
                </a:cubicBezTo>
                <a:cubicBezTo>
                  <a:pt x="591267" y="65006"/>
                  <a:pt x="589495" y="58457"/>
                  <a:pt x="585952" y="54179"/>
                </a:cubicBezTo>
                <a:cubicBezTo>
                  <a:pt x="582408" y="49902"/>
                  <a:pt x="578018" y="47763"/>
                  <a:pt x="572781" y="47763"/>
                </a:cubicBezTo>
                <a:cubicBezTo>
                  <a:pt x="567333" y="47763"/>
                  <a:pt x="562811" y="49862"/>
                  <a:pt x="559214" y="54060"/>
                </a:cubicBezTo>
                <a:cubicBezTo>
                  <a:pt x="555617" y="58259"/>
                  <a:pt x="553819" y="64478"/>
                  <a:pt x="553819" y="72718"/>
                </a:cubicBezTo>
                <a:close/>
                <a:moveTo>
                  <a:pt x="680309" y="89496"/>
                </a:moveTo>
                <a:lnTo>
                  <a:pt x="702525" y="93304"/>
                </a:lnTo>
                <a:cubicBezTo>
                  <a:pt x="699668" y="101423"/>
                  <a:pt x="695159" y="107605"/>
                  <a:pt x="688997" y="111850"/>
                </a:cubicBezTo>
                <a:cubicBezTo>
                  <a:pt x="682835" y="116095"/>
                  <a:pt x="675126" y="118217"/>
                  <a:pt x="665869" y="118217"/>
                </a:cubicBezTo>
                <a:cubicBezTo>
                  <a:pt x="651218" y="118217"/>
                  <a:pt x="640375" y="113430"/>
                  <a:pt x="633340" y="103856"/>
                </a:cubicBezTo>
                <a:cubicBezTo>
                  <a:pt x="627786" y="96187"/>
                  <a:pt x="625009" y="86507"/>
                  <a:pt x="625009" y="74818"/>
                </a:cubicBezTo>
                <a:cubicBezTo>
                  <a:pt x="625009" y="60854"/>
                  <a:pt x="628659" y="49918"/>
                  <a:pt x="635958" y="42011"/>
                </a:cubicBezTo>
                <a:cubicBezTo>
                  <a:pt x="643257" y="34103"/>
                  <a:pt x="652487" y="30149"/>
                  <a:pt x="663648" y="30149"/>
                </a:cubicBezTo>
                <a:cubicBezTo>
                  <a:pt x="676184" y="30149"/>
                  <a:pt x="686075" y="34288"/>
                  <a:pt x="693321" y="42566"/>
                </a:cubicBezTo>
                <a:cubicBezTo>
                  <a:pt x="700568" y="50844"/>
                  <a:pt x="704032" y="63525"/>
                  <a:pt x="703715" y="80610"/>
                </a:cubicBezTo>
                <a:lnTo>
                  <a:pt x="647859" y="80610"/>
                </a:lnTo>
                <a:cubicBezTo>
                  <a:pt x="648018" y="87221"/>
                  <a:pt x="649816" y="92365"/>
                  <a:pt x="653254" y="96041"/>
                </a:cubicBezTo>
                <a:cubicBezTo>
                  <a:pt x="656692" y="99718"/>
                  <a:pt x="660977" y="101556"/>
                  <a:pt x="666107" y="101556"/>
                </a:cubicBezTo>
                <a:cubicBezTo>
                  <a:pt x="669598" y="101556"/>
                  <a:pt x="672534" y="100603"/>
                  <a:pt x="674914" y="98699"/>
                </a:cubicBezTo>
                <a:cubicBezTo>
                  <a:pt x="677294" y="96795"/>
                  <a:pt x="679093" y="93727"/>
                  <a:pt x="680309" y="89496"/>
                </a:cubicBezTo>
                <a:moveTo>
                  <a:pt x="681579" y="66963"/>
                </a:moveTo>
                <a:cubicBezTo>
                  <a:pt x="681420" y="60537"/>
                  <a:pt x="679754" y="55651"/>
                  <a:pt x="676580" y="52305"/>
                </a:cubicBezTo>
                <a:cubicBezTo>
                  <a:pt x="673407" y="48960"/>
                  <a:pt x="669545" y="47287"/>
                  <a:pt x="664997" y="47287"/>
                </a:cubicBezTo>
                <a:cubicBezTo>
                  <a:pt x="660130" y="47287"/>
                  <a:pt x="656111" y="49051"/>
                  <a:pt x="652937" y="52580"/>
                </a:cubicBezTo>
                <a:cubicBezTo>
                  <a:pt x="649763" y="56111"/>
                  <a:pt x="648203" y="60905"/>
                  <a:pt x="648256" y="66963"/>
                </a:cubicBezTo>
                <a:lnTo>
                  <a:pt x="681579" y="66963"/>
                </a:lnTo>
                <a:close/>
                <a:moveTo>
                  <a:pt x="743201" y="116313"/>
                </a:moveTo>
                <a:lnTo>
                  <a:pt x="720907" y="116313"/>
                </a:lnTo>
                <a:lnTo>
                  <a:pt x="720907" y="32053"/>
                </a:lnTo>
                <a:lnTo>
                  <a:pt x="741615" y="32053"/>
                </a:lnTo>
                <a:lnTo>
                  <a:pt x="741615" y="44034"/>
                </a:lnTo>
                <a:cubicBezTo>
                  <a:pt x="745158" y="38374"/>
                  <a:pt x="748345" y="34645"/>
                  <a:pt x="751175" y="32847"/>
                </a:cubicBezTo>
                <a:cubicBezTo>
                  <a:pt x="754005" y="31048"/>
                  <a:pt x="757218" y="30149"/>
                  <a:pt x="760815" y="30149"/>
                </a:cubicBezTo>
                <a:cubicBezTo>
                  <a:pt x="765893" y="30149"/>
                  <a:pt x="770785" y="31551"/>
                  <a:pt x="775493" y="34354"/>
                </a:cubicBezTo>
                <a:lnTo>
                  <a:pt x="768590" y="53793"/>
                </a:lnTo>
                <a:cubicBezTo>
                  <a:pt x="764835" y="51360"/>
                  <a:pt x="761344" y="50143"/>
                  <a:pt x="758117" y="50143"/>
                </a:cubicBezTo>
                <a:cubicBezTo>
                  <a:pt x="754997" y="50143"/>
                  <a:pt x="752352" y="51003"/>
                  <a:pt x="750183" y="52722"/>
                </a:cubicBezTo>
                <a:cubicBezTo>
                  <a:pt x="748015" y="54441"/>
                  <a:pt x="746309" y="57548"/>
                  <a:pt x="745066" y="62044"/>
                </a:cubicBezTo>
                <a:cubicBezTo>
                  <a:pt x="743823" y="66540"/>
                  <a:pt x="743201" y="75955"/>
                  <a:pt x="743201" y="90289"/>
                </a:cubicBezTo>
                <a:lnTo>
                  <a:pt x="743201" y="116313"/>
                </a:lnTo>
                <a:close/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BF2F9-26A6-457D-9395-C1533538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77" y="3366516"/>
            <a:ext cx="767664" cy="234617"/>
          </a:xfrm>
          <a:custGeom xmlns:a="http://schemas.openxmlformats.org/drawingml/2006/main">
            <a:pathLst>
              <a:path w="767664" h="234617">
                <a:moveTo>
                  <a:pt x="0" y="0"/>
                </a:moveTo>
                <a:lnTo>
                  <a:pt x="767664" y="23461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499BE-278F-452F-84BA-BB0480F5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77" y="3366516"/>
            <a:ext cx="636551" cy="194546"/>
          </a:xfrm>
          <a:custGeom xmlns:a="http://schemas.openxmlformats.org/drawingml/2006/main">
            <a:pathLst>
              <a:path w="636551" h="194546" fill="none">
                <a:moveTo>
                  <a:pt x="0" y="0"/>
                </a:moveTo>
                <a:lnTo>
                  <a:pt x="636551" y="194546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89AAC-4B8E-498F-B4C5-FB4A0E22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97" y="3524968"/>
            <a:ext cx="110199" cy="72188"/>
          </a:xfrm>
          <a:custGeom xmlns:a="http://schemas.openxmlformats.org/drawingml/2006/main">
            <a:pathLst>
              <a:path w="110199" h="72188">
                <a:moveTo>
                  <a:pt x="0" y="72188"/>
                </a:moveTo>
                <a:lnTo>
                  <a:pt x="22062" y="0"/>
                </a:lnTo>
                <a:lnTo>
                  <a:pt x="110199" y="66402"/>
                </a:lnTo>
                <a:lnTo>
                  <a:pt x="0" y="721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D6B35-8ACC-4429-AC1F-3C087560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97" y="3524968"/>
            <a:ext cx="110199" cy="72188"/>
          </a:xfrm>
          <a:custGeom xmlns:a="http://schemas.openxmlformats.org/drawingml/2006/main">
            <a:pathLst>
              <a:path w="110199" h="72188" fill="none">
                <a:moveTo>
                  <a:pt x="0" y="72188"/>
                </a:moveTo>
                <a:lnTo>
                  <a:pt x="110199" y="66402"/>
                </a:lnTo>
                <a:lnTo>
                  <a:pt x="22062" y="0"/>
                </a:lnTo>
                <a:lnTo>
                  <a:pt x="0" y="721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D2F6F5-D79B-495C-BCE8-AE3EF58E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77" y="4028180"/>
            <a:ext cx="753990" cy="274200"/>
          </a:xfrm>
          <a:custGeom xmlns:a="http://schemas.openxmlformats.org/drawingml/2006/main">
            <a:pathLst>
              <a:path w="753990" h="274200">
                <a:moveTo>
                  <a:pt x="0" y="274200"/>
                </a:moveTo>
                <a:lnTo>
                  <a:pt x="75399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614CE-5DD7-4AAE-8773-50A7AD9B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77" y="4075037"/>
            <a:ext cx="625146" cy="227343"/>
          </a:xfrm>
          <a:custGeom xmlns:a="http://schemas.openxmlformats.org/drawingml/2006/main">
            <a:pathLst>
              <a:path w="625146" h="227343" fill="none">
                <a:moveTo>
                  <a:pt x="0" y="227343"/>
                </a:moveTo>
                <a:lnTo>
                  <a:pt x="6251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10B02-0934-4B82-A830-E4A00999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523" y="4039567"/>
            <a:ext cx="110351" cy="70939"/>
          </a:xfrm>
          <a:custGeom xmlns:a="http://schemas.openxmlformats.org/drawingml/2006/main">
            <a:pathLst>
              <a:path w="110351" h="70939">
                <a:moveTo>
                  <a:pt x="25798" y="70939"/>
                </a:moveTo>
                <a:lnTo>
                  <a:pt x="0" y="0"/>
                </a:lnTo>
                <a:lnTo>
                  <a:pt x="110351" y="30"/>
                </a:lnTo>
                <a:lnTo>
                  <a:pt x="25798" y="70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F2EEB-A283-4033-95DE-7304C87A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4523" y="4039567"/>
            <a:ext cx="110351" cy="70939"/>
          </a:xfrm>
          <a:custGeom xmlns:a="http://schemas.openxmlformats.org/drawingml/2006/main">
            <a:pathLst>
              <a:path w="110351" h="70939" fill="none">
                <a:moveTo>
                  <a:pt x="25798" y="70939"/>
                </a:moveTo>
                <a:lnTo>
                  <a:pt x="110351" y="30"/>
                </a:lnTo>
                <a:lnTo>
                  <a:pt x="0" y="0"/>
                </a:lnTo>
                <a:lnTo>
                  <a:pt x="25798" y="709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D7B66-38FC-4BD5-9610-C40771F7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13" y="3394238"/>
            <a:ext cx="1205472" cy="393908"/>
          </a:xfrm>
          <a:custGeom xmlns:a="http://schemas.openxmlformats.org/drawingml/2006/main">
            <a:pathLst>
              <a:path w="1205472" h="393908">
                <a:moveTo>
                  <a:pt x="0" y="0"/>
                </a:moveTo>
                <a:lnTo>
                  <a:pt x="1205472" y="0"/>
                </a:lnTo>
                <a:lnTo>
                  <a:pt x="1205472" y="393908"/>
                </a:lnTo>
                <a:lnTo>
                  <a:pt x="0" y="393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DOM">
            <a:extLst xmlns:a="http://schemas.openxmlformats.org/drawingml/2006/main">
              <a:ext uri="{FF2B5EF4-FFF2-40B4-BE49-F238E27FC236}">
                <a16:creationId xmlns:a16="http://schemas.microsoft.com/office/drawing/2014/main" id="{42250DDB-CA15-4677-91D5-3B9AF06F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05" y="3539399"/>
            <a:ext cx="355679" cy="120439"/>
          </a:xfrm>
          <a:custGeom xmlns:a="http://schemas.openxmlformats.org/drawingml/2006/main">
            <a:pathLst>
              <a:path w="355679" h="120439">
                <a:moveTo>
                  <a:pt x="0" y="2063"/>
                </a:moveTo>
                <a:lnTo>
                  <a:pt x="42923" y="2063"/>
                </a:lnTo>
                <a:cubicBezTo>
                  <a:pt x="52603" y="2063"/>
                  <a:pt x="59981" y="2803"/>
                  <a:pt x="65059" y="4284"/>
                </a:cubicBezTo>
                <a:cubicBezTo>
                  <a:pt x="71882" y="6294"/>
                  <a:pt x="77727" y="9865"/>
                  <a:pt x="82593" y="14995"/>
                </a:cubicBezTo>
                <a:cubicBezTo>
                  <a:pt x="87459" y="20126"/>
                  <a:pt x="91162" y="26407"/>
                  <a:pt x="93701" y="33839"/>
                </a:cubicBezTo>
                <a:cubicBezTo>
                  <a:pt x="96240" y="41270"/>
                  <a:pt x="97509" y="50434"/>
                  <a:pt x="97509" y="61330"/>
                </a:cubicBezTo>
                <a:cubicBezTo>
                  <a:pt x="97509" y="70904"/>
                  <a:pt x="96319" y="79155"/>
                  <a:pt x="93939" y="86084"/>
                </a:cubicBezTo>
                <a:cubicBezTo>
                  <a:pt x="91030" y="94547"/>
                  <a:pt x="86878" y="101397"/>
                  <a:pt x="81482" y="106633"/>
                </a:cubicBezTo>
                <a:cubicBezTo>
                  <a:pt x="77410" y="110600"/>
                  <a:pt x="71909" y="113695"/>
                  <a:pt x="64980" y="115916"/>
                </a:cubicBezTo>
                <a:cubicBezTo>
                  <a:pt x="59796" y="117556"/>
                  <a:pt x="52867" y="118376"/>
                  <a:pt x="44193" y="118376"/>
                </a:cubicBezTo>
                <a:lnTo>
                  <a:pt x="0" y="118376"/>
                </a:lnTo>
                <a:lnTo>
                  <a:pt x="0" y="2063"/>
                </a:lnTo>
                <a:moveTo>
                  <a:pt x="23485" y="21739"/>
                </a:moveTo>
                <a:lnTo>
                  <a:pt x="23485" y="98699"/>
                </a:lnTo>
                <a:lnTo>
                  <a:pt x="41019" y="98699"/>
                </a:lnTo>
                <a:cubicBezTo>
                  <a:pt x="47578" y="98699"/>
                  <a:pt x="52312" y="98329"/>
                  <a:pt x="55221" y="97589"/>
                </a:cubicBezTo>
                <a:cubicBezTo>
                  <a:pt x="59029" y="96638"/>
                  <a:pt x="62190" y="95027"/>
                  <a:pt x="64702" y="92756"/>
                </a:cubicBezTo>
                <a:cubicBezTo>
                  <a:pt x="67214" y="90483"/>
                  <a:pt x="69264" y="86745"/>
                  <a:pt x="70851" y="81539"/>
                </a:cubicBezTo>
                <a:cubicBezTo>
                  <a:pt x="72438" y="76334"/>
                  <a:pt x="73231" y="69241"/>
                  <a:pt x="73231" y="60259"/>
                </a:cubicBezTo>
                <a:cubicBezTo>
                  <a:pt x="73231" y="51277"/>
                  <a:pt x="72438" y="44382"/>
                  <a:pt x="70851" y="39573"/>
                </a:cubicBezTo>
                <a:cubicBezTo>
                  <a:pt x="69264" y="34765"/>
                  <a:pt x="67043" y="31014"/>
                  <a:pt x="64186" y="28320"/>
                </a:cubicBezTo>
                <a:cubicBezTo>
                  <a:pt x="61330" y="25624"/>
                  <a:pt x="57707" y="23800"/>
                  <a:pt x="53317" y="22850"/>
                </a:cubicBezTo>
                <a:cubicBezTo>
                  <a:pt x="50037" y="22109"/>
                  <a:pt x="43611" y="21739"/>
                  <a:pt x="34037" y="21739"/>
                </a:cubicBezTo>
                <a:lnTo>
                  <a:pt x="23485" y="21739"/>
                </a:lnTo>
                <a:close/>
                <a:moveTo>
                  <a:pt x="112636" y="60933"/>
                </a:moveTo>
                <a:cubicBezTo>
                  <a:pt x="112636" y="49070"/>
                  <a:pt x="114408" y="39114"/>
                  <a:pt x="117952" y="31064"/>
                </a:cubicBezTo>
                <a:cubicBezTo>
                  <a:pt x="120596" y="25132"/>
                  <a:pt x="124206" y="19809"/>
                  <a:pt x="128782" y="15094"/>
                </a:cubicBezTo>
                <a:cubicBezTo>
                  <a:pt x="133357" y="10380"/>
                  <a:pt x="138369" y="6884"/>
                  <a:pt x="143817" y="4607"/>
                </a:cubicBezTo>
                <a:cubicBezTo>
                  <a:pt x="151063" y="1536"/>
                  <a:pt x="159420" y="0"/>
                  <a:pt x="168888" y="0"/>
                </a:cubicBezTo>
                <a:cubicBezTo>
                  <a:pt x="186026" y="0"/>
                  <a:pt x="199738" y="5323"/>
                  <a:pt x="210026" y="15970"/>
                </a:cubicBezTo>
                <a:cubicBezTo>
                  <a:pt x="220314" y="26615"/>
                  <a:pt x="225458" y="41417"/>
                  <a:pt x="225458" y="60378"/>
                </a:cubicBezTo>
                <a:cubicBezTo>
                  <a:pt x="225458" y="79180"/>
                  <a:pt x="220354" y="93891"/>
                  <a:pt x="210145" y="104511"/>
                </a:cubicBezTo>
                <a:cubicBezTo>
                  <a:pt x="199937" y="115129"/>
                  <a:pt x="186290" y="120439"/>
                  <a:pt x="169206" y="120439"/>
                </a:cubicBezTo>
                <a:cubicBezTo>
                  <a:pt x="151909" y="120439"/>
                  <a:pt x="138157" y="115156"/>
                  <a:pt x="127949" y="104590"/>
                </a:cubicBezTo>
                <a:cubicBezTo>
                  <a:pt x="117740" y="94023"/>
                  <a:pt x="112636" y="79471"/>
                  <a:pt x="112636" y="60933"/>
                </a:cubicBezTo>
                <a:moveTo>
                  <a:pt x="136835" y="60140"/>
                </a:moveTo>
                <a:cubicBezTo>
                  <a:pt x="136835" y="73310"/>
                  <a:pt x="139876" y="83294"/>
                  <a:pt x="145959" y="90091"/>
                </a:cubicBezTo>
                <a:cubicBezTo>
                  <a:pt x="152042" y="96888"/>
                  <a:pt x="159764" y="100286"/>
                  <a:pt x="169126" y="100286"/>
                </a:cubicBezTo>
                <a:cubicBezTo>
                  <a:pt x="178488" y="100286"/>
                  <a:pt x="186171" y="96914"/>
                  <a:pt x="192175" y="90170"/>
                </a:cubicBezTo>
                <a:cubicBezTo>
                  <a:pt x="198178" y="83426"/>
                  <a:pt x="201180" y="73310"/>
                  <a:pt x="201180" y="59823"/>
                </a:cubicBezTo>
                <a:cubicBezTo>
                  <a:pt x="201180" y="46493"/>
                  <a:pt x="198257" y="36549"/>
                  <a:pt x="192413" y="29991"/>
                </a:cubicBezTo>
                <a:cubicBezTo>
                  <a:pt x="186568" y="23432"/>
                  <a:pt x="178806" y="20152"/>
                  <a:pt x="169126" y="20152"/>
                </a:cubicBezTo>
                <a:cubicBezTo>
                  <a:pt x="159447" y="20152"/>
                  <a:pt x="151645" y="23471"/>
                  <a:pt x="145721" y="30110"/>
                </a:cubicBezTo>
                <a:cubicBezTo>
                  <a:pt x="139797" y="36748"/>
                  <a:pt x="136835" y="46758"/>
                  <a:pt x="136835" y="60140"/>
                </a:cubicBezTo>
                <a:close/>
                <a:moveTo>
                  <a:pt x="243333" y="118376"/>
                </a:moveTo>
                <a:lnTo>
                  <a:pt x="243333" y="2063"/>
                </a:lnTo>
                <a:lnTo>
                  <a:pt x="278481" y="2063"/>
                </a:lnTo>
                <a:lnTo>
                  <a:pt x="299585" y="81403"/>
                </a:lnTo>
                <a:lnTo>
                  <a:pt x="320452" y="2063"/>
                </a:lnTo>
                <a:lnTo>
                  <a:pt x="355679" y="2063"/>
                </a:lnTo>
                <a:lnTo>
                  <a:pt x="355679" y="118376"/>
                </a:lnTo>
                <a:lnTo>
                  <a:pt x="333860" y="118376"/>
                </a:lnTo>
                <a:lnTo>
                  <a:pt x="333860" y="26817"/>
                </a:lnTo>
                <a:lnTo>
                  <a:pt x="310772" y="118376"/>
                </a:lnTo>
                <a:lnTo>
                  <a:pt x="288160" y="118376"/>
                </a:lnTo>
                <a:lnTo>
                  <a:pt x="265151" y="26817"/>
                </a:lnTo>
                <a:lnTo>
                  <a:pt x="265151" y="118376"/>
                </a:lnTo>
                <a:lnTo>
                  <a:pt x="243333" y="1183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or">
            <a:extLst xmlns:a="http://schemas.openxmlformats.org/drawingml/2006/main">
              <a:ext uri="{FF2B5EF4-FFF2-40B4-BE49-F238E27FC236}">
                <a16:creationId xmlns:a16="http://schemas.microsoft.com/office/drawing/2014/main" id="{8F19A75A-F72B-4E4A-B4CE-FFA244EA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57" y="3662006"/>
            <a:ext cx="138600" cy="73654"/>
          </a:xfrm>
          <a:custGeom xmlns:a="http://schemas.openxmlformats.org/drawingml/2006/main">
            <a:pathLst>
              <a:path w="138600" h="73654">
                <a:moveTo>
                  <a:pt x="0" y="42788"/>
                </a:moveTo>
                <a:cubicBezTo>
                  <a:pt x="0" y="29762"/>
                  <a:pt x="3669" y="19374"/>
                  <a:pt x="11008" y="11624"/>
                </a:cubicBezTo>
                <a:cubicBezTo>
                  <a:pt x="18347" y="3875"/>
                  <a:pt x="27989" y="0"/>
                  <a:pt x="39935" y="0"/>
                </a:cubicBezTo>
                <a:cubicBezTo>
                  <a:pt x="50293" y="0"/>
                  <a:pt x="58381" y="2860"/>
                  <a:pt x="64200" y="8579"/>
                </a:cubicBezTo>
                <a:cubicBezTo>
                  <a:pt x="70018" y="14296"/>
                  <a:pt x="72927" y="21991"/>
                  <a:pt x="72927" y="31662"/>
                </a:cubicBezTo>
                <a:cubicBezTo>
                  <a:pt x="72927" y="43053"/>
                  <a:pt x="69291" y="52900"/>
                  <a:pt x="62018" y="61202"/>
                </a:cubicBezTo>
                <a:cubicBezTo>
                  <a:pt x="54745" y="69503"/>
                  <a:pt x="45004" y="73654"/>
                  <a:pt x="32794" y="73654"/>
                </a:cubicBezTo>
                <a:cubicBezTo>
                  <a:pt x="26182" y="73654"/>
                  <a:pt x="20320" y="72330"/>
                  <a:pt x="15207" y="69681"/>
                </a:cubicBezTo>
                <a:cubicBezTo>
                  <a:pt x="10094" y="67031"/>
                  <a:pt x="6281" y="63277"/>
                  <a:pt x="3769" y="58420"/>
                </a:cubicBezTo>
                <a:cubicBezTo>
                  <a:pt x="1256" y="53562"/>
                  <a:pt x="0" y="48351"/>
                  <a:pt x="0" y="42788"/>
                </a:cubicBezTo>
                <a:moveTo>
                  <a:pt x="54084" y="29201"/>
                </a:moveTo>
                <a:cubicBezTo>
                  <a:pt x="54084" y="24693"/>
                  <a:pt x="52772" y="21079"/>
                  <a:pt x="50150" y="18360"/>
                </a:cubicBezTo>
                <a:cubicBezTo>
                  <a:pt x="47527" y="15641"/>
                  <a:pt x="44144" y="14281"/>
                  <a:pt x="40001" y="14281"/>
                </a:cubicBezTo>
                <a:cubicBezTo>
                  <a:pt x="35901" y="14281"/>
                  <a:pt x="32265" y="15553"/>
                  <a:pt x="29091" y="18095"/>
                </a:cubicBezTo>
                <a:cubicBezTo>
                  <a:pt x="25918" y="20637"/>
                  <a:pt x="23449" y="24328"/>
                  <a:pt x="21686" y="29170"/>
                </a:cubicBezTo>
                <a:cubicBezTo>
                  <a:pt x="19923" y="34010"/>
                  <a:pt x="19042" y="38464"/>
                  <a:pt x="19042" y="42530"/>
                </a:cubicBezTo>
                <a:cubicBezTo>
                  <a:pt x="19042" y="47570"/>
                  <a:pt x="20408" y="51571"/>
                  <a:pt x="23141" y="54534"/>
                </a:cubicBezTo>
                <a:cubicBezTo>
                  <a:pt x="25874" y="57496"/>
                  <a:pt x="29312" y="58976"/>
                  <a:pt x="33455" y="58976"/>
                </a:cubicBezTo>
                <a:cubicBezTo>
                  <a:pt x="38656" y="58976"/>
                  <a:pt x="43020" y="56743"/>
                  <a:pt x="46546" y="52278"/>
                </a:cubicBezTo>
                <a:cubicBezTo>
                  <a:pt x="51571" y="45957"/>
                  <a:pt x="54084" y="38264"/>
                  <a:pt x="54084" y="29201"/>
                </a:cubicBezTo>
                <a:close/>
                <a:moveTo>
                  <a:pt x="93442" y="1719"/>
                </a:moveTo>
                <a:lnTo>
                  <a:pt x="111161" y="1719"/>
                </a:lnTo>
                <a:lnTo>
                  <a:pt x="108318" y="15310"/>
                </a:lnTo>
                <a:cubicBezTo>
                  <a:pt x="114930" y="5103"/>
                  <a:pt x="122092" y="0"/>
                  <a:pt x="129806" y="0"/>
                </a:cubicBezTo>
                <a:cubicBezTo>
                  <a:pt x="132539" y="0"/>
                  <a:pt x="135470" y="683"/>
                  <a:pt x="138600" y="2050"/>
                </a:cubicBezTo>
                <a:lnTo>
                  <a:pt x="131327" y="17587"/>
                </a:lnTo>
                <a:cubicBezTo>
                  <a:pt x="129608" y="16970"/>
                  <a:pt x="127778" y="16661"/>
                  <a:pt x="125839" y="16661"/>
                </a:cubicBezTo>
                <a:cubicBezTo>
                  <a:pt x="122577" y="16661"/>
                  <a:pt x="119260" y="17898"/>
                  <a:pt x="115888" y="20372"/>
                </a:cubicBezTo>
                <a:cubicBezTo>
                  <a:pt x="112516" y="22845"/>
                  <a:pt x="109883" y="26146"/>
                  <a:pt x="107987" y="30275"/>
                </a:cubicBezTo>
                <a:cubicBezTo>
                  <a:pt x="106092" y="34404"/>
                  <a:pt x="104219" y="40950"/>
                  <a:pt x="102367" y="49916"/>
                </a:cubicBezTo>
                <a:lnTo>
                  <a:pt x="97739" y="71935"/>
                </a:lnTo>
                <a:lnTo>
                  <a:pt x="78764" y="71935"/>
                </a:lnTo>
                <a:lnTo>
                  <a:pt x="93442" y="17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igin">
            <a:extLst xmlns:a="http://schemas.openxmlformats.org/drawingml/2006/main">
              <a:ext uri="{FF2B5EF4-FFF2-40B4-BE49-F238E27FC236}">
                <a16:creationId xmlns:a16="http://schemas.microsoft.com/office/drawing/2014/main" id="{53A69FF1-626A-4280-BAA4-26FF81C2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52" y="3637014"/>
            <a:ext cx="232260" cy="125490"/>
          </a:xfrm>
          <a:custGeom xmlns:a="http://schemas.openxmlformats.org/drawingml/2006/main">
            <a:pathLst>
              <a:path w="232260" h="125490">
                <a:moveTo>
                  <a:pt x="20232" y="0"/>
                </a:moveTo>
                <a:lnTo>
                  <a:pt x="39207" y="0"/>
                </a:lnTo>
                <a:lnTo>
                  <a:pt x="35637" y="17190"/>
                </a:lnTo>
                <a:lnTo>
                  <a:pt x="16661" y="17190"/>
                </a:lnTo>
                <a:lnTo>
                  <a:pt x="20232" y="0"/>
                </a:lnTo>
                <a:moveTo>
                  <a:pt x="14678" y="26711"/>
                </a:moveTo>
                <a:lnTo>
                  <a:pt x="33654" y="26711"/>
                </a:lnTo>
                <a:lnTo>
                  <a:pt x="18976" y="96927"/>
                </a:lnTo>
                <a:lnTo>
                  <a:pt x="0" y="96927"/>
                </a:lnTo>
                <a:lnTo>
                  <a:pt x="14678" y="26711"/>
                </a:lnTo>
                <a:close/>
                <a:moveTo>
                  <a:pt x="36516" y="100630"/>
                </a:moveTo>
                <a:lnTo>
                  <a:pt x="56550" y="103539"/>
                </a:lnTo>
                <a:cubicBezTo>
                  <a:pt x="56550" y="105567"/>
                  <a:pt x="56880" y="107098"/>
                  <a:pt x="57541" y="108134"/>
                </a:cubicBezTo>
                <a:cubicBezTo>
                  <a:pt x="58203" y="109170"/>
                  <a:pt x="59272" y="110052"/>
                  <a:pt x="60748" y="110779"/>
                </a:cubicBezTo>
                <a:cubicBezTo>
                  <a:pt x="62225" y="111506"/>
                  <a:pt x="64241" y="111870"/>
                  <a:pt x="66798" y="111870"/>
                </a:cubicBezTo>
                <a:cubicBezTo>
                  <a:pt x="70809" y="111870"/>
                  <a:pt x="74027" y="111076"/>
                  <a:pt x="76451" y="109488"/>
                </a:cubicBezTo>
                <a:cubicBezTo>
                  <a:pt x="78258" y="108252"/>
                  <a:pt x="79735" y="106266"/>
                  <a:pt x="80881" y="103529"/>
                </a:cubicBezTo>
                <a:cubicBezTo>
                  <a:pt x="81586" y="101808"/>
                  <a:pt x="82490" y="98058"/>
                  <a:pt x="83592" y="92276"/>
                </a:cubicBezTo>
                <a:lnTo>
                  <a:pt x="84253" y="88993"/>
                </a:lnTo>
                <a:cubicBezTo>
                  <a:pt x="77685" y="94459"/>
                  <a:pt x="70897" y="97192"/>
                  <a:pt x="63889" y="97192"/>
                </a:cubicBezTo>
                <a:cubicBezTo>
                  <a:pt x="57013" y="97192"/>
                  <a:pt x="51371" y="94765"/>
                  <a:pt x="46963" y="89913"/>
                </a:cubicBezTo>
                <a:cubicBezTo>
                  <a:pt x="42555" y="85060"/>
                  <a:pt x="40351" y="77957"/>
                  <a:pt x="40351" y="68602"/>
                </a:cubicBezTo>
                <a:cubicBezTo>
                  <a:pt x="40351" y="60353"/>
                  <a:pt x="41850" y="52787"/>
                  <a:pt x="44847" y="45906"/>
                </a:cubicBezTo>
                <a:cubicBezTo>
                  <a:pt x="47844" y="39023"/>
                  <a:pt x="52054" y="33817"/>
                  <a:pt x="57475" y="30288"/>
                </a:cubicBezTo>
                <a:cubicBezTo>
                  <a:pt x="62897" y="26757"/>
                  <a:pt x="68429" y="24992"/>
                  <a:pt x="74071" y="24992"/>
                </a:cubicBezTo>
                <a:cubicBezTo>
                  <a:pt x="78743" y="24992"/>
                  <a:pt x="83018" y="26231"/>
                  <a:pt x="86897" y="28707"/>
                </a:cubicBezTo>
                <a:cubicBezTo>
                  <a:pt x="90776" y="31184"/>
                  <a:pt x="93796" y="34656"/>
                  <a:pt x="95955" y="39123"/>
                </a:cubicBezTo>
                <a:lnTo>
                  <a:pt x="98600" y="26711"/>
                </a:lnTo>
                <a:lnTo>
                  <a:pt x="116385" y="26711"/>
                </a:lnTo>
                <a:lnTo>
                  <a:pt x="104220" y="85165"/>
                </a:lnTo>
                <a:cubicBezTo>
                  <a:pt x="102236" y="94582"/>
                  <a:pt x="100562" y="101303"/>
                  <a:pt x="99195" y="105326"/>
                </a:cubicBezTo>
                <a:cubicBezTo>
                  <a:pt x="97829" y="109351"/>
                  <a:pt x="96264" y="112557"/>
                  <a:pt x="94501" y="114944"/>
                </a:cubicBezTo>
                <a:cubicBezTo>
                  <a:pt x="92738" y="117331"/>
                  <a:pt x="90512" y="119332"/>
                  <a:pt x="87823" y="120946"/>
                </a:cubicBezTo>
                <a:cubicBezTo>
                  <a:pt x="85134" y="122561"/>
                  <a:pt x="81961" y="123721"/>
                  <a:pt x="78302" y="124428"/>
                </a:cubicBezTo>
                <a:cubicBezTo>
                  <a:pt x="74644" y="125136"/>
                  <a:pt x="70677" y="125490"/>
                  <a:pt x="66401" y="125490"/>
                </a:cubicBezTo>
                <a:cubicBezTo>
                  <a:pt x="56484" y="125490"/>
                  <a:pt x="48990" y="123788"/>
                  <a:pt x="43921" y="120384"/>
                </a:cubicBezTo>
                <a:cubicBezTo>
                  <a:pt x="38852" y="116982"/>
                  <a:pt x="36318" y="111326"/>
                  <a:pt x="36318" y="103415"/>
                </a:cubicBezTo>
                <a:cubicBezTo>
                  <a:pt x="36318" y="102575"/>
                  <a:pt x="36384" y="101646"/>
                  <a:pt x="36516" y="100630"/>
                </a:cubicBezTo>
                <a:moveTo>
                  <a:pt x="58864" y="66671"/>
                </a:moveTo>
                <a:cubicBezTo>
                  <a:pt x="58864" y="71996"/>
                  <a:pt x="60065" y="76056"/>
                  <a:pt x="62467" y="78851"/>
                </a:cubicBezTo>
                <a:cubicBezTo>
                  <a:pt x="64869" y="81645"/>
                  <a:pt x="67878" y="83043"/>
                  <a:pt x="71492" y="83043"/>
                </a:cubicBezTo>
                <a:cubicBezTo>
                  <a:pt x="74798" y="83043"/>
                  <a:pt x="78005" y="81789"/>
                  <a:pt x="81112" y="79280"/>
                </a:cubicBezTo>
                <a:cubicBezTo>
                  <a:pt x="84220" y="76771"/>
                  <a:pt x="86600" y="73205"/>
                  <a:pt x="88253" y="68584"/>
                </a:cubicBezTo>
                <a:cubicBezTo>
                  <a:pt x="89906" y="63963"/>
                  <a:pt x="90732" y="59496"/>
                  <a:pt x="90732" y="55183"/>
                </a:cubicBezTo>
                <a:cubicBezTo>
                  <a:pt x="90732" y="50209"/>
                  <a:pt x="89388" y="46204"/>
                  <a:pt x="86699" y="43168"/>
                </a:cubicBezTo>
                <a:cubicBezTo>
                  <a:pt x="84010" y="40131"/>
                  <a:pt x="80903" y="38612"/>
                  <a:pt x="77377" y="38612"/>
                </a:cubicBezTo>
                <a:cubicBezTo>
                  <a:pt x="73983" y="38612"/>
                  <a:pt x="70864" y="39955"/>
                  <a:pt x="68021" y="42639"/>
                </a:cubicBezTo>
                <a:cubicBezTo>
                  <a:pt x="65178" y="45324"/>
                  <a:pt x="62831" y="49461"/>
                  <a:pt x="60980" y="55051"/>
                </a:cubicBezTo>
                <a:cubicBezTo>
                  <a:pt x="59569" y="59365"/>
                  <a:pt x="58864" y="63238"/>
                  <a:pt x="58864" y="66671"/>
                </a:cubicBezTo>
                <a:close/>
                <a:moveTo>
                  <a:pt x="140338" y="0"/>
                </a:moveTo>
                <a:lnTo>
                  <a:pt x="159314" y="0"/>
                </a:lnTo>
                <a:lnTo>
                  <a:pt x="155744" y="17190"/>
                </a:lnTo>
                <a:lnTo>
                  <a:pt x="136768" y="17190"/>
                </a:lnTo>
                <a:lnTo>
                  <a:pt x="140338" y="0"/>
                </a:lnTo>
                <a:moveTo>
                  <a:pt x="134785" y="26711"/>
                </a:moveTo>
                <a:lnTo>
                  <a:pt x="153760" y="26711"/>
                </a:lnTo>
                <a:lnTo>
                  <a:pt x="139082" y="96927"/>
                </a:lnTo>
                <a:lnTo>
                  <a:pt x="120107" y="96927"/>
                </a:lnTo>
                <a:lnTo>
                  <a:pt x="134785" y="26711"/>
                </a:lnTo>
                <a:close/>
                <a:moveTo>
                  <a:pt x="172557" y="26711"/>
                </a:moveTo>
                <a:lnTo>
                  <a:pt x="190541" y="26711"/>
                </a:lnTo>
                <a:lnTo>
                  <a:pt x="188689" y="35850"/>
                </a:lnTo>
                <a:cubicBezTo>
                  <a:pt x="193185" y="31942"/>
                  <a:pt x="197384" y="29155"/>
                  <a:pt x="201285" y="27490"/>
                </a:cubicBezTo>
                <a:cubicBezTo>
                  <a:pt x="205186" y="25825"/>
                  <a:pt x="209296" y="24992"/>
                  <a:pt x="213615" y="24992"/>
                </a:cubicBezTo>
                <a:cubicBezTo>
                  <a:pt x="219390" y="24992"/>
                  <a:pt x="223941" y="26651"/>
                  <a:pt x="227269" y="29967"/>
                </a:cubicBezTo>
                <a:cubicBezTo>
                  <a:pt x="230596" y="33284"/>
                  <a:pt x="232260" y="37685"/>
                  <a:pt x="232260" y="43170"/>
                </a:cubicBezTo>
                <a:cubicBezTo>
                  <a:pt x="232260" y="45636"/>
                  <a:pt x="231533" y="50309"/>
                  <a:pt x="230079" y="57191"/>
                </a:cubicBezTo>
                <a:lnTo>
                  <a:pt x="221814" y="96927"/>
                </a:lnTo>
                <a:lnTo>
                  <a:pt x="202838" y="96927"/>
                </a:lnTo>
                <a:lnTo>
                  <a:pt x="211169" y="57055"/>
                </a:lnTo>
                <a:cubicBezTo>
                  <a:pt x="212403" y="51097"/>
                  <a:pt x="213020" y="47546"/>
                  <a:pt x="213020" y="46402"/>
                </a:cubicBezTo>
                <a:cubicBezTo>
                  <a:pt x="213020" y="43982"/>
                  <a:pt x="212304" y="42079"/>
                  <a:pt x="210872" y="40693"/>
                </a:cubicBezTo>
                <a:cubicBezTo>
                  <a:pt x="209439" y="39306"/>
                  <a:pt x="207445" y="38612"/>
                  <a:pt x="204888" y="38612"/>
                </a:cubicBezTo>
                <a:cubicBezTo>
                  <a:pt x="202111" y="38612"/>
                  <a:pt x="199026" y="39780"/>
                  <a:pt x="195632" y="42116"/>
                </a:cubicBezTo>
                <a:cubicBezTo>
                  <a:pt x="192238" y="44453"/>
                  <a:pt x="189571" y="47538"/>
                  <a:pt x="187631" y="51373"/>
                </a:cubicBezTo>
                <a:cubicBezTo>
                  <a:pt x="186221" y="54107"/>
                  <a:pt x="184634" y="59684"/>
                  <a:pt x="182871" y="68102"/>
                </a:cubicBezTo>
                <a:lnTo>
                  <a:pt x="176854" y="96927"/>
                </a:lnTo>
                <a:lnTo>
                  <a:pt x="157879" y="96927"/>
                </a:lnTo>
                <a:lnTo>
                  <a:pt x="172557" y="26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3C2A9-04B9-4396-87C0-A79F8E9D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13" y="4369171"/>
            <a:ext cx="1205472" cy="393908"/>
          </a:xfrm>
          <a:custGeom xmlns:a="http://schemas.openxmlformats.org/drawingml/2006/main">
            <a:pathLst>
              <a:path w="1205472" h="393908">
                <a:moveTo>
                  <a:pt x="0" y="0"/>
                </a:moveTo>
                <a:lnTo>
                  <a:pt x="1205472" y="0"/>
                </a:lnTo>
                <a:lnTo>
                  <a:pt x="1205472" y="393908"/>
                </a:lnTo>
                <a:lnTo>
                  <a:pt x="0" y="393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DOM">
            <a:extLst xmlns:a="http://schemas.openxmlformats.org/drawingml/2006/main">
              <a:ext uri="{FF2B5EF4-FFF2-40B4-BE49-F238E27FC236}">
                <a16:creationId xmlns:a16="http://schemas.microsoft.com/office/drawing/2014/main" id="{4D2EBCB8-EF50-41BD-AB59-EBE60954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05" y="4514332"/>
            <a:ext cx="355679" cy="120439"/>
          </a:xfrm>
          <a:custGeom xmlns:a="http://schemas.openxmlformats.org/drawingml/2006/main">
            <a:pathLst>
              <a:path w="355679" h="120439">
                <a:moveTo>
                  <a:pt x="0" y="2063"/>
                </a:moveTo>
                <a:lnTo>
                  <a:pt x="42923" y="2063"/>
                </a:lnTo>
                <a:cubicBezTo>
                  <a:pt x="52603" y="2063"/>
                  <a:pt x="59981" y="2803"/>
                  <a:pt x="65059" y="4284"/>
                </a:cubicBezTo>
                <a:cubicBezTo>
                  <a:pt x="71882" y="6294"/>
                  <a:pt x="77727" y="9865"/>
                  <a:pt x="82593" y="14995"/>
                </a:cubicBezTo>
                <a:cubicBezTo>
                  <a:pt x="87459" y="20126"/>
                  <a:pt x="91162" y="26407"/>
                  <a:pt x="93701" y="33839"/>
                </a:cubicBezTo>
                <a:cubicBezTo>
                  <a:pt x="96240" y="41270"/>
                  <a:pt x="97509" y="50434"/>
                  <a:pt x="97509" y="61330"/>
                </a:cubicBezTo>
                <a:cubicBezTo>
                  <a:pt x="97509" y="70904"/>
                  <a:pt x="96319" y="79155"/>
                  <a:pt x="93939" y="86084"/>
                </a:cubicBezTo>
                <a:cubicBezTo>
                  <a:pt x="91030" y="94547"/>
                  <a:pt x="86878" y="101397"/>
                  <a:pt x="81482" y="106633"/>
                </a:cubicBezTo>
                <a:cubicBezTo>
                  <a:pt x="77410" y="110600"/>
                  <a:pt x="71909" y="113695"/>
                  <a:pt x="64980" y="115916"/>
                </a:cubicBezTo>
                <a:cubicBezTo>
                  <a:pt x="59796" y="117556"/>
                  <a:pt x="52867" y="118376"/>
                  <a:pt x="44193" y="118376"/>
                </a:cubicBezTo>
                <a:lnTo>
                  <a:pt x="0" y="118376"/>
                </a:lnTo>
                <a:lnTo>
                  <a:pt x="0" y="2063"/>
                </a:lnTo>
                <a:moveTo>
                  <a:pt x="23485" y="21739"/>
                </a:moveTo>
                <a:lnTo>
                  <a:pt x="23485" y="98699"/>
                </a:lnTo>
                <a:lnTo>
                  <a:pt x="41019" y="98699"/>
                </a:lnTo>
                <a:cubicBezTo>
                  <a:pt x="47578" y="98699"/>
                  <a:pt x="52312" y="98329"/>
                  <a:pt x="55221" y="97589"/>
                </a:cubicBezTo>
                <a:cubicBezTo>
                  <a:pt x="59029" y="96638"/>
                  <a:pt x="62190" y="95027"/>
                  <a:pt x="64702" y="92756"/>
                </a:cubicBezTo>
                <a:cubicBezTo>
                  <a:pt x="67214" y="90483"/>
                  <a:pt x="69264" y="86745"/>
                  <a:pt x="70851" y="81539"/>
                </a:cubicBezTo>
                <a:cubicBezTo>
                  <a:pt x="72438" y="76334"/>
                  <a:pt x="73231" y="69241"/>
                  <a:pt x="73231" y="60259"/>
                </a:cubicBezTo>
                <a:cubicBezTo>
                  <a:pt x="73231" y="51277"/>
                  <a:pt x="72438" y="44382"/>
                  <a:pt x="70851" y="39573"/>
                </a:cubicBezTo>
                <a:cubicBezTo>
                  <a:pt x="69264" y="34765"/>
                  <a:pt x="67043" y="31014"/>
                  <a:pt x="64186" y="28320"/>
                </a:cubicBezTo>
                <a:cubicBezTo>
                  <a:pt x="61330" y="25624"/>
                  <a:pt x="57707" y="23800"/>
                  <a:pt x="53317" y="22850"/>
                </a:cubicBezTo>
                <a:cubicBezTo>
                  <a:pt x="50037" y="22109"/>
                  <a:pt x="43611" y="21739"/>
                  <a:pt x="34037" y="21739"/>
                </a:cubicBezTo>
                <a:lnTo>
                  <a:pt x="23485" y="21739"/>
                </a:lnTo>
                <a:close/>
                <a:moveTo>
                  <a:pt x="112636" y="60933"/>
                </a:moveTo>
                <a:cubicBezTo>
                  <a:pt x="112636" y="49070"/>
                  <a:pt x="114408" y="39114"/>
                  <a:pt x="117952" y="31064"/>
                </a:cubicBezTo>
                <a:cubicBezTo>
                  <a:pt x="120596" y="25132"/>
                  <a:pt x="124206" y="19809"/>
                  <a:pt x="128782" y="15094"/>
                </a:cubicBezTo>
                <a:cubicBezTo>
                  <a:pt x="133357" y="10380"/>
                  <a:pt x="138369" y="6884"/>
                  <a:pt x="143817" y="4607"/>
                </a:cubicBezTo>
                <a:cubicBezTo>
                  <a:pt x="151063" y="1536"/>
                  <a:pt x="159420" y="0"/>
                  <a:pt x="168888" y="0"/>
                </a:cubicBezTo>
                <a:cubicBezTo>
                  <a:pt x="186026" y="0"/>
                  <a:pt x="199738" y="5323"/>
                  <a:pt x="210026" y="15970"/>
                </a:cubicBezTo>
                <a:cubicBezTo>
                  <a:pt x="220314" y="26615"/>
                  <a:pt x="225458" y="41417"/>
                  <a:pt x="225458" y="60378"/>
                </a:cubicBezTo>
                <a:cubicBezTo>
                  <a:pt x="225458" y="79180"/>
                  <a:pt x="220354" y="93891"/>
                  <a:pt x="210145" y="104511"/>
                </a:cubicBezTo>
                <a:cubicBezTo>
                  <a:pt x="199937" y="115129"/>
                  <a:pt x="186290" y="120439"/>
                  <a:pt x="169206" y="120439"/>
                </a:cubicBezTo>
                <a:cubicBezTo>
                  <a:pt x="151909" y="120439"/>
                  <a:pt x="138157" y="115156"/>
                  <a:pt x="127949" y="104590"/>
                </a:cubicBezTo>
                <a:cubicBezTo>
                  <a:pt x="117740" y="94023"/>
                  <a:pt x="112636" y="79471"/>
                  <a:pt x="112636" y="60933"/>
                </a:cubicBezTo>
                <a:moveTo>
                  <a:pt x="136835" y="60140"/>
                </a:moveTo>
                <a:cubicBezTo>
                  <a:pt x="136835" y="73310"/>
                  <a:pt x="139876" y="83294"/>
                  <a:pt x="145959" y="90091"/>
                </a:cubicBezTo>
                <a:cubicBezTo>
                  <a:pt x="152042" y="96888"/>
                  <a:pt x="159764" y="100286"/>
                  <a:pt x="169126" y="100286"/>
                </a:cubicBezTo>
                <a:cubicBezTo>
                  <a:pt x="178488" y="100286"/>
                  <a:pt x="186171" y="96914"/>
                  <a:pt x="192175" y="90170"/>
                </a:cubicBezTo>
                <a:cubicBezTo>
                  <a:pt x="198178" y="83426"/>
                  <a:pt x="201180" y="73310"/>
                  <a:pt x="201180" y="59823"/>
                </a:cubicBezTo>
                <a:cubicBezTo>
                  <a:pt x="201180" y="46493"/>
                  <a:pt x="198257" y="36549"/>
                  <a:pt x="192413" y="29991"/>
                </a:cubicBezTo>
                <a:cubicBezTo>
                  <a:pt x="186568" y="23432"/>
                  <a:pt x="178806" y="20152"/>
                  <a:pt x="169126" y="20152"/>
                </a:cubicBezTo>
                <a:cubicBezTo>
                  <a:pt x="159447" y="20152"/>
                  <a:pt x="151645" y="23471"/>
                  <a:pt x="145721" y="30110"/>
                </a:cubicBezTo>
                <a:cubicBezTo>
                  <a:pt x="139797" y="36748"/>
                  <a:pt x="136835" y="46758"/>
                  <a:pt x="136835" y="60140"/>
                </a:cubicBezTo>
                <a:close/>
                <a:moveTo>
                  <a:pt x="243333" y="118376"/>
                </a:moveTo>
                <a:lnTo>
                  <a:pt x="243333" y="2063"/>
                </a:lnTo>
                <a:lnTo>
                  <a:pt x="278481" y="2063"/>
                </a:lnTo>
                <a:lnTo>
                  <a:pt x="299585" y="81403"/>
                </a:lnTo>
                <a:lnTo>
                  <a:pt x="320452" y="2063"/>
                </a:lnTo>
                <a:lnTo>
                  <a:pt x="355679" y="2063"/>
                </a:lnTo>
                <a:lnTo>
                  <a:pt x="355679" y="118376"/>
                </a:lnTo>
                <a:lnTo>
                  <a:pt x="333860" y="118376"/>
                </a:lnTo>
                <a:lnTo>
                  <a:pt x="333860" y="26817"/>
                </a:lnTo>
                <a:lnTo>
                  <a:pt x="310772" y="118376"/>
                </a:lnTo>
                <a:lnTo>
                  <a:pt x="288160" y="118376"/>
                </a:lnTo>
                <a:lnTo>
                  <a:pt x="265151" y="26817"/>
                </a:lnTo>
                <a:lnTo>
                  <a:pt x="265151" y="118376"/>
                </a:lnTo>
                <a:lnTo>
                  <a:pt x="243333" y="1183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mutated">
            <a:extLst xmlns:a="http://schemas.openxmlformats.org/drawingml/2006/main">
              <a:ext uri="{FF2B5EF4-FFF2-40B4-BE49-F238E27FC236}">
                <a16:creationId xmlns:a16="http://schemas.microsoft.com/office/drawing/2014/main" id="{916E0835-76E6-44A5-ACCC-BA29A520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5" y="4611947"/>
            <a:ext cx="529418" cy="98646"/>
          </a:xfrm>
          <a:custGeom xmlns:a="http://schemas.openxmlformats.org/drawingml/2006/main">
            <a:pathLst>
              <a:path w="529418" h="98646">
                <a:moveTo>
                  <a:pt x="14678" y="26711"/>
                </a:moveTo>
                <a:lnTo>
                  <a:pt x="32530" y="26711"/>
                </a:lnTo>
                <a:lnTo>
                  <a:pt x="30744" y="35238"/>
                </a:lnTo>
                <a:cubicBezTo>
                  <a:pt x="37709" y="28408"/>
                  <a:pt x="45026" y="24992"/>
                  <a:pt x="52695" y="24992"/>
                </a:cubicBezTo>
                <a:cubicBezTo>
                  <a:pt x="57985" y="24992"/>
                  <a:pt x="62062" y="26100"/>
                  <a:pt x="64927" y="28317"/>
                </a:cubicBezTo>
                <a:cubicBezTo>
                  <a:pt x="67792" y="30532"/>
                  <a:pt x="69621" y="33589"/>
                  <a:pt x="70415" y="37488"/>
                </a:cubicBezTo>
                <a:cubicBezTo>
                  <a:pt x="72839" y="33943"/>
                  <a:pt x="76321" y="30974"/>
                  <a:pt x="80861" y="28581"/>
                </a:cubicBezTo>
                <a:cubicBezTo>
                  <a:pt x="85401" y="26188"/>
                  <a:pt x="90117" y="24992"/>
                  <a:pt x="95010" y="24992"/>
                </a:cubicBezTo>
                <a:cubicBezTo>
                  <a:pt x="100608" y="24992"/>
                  <a:pt x="104972" y="26498"/>
                  <a:pt x="108101" y="29511"/>
                </a:cubicBezTo>
                <a:cubicBezTo>
                  <a:pt x="111231" y="32523"/>
                  <a:pt x="112795" y="36511"/>
                  <a:pt x="112795" y="41474"/>
                </a:cubicBezTo>
                <a:cubicBezTo>
                  <a:pt x="112795" y="43882"/>
                  <a:pt x="112178" y="48059"/>
                  <a:pt x="110944" y="54005"/>
                </a:cubicBezTo>
                <a:lnTo>
                  <a:pt x="101952" y="96927"/>
                </a:lnTo>
                <a:lnTo>
                  <a:pt x="82977" y="96927"/>
                </a:lnTo>
                <a:lnTo>
                  <a:pt x="91969" y="54001"/>
                </a:lnTo>
                <a:cubicBezTo>
                  <a:pt x="93071" y="48623"/>
                  <a:pt x="93622" y="45583"/>
                  <a:pt x="93622" y="44879"/>
                </a:cubicBezTo>
                <a:cubicBezTo>
                  <a:pt x="93622" y="42944"/>
                  <a:pt x="93037" y="41415"/>
                  <a:pt x="91869" y="40294"/>
                </a:cubicBezTo>
                <a:cubicBezTo>
                  <a:pt x="90701" y="39173"/>
                  <a:pt x="88949" y="38612"/>
                  <a:pt x="86613" y="38612"/>
                </a:cubicBezTo>
                <a:cubicBezTo>
                  <a:pt x="81897" y="38612"/>
                  <a:pt x="77687" y="41102"/>
                  <a:pt x="73985" y="46081"/>
                </a:cubicBezTo>
                <a:cubicBezTo>
                  <a:pt x="71296" y="49652"/>
                  <a:pt x="69004" y="55976"/>
                  <a:pt x="67109" y="65053"/>
                </a:cubicBezTo>
                <a:lnTo>
                  <a:pt x="60431" y="96927"/>
                </a:lnTo>
                <a:lnTo>
                  <a:pt x="41455" y="96927"/>
                </a:lnTo>
                <a:lnTo>
                  <a:pt x="50315" y="54480"/>
                </a:lnTo>
                <a:cubicBezTo>
                  <a:pt x="51329" y="49588"/>
                  <a:pt x="51836" y="46414"/>
                  <a:pt x="51836" y="44959"/>
                </a:cubicBezTo>
                <a:cubicBezTo>
                  <a:pt x="51836" y="43108"/>
                  <a:pt x="51208" y="41588"/>
                  <a:pt x="49951" y="40397"/>
                </a:cubicBezTo>
                <a:cubicBezTo>
                  <a:pt x="48695" y="39207"/>
                  <a:pt x="46965" y="38612"/>
                  <a:pt x="44761" y="38612"/>
                </a:cubicBezTo>
                <a:cubicBezTo>
                  <a:pt x="42689" y="38612"/>
                  <a:pt x="40552" y="39229"/>
                  <a:pt x="38348" y="40464"/>
                </a:cubicBezTo>
                <a:cubicBezTo>
                  <a:pt x="36144" y="41698"/>
                  <a:pt x="34215" y="43395"/>
                  <a:pt x="32563" y="45557"/>
                </a:cubicBezTo>
                <a:cubicBezTo>
                  <a:pt x="30910" y="47716"/>
                  <a:pt x="29488" y="50493"/>
                  <a:pt x="28298" y="53887"/>
                </a:cubicBezTo>
                <a:cubicBezTo>
                  <a:pt x="27769" y="55474"/>
                  <a:pt x="26910" y="59067"/>
                  <a:pt x="25719" y="64666"/>
                </a:cubicBezTo>
                <a:lnTo>
                  <a:pt x="18976" y="96927"/>
                </a:lnTo>
                <a:lnTo>
                  <a:pt x="0" y="96927"/>
                </a:lnTo>
                <a:lnTo>
                  <a:pt x="14678" y="26711"/>
                </a:lnTo>
                <a:close/>
                <a:moveTo>
                  <a:pt x="135518" y="26711"/>
                </a:moveTo>
                <a:lnTo>
                  <a:pt x="154493" y="26711"/>
                </a:lnTo>
                <a:lnTo>
                  <a:pt x="145832" y="68299"/>
                </a:lnTo>
                <a:cubicBezTo>
                  <a:pt x="144774" y="73280"/>
                  <a:pt x="144245" y="76387"/>
                  <a:pt x="144245" y="77621"/>
                </a:cubicBezTo>
                <a:cubicBezTo>
                  <a:pt x="144245" y="79649"/>
                  <a:pt x="144995" y="81390"/>
                  <a:pt x="146493" y="82844"/>
                </a:cubicBezTo>
                <a:cubicBezTo>
                  <a:pt x="147992" y="84299"/>
                  <a:pt x="149909" y="85026"/>
                  <a:pt x="152245" y="85026"/>
                </a:cubicBezTo>
                <a:cubicBezTo>
                  <a:pt x="153920" y="85026"/>
                  <a:pt x="155573" y="84707"/>
                  <a:pt x="157204" y="84070"/>
                </a:cubicBezTo>
                <a:cubicBezTo>
                  <a:pt x="158835" y="83431"/>
                  <a:pt x="160510" y="82462"/>
                  <a:pt x="162229" y="81163"/>
                </a:cubicBezTo>
                <a:cubicBezTo>
                  <a:pt x="163948" y="79862"/>
                  <a:pt x="165491" y="78375"/>
                  <a:pt x="166857" y="76702"/>
                </a:cubicBezTo>
                <a:cubicBezTo>
                  <a:pt x="168224" y="75028"/>
                  <a:pt x="169502" y="72826"/>
                  <a:pt x="170692" y="70096"/>
                </a:cubicBezTo>
                <a:cubicBezTo>
                  <a:pt x="171530" y="68070"/>
                  <a:pt x="172433" y="64765"/>
                  <a:pt x="173403" y="60181"/>
                </a:cubicBezTo>
                <a:lnTo>
                  <a:pt x="180411" y="26711"/>
                </a:lnTo>
                <a:lnTo>
                  <a:pt x="199387" y="26711"/>
                </a:lnTo>
                <a:lnTo>
                  <a:pt x="184709" y="96927"/>
                </a:lnTo>
                <a:lnTo>
                  <a:pt x="166990" y="96927"/>
                </a:lnTo>
                <a:lnTo>
                  <a:pt x="168973" y="87456"/>
                </a:lnTo>
                <a:cubicBezTo>
                  <a:pt x="161215" y="94916"/>
                  <a:pt x="152774" y="98646"/>
                  <a:pt x="143650" y="98646"/>
                </a:cubicBezTo>
                <a:cubicBezTo>
                  <a:pt x="137876" y="98646"/>
                  <a:pt x="133336" y="96988"/>
                  <a:pt x="130030" y="93671"/>
                </a:cubicBezTo>
                <a:cubicBezTo>
                  <a:pt x="126724" y="90353"/>
                  <a:pt x="125071" y="85907"/>
                  <a:pt x="125071" y="80332"/>
                </a:cubicBezTo>
                <a:cubicBezTo>
                  <a:pt x="125071" y="77908"/>
                  <a:pt x="125821" y="73081"/>
                  <a:pt x="127319" y="65852"/>
                </a:cubicBezTo>
                <a:lnTo>
                  <a:pt x="135518" y="26711"/>
                </a:lnTo>
                <a:close/>
                <a:moveTo>
                  <a:pt x="208331" y="40860"/>
                </a:moveTo>
                <a:lnTo>
                  <a:pt x="211240" y="26711"/>
                </a:lnTo>
                <a:lnTo>
                  <a:pt x="220575" y="26711"/>
                </a:lnTo>
                <a:lnTo>
                  <a:pt x="222881" y="15471"/>
                </a:lnTo>
                <a:lnTo>
                  <a:pt x="244563" y="2380"/>
                </a:lnTo>
                <a:lnTo>
                  <a:pt x="239551" y="26711"/>
                </a:lnTo>
                <a:lnTo>
                  <a:pt x="251043" y="26711"/>
                </a:lnTo>
                <a:lnTo>
                  <a:pt x="248133" y="40860"/>
                </a:lnTo>
                <a:lnTo>
                  <a:pt x="236635" y="40860"/>
                </a:lnTo>
                <a:lnTo>
                  <a:pt x="230348" y="70291"/>
                </a:lnTo>
                <a:cubicBezTo>
                  <a:pt x="229246" y="75617"/>
                  <a:pt x="228695" y="78654"/>
                  <a:pt x="228695" y="79402"/>
                </a:cubicBezTo>
                <a:cubicBezTo>
                  <a:pt x="228695" y="80858"/>
                  <a:pt x="229158" y="81995"/>
                  <a:pt x="230084" y="82811"/>
                </a:cubicBezTo>
                <a:cubicBezTo>
                  <a:pt x="231009" y="83627"/>
                  <a:pt x="232684" y="84035"/>
                  <a:pt x="235108" y="84035"/>
                </a:cubicBezTo>
                <a:cubicBezTo>
                  <a:pt x="235946" y="84035"/>
                  <a:pt x="238040" y="83880"/>
                  <a:pt x="241390" y="83572"/>
                </a:cubicBezTo>
                <a:lnTo>
                  <a:pt x="238414" y="97655"/>
                </a:lnTo>
                <a:cubicBezTo>
                  <a:pt x="235153" y="98316"/>
                  <a:pt x="231803" y="98646"/>
                  <a:pt x="228365" y="98646"/>
                </a:cubicBezTo>
                <a:cubicBezTo>
                  <a:pt x="221665" y="98646"/>
                  <a:pt x="216794" y="97352"/>
                  <a:pt x="213753" y="94762"/>
                </a:cubicBezTo>
                <a:cubicBezTo>
                  <a:pt x="210711" y="92171"/>
                  <a:pt x="209191" y="88573"/>
                  <a:pt x="209191" y="83968"/>
                </a:cubicBezTo>
                <a:cubicBezTo>
                  <a:pt x="209191" y="81809"/>
                  <a:pt x="210006" y="76827"/>
                  <a:pt x="211637" y="69024"/>
                </a:cubicBezTo>
                <a:lnTo>
                  <a:pt x="217763" y="40860"/>
                </a:lnTo>
                <a:lnTo>
                  <a:pt x="208331" y="40860"/>
                </a:lnTo>
                <a:close/>
                <a:moveTo>
                  <a:pt x="275439" y="46546"/>
                </a:moveTo>
                <a:lnTo>
                  <a:pt x="256926" y="44972"/>
                </a:lnTo>
                <a:cubicBezTo>
                  <a:pt x="259042" y="38709"/>
                  <a:pt x="262733" y="33813"/>
                  <a:pt x="268001" y="30286"/>
                </a:cubicBezTo>
                <a:cubicBezTo>
                  <a:pt x="273268" y="26757"/>
                  <a:pt x="280243" y="24992"/>
                  <a:pt x="288927" y="24992"/>
                </a:cubicBezTo>
                <a:cubicBezTo>
                  <a:pt x="297963" y="24992"/>
                  <a:pt x="304640" y="26812"/>
                  <a:pt x="308960" y="30453"/>
                </a:cubicBezTo>
                <a:cubicBezTo>
                  <a:pt x="313280" y="34092"/>
                  <a:pt x="315439" y="38537"/>
                  <a:pt x="315439" y="43786"/>
                </a:cubicBezTo>
                <a:cubicBezTo>
                  <a:pt x="315439" y="45904"/>
                  <a:pt x="315252" y="48155"/>
                  <a:pt x="314877" y="50538"/>
                </a:cubicBezTo>
                <a:cubicBezTo>
                  <a:pt x="314503" y="52920"/>
                  <a:pt x="313191" y="59184"/>
                  <a:pt x="310943" y="69332"/>
                </a:cubicBezTo>
                <a:cubicBezTo>
                  <a:pt x="309092" y="77714"/>
                  <a:pt x="308167" y="83581"/>
                  <a:pt x="308167" y="86935"/>
                </a:cubicBezTo>
                <a:cubicBezTo>
                  <a:pt x="308167" y="89936"/>
                  <a:pt x="308696" y="93266"/>
                  <a:pt x="309753" y="96927"/>
                </a:cubicBezTo>
                <a:lnTo>
                  <a:pt x="291307" y="96927"/>
                </a:lnTo>
                <a:cubicBezTo>
                  <a:pt x="290557" y="94371"/>
                  <a:pt x="290095" y="91726"/>
                  <a:pt x="289918" y="88993"/>
                </a:cubicBezTo>
                <a:cubicBezTo>
                  <a:pt x="287141" y="92079"/>
                  <a:pt x="283946" y="94459"/>
                  <a:pt x="280331" y="96134"/>
                </a:cubicBezTo>
                <a:cubicBezTo>
                  <a:pt x="276717" y="97809"/>
                  <a:pt x="273081" y="98646"/>
                  <a:pt x="269422" y="98646"/>
                </a:cubicBezTo>
                <a:cubicBezTo>
                  <a:pt x="263604" y="98646"/>
                  <a:pt x="258799" y="96737"/>
                  <a:pt x="255009" y="92919"/>
                </a:cubicBezTo>
                <a:cubicBezTo>
                  <a:pt x="251218" y="89101"/>
                  <a:pt x="249323" y="84190"/>
                  <a:pt x="249323" y="78187"/>
                </a:cubicBezTo>
                <a:cubicBezTo>
                  <a:pt x="249323" y="71478"/>
                  <a:pt x="251405" y="66115"/>
                  <a:pt x="255571" y="62098"/>
                </a:cubicBezTo>
                <a:cubicBezTo>
                  <a:pt x="259736" y="58082"/>
                  <a:pt x="267174" y="55654"/>
                  <a:pt x="277885" y="54815"/>
                </a:cubicBezTo>
                <a:cubicBezTo>
                  <a:pt x="286921" y="54064"/>
                  <a:pt x="292960" y="53159"/>
                  <a:pt x="296001" y="52100"/>
                </a:cubicBezTo>
                <a:cubicBezTo>
                  <a:pt x="296794" y="49455"/>
                  <a:pt x="297191" y="47340"/>
                  <a:pt x="297191" y="45753"/>
                </a:cubicBezTo>
                <a:cubicBezTo>
                  <a:pt x="297191" y="43725"/>
                  <a:pt x="296376" y="42028"/>
                  <a:pt x="294745" y="40662"/>
                </a:cubicBezTo>
                <a:cubicBezTo>
                  <a:pt x="293114" y="39295"/>
                  <a:pt x="290690" y="38612"/>
                  <a:pt x="287472" y="38612"/>
                </a:cubicBezTo>
                <a:cubicBezTo>
                  <a:pt x="284078" y="38612"/>
                  <a:pt x="281400" y="39301"/>
                  <a:pt x="279439" y="40678"/>
                </a:cubicBezTo>
                <a:cubicBezTo>
                  <a:pt x="277477" y="42054"/>
                  <a:pt x="276144" y="44010"/>
                  <a:pt x="275439" y="46546"/>
                </a:cubicBezTo>
                <a:moveTo>
                  <a:pt x="293489" y="64133"/>
                </a:moveTo>
                <a:cubicBezTo>
                  <a:pt x="292343" y="64443"/>
                  <a:pt x="290822" y="64731"/>
                  <a:pt x="288927" y="64995"/>
                </a:cubicBezTo>
                <a:cubicBezTo>
                  <a:pt x="279406" y="66145"/>
                  <a:pt x="273191" y="67826"/>
                  <a:pt x="270282" y="70036"/>
                </a:cubicBezTo>
                <a:cubicBezTo>
                  <a:pt x="268210" y="71629"/>
                  <a:pt x="267174" y="73774"/>
                  <a:pt x="267174" y="76472"/>
                </a:cubicBezTo>
                <a:cubicBezTo>
                  <a:pt x="267174" y="78683"/>
                  <a:pt x="267968" y="80552"/>
                  <a:pt x="269554" y="82078"/>
                </a:cubicBezTo>
                <a:cubicBezTo>
                  <a:pt x="271141" y="83603"/>
                  <a:pt x="273235" y="84365"/>
                  <a:pt x="275835" y="84365"/>
                </a:cubicBezTo>
                <a:cubicBezTo>
                  <a:pt x="278700" y="84365"/>
                  <a:pt x="281400" y="83669"/>
                  <a:pt x="283935" y="82276"/>
                </a:cubicBezTo>
                <a:cubicBezTo>
                  <a:pt x="286469" y="80882"/>
                  <a:pt x="288365" y="79091"/>
                  <a:pt x="289621" y="76902"/>
                </a:cubicBezTo>
                <a:cubicBezTo>
                  <a:pt x="290877" y="74713"/>
                  <a:pt x="291990" y="71297"/>
                  <a:pt x="292960" y="66654"/>
                </a:cubicBezTo>
                <a:lnTo>
                  <a:pt x="293489" y="64133"/>
                </a:lnTo>
                <a:close/>
                <a:moveTo>
                  <a:pt x="328708" y="40860"/>
                </a:moveTo>
                <a:lnTo>
                  <a:pt x="331617" y="26711"/>
                </a:lnTo>
                <a:lnTo>
                  <a:pt x="340952" y="26711"/>
                </a:lnTo>
                <a:lnTo>
                  <a:pt x="343258" y="15471"/>
                </a:lnTo>
                <a:lnTo>
                  <a:pt x="364940" y="2380"/>
                </a:lnTo>
                <a:lnTo>
                  <a:pt x="359928" y="26711"/>
                </a:lnTo>
                <a:lnTo>
                  <a:pt x="371420" y="26711"/>
                </a:lnTo>
                <a:lnTo>
                  <a:pt x="368511" y="40860"/>
                </a:lnTo>
                <a:lnTo>
                  <a:pt x="357012" y="40860"/>
                </a:lnTo>
                <a:lnTo>
                  <a:pt x="350725" y="70291"/>
                </a:lnTo>
                <a:cubicBezTo>
                  <a:pt x="349623" y="75617"/>
                  <a:pt x="349072" y="78654"/>
                  <a:pt x="349072" y="79402"/>
                </a:cubicBezTo>
                <a:cubicBezTo>
                  <a:pt x="349072" y="80858"/>
                  <a:pt x="349535" y="81995"/>
                  <a:pt x="350461" y="82811"/>
                </a:cubicBezTo>
                <a:cubicBezTo>
                  <a:pt x="351386" y="83627"/>
                  <a:pt x="353061" y="84035"/>
                  <a:pt x="355486" y="84035"/>
                </a:cubicBezTo>
                <a:cubicBezTo>
                  <a:pt x="356323" y="84035"/>
                  <a:pt x="358417" y="83880"/>
                  <a:pt x="361767" y="83572"/>
                </a:cubicBezTo>
                <a:lnTo>
                  <a:pt x="358791" y="97655"/>
                </a:lnTo>
                <a:cubicBezTo>
                  <a:pt x="355530" y="98316"/>
                  <a:pt x="352180" y="98646"/>
                  <a:pt x="348742" y="98646"/>
                </a:cubicBezTo>
                <a:cubicBezTo>
                  <a:pt x="342042" y="98646"/>
                  <a:pt x="337171" y="97352"/>
                  <a:pt x="334130" y="94762"/>
                </a:cubicBezTo>
                <a:cubicBezTo>
                  <a:pt x="331088" y="92171"/>
                  <a:pt x="329568" y="88573"/>
                  <a:pt x="329568" y="83968"/>
                </a:cubicBezTo>
                <a:cubicBezTo>
                  <a:pt x="329568" y="81809"/>
                  <a:pt x="330383" y="76827"/>
                  <a:pt x="332014" y="69024"/>
                </a:cubicBezTo>
                <a:lnTo>
                  <a:pt x="338140" y="40860"/>
                </a:lnTo>
                <a:lnTo>
                  <a:pt x="328708" y="40860"/>
                </a:lnTo>
                <a:close/>
                <a:moveTo>
                  <a:pt x="437403" y="67704"/>
                </a:moveTo>
                <a:lnTo>
                  <a:pt x="389799" y="67704"/>
                </a:lnTo>
                <a:cubicBezTo>
                  <a:pt x="389755" y="68453"/>
                  <a:pt x="389733" y="69026"/>
                  <a:pt x="389733" y="69423"/>
                </a:cubicBezTo>
                <a:cubicBezTo>
                  <a:pt x="389733" y="74095"/>
                  <a:pt x="391066" y="77864"/>
                  <a:pt x="393733" y="80729"/>
                </a:cubicBezTo>
                <a:cubicBezTo>
                  <a:pt x="396400" y="83594"/>
                  <a:pt x="399651" y="85026"/>
                  <a:pt x="403485" y="85026"/>
                </a:cubicBezTo>
                <a:cubicBezTo>
                  <a:pt x="409789" y="85026"/>
                  <a:pt x="414703" y="81765"/>
                  <a:pt x="418230" y="75241"/>
                </a:cubicBezTo>
                <a:lnTo>
                  <a:pt x="435222" y="78150"/>
                </a:lnTo>
                <a:cubicBezTo>
                  <a:pt x="431916" y="84982"/>
                  <a:pt x="427497" y="90106"/>
                  <a:pt x="421965" y="93522"/>
                </a:cubicBezTo>
                <a:cubicBezTo>
                  <a:pt x="416433" y="96938"/>
                  <a:pt x="410229" y="98646"/>
                  <a:pt x="403353" y="98646"/>
                </a:cubicBezTo>
                <a:cubicBezTo>
                  <a:pt x="393921" y="98646"/>
                  <a:pt x="386251" y="95655"/>
                  <a:pt x="380345" y="89671"/>
                </a:cubicBezTo>
                <a:cubicBezTo>
                  <a:pt x="374438" y="83687"/>
                  <a:pt x="371485" y="75773"/>
                  <a:pt x="371485" y="65927"/>
                </a:cubicBezTo>
                <a:cubicBezTo>
                  <a:pt x="371485" y="56300"/>
                  <a:pt x="374152" y="47733"/>
                  <a:pt x="379485" y="40226"/>
                </a:cubicBezTo>
                <a:cubicBezTo>
                  <a:pt x="386758" y="30070"/>
                  <a:pt x="397138" y="24992"/>
                  <a:pt x="410626" y="24992"/>
                </a:cubicBezTo>
                <a:cubicBezTo>
                  <a:pt x="419221" y="24992"/>
                  <a:pt x="426053" y="27652"/>
                  <a:pt x="431122" y="32972"/>
                </a:cubicBezTo>
                <a:cubicBezTo>
                  <a:pt x="436191" y="38291"/>
                  <a:pt x="438726" y="45741"/>
                  <a:pt x="438726" y="55321"/>
                </a:cubicBezTo>
                <a:cubicBezTo>
                  <a:pt x="438726" y="59912"/>
                  <a:pt x="438285" y="64040"/>
                  <a:pt x="437403" y="67704"/>
                </a:cubicBezTo>
                <a:moveTo>
                  <a:pt x="421403" y="56067"/>
                </a:moveTo>
                <a:cubicBezTo>
                  <a:pt x="421447" y="55232"/>
                  <a:pt x="421469" y="54596"/>
                  <a:pt x="421469" y="54158"/>
                </a:cubicBezTo>
                <a:cubicBezTo>
                  <a:pt x="421469" y="48976"/>
                  <a:pt x="420301" y="45090"/>
                  <a:pt x="417965" y="42499"/>
                </a:cubicBezTo>
                <a:cubicBezTo>
                  <a:pt x="415629" y="39908"/>
                  <a:pt x="412499" y="38612"/>
                  <a:pt x="408576" y="38612"/>
                </a:cubicBezTo>
                <a:cubicBezTo>
                  <a:pt x="404654" y="38612"/>
                  <a:pt x="401138" y="40083"/>
                  <a:pt x="398031" y="43026"/>
                </a:cubicBezTo>
                <a:cubicBezTo>
                  <a:pt x="394923" y="45968"/>
                  <a:pt x="392819" y="50315"/>
                  <a:pt x="391717" y="56067"/>
                </a:cubicBezTo>
                <a:lnTo>
                  <a:pt x="421403" y="56067"/>
                </a:lnTo>
                <a:close/>
                <a:moveTo>
                  <a:pt x="509186" y="96927"/>
                </a:moveTo>
                <a:lnTo>
                  <a:pt x="491202" y="96927"/>
                </a:lnTo>
                <a:lnTo>
                  <a:pt x="492789" y="89330"/>
                </a:lnTo>
                <a:cubicBezTo>
                  <a:pt x="489351" y="92658"/>
                  <a:pt x="485968" y="95043"/>
                  <a:pt x="482640" y="96485"/>
                </a:cubicBezTo>
                <a:cubicBezTo>
                  <a:pt x="479312" y="97926"/>
                  <a:pt x="475554" y="98646"/>
                  <a:pt x="471367" y="98646"/>
                </a:cubicBezTo>
                <a:cubicBezTo>
                  <a:pt x="464094" y="98646"/>
                  <a:pt x="458199" y="96163"/>
                  <a:pt x="453681" y="91196"/>
                </a:cubicBezTo>
                <a:cubicBezTo>
                  <a:pt x="449163" y="86227"/>
                  <a:pt x="446904" y="78886"/>
                  <a:pt x="446904" y="69171"/>
                </a:cubicBezTo>
                <a:cubicBezTo>
                  <a:pt x="446904" y="57912"/>
                  <a:pt x="450077" y="47734"/>
                  <a:pt x="456424" y="38637"/>
                </a:cubicBezTo>
                <a:cubicBezTo>
                  <a:pt x="462772" y="29540"/>
                  <a:pt x="471169" y="24992"/>
                  <a:pt x="481615" y="24992"/>
                </a:cubicBezTo>
                <a:cubicBezTo>
                  <a:pt x="491048" y="24992"/>
                  <a:pt x="498122" y="28739"/>
                  <a:pt x="502839" y="36232"/>
                </a:cubicBezTo>
                <a:lnTo>
                  <a:pt x="510442" y="0"/>
                </a:lnTo>
                <a:lnTo>
                  <a:pt x="529418" y="0"/>
                </a:lnTo>
                <a:lnTo>
                  <a:pt x="509186" y="96927"/>
                </a:lnTo>
                <a:moveTo>
                  <a:pt x="465350" y="68342"/>
                </a:moveTo>
                <a:cubicBezTo>
                  <a:pt x="465350" y="73374"/>
                  <a:pt x="466617" y="77302"/>
                  <a:pt x="469152" y="80127"/>
                </a:cubicBezTo>
                <a:cubicBezTo>
                  <a:pt x="471686" y="82953"/>
                  <a:pt x="474805" y="84365"/>
                  <a:pt x="478508" y="84365"/>
                </a:cubicBezTo>
                <a:cubicBezTo>
                  <a:pt x="481946" y="84365"/>
                  <a:pt x="485152" y="83185"/>
                  <a:pt x="488128" y="80824"/>
                </a:cubicBezTo>
                <a:cubicBezTo>
                  <a:pt x="491103" y="78461"/>
                  <a:pt x="493483" y="74853"/>
                  <a:pt x="495268" y="69997"/>
                </a:cubicBezTo>
                <a:cubicBezTo>
                  <a:pt x="497053" y="65142"/>
                  <a:pt x="497946" y="60485"/>
                  <a:pt x="497946" y="56026"/>
                </a:cubicBezTo>
                <a:cubicBezTo>
                  <a:pt x="497946" y="50950"/>
                  <a:pt x="496579" y="46845"/>
                  <a:pt x="493847" y="43712"/>
                </a:cubicBezTo>
                <a:cubicBezTo>
                  <a:pt x="491114" y="40576"/>
                  <a:pt x="487962" y="39009"/>
                  <a:pt x="484392" y="39009"/>
                </a:cubicBezTo>
                <a:cubicBezTo>
                  <a:pt x="478838" y="39009"/>
                  <a:pt x="474276" y="42099"/>
                  <a:pt x="470706" y="48280"/>
                </a:cubicBezTo>
                <a:cubicBezTo>
                  <a:pt x="467135" y="54459"/>
                  <a:pt x="465350" y="61146"/>
                  <a:pt x="465350" y="68342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40236-FB48-4F9C-BF03-6F2A0D96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448" y="709513"/>
            <a:ext cx="1205472" cy="393908"/>
          </a:xfrm>
          <a:custGeom xmlns:a="http://schemas.openxmlformats.org/drawingml/2006/main">
            <a:pathLst>
              <a:path w="1205472" h="393908">
                <a:moveTo>
                  <a:pt x="0" y="0"/>
                </a:moveTo>
                <a:lnTo>
                  <a:pt x="1205472" y="0"/>
                </a:lnTo>
                <a:lnTo>
                  <a:pt x="1205472" y="393908"/>
                </a:lnTo>
                <a:lnTo>
                  <a:pt x="0" y="393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request">
            <a:extLst xmlns:a="http://schemas.openxmlformats.org/drawingml/2006/main">
              <a:ext uri="{FF2B5EF4-FFF2-40B4-BE49-F238E27FC236}">
                <a16:creationId xmlns:a16="http://schemas.microsoft.com/office/drawing/2014/main" id="{72217D91-28D4-48D1-867B-0A781893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709" y="858800"/>
            <a:ext cx="573892" cy="146303"/>
          </a:xfrm>
          <a:custGeom xmlns:a="http://schemas.openxmlformats.org/drawingml/2006/main">
            <a:pathLst>
              <a:path w="573892" h="146303">
                <a:moveTo>
                  <a:pt x="22295" y="114250"/>
                </a:moveTo>
                <a:lnTo>
                  <a:pt x="0" y="114250"/>
                </a:lnTo>
                <a:lnTo>
                  <a:pt x="0" y="29991"/>
                </a:lnTo>
                <a:lnTo>
                  <a:pt x="20708" y="29991"/>
                </a:lnTo>
                <a:lnTo>
                  <a:pt x="20708" y="41971"/>
                </a:lnTo>
                <a:cubicBezTo>
                  <a:pt x="24252" y="36311"/>
                  <a:pt x="27439" y="32582"/>
                  <a:pt x="30268" y="30784"/>
                </a:cubicBezTo>
                <a:cubicBezTo>
                  <a:pt x="33098" y="28986"/>
                  <a:pt x="36311" y="28086"/>
                  <a:pt x="39908" y="28086"/>
                </a:cubicBezTo>
                <a:cubicBezTo>
                  <a:pt x="44986" y="28086"/>
                  <a:pt x="49879" y="29488"/>
                  <a:pt x="54586" y="32291"/>
                </a:cubicBezTo>
                <a:lnTo>
                  <a:pt x="47684" y="51730"/>
                </a:lnTo>
                <a:cubicBezTo>
                  <a:pt x="43928" y="49297"/>
                  <a:pt x="40437" y="48080"/>
                  <a:pt x="37211" y="48080"/>
                </a:cubicBezTo>
                <a:cubicBezTo>
                  <a:pt x="34090" y="48080"/>
                  <a:pt x="31445" y="48940"/>
                  <a:pt x="29277" y="50659"/>
                </a:cubicBezTo>
                <a:cubicBezTo>
                  <a:pt x="27108" y="52378"/>
                  <a:pt x="25402" y="55485"/>
                  <a:pt x="24159" y="59981"/>
                </a:cubicBezTo>
                <a:cubicBezTo>
                  <a:pt x="22916" y="64477"/>
                  <a:pt x="22295" y="73892"/>
                  <a:pt x="22295" y="88226"/>
                </a:cubicBezTo>
                <a:lnTo>
                  <a:pt x="22295" y="114250"/>
                </a:lnTo>
                <a:close/>
                <a:moveTo>
                  <a:pt x="112955" y="87433"/>
                </a:moveTo>
                <a:lnTo>
                  <a:pt x="135170" y="91241"/>
                </a:lnTo>
                <a:cubicBezTo>
                  <a:pt x="132314" y="99360"/>
                  <a:pt x="127804" y="105542"/>
                  <a:pt x="121642" y="109787"/>
                </a:cubicBezTo>
                <a:cubicBezTo>
                  <a:pt x="115480" y="114032"/>
                  <a:pt x="107771" y="116154"/>
                  <a:pt x="98515" y="116154"/>
                </a:cubicBezTo>
                <a:cubicBezTo>
                  <a:pt x="83863" y="116154"/>
                  <a:pt x="73020" y="111367"/>
                  <a:pt x="65985" y="101794"/>
                </a:cubicBezTo>
                <a:cubicBezTo>
                  <a:pt x="60431" y="94124"/>
                  <a:pt x="57654" y="84445"/>
                  <a:pt x="57654" y="72755"/>
                </a:cubicBezTo>
                <a:cubicBezTo>
                  <a:pt x="57654" y="58791"/>
                  <a:pt x="61304" y="47855"/>
                  <a:pt x="68603" y="39948"/>
                </a:cubicBezTo>
                <a:cubicBezTo>
                  <a:pt x="75903" y="32040"/>
                  <a:pt x="85133" y="28086"/>
                  <a:pt x="96293" y="28086"/>
                </a:cubicBezTo>
                <a:cubicBezTo>
                  <a:pt x="108829" y="28086"/>
                  <a:pt x="118720" y="32225"/>
                  <a:pt x="125966" y="40503"/>
                </a:cubicBezTo>
                <a:cubicBezTo>
                  <a:pt x="133213" y="48781"/>
                  <a:pt x="136677" y="61462"/>
                  <a:pt x="136360" y="78547"/>
                </a:cubicBezTo>
                <a:lnTo>
                  <a:pt x="80504" y="78547"/>
                </a:lnTo>
                <a:cubicBezTo>
                  <a:pt x="80663" y="85159"/>
                  <a:pt x="82461" y="90302"/>
                  <a:pt x="85900" y="93979"/>
                </a:cubicBezTo>
                <a:cubicBezTo>
                  <a:pt x="89338" y="97655"/>
                  <a:pt x="93622" y="99493"/>
                  <a:pt x="98753" y="99493"/>
                </a:cubicBezTo>
                <a:cubicBezTo>
                  <a:pt x="102244" y="99493"/>
                  <a:pt x="105179" y="98541"/>
                  <a:pt x="107559" y="96636"/>
                </a:cubicBezTo>
                <a:cubicBezTo>
                  <a:pt x="109940" y="94732"/>
                  <a:pt x="111738" y="91664"/>
                  <a:pt x="112955" y="87433"/>
                </a:cubicBezTo>
                <a:moveTo>
                  <a:pt x="114224" y="64900"/>
                </a:moveTo>
                <a:cubicBezTo>
                  <a:pt x="114065" y="58474"/>
                  <a:pt x="112399" y="53588"/>
                  <a:pt x="109226" y="50242"/>
                </a:cubicBezTo>
                <a:cubicBezTo>
                  <a:pt x="106052" y="46897"/>
                  <a:pt x="102191" y="45224"/>
                  <a:pt x="97642" y="45224"/>
                </a:cubicBezTo>
                <a:cubicBezTo>
                  <a:pt x="92776" y="45224"/>
                  <a:pt x="88756" y="46988"/>
                  <a:pt x="85582" y="50517"/>
                </a:cubicBezTo>
                <a:cubicBezTo>
                  <a:pt x="82409" y="54048"/>
                  <a:pt x="80848" y="58842"/>
                  <a:pt x="80901" y="64900"/>
                </a:cubicBezTo>
                <a:lnTo>
                  <a:pt x="114224" y="64900"/>
                </a:lnTo>
                <a:close/>
                <a:moveTo>
                  <a:pt x="209566" y="146303"/>
                </a:moveTo>
                <a:lnTo>
                  <a:pt x="209566" y="103936"/>
                </a:lnTo>
                <a:cubicBezTo>
                  <a:pt x="206657" y="107691"/>
                  <a:pt x="203034" y="110666"/>
                  <a:pt x="198697" y="112862"/>
                </a:cubicBezTo>
                <a:cubicBezTo>
                  <a:pt x="194359" y="115057"/>
                  <a:pt x="189678" y="116154"/>
                  <a:pt x="184653" y="116154"/>
                </a:cubicBezTo>
                <a:cubicBezTo>
                  <a:pt x="175080" y="116154"/>
                  <a:pt x="167199" y="112557"/>
                  <a:pt x="161010" y="105364"/>
                </a:cubicBezTo>
                <a:cubicBezTo>
                  <a:pt x="153711" y="96954"/>
                  <a:pt x="150061" y="85555"/>
                  <a:pt x="150061" y="71168"/>
                </a:cubicBezTo>
                <a:cubicBezTo>
                  <a:pt x="150061" y="57627"/>
                  <a:pt x="153486" y="47062"/>
                  <a:pt x="160336" y="39472"/>
                </a:cubicBezTo>
                <a:cubicBezTo>
                  <a:pt x="167185" y="31882"/>
                  <a:pt x="175688" y="28086"/>
                  <a:pt x="185844" y="28086"/>
                </a:cubicBezTo>
                <a:cubicBezTo>
                  <a:pt x="191450" y="28086"/>
                  <a:pt x="196303" y="29277"/>
                  <a:pt x="200402" y="31657"/>
                </a:cubicBezTo>
                <a:cubicBezTo>
                  <a:pt x="204502" y="34037"/>
                  <a:pt x="208138" y="37634"/>
                  <a:pt x="211312" y="42447"/>
                </a:cubicBezTo>
                <a:lnTo>
                  <a:pt x="211312" y="29991"/>
                </a:lnTo>
                <a:lnTo>
                  <a:pt x="231861" y="29991"/>
                </a:lnTo>
                <a:lnTo>
                  <a:pt x="231861" y="146303"/>
                </a:lnTo>
                <a:lnTo>
                  <a:pt x="209566" y="146303"/>
                </a:lnTo>
                <a:moveTo>
                  <a:pt x="210280" y="71089"/>
                </a:moveTo>
                <a:cubicBezTo>
                  <a:pt x="210280" y="62467"/>
                  <a:pt x="208522" y="56054"/>
                  <a:pt x="205004" y="51849"/>
                </a:cubicBezTo>
                <a:cubicBezTo>
                  <a:pt x="201487" y="47644"/>
                  <a:pt x="197083" y="45541"/>
                  <a:pt x="191794" y="45541"/>
                </a:cubicBezTo>
                <a:cubicBezTo>
                  <a:pt x="186399" y="45541"/>
                  <a:pt x="181890" y="47684"/>
                  <a:pt x="178267" y="51968"/>
                </a:cubicBezTo>
                <a:cubicBezTo>
                  <a:pt x="174643" y="56252"/>
                  <a:pt x="172832" y="63049"/>
                  <a:pt x="172832" y="72358"/>
                </a:cubicBezTo>
                <a:cubicBezTo>
                  <a:pt x="172832" y="81615"/>
                  <a:pt x="174577" y="88293"/>
                  <a:pt x="178068" y="92392"/>
                </a:cubicBezTo>
                <a:cubicBezTo>
                  <a:pt x="181559" y="96491"/>
                  <a:pt x="185870" y="98541"/>
                  <a:pt x="191001" y="98541"/>
                </a:cubicBezTo>
                <a:cubicBezTo>
                  <a:pt x="196131" y="98541"/>
                  <a:pt x="200627" y="96240"/>
                  <a:pt x="204489" y="91638"/>
                </a:cubicBezTo>
                <a:cubicBezTo>
                  <a:pt x="208350" y="87036"/>
                  <a:pt x="210280" y="80187"/>
                  <a:pt x="210280" y="71089"/>
                </a:cubicBezTo>
                <a:close/>
                <a:moveTo>
                  <a:pt x="309081" y="114250"/>
                </a:moveTo>
                <a:lnTo>
                  <a:pt x="309081" y="101635"/>
                </a:lnTo>
                <a:cubicBezTo>
                  <a:pt x="306013" y="106131"/>
                  <a:pt x="301980" y="109675"/>
                  <a:pt x="296982" y="112266"/>
                </a:cubicBezTo>
                <a:cubicBezTo>
                  <a:pt x="291983" y="114858"/>
                  <a:pt x="286707" y="116154"/>
                  <a:pt x="281153" y="116154"/>
                </a:cubicBezTo>
                <a:cubicBezTo>
                  <a:pt x="275494" y="116154"/>
                  <a:pt x="270416" y="114911"/>
                  <a:pt x="265920" y="112425"/>
                </a:cubicBezTo>
                <a:cubicBezTo>
                  <a:pt x="261424" y="109939"/>
                  <a:pt x="258171" y="106448"/>
                  <a:pt x="256161" y="101952"/>
                </a:cubicBezTo>
                <a:cubicBezTo>
                  <a:pt x="254151" y="97456"/>
                  <a:pt x="253146" y="91241"/>
                  <a:pt x="253146" y="83307"/>
                </a:cubicBezTo>
                <a:lnTo>
                  <a:pt x="253146" y="29991"/>
                </a:lnTo>
                <a:lnTo>
                  <a:pt x="275441" y="29991"/>
                </a:lnTo>
                <a:lnTo>
                  <a:pt x="275441" y="68619"/>
                </a:lnTo>
                <a:cubicBezTo>
                  <a:pt x="275441" y="80441"/>
                  <a:pt x="275851" y="87684"/>
                  <a:pt x="276671" y="90349"/>
                </a:cubicBezTo>
                <a:cubicBezTo>
                  <a:pt x="277490" y="93013"/>
                  <a:pt x="278985" y="95124"/>
                  <a:pt x="281153" y="96681"/>
                </a:cubicBezTo>
                <a:cubicBezTo>
                  <a:pt x="283322" y="98238"/>
                  <a:pt x="286072" y="99017"/>
                  <a:pt x="289405" y="99017"/>
                </a:cubicBezTo>
                <a:cubicBezTo>
                  <a:pt x="293213" y="99017"/>
                  <a:pt x="296625" y="97975"/>
                  <a:pt x="299640" y="95890"/>
                </a:cubicBezTo>
                <a:cubicBezTo>
                  <a:pt x="302655" y="93806"/>
                  <a:pt x="304717" y="91220"/>
                  <a:pt x="305828" y="88132"/>
                </a:cubicBezTo>
                <a:cubicBezTo>
                  <a:pt x="306939" y="85045"/>
                  <a:pt x="307494" y="77485"/>
                  <a:pt x="307494" y="65453"/>
                </a:cubicBezTo>
                <a:lnTo>
                  <a:pt x="307494" y="29991"/>
                </a:lnTo>
                <a:lnTo>
                  <a:pt x="329789" y="29991"/>
                </a:lnTo>
                <a:lnTo>
                  <a:pt x="329789" y="114250"/>
                </a:lnTo>
                <a:lnTo>
                  <a:pt x="309081" y="114250"/>
                </a:lnTo>
                <a:close/>
                <a:moveTo>
                  <a:pt x="401535" y="87433"/>
                </a:moveTo>
                <a:lnTo>
                  <a:pt x="423750" y="91241"/>
                </a:lnTo>
                <a:cubicBezTo>
                  <a:pt x="420894" y="99360"/>
                  <a:pt x="416384" y="105542"/>
                  <a:pt x="410222" y="109787"/>
                </a:cubicBezTo>
                <a:cubicBezTo>
                  <a:pt x="404060" y="114032"/>
                  <a:pt x="396351" y="116154"/>
                  <a:pt x="387095" y="116154"/>
                </a:cubicBezTo>
                <a:cubicBezTo>
                  <a:pt x="372443" y="116154"/>
                  <a:pt x="361600" y="111367"/>
                  <a:pt x="354565" y="101794"/>
                </a:cubicBezTo>
                <a:cubicBezTo>
                  <a:pt x="349011" y="94124"/>
                  <a:pt x="346234" y="84445"/>
                  <a:pt x="346234" y="72755"/>
                </a:cubicBezTo>
                <a:cubicBezTo>
                  <a:pt x="346234" y="58791"/>
                  <a:pt x="349884" y="47855"/>
                  <a:pt x="357183" y="39948"/>
                </a:cubicBezTo>
                <a:cubicBezTo>
                  <a:pt x="364483" y="32040"/>
                  <a:pt x="373713" y="28086"/>
                  <a:pt x="384873" y="28086"/>
                </a:cubicBezTo>
                <a:cubicBezTo>
                  <a:pt x="397409" y="28086"/>
                  <a:pt x="407300" y="32225"/>
                  <a:pt x="414546" y="40503"/>
                </a:cubicBezTo>
                <a:cubicBezTo>
                  <a:pt x="421793" y="48781"/>
                  <a:pt x="425257" y="61462"/>
                  <a:pt x="424940" y="78547"/>
                </a:cubicBezTo>
                <a:lnTo>
                  <a:pt x="369084" y="78547"/>
                </a:lnTo>
                <a:cubicBezTo>
                  <a:pt x="369243" y="85159"/>
                  <a:pt x="371041" y="90302"/>
                  <a:pt x="374480" y="93979"/>
                </a:cubicBezTo>
                <a:cubicBezTo>
                  <a:pt x="377918" y="97655"/>
                  <a:pt x="382202" y="99493"/>
                  <a:pt x="387333" y="99493"/>
                </a:cubicBezTo>
                <a:cubicBezTo>
                  <a:pt x="390824" y="99493"/>
                  <a:pt x="393759" y="98541"/>
                  <a:pt x="396139" y="96636"/>
                </a:cubicBezTo>
                <a:cubicBezTo>
                  <a:pt x="398520" y="94732"/>
                  <a:pt x="400318" y="91664"/>
                  <a:pt x="401535" y="87433"/>
                </a:cubicBezTo>
                <a:moveTo>
                  <a:pt x="402804" y="64900"/>
                </a:moveTo>
                <a:cubicBezTo>
                  <a:pt x="402645" y="58474"/>
                  <a:pt x="400979" y="53588"/>
                  <a:pt x="397806" y="50242"/>
                </a:cubicBezTo>
                <a:cubicBezTo>
                  <a:pt x="394632" y="46897"/>
                  <a:pt x="390771" y="45224"/>
                  <a:pt x="386222" y="45224"/>
                </a:cubicBezTo>
                <a:cubicBezTo>
                  <a:pt x="381356" y="45224"/>
                  <a:pt x="377336" y="46988"/>
                  <a:pt x="374162" y="50517"/>
                </a:cubicBezTo>
                <a:cubicBezTo>
                  <a:pt x="370989" y="54048"/>
                  <a:pt x="369428" y="58842"/>
                  <a:pt x="369481" y="64900"/>
                </a:cubicBezTo>
                <a:lnTo>
                  <a:pt x="402804" y="64900"/>
                </a:lnTo>
                <a:close/>
                <a:moveTo>
                  <a:pt x="435230" y="90289"/>
                </a:moveTo>
                <a:lnTo>
                  <a:pt x="457603" y="86798"/>
                </a:lnTo>
                <a:cubicBezTo>
                  <a:pt x="458556" y="91109"/>
                  <a:pt x="460486" y="94382"/>
                  <a:pt x="463395" y="96617"/>
                </a:cubicBezTo>
                <a:cubicBezTo>
                  <a:pt x="466304" y="98851"/>
                  <a:pt x="470377" y="99969"/>
                  <a:pt x="475614" y="99969"/>
                </a:cubicBezTo>
                <a:cubicBezTo>
                  <a:pt x="481379" y="99969"/>
                  <a:pt x="485716" y="98913"/>
                  <a:pt x="488626" y="96800"/>
                </a:cubicBezTo>
                <a:cubicBezTo>
                  <a:pt x="490583" y="95321"/>
                  <a:pt x="491561" y="93340"/>
                  <a:pt x="491561" y="90857"/>
                </a:cubicBezTo>
                <a:cubicBezTo>
                  <a:pt x="491561" y="89166"/>
                  <a:pt x="491032" y="87766"/>
                  <a:pt x="489974" y="86657"/>
                </a:cubicBezTo>
                <a:cubicBezTo>
                  <a:pt x="488864" y="85601"/>
                  <a:pt x="486378" y="84624"/>
                  <a:pt x="482516" y="83726"/>
                </a:cubicBezTo>
                <a:cubicBezTo>
                  <a:pt x="464533" y="79766"/>
                  <a:pt x="453134" y="76148"/>
                  <a:pt x="448321" y="72872"/>
                </a:cubicBezTo>
                <a:cubicBezTo>
                  <a:pt x="441656" y="68326"/>
                  <a:pt x="438324" y="62011"/>
                  <a:pt x="438324" y="53927"/>
                </a:cubicBezTo>
                <a:cubicBezTo>
                  <a:pt x="438324" y="46634"/>
                  <a:pt x="441206" y="40504"/>
                  <a:pt x="446972" y="35537"/>
                </a:cubicBezTo>
                <a:cubicBezTo>
                  <a:pt x="452737" y="30570"/>
                  <a:pt x="461676" y="28086"/>
                  <a:pt x="473789" y="28086"/>
                </a:cubicBezTo>
                <a:cubicBezTo>
                  <a:pt x="485320" y="28086"/>
                  <a:pt x="493888" y="29958"/>
                  <a:pt x="499495" y="33700"/>
                </a:cubicBezTo>
                <a:cubicBezTo>
                  <a:pt x="505102" y="37442"/>
                  <a:pt x="508963" y="42976"/>
                  <a:pt x="511079" y="50302"/>
                </a:cubicBezTo>
                <a:lnTo>
                  <a:pt x="490054" y="54269"/>
                </a:lnTo>
                <a:cubicBezTo>
                  <a:pt x="489154" y="50989"/>
                  <a:pt x="487449" y="48477"/>
                  <a:pt x="484936" y="46731"/>
                </a:cubicBezTo>
                <a:cubicBezTo>
                  <a:pt x="482424" y="44986"/>
                  <a:pt x="478840" y="44113"/>
                  <a:pt x="474186" y="44113"/>
                </a:cubicBezTo>
                <a:cubicBezTo>
                  <a:pt x="468314" y="44113"/>
                  <a:pt x="464109" y="44932"/>
                  <a:pt x="461570" y="46570"/>
                </a:cubicBezTo>
                <a:cubicBezTo>
                  <a:pt x="459878" y="47731"/>
                  <a:pt x="459032" y="49236"/>
                  <a:pt x="459032" y="51085"/>
                </a:cubicBezTo>
                <a:cubicBezTo>
                  <a:pt x="459032" y="52669"/>
                  <a:pt x="459772" y="54015"/>
                  <a:pt x="461253" y="55124"/>
                </a:cubicBezTo>
                <a:cubicBezTo>
                  <a:pt x="463263" y="56604"/>
                  <a:pt x="470205" y="58690"/>
                  <a:pt x="482080" y="61385"/>
                </a:cubicBezTo>
                <a:cubicBezTo>
                  <a:pt x="493955" y="64079"/>
                  <a:pt x="502246" y="67384"/>
                  <a:pt x="506953" y="71300"/>
                </a:cubicBezTo>
                <a:cubicBezTo>
                  <a:pt x="511608" y="75270"/>
                  <a:pt x="513935" y="80801"/>
                  <a:pt x="513935" y="87892"/>
                </a:cubicBezTo>
                <a:cubicBezTo>
                  <a:pt x="513935" y="95619"/>
                  <a:pt x="510709" y="102261"/>
                  <a:pt x="504256" y="107818"/>
                </a:cubicBezTo>
                <a:cubicBezTo>
                  <a:pt x="497803" y="113376"/>
                  <a:pt x="488255" y="116154"/>
                  <a:pt x="475614" y="116154"/>
                </a:cubicBezTo>
                <a:cubicBezTo>
                  <a:pt x="464136" y="116154"/>
                  <a:pt x="455051" y="113834"/>
                  <a:pt x="448360" y="109195"/>
                </a:cubicBezTo>
                <a:cubicBezTo>
                  <a:pt x="441669" y="104553"/>
                  <a:pt x="437292" y="98251"/>
                  <a:pt x="435230" y="90289"/>
                </a:cubicBezTo>
                <a:close/>
                <a:moveTo>
                  <a:pt x="572067" y="29991"/>
                </a:moveTo>
                <a:lnTo>
                  <a:pt x="572067" y="47763"/>
                </a:lnTo>
                <a:lnTo>
                  <a:pt x="556834" y="47763"/>
                </a:lnTo>
                <a:lnTo>
                  <a:pt x="556834" y="81666"/>
                </a:lnTo>
                <a:cubicBezTo>
                  <a:pt x="556834" y="88532"/>
                  <a:pt x="556979" y="92533"/>
                  <a:pt x="557270" y="93669"/>
                </a:cubicBezTo>
                <a:cubicBezTo>
                  <a:pt x="557561" y="94803"/>
                  <a:pt x="558222" y="95740"/>
                  <a:pt x="559254" y="96480"/>
                </a:cubicBezTo>
                <a:cubicBezTo>
                  <a:pt x="560285" y="97219"/>
                  <a:pt x="561541" y="97589"/>
                  <a:pt x="563022" y="97589"/>
                </a:cubicBezTo>
                <a:cubicBezTo>
                  <a:pt x="565085" y="97589"/>
                  <a:pt x="568074" y="96874"/>
                  <a:pt x="571988" y="95446"/>
                </a:cubicBezTo>
                <a:lnTo>
                  <a:pt x="573892" y="112807"/>
                </a:lnTo>
                <a:cubicBezTo>
                  <a:pt x="568708" y="115038"/>
                  <a:pt x="562837" y="116154"/>
                  <a:pt x="556278" y="116154"/>
                </a:cubicBezTo>
                <a:cubicBezTo>
                  <a:pt x="552258" y="116154"/>
                  <a:pt x="548635" y="115480"/>
                  <a:pt x="545409" y="114131"/>
                </a:cubicBezTo>
                <a:cubicBezTo>
                  <a:pt x="542182" y="112782"/>
                  <a:pt x="539815" y="111037"/>
                  <a:pt x="538308" y="108895"/>
                </a:cubicBezTo>
                <a:cubicBezTo>
                  <a:pt x="536800" y="106752"/>
                  <a:pt x="535756" y="103856"/>
                  <a:pt x="535174" y="100207"/>
                </a:cubicBezTo>
                <a:cubicBezTo>
                  <a:pt x="534698" y="97615"/>
                  <a:pt x="534460" y="92379"/>
                  <a:pt x="534460" y="84497"/>
                </a:cubicBezTo>
                <a:lnTo>
                  <a:pt x="534460" y="47763"/>
                </a:lnTo>
                <a:lnTo>
                  <a:pt x="524225" y="47763"/>
                </a:lnTo>
                <a:lnTo>
                  <a:pt x="524225" y="29991"/>
                </a:lnTo>
                <a:lnTo>
                  <a:pt x="534460" y="29991"/>
                </a:lnTo>
                <a:lnTo>
                  <a:pt x="534460" y="13170"/>
                </a:lnTo>
                <a:lnTo>
                  <a:pt x="556834" y="0"/>
                </a:lnTo>
                <a:lnTo>
                  <a:pt x="556834" y="29991"/>
                </a:lnTo>
                <a:lnTo>
                  <a:pt x="572067" y="29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or">
            <a:extLst xmlns:a="http://schemas.openxmlformats.org/drawingml/2006/main">
              <a:ext uri="{FF2B5EF4-FFF2-40B4-BE49-F238E27FC236}">
                <a16:creationId xmlns:a16="http://schemas.microsoft.com/office/drawing/2014/main" id="{A92D2790-DD0B-4855-A74C-58D8DAA6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013" y="977281"/>
            <a:ext cx="138600" cy="73654"/>
          </a:xfrm>
          <a:custGeom xmlns:a="http://schemas.openxmlformats.org/drawingml/2006/main">
            <a:pathLst>
              <a:path w="138600" h="73654">
                <a:moveTo>
                  <a:pt x="0" y="42788"/>
                </a:moveTo>
                <a:cubicBezTo>
                  <a:pt x="0" y="29762"/>
                  <a:pt x="3669" y="19374"/>
                  <a:pt x="11008" y="11624"/>
                </a:cubicBezTo>
                <a:cubicBezTo>
                  <a:pt x="18347" y="3875"/>
                  <a:pt x="27989" y="0"/>
                  <a:pt x="39935" y="0"/>
                </a:cubicBezTo>
                <a:cubicBezTo>
                  <a:pt x="50293" y="0"/>
                  <a:pt x="58381" y="2860"/>
                  <a:pt x="64200" y="8579"/>
                </a:cubicBezTo>
                <a:cubicBezTo>
                  <a:pt x="70018" y="14296"/>
                  <a:pt x="72927" y="21991"/>
                  <a:pt x="72927" y="31662"/>
                </a:cubicBezTo>
                <a:cubicBezTo>
                  <a:pt x="72927" y="43053"/>
                  <a:pt x="69291" y="52900"/>
                  <a:pt x="62018" y="61202"/>
                </a:cubicBezTo>
                <a:cubicBezTo>
                  <a:pt x="54745" y="69503"/>
                  <a:pt x="45004" y="73654"/>
                  <a:pt x="32794" y="73654"/>
                </a:cubicBezTo>
                <a:cubicBezTo>
                  <a:pt x="26182" y="73654"/>
                  <a:pt x="20320" y="72330"/>
                  <a:pt x="15207" y="69681"/>
                </a:cubicBezTo>
                <a:cubicBezTo>
                  <a:pt x="10094" y="67031"/>
                  <a:pt x="6281" y="63277"/>
                  <a:pt x="3769" y="58420"/>
                </a:cubicBezTo>
                <a:cubicBezTo>
                  <a:pt x="1256" y="53562"/>
                  <a:pt x="0" y="48351"/>
                  <a:pt x="0" y="42788"/>
                </a:cubicBezTo>
                <a:moveTo>
                  <a:pt x="54084" y="29201"/>
                </a:moveTo>
                <a:cubicBezTo>
                  <a:pt x="54084" y="24693"/>
                  <a:pt x="52772" y="21079"/>
                  <a:pt x="50150" y="18360"/>
                </a:cubicBezTo>
                <a:cubicBezTo>
                  <a:pt x="47527" y="15641"/>
                  <a:pt x="44144" y="14281"/>
                  <a:pt x="40001" y="14281"/>
                </a:cubicBezTo>
                <a:cubicBezTo>
                  <a:pt x="35901" y="14281"/>
                  <a:pt x="32265" y="15553"/>
                  <a:pt x="29091" y="18095"/>
                </a:cubicBezTo>
                <a:cubicBezTo>
                  <a:pt x="25918" y="20637"/>
                  <a:pt x="23449" y="24328"/>
                  <a:pt x="21686" y="29170"/>
                </a:cubicBezTo>
                <a:cubicBezTo>
                  <a:pt x="19923" y="34010"/>
                  <a:pt x="19042" y="38464"/>
                  <a:pt x="19042" y="42530"/>
                </a:cubicBezTo>
                <a:cubicBezTo>
                  <a:pt x="19042" y="47570"/>
                  <a:pt x="20408" y="51571"/>
                  <a:pt x="23141" y="54534"/>
                </a:cubicBezTo>
                <a:cubicBezTo>
                  <a:pt x="25874" y="57496"/>
                  <a:pt x="29312" y="58976"/>
                  <a:pt x="33455" y="58976"/>
                </a:cubicBezTo>
                <a:cubicBezTo>
                  <a:pt x="38656" y="58976"/>
                  <a:pt x="43020" y="56743"/>
                  <a:pt x="46546" y="52278"/>
                </a:cubicBezTo>
                <a:cubicBezTo>
                  <a:pt x="51571" y="45957"/>
                  <a:pt x="54084" y="38264"/>
                  <a:pt x="54084" y="29201"/>
                </a:cubicBezTo>
                <a:close/>
                <a:moveTo>
                  <a:pt x="93442" y="1719"/>
                </a:moveTo>
                <a:lnTo>
                  <a:pt x="111161" y="1719"/>
                </a:lnTo>
                <a:lnTo>
                  <a:pt x="108318" y="15310"/>
                </a:lnTo>
                <a:cubicBezTo>
                  <a:pt x="114930" y="5103"/>
                  <a:pt x="122092" y="0"/>
                  <a:pt x="129806" y="0"/>
                </a:cubicBezTo>
                <a:cubicBezTo>
                  <a:pt x="132539" y="0"/>
                  <a:pt x="135470" y="683"/>
                  <a:pt x="138600" y="2050"/>
                </a:cubicBezTo>
                <a:lnTo>
                  <a:pt x="131327" y="17587"/>
                </a:lnTo>
                <a:cubicBezTo>
                  <a:pt x="129608" y="16970"/>
                  <a:pt x="127778" y="16661"/>
                  <a:pt x="125839" y="16661"/>
                </a:cubicBezTo>
                <a:cubicBezTo>
                  <a:pt x="122577" y="16661"/>
                  <a:pt x="119260" y="17898"/>
                  <a:pt x="115888" y="20372"/>
                </a:cubicBezTo>
                <a:cubicBezTo>
                  <a:pt x="112517" y="22845"/>
                  <a:pt x="109883" y="26146"/>
                  <a:pt x="107987" y="30275"/>
                </a:cubicBezTo>
                <a:cubicBezTo>
                  <a:pt x="106092" y="34404"/>
                  <a:pt x="104219" y="40950"/>
                  <a:pt x="102368" y="49916"/>
                </a:cubicBezTo>
                <a:lnTo>
                  <a:pt x="97739" y="71935"/>
                </a:lnTo>
                <a:lnTo>
                  <a:pt x="78764" y="71935"/>
                </a:lnTo>
                <a:lnTo>
                  <a:pt x="93442" y="17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igin">
            <a:extLst xmlns:a="http://schemas.openxmlformats.org/drawingml/2006/main">
              <a:ext uri="{FF2B5EF4-FFF2-40B4-BE49-F238E27FC236}">
                <a16:creationId xmlns:a16="http://schemas.microsoft.com/office/drawing/2014/main" id="{0D40D72E-A6FF-4A5C-9020-3D14B848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508" y="952289"/>
            <a:ext cx="232260" cy="125490"/>
          </a:xfrm>
          <a:custGeom xmlns:a="http://schemas.openxmlformats.org/drawingml/2006/main">
            <a:pathLst>
              <a:path w="232260" h="125490">
                <a:moveTo>
                  <a:pt x="20232" y="0"/>
                </a:moveTo>
                <a:lnTo>
                  <a:pt x="39207" y="0"/>
                </a:lnTo>
                <a:lnTo>
                  <a:pt x="35637" y="17190"/>
                </a:lnTo>
                <a:lnTo>
                  <a:pt x="16661" y="17190"/>
                </a:lnTo>
                <a:lnTo>
                  <a:pt x="20232" y="0"/>
                </a:lnTo>
                <a:moveTo>
                  <a:pt x="14678" y="26711"/>
                </a:moveTo>
                <a:lnTo>
                  <a:pt x="33654" y="26711"/>
                </a:lnTo>
                <a:lnTo>
                  <a:pt x="18976" y="96927"/>
                </a:lnTo>
                <a:lnTo>
                  <a:pt x="0" y="96927"/>
                </a:lnTo>
                <a:lnTo>
                  <a:pt x="14678" y="26711"/>
                </a:lnTo>
                <a:close/>
                <a:moveTo>
                  <a:pt x="36516" y="100630"/>
                </a:moveTo>
                <a:lnTo>
                  <a:pt x="56549" y="103539"/>
                </a:lnTo>
                <a:cubicBezTo>
                  <a:pt x="56549" y="105567"/>
                  <a:pt x="56880" y="107098"/>
                  <a:pt x="57541" y="108134"/>
                </a:cubicBezTo>
                <a:cubicBezTo>
                  <a:pt x="58202" y="109170"/>
                  <a:pt x="59271" y="110052"/>
                  <a:pt x="60748" y="110779"/>
                </a:cubicBezTo>
                <a:cubicBezTo>
                  <a:pt x="62225" y="111506"/>
                  <a:pt x="64241" y="111870"/>
                  <a:pt x="66798" y="111870"/>
                </a:cubicBezTo>
                <a:cubicBezTo>
                  <a:pt x="70809" y="111870"/>
                  <a:pt x="74026" y="111076"/>
                  <a:pt x="76451" y="109488"/>
                </a:cubicBezTo>
                <a:cubicBezTo>
                  <a:pt x="78258" y="108252"/>
                  <a:pt x="79734" y="106266"/>
                  <a:pt x="80881" y="103529"/>
                </a:cubicBezTo>
                <a:cubicBezTo>
                  <a:pt x="81586" y="101808"/>
                  <a:pt x="82489" y="98058"/>
                  <a:pt x="83591" y="92276"/>
                </a:cubicBezTo>
                <a:lnTo>
                  <a:pt x="84252" y="88993"/>
                </a:lnTo>
                <a:cubicBezTo>
                  <a:pt x="77685" y="94459"/>
                  <a:pt x="70897" y="97192"/>
                  <a:pt x="63888" y="97192"/>
                </a:cubicBezTo>
                <a:cubicBezTo>
                  <a:pt x="57012" y="97192"/>
                  <a:pt x="51370" y="94765"/>
                  <a:pt x="46963" y="89913"/>
                </a:cubicBezTo>
                <a:cubicBezTo>
                  <a:pt x="42555" y="85060"/>
                  <a:pt x="40351" y="77957"/>
                  <a:pt x="40351" y="68602"/>
                </a:cubicBezTo>
                <a:cubicBezTo>
                  <a:pt x="40351" y="60353"/>
                  <a:pt x="41850" y="52787"/>
                  <a:pt x="44847" y="45906"/>
                </a:cubicBezTo>
                <a:cubicBezTo>
                  <a:pt x="47844" y="39023"/>
                  <a:pt x="52054" y="33817"/>
                  <a:pt x="57475" y="30288"/>
                </a:cubicBezTo>
                <a:cubicBezTo>
                  <a:pt x="62897" y="26757"/>
                  <a:pt x="68429" y="24992"/>
                  <a:pt x="74070" y="24992"/>
                </a:cubicBezTo>
                <a:cubicBezTo>
                  <a:pt x="78743" y="24992"/>
                  <a:pt x="83018" y="26231"/>
                  <a:pt x="86897" y="28707"/>
                </a:cubicBezTo>
                <a:cubicBezTo>
                  <a:pt x="90776" y="31184"/>
                  <a:pt x="93795" y="34656"/>
                  <a:pt x="95955" y="39123"/>
                </a:cubicBezTo>
                <a:lnTo>
                  <a:pt x="98600" y="26711"/>
                </a:lnTo>
                <a:lnTo>
                  <a:pt x="116385" y="26711"/>
                </a:lnTo>
                <a:lnTo>
                  <a:pt x="104220" y="85165"/>
                </a:lnTo>
                <a:cubicBezTo>
                  <a:pt x="102236" y="94582"/>
                  <a:pt x="100561" y="101303"/>
                  <a:pt x="99195" y="105326"/>
                </a:cubicBezTo>
                <a:cubicBezTo>
                  <a:pt x="97828" y="109351"/>
                  <a:pt x="96264" y="112557"/>
                  <a:pt x="94501" y="114944"/>
                </a:cubicBezTo>
                <a:cubicBezTo>
                  <a:pt x="92737" y="117331"/>
                  <a:pt x="90512" y="119332"/>
                  <a:pt x="87823" y="120946"/>
                </a:cubicBezTo>
                <a:cubicBezTo>
                  <a:pt x="85134" y="122561"/>
                  <a:pt x="81960" y="123721"/>
                  <a:pt x="78302" y="124428"/>
                </a:cubicBezTo>
                <a:cubicBezTo>
                  <a:pt x="74643" y="125136"/>
                  <a:pt x="70676" y="125490"/>
                  <a:pt x="66401" y="125490"/>
                </a:cubicBezTo>
                <a:cubicBezTo>
                  <a:pt x="56483" y="125490"/>
                  <a:pt x="48990" y="123788"/>
                  <a:pt x="43921" y="120384"/>
                </a:cubicBezTo>
                <a:cubicBezTo>
                  <a:pt x="38852" y="116982"/>
                  <a:pt x="36318" y="111326"/>
                  <a:pt x="36318" y="103415"/>
                </a:cubicBezTo>
                <a:cubicBezTo>
                  <a:pt x="36318" y="102575"/>
                  <a:pt x="36384" y="101646"/>
                  <a:pt x="36516" y="100630"/>
                </a:cubicBezTo>
                <a:moveTo>
                  <a:pt x="58864" y="66671"/>
                </a:moveTo>
                <a:cubicBezTo>
                  <a:pt x="58864" y="71996"/>
                  <a:pt x="60065" y="76056"/>
                  <a:pt x="62467" y="78851"/>
                </a:cubicBezTo>
                <a:cubicBezTo>
                  <a:pt x="64869" y="81645"/>
                  <a:pt x="67878" y="83043"/>
                  <a:pt x="71492" y="83043"/>
                </a:cubicBezTo>
                <a:cubicBezTo>
                  <a:pt x="74798" y="83043"/>
                  <a:pt x="78004" y="81789"/>
                  <a:pt x="81112" y="79280"/>
                </a:cubicBezTo>
                <a:cubicBezTo>
                  <a:pt x="84219" y="76771"/>
                  <a:pt x="86600" y="73205"/>
                  <a:pt x="88253" y="68584"/>
                </a:cubicBezTo>
                <a:cubicBezTo>
                  <a:pt x="89905" y="63963"/>
                  <a:pt x="90732" y="59496"/>
                  <a:pt x="90732" y="55183"/>
                </a:cubicBezTo>
                <a:cubicBezTo>
                  <a:pt x="90732" y="50209"/>
                  <a:pt x="89388" y="46204"/>
                  <a:pt x="86699" y="43168"/>
                </a:cubicBezTo>
                <a:cubicBezTo>
                  <a:pt x="84010" y="40131"/>
                  <a:pt x="80903" y="38612"/>
                  <a:pt x="77376" y="38612"/>
                </a:cubicBezTo>
                <a:cubicBezTo>
                  <a:pt x="73982" y="38612"/>
                  <a:pt x="70864" y="39955"/>
                  <a:pt x="68021" y="42639"/>
                </a:cubicBezTo>
                <a:cubicBezTo>
                  <a:pt x="65178" y="45324"/>
                  <a:pt x="62831" y="49461"/>
                  <a:pt x="60979" y="55051"/>
                </a:cubicBezTo>
                <a:cubicBezTo>
                  <a:pt x="59569" y="59365"/>
                  <a:pt x="58864" y="63238"/>
                  <a:pt x="58864" y="66671"/>
                </a:cubicBezTo>
                <a:close/>
                <a:moveTo>
                  <a:pt x="140338" y="0"/>
                </a:moveTo>
                <a:lnTo>
                  <a:pt x="159314" y="0"/>
                </a:lnTo>
                <a:lnTo>
                  <a:pt x="155743" y="17190"/>
                </a:lnTo>
                <a:lnTo>
                  <a:pt x="136768" y="17190"/>
                </a:lnTo>
                <a:lnTo>
                  <a:pt x="140338" y="0"/>
                </a:lnTo>
                <a:moveTo>
                  <a:pt x="134784" y="26711"/>
                </a:moveTo>
                <a:lnTo>
                  <a:pt x="153760" y="26711"/>
                </a:lnTo>
                <a:lnTo>
                  <a:pt x="139082" y="96927"/>
                </a:lnTo>
                <a:lnTo>
                  <a:pt x="120106" y="96927"/>
                </a:lnTo>
                <a:lnTo>
                  <a:pt x="134784" y="26711"/>
                </a:lnTo>
                <a:close/>
                <a:moveTo>
                  <a:pt x="172557" y="26711"/>
                </a:moveTo>
                <a:lnTo>
                  <a:pt x="190540" y="26711"/>
                </a:lnTo>
                <a:lnTo>
                  <a:pt x="188689" y="35850"/>
                </a:lnTo>
                <a:cubicBezTo>
                  <a:pt x="193185" y="31942"/>
                  <a:pt x="197384" y="29155"/>
                  <a:pt x="201284" y="27490"/>
                </a:cubicBezTo>
                <a:cubicBezTo>
                  <a:pt x="205185" y="25825"/>
                  <a:pt x="209296" y="24992"/>
                  <a:pt x="213615" y="24992"/>
                </a:cubicBezTo>
                <a:cubicBezTo>
                  <a:pt x="219389" y="24992"/>
                  <a:pt x="223941" y="26651"/>
                  <a:pt x="227268" y="29967"/>
                </a:cubicBezTo>
                <a:cubicBezTo>
                  <a:pt x="230596" y="33284"/>
                  <a:pt x="232260" y="37685"/>
                  <a:pt x="232260" y="43170"/>
                </a:cubicBezTo>
                <a:cubicBezTo>
                  <a:pt x="232260" y="45636"/>
                  <a:pt x="231533" y="50309"/>
                  <a:pt x="230078" y="57191"/>
                </a:cubicBezTo>
                <a:lnTo>
                  <a:pt x="221814" y="96927"/>
                </a:lnTo>
                <a:lnTo>
                  <a:pt x="202838" y="96927"/>
                </a:lnTo>
                <a:lnTo>
                  <a:pt x="211169" y="57055"/>
                </a:lnTo>
                <a:cubicBezTo>
                  <a:pt x="212403" y="51097"/>
                  <a:pt x="213020" y="47546"/>
                  <a:pt x="213020" y="46402"/>
                </a:cubicBezTo>
                <a:cubicBezTo>
                  <a:pt x="213020" y="43982"/>
                  <a:pt x="212304" y="42079"/>
                  <a:pt x="210871" y="40693"/>
                </a:cubicBezTo>
                <a:cubicBezTo>
                  <a:pt x="209439" y="39306"/>
                  <a:pt x="207444" y="38612"/>
                  <a:pt x="204888" y="38612"/>
                </a:cubicBezTo>
                <a:cubicBezTo>
                  <a:pt x="202111" y="38612"/>
                  <a:pt x="199025" y="39780"/>
                  <a:pt x="195631" y="42116"/>
                </a:cubicBezTo>
                <a:cubicBezTo>
                  <a:pt x="192237" y="44453"/>
                  <a:pt x="189571" y="47538"/>
                  <a:pt x="187631" y="51373"/>
                </a:cubicBezTo>
                <a:cubicBezTo>
                  <a:pt x="186221" y="54107"/>
                  <a:pt x="184634" y="59684"/>
                  <a:pt x="182871" y="68102"/>
                </a:cubicBezTo>
                <a:lnTo>
                  <a:pt x="176854" y="96927"/>
                </a:lnTo>
                <a:lnTo>
                  <a:pt x="157879" y="96927"/>
                </a:lnTo>
                <a:lnTo>
                  <a:pt x="172557" y="26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736E3-861E-447D-9900-1BF577BC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715" y="1136046"/>
            <a:ext cx="1251532" cy="393908"/>
          </a:xfrm>
          <a:custGeom xmlns:a="http://schemas.openxmlformats.org/drawingml/2006/main">
            <a:pathLst>
              <a:path w="1251532" h="393908">
                <a:moveTo>
                  <a:pt x="0" y="0"/>
                </a:moveTo>
                <a:lnTo>
                  <a:pt x="1251532" y="0"/>
                </a:lnTo>
                <a:lnTo>
                  <a:pt x="1251532" y="393908"/>
                </a:lnTo>
                <a:lnTo>
                  <a:pt x="0" y="393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E99ADE9A-9D5A-4172-938C-040C1A05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976" y="1313419"/>
            <a:ext cx="705063" cy="118217"/>
          </a:xfrm>
          <a:custGeom xmlns:a="http://schemas.openxmlformats.org/drawingml/2006/main">
            <a:pathLst>
              <a:path w="705063" h="118217">
                <a:moveTo>
                  <a:pt x="22295" y="86164"/>
                </a:moveTo>
                <a:lnTo>
                  <a:pt x="0" y="86164"/>
                </a:lnTo>
                <a:lnTo>
                  <a:pt x="0" y="1904"/>
                </a:lnTo>
                <a:lnTo>
                  <a:pt x="20708" y="1904"/>
                </a:lnTo>
                <a:lnTo>
                  <a:pt x="20708" y="13885"/>
                </a:lnTo>
                <a:cubicBezTo>
                  <a:pt x="24252" y="8225"/>
                  <a:pt x="27439" y="4496"/>
                  <a:pt x="30268" y="2698"/>
                </a:cubicBezTo>
                <a:cubicBezTo>
                  <a:pt x="33098" y="899"/>
                  <a:pt x="36311" y="0"/>
                  <a:pt x="39908" y="0"/>
                </a:cubicBezTo>
                <a:cubicBezTo>
                  <a:pt x="44986" y="0"/>
                  <a:pt x="49879" y="1402"/>
                  <a:pt x="54586" y="4205"/>
                </a:cubicBezTo>
                <a:lnTo>
                  <a:pt x="47684" y="23643"/>
                </a:lnTo>
                <a:cubicBezTo>
                  <a:pt x="43928" y="21210"/>
                  <a:pt x="40437" y="19994"/>
                  <a:pt x="37211" y="19994"/>
                </a:cubicBezTo>
                <a:cubicBezTo>
                  <a:pt x="34090" y="19994"/>
                  <a:pt x="31445" y="20853"/>
                  <a:pt x="29277" y="22572"/>
                </a:cubicBezTo>
                <a:cubicBezTo>
                  <a:pt x="27108" y="24291"/>
                  <a:pt x="25402" y="27399"/>
                  <a:pt x="24159" y="31895"/>
                </a:cubicBezTo>
                <a:cubicBezTo>
                  <a:pt x="22916" y="36391"/>
                  <a:pt x="22295" y="45806"/>
                  <a:pt x="22295" y="60140"/>
                </a:cubicBezTo>
                <a:lnTo>
                  <a:pt x="22295" y="86164"/>
                </a:lnTo>
                <a:close/>
                <a:moveTo>
                  <a:pt x="112955" y="59347"/>
                </a:moveTo>
                <a:lnTo>
                  <a:pt x="135170" y="63155"/>
                </a:lnTo>
                <a:cubicBezTo>
                  <a:pt x="132314" y="71274"/>
                  <a:pt x="127804" y="77456"/>
                  <a:pt x="121642" y="81701"/>
                </a:cubicBezTo>
                <a:cubicBezTo>
                  <a:pt x="115480" y="85945"/>
                  <a:pt x="107771" y="88068"/>
                  <a:pt x="98515" y="88068"/>
                </a:cubicBezTo>
                <a:cubicBezTo>
                  <a:pt x="83863" y="88068"/>
                  <a:pt x="73020" y="83281"/>
                  <a:pt x="65985" y="73707"/>
                </a:cubicBezTo>
                <a:cubicBezTo>
                  <a:pt x="60431" y="66038"/>
                  <a:pt x="57654" y="56358"/>
                  <a:pt x="57654" y="44669"/>
                </a:cubicBezTo>
                <a:cubicBezTo>
                  <a:pt x="57654" y="30705"/>
                  <a:pt x="61304" y="19769"/>
                  <a:pt x="68603" y="11861"/>
                </a:cubicBezTo>
                <a:cubicBezTo>
                  <a:pt x="75903" y="3954"/>
                  <a:pt x="85133" y="0"/>
                  <a:pt x="96293" y="0"/>
                </a:cubicBezTo>
                <a:cubicBezTo>
                  <a:pt x="108829" y="0"/>
                  <a:pt x="118720" y="4139"/>
                  <a:pt x="125966" y="12417"/>
                </a:cubicBezTo>
                <a:cubicBezTo>
                  <a:pt x="133213" y="20695"/>
                  <a:pt x="136677" y="33376"/>
                  <a:pt x="136360" y="50460"/>
                </a:cubicBezTo>
                <a:lnTo>
                  <a:pt x="80504" y="50460"/>
                </a:lnTo>
                <a:cubicBezTo>
                  <a:pt x="80663" y="57072"/>
                  <a:pt x="82461" y="62216"/>
                  <a:pt x="85900" y="65892"/>
                </a:cubicBezTo>
                <a:cubicBezTo>
                  <a:pt x="89338" y="69568"/>
                  <a:pt x="93622" y="71406"/>
                  <a:pt x="98753" y="71406"/>
                </a:cubicBezTo>
                <a:cubicBezTo>
                  <a:pt x="102244" y="71406"/>
                  <a:pt x="105179" y="70454"/>
                  <a:pt x="107559" y="68550"/>
                </a:cubicBezTo>
                <a:cubicBezTo>
                  <a:pt x="109940" y="66646"/>
                  <a:pt x="111738" y="63578"/>
                  <a:pt x="112955" y="59347"/>
                </a:cubicBezTo>
                <a:moveTo>
                  <a:pt x="114224" y="36814"/>
                </a:moveTo>
                <a:cubicBezTo>
                  <a:pt x="114065" y="30387"/>
                  <a:pt x="112399" y="25501"/>
                  <a:pt x="109226" y="22156"/>
                </a:cubicBezTo>
                <a:cubicBezTo>
                  <a:pt x="106052" y="18810"/>
                  <a:pt x="102191" y="17138"/>
                  <a:pt x="97642" y="17138"/>
                </a:cubicBezTo>
                <a:cubicBezTo>
                  <a:pt x="92776" y="17138"/>
                  <a:pt x="88756" y="18902"/>
                  <a:pt x="85582" y="22431"/>
                </a:cubicBezTo>
                <a:cubicBezTo>
                  <a:pt x="82409" y="25962"/>
                  <a:pt x="80848" y="30756"/>
                  <a:pt x="80901" y="36814"/>
                </a:cubicBezTo>
                <a:lnTo>
                  <a:pt x="114224" y="36814"/>
                </a:lnTo>
                <a:close/>
                <a:moveTo>
                  <a:pt x="146649" y="62203"/>
                </a:moveTo>
                <a:lnTo>
                  <a:pt x="169023" y="58712"/>
                </a:lnTo>
                <a:cubicBezTo>
                  <a:pt x="169975" y="63023"/>
                  <a:pt x="171906" y="66295"/>
                  <a:pt x="174815" y="68530"/>
                </a:cubicBezTo>
                <a:cubicBezTo>
                  <a:pt x="177724" y="70765"/>
                  <a:pt x="181797" y="71882"/>
                  <a:pt x="187033" y="71882"/>
                </a:cubicBezTo>
                <a:cubicBezTo>
                  <a:pt x="192799" y="71882"/>
                  <a:pt x="197136" y="70826"/>
                  <a:pt x="200045" y="68714"/>
                </a:cubicBezTo>
                <a:cubicBezTo>
                  <a:pt x="202002" y="67234"/>
                  <a:pt x="202981" y="65253"/>
                  <a:pt x="202981" y="62771"/>
                </a:cubicBezTo>
                <a:cubicBezTo>
                  <a:pt x="202981" y="61080"/>
                  <a:pt x="202452" y="59680"/>
                  <a:pt x="201394" y="58570"/>
                </a:cubicBezTo>
                <a:cubicBezTo>
                  <a:pt x="200283" y="57514"/>
                  <a:pt x="197797" y="56537"/>
                  <a:pt x="193936" y="55640"/>
                </a:cubicBezTo>
                <a:cubicBezTo>
                  <a:pt x="175952" y="51679"/>
                  <a:pt x="164554" y="48061"/>
                  <a:pt x="159740" y="44785"/>
                </a:cubicBezTo>
                <a:cubicBezTo>
                  <a:pt x="153076" y="40240"/>
                  <a:pt x="149743" y="33925"/>
                  <a:pt x="149743" y="25840"/>
                </a:cubicBezTo>
                <a:cubicBezTo>
                  <a:pt x="149743" y="18547"/>
                  <a:pt x="152626" y="12418"/>
                  <a:pt x="158392" y="7451"/>
                </a:cubicBezTo>
                <a:cubicBezTo>
                  <a:pt x="164157" y="2484"/>
                  <a:pt x="173096" y="0"/>
                  <a:pt x="185209" y="0"/>
                </a:cubicBezTo>
                <a:cubicBezTo>
                  <a:pt x="196739" y="0"/>
                  <a:pt x="205308" y="1871"/>
                  <a:pt x="210915" y="5613"/>
                </a:cubicBezTo>
                <a:cubicBezTo>
                  <a:pt x="216522" y="9356"/>
                  <a:pt x="220383" y="14890"/>
                  <a:pt x="222498" y="22215"/>
                </a:cubicBezTo>
                <a:lnTo>
                  <a:pt x="201473" y="26182"/>
                </a:lnTo>
                <a:cubicBezTo>
                  <a:pt x="200574" y="22903"/>
                  <a:pt x="198868" y="20390"/>
                  <a:pt x="196356" y="18645"/>
                </a:cubicBezTo>
                <a:cubicBezTo>
                  <a:pt x="193843" y="16899"/>
                  <a:pt x="190260" y="16027"/>
                  <a:pt x="185605" y="16027"/>
                </a:cubicBezTo>
                <a:cubicBezTo>
                  <a:pt x="179734" y="16027"/>
                  <a:pt x="175529" y="16846"/>
                  <a:pt x="172990" y="18484"/>
                </a:cubicBezTo>
                <a:cubicBezTo>
                  <a:pt x="171298" y="19644"/>
                  <a:pt x="170451" y="21149"/>
                  <a:pt x="170451" y="22999"/>
                </a:cubicBezTo>
                <a:cubicBezTo>
                  <a:pt x="170451" y="24582"/>
                  <a:pt x="171192" y="25929"/>
                  <a:pt x="172673" y="27038"/>
                </a:cubicBezTo>
                <a:cubicBezTo>
                  <a:pt x="174683" y="28517"/>
                  <a:pt x="181625" y="30604"/>
                  <a:pt x="193500" y="33298"/>
                </a:cubicBezTo>
                <a:cubicBezTo>
                  <a:pt x="205374" y="35992"/>
                  <a:pt x="213665" y="39297"/>
                  <a:pt x="218373" y="43213"/>
                </a:cubicBezTo>
                <a:cubicBezTo>
                  <a:pt x="223027" y="47184"/>
                  <a:pt x="225355" y="52714"/>
                  <a:pt x="225355" y="59805"/>
                </a:cubicBezTo>
                <a:cubicBezTo>
                  <a:pt x="225355" y="67533"/>
                  <a:pt x="222128" y="74175"/>
                  <a:pt x="215675" y="79732"/>
                </a:cubicBezTo>
                <a:cubicBezTo>
                  <a:pt x="209222" y="85289"/>
                  <a:pt x="199675" y="88068"/>
                  <a:pt x="187033" y="88068"/>
                </a:cubicBezTo>
                <a:cubicBezTo>
                  <a:pt x="175555" y="88068"/>
                  <a:pt x="166471" y="85748"/>
                  <a:pt x="159780" y="81108"/>
                </a:cubicBezTo>
                <a:cubicBezTo>
                  <a:pt x="153089" y="76467"/>
                  <a:pt x="148712" y="70165"/>
                  <a:pt x="146649" y="62203"/>
                </a:cubicBezTo>
                <a:close/>
                <a:moveTo>
                  <a:pt x="244213" y="1904"/>
                </a:moveTo>
                <a:lnTo>
                  <a:pt x="265000" y="1904"/>
                </a:lnTo>
                <a:lnTo>
                  <a:pt x="265000" y="14281"/>
                </a:lnTo>
                <a:cubicBezTo>
                  <a:pt x="267698" y="10050"/>
                  <a:pt x="271347" y="6612"/>
                  <a:pt x="275949" y="3967"/>
                </a:cubicBezTo>
                <a:cubicBezTo>
                  <a:pt x="280551" y="1322"/>
                  <a:pt x="285655" y="0"/>
                  <a:pt x="291262" y="0"/>
                </a:cubicBezTo>
                <a:cubicBezTo>
                  <a:pt x="301047" y="0"/>
                  <a:pt x="309351" y="3835"/>
                  <a:pt x="316175" y="11504"/>
                </a:cubicBezTo>
                <a:cubicBezTo>
                  <a:pt x="322998" y="19174"/>
                  <a:pt x="326410" y="29858"/>
                  <a:pt x="326410" y="43558"/>
                </a:cubicBezTo>
                <a:cubicBezTo>
                  <a:pt x="326410" y="57627"/>
                  <a:pt x="322971" y="68563"/>
                  <a:pt x="316095" y="76365"/>
                </a:cubicBezTo>
                <a:cubicBezTo>
                  <a:pt x="309219" y="84167"/>
                  <a:pt x="300888" y="88068"/>
                  <a:pt x="291103" y="88068"/>
                </a:cubicBezTo>
                <a:cubicBezTo>
                  <a:pt x="286448" y="88068"/>
                  <a:pt x="282230" y="87142"/>
                  <a:pt x="278448" y="85291"/>
                </a:cubicBezTo>
                <a:cubicBezTo>
                  <a:pt x="274666" y="83440"/>
                  <a:pt x="270686" y="80266"/>
                  <a:pt x="266508" y="75770"/>
                </a:cubicBezTo>
                <a:lnTo>
                  <a:pt x="266508" y="118217"/>
                </a:lnTo>
                <a:lnTo>
                  <a:pt x="244213" y="118217"/>
                </a:lnTo>
                <a:lnTo>
                  <a:pt x="244213" y="1904"/>
                </a:lnTo>
                <a:moveTo>
                  <a:pt x="266270" y="42569"/>
                </a:moveTo>
                <a:cubicBezTo>
                  <a:pt x="266270" y="52022"/>
                  <a:pt x="268147" y="59006"/>
                  <a:pt x="271903" y="63522"/>
                </a:cubicBezTo>
                <a:cubicBezTo>
                  <a:pt x="275658" y="68038"/>
                  <a:pt x="280233" y="70295"/>
                  <a:pt x="285629" y="70295"/>
                </a:cubicBezTo>
                <a:cubicBezTo>
                  <a:pt x="290812" y="70295"/>
                  <a:pt x="295123" y="68223"/>
                  <a:pt x="298561" y="64077"/>
                </a:cubicBezTo>
                <a:cubicBezTo>
                  <a:pt x="301999" y="59932"/>
                  <a:pt x="303718" y="53132"/>
                  <a:pt x="303718" y="43677"/>
                </a:cubicBezTo>
                <a:cubicBezTo>
                  <a:pt x="303718" y="34857"/>
                  <a:pt x="301946" y="28308"/>
                  <a:pt x="298402" y="24030"/>
                </a:cubicBezTo>
                <a:cubicBezTo>
                  <a:pt x="294859" y="19752"/>
                  <a:pt x="290468" y="17614"/>
                  <a:pt x="285232" y="17614"/>
                </a:cubicBezTo>
                <a:cubicBezTo>
                  <a:pt x="279784" y="17614"/>
                  <a:pt x="275261" y="19713"/>
                  <a:pt x="271665" y="23911"/>
                </a:cubicBezTo>
                <a:cubicBezTo>
                  <a:pt x="268068" y="28110"/>
                  <a:pt x="266270" y="34329"/>
                  <a:pt x="266270" y="42569"/>
                </a:cubicBezTo>
                <a:close/>
                <a:moveTo>
                  <a:pt x="338809" y="42844"/>
                </a:moveTo>
                <a:cubicBezTo>
                  <a:pt x="338809" y="35439"/>
                  <a:pt x="340634" y="28272"/>
                  <a:pt x="344283" y="21343"/>
                </a:cubicBezTo>
                <a:cubicBezTo>
                  <a:pt x="347933" y="14413"/>
                  <a:pt x="353103" y="9124"/>
                  <a:pt x="359794" y="5474"/>
                </a:cubicBezTo>
                <a:cubicBezTo>
                  <a:pt x="366485" y="1825"/>
                  <a:pt x="373956" y="0"/>
                  <a:pt x="382208" y="0"/>
                </a:cubicBezTo>
                <a:cubicBezTo>
                  <a:pt x="394955" y="0"/>
                  <a:pt x="405402" y="4139"/>
                  <a:pt x="413547" y="12417"/>
                </a:cubicBezTo>
                <a:cubicBezTo>
                  <a:pt x="421693" y="20695"/>
                  <a:pt x="425766" y="31154"/>
                  <a:pt x="425766" y="43796"/>
                </a:cubicBezTo>
                <a:cubicBezTo>
                  <a:pt x="425766" y="56543"/>
                  <a:pt x="421653" y="67109"/>
                  <a:pt x="413428" y="75492"/>
                </a:cubicBezTo>
                <a:cubicBezTo>
                  <a:pt x="405203" y="83876"/>
                  <a:pt x="394849" y="88068"/>
                  <a:pt x="382367" y="88068"/>
                </a:cubicBezTo>
                <a:cubicBezTo>
                  <a:pt x="374644" y="88068"/>
                  <a:pt x="367279" y="86322"/>
                  <a:pt x="360270" y="82831"/>
                </a:cubicBezTo>
                <a:cubicBezTo>
                  <a:pt x="353262" y="79340"/>
                  <a:pt x="347933" y="74223"/>
                  <a:pt x="344283" y="67479"/>
                </a:cubicBezTo>
                <a:cubicBezTo>
                  <a:pt x="340634" y="60735"/>
                  <a:pt x="338809" y="52523"/>
                  <a:pt x="338809" y="42844"/>
                </a:cubicBezTo>
                <a:moveTo>
                  <a:pt x="361659" y="44034"/>
                </a:moveTo>
                <a:cubicBezTo>
                  <a:pt x="361659" y="52365"/>
                  <a:pt x="363642" y="58745"/>
                  <a:pt x="367609" y="63175"/>
                </a:cubicBezTo>
                <a:cubicBezTo>
                  <a:pt x="371576" y="67605"/>
                  <a:pt x="376469" y="69819"/>
                  <a:pt x="382287" y="69819"/>
                </a:cubicBezTo>
                <a:cubicBezTo>
                  <a:pt x="388105" y="69819"/>
                  <a:pt x="392985" y="67605"/>
                  <a:pt x="396925" y="63175"/>
                </a:cubicBezTo>
                <a:cubicBezTo>
                  <a:pt x="400866" y="58745"/>
                  <a:pt x="402836" y="52312"/>
                  <a:pt x="402836" y="43875"/>
                </a:cubicBezTo>
                <a:cubicBezTo>
                  <a:pt x="402836" y="35650"/>
                  <a:pt x="400866" y="29323"/>
                  <a:pt x="396925" y="24893"/>
                </a:cubicBezTo>
                <a:cubicBezTo>
                  <a:pt x="392985" y="20463"/>
                  <a:pt x="388105" y="18248"/>
                  <a:pt x="382287" y="18248"/>
                </a:cubicBezTo>
                <a:cubicBezTo>
                  <a:pt x="376469" y="18248"/>
                  <a:pt x="371576" y="20463"/>
                  <a:pt x="367609" y="24893"/>
                </a:cubicBezTo>
                <a:cubicBezTo>
                  <a:pt x="363642" y="29323"/>
                  <a:pt x="361659" y="35703"/>
                  <a:pt x="361659" y="44034"/>
                </a:cubicBezTo>
                <a:close/>
                <a:moveTo>
                  <a:pt x="519727" y="86164"/>
                </a:moveTo>
                <a:lnTo>
                  <a:pt x="497432" y="86164"/>
                </a:lnTo>
                <a:lnTo>
                  <a:pt x="497432" y="43211"/>
                </a:lnTo>
                <a:cubicBezTo>
                  <a:pt x="497432" y="34123"/>
                  <a:pt x="496956" y="28245"/>
                  <a:pt x="496004" y="25577"/>
                </a:cubicBezTo>
                <a:cubicBezTo>
                  <a:pt x="495052" y="22910"/>
                  <a:pt x="493505" y="20836"/>
                  <a:pt x="491363" y="19357"/>
                </a:cubicBezTo>
                <a:cubicBezTo>
                  <a:pt x="489221" y="17877"/>
                  <a:pt x="486642" y="17138"/>
                  <a:pt x="483627" y="17138"/>
                </a:cubicBezTo>
                <a:cubicBezTo>
                  <a:pt x="479766" y="17138"/>
                  <a:pt x="476301" y="18195"/>
                  <a:pt x="473234" y="20309"/>
                </a:cubicBezTo>
                <a:cubicBezTo>
                  <a:pt x="470166" y="22421"/>
                  <a:pt x="468063" y="25221"/>
                  <a:pt x="466926" y="28709"/>
                </a:cubicBezTo>
                <a:cubicBezTo>
                  <a:pt x="465789" y="32195"/>
                  <a:pt x="465220" y="38640"/>
                  <a:pt x="465220" y="48046"/>
                </a:cubicBezTo>
                <a:lnTo>
                  <a:pt x="465220" y="86164"/>
                </a:lnTo>
                <a:lnTo>
                  <a:pt x="442926" y="86164"/>
                </a:lnTo>
                <a:lnTo>
                  <a:pt x="442926" y="1904"/>
                </a:lnTo>
                <a:lnTo>
                  <a:pt x="463633" y="1904"/>
                </a:lnTo>
                <a:lnTo>
                  <a:pt x="463633" y="14281"/>
                </a:lnTo>
                <a:cubicBezTo>
                  <a:pt x="470986" y="4760"/>
                  <a:pt x="480242" y="0"/>
                  <a:pt x="491402" y="0"/>
                </a:cubicBezTo>
                <a:cubicBezTo>
                  <a:pt x="496322" y="0"/>
                  <a:pt x="500817" y="886"/>
                  <a:pt x="504890" y="2658"/>
                </a:cubicBezTo>
                <a:cubicBezTo>
                  <a:pt x="508963" y="4430"/>
                  <a:pt x="512044" y="6691"/>
                  <a:pt x="514133" y="9441"/>
                </a:cubicBezTo>
                <a:cubicBezTo>
                  <a:pt x="516223" y="12192"/>
                  <a:pt x="517677" y="15313"/>
                  <a:pt x="518497" y="18804"/>
                </a:cubicBezTo>
                <a:cubicBezTo>
                  <a:pt x="519317" y="22295"/>
                  <a:pt x="519727" y="27293"/>
                  <a:pt x="519727" y="33799"/>
                </a:cubicBezTo>
                <a:lnTo>
                  <a:pt x="519727" y="86164"/>
                </a:lnTo>
                <a:close/>
                <a:moveTo>
                  <a:pt x="534348" y="62203"/>
                </a:moveTo>
                <a:lnTo>
                  <a:pt x="556722" y="58712"/>
                </a:lnTo>
                <a:cubicBezTo>
                  <a:pt x="557674" y="63023"/>
                  <a:pt x="559604" y="66295"/>
                  <a:pt x="562513" y="68530"/>
                </a:cubicBezTo>
                <a:cubicBezTo>
                  <a:pt x="565423" y="70765"/>
                  <a:pt x="569495" y="71882"/>
                  <a:pt x="574732" y="71882"/>
                </a:cubicBezTo>
                <a:cubicBezTo>
                  <a:pt x="580497" y="71882"/>
                  <a:pt x="584834" y="70826"/>
                  <a:pt x="587744" y="68714"/>
                </a:cubicBezTo>
                <a:cubicBezTo>
                  <a:pt x="589701" y="67234"/>
                  <a:pt x="590679" y="65253"/>
                  <a:pt x="590679" y="62771"/>
                </a:cubicBezTo>
                <a:cubicBezTo>
                  <a:pt x="590679" y="61080"/>
                  <a:pt x="590150" y="59680"/>
                  <a:pt x="589092" y="58570"/>
                </a:cubicBezTo>
                <a:cubicBezTo>
                  <a:pt x="587982" y="57514"/>
                  <a:pt x="585496" y="56537"/>
                  <a:pt x="581634" y="55640"/>
                </a:cubicBezTo>
                <a:cubicBezTo>
                  <a:pt x="563651" y="51679"/>
                  <a:pt x="552252" y="48061"/>
                  <a:pt x="547439" y="44785"/>
                </a:cubicBezTo>
                <a:cubicBezTo>
                  <a:pt x="540774" y="40240"/>
                  <a:pt x="537442" y="33925"/>
                  <a:pt x="537442" y="25840"/>
                </a:cubicBezTo>
                <a:cubicBezTo>
                  <a:pt x="537442" y="18547"/>
                  <a:pt x="540325" y="12418"/>
                  <a:pt x="546090" y="7451"/>
                </a:cubicBezTo>
                <a:cubicBezTo>
                  <a:pt x="551855" y="2484"/>
                  <a:pt x="560794" y="0"/>
                  <a:pt x="572907" y="0"/>
                </a:cubicBezTo>
                <a:cubicBezTo>
                  <a:pt x="584438" y="0"/>
                  <a:pt x="593007" y="1871"/>
                  <a:pt x="598613" y="5613"/>
                </a:cubicBezTo>
                <a:cubicBezTo>
                  <a:pt x="604220" y="9356"/>
                  <a:pt x="608081" y="14890"/>
                  <a:pt x="610197" y="22215"/>
                </a:cubicBezTo>
                <a:lnTo>
                  <a:pt x="589172" y="26182"/>
                </a:lnTo>
                <a:cubicBezTo>
                  <a:pt x="588273" y="22903"/>
                  <a:pt x="586567" y="20390"/>
                  <a:pt x="584054" y="18645"/>
                </a:cubicBezTo>
                <a:cubicBezTo>
                  <a:pt x="581542" y="16899"/>
                  <a:pt x="577958" y="16027"/>
                  <a:pt x="573304" y="16027"/>
                </a:cubicBezTo>
                <a:cubicBezTo>
                  <a:pt x="567433" y="16027"/>
                  <a:pt x="563227" y="16846"/>
                  <a:pt x="560689" y="18484"/>
                </a:cubicBezTo>
                <a:cubicBezTo>
                  <a:pt x="558996" y="19644"/>
                  <a:pt x="558150" y="21149"/>
                  <a:pt x="558150" y="22999"/>
                </a:cubicBezTo>
                <a:cubicBezTo>
                  <a:pt x="558150" y="24582"/>
                  <a:pt x="558890" y="25929"/>
                  <a:pt x="560371" y="27038"/>
                </a:cubicBezTo>
                <a:cubicBezTo>
                  <a:pt x="562381" y="28517"/>
                  <a:pt x="569323" y="30604"/>
                  <a:pt x="581198" y="33298"/>
                </a:cubicBezTo>
                <a:cubicBezTo>
                  <a:pt x="593073" y="35992"/>
                  <a:pt x="601364" y="39297"/>
                  <a:pt x="606071" y="43213"/>
                </a:cubicBezTo>
                <a:cubicBezTo>
                  <a:pt x="610726" y="47184"/>
                  <a:pt x="613053" y="52714"/>
                  <a:pt x="613053" y="59805"/>
                </a:cubicBezTo>
                <a:cubicBezTo>
                  <a:pt x="613053" y="67533"/>
                  <a:pt x="609827" y="74175"/>
                  <a:pt x="603374" y="79732"/>
                </a:cubicBezTo>
                <a:cubicBezTo>
                  <a:pt x="596921" y="85289"/>
                  <a:pt x="587373" y="88068"/>
                  <a:pt x="574732" y="88068"/>
                </a:cubicBezTo>
                <a:cubicBezTo>
                  <a:pt x="563254" y="88068"/>
                  <a:pt x="554169" y="85748"/>
                  <a:pt x="547478" y="81108"/>
                </a:cubicBezTo>
                <a:cubicBezTo>
                  <a:pt x="540787" y="76467"/>
                  <a:pt x="536410" y="70165"/>
                  <a:pt x="534348" y="62203"/>
                </a:cubicBezTo>
                <a:close/>
                <a:moveTo>
                  <a:pt x="681340" y="59347"/>
                </a:moveTo>
                <a:lnTo>
                  <a:pt x="703556" y="63155"/>
                </a:lnTo>
                <a:cubicBezTo>
                  <a:pt x="700699" y="71274"/>
                  <a:pt x="696190" y="77456"/>
                  <a:pt x="690028" y="81701"/>
                </a:cubicBezTo>
                <a:cubicBezTo>
                  <a:pt x="683866" y="85945"/>
                  <a:pt x="676157" y="88068"/>
                  <a:pt x="666901" y="88068"/>
                </a:cubicBezTo>
                <a:cubicBezTo>
                  <a:pt x="652249" y="88068"/>
                  <a:pt x="641406" y="83281"/>
                  <a:pt x="634371" y="73707"/>
                </a:cubicBezTo>
                <a:cubicBezTo>
                  <a:pt x="628817" y="66038"/>
                  <a:pt x="626040" y="56358"/>
                  <a:pt x="626040" y="44669"/>
                </a:cubicBezTo>
                <a:cubicBezTo>
                  <a:pt x="626040" y="30705"/>
                  <a:pt x="629690" y="19769"/>
                  <a:pt x="636989" y="11861"/>
                </a:cubicBezTo>
                <a:cubicBezTo>
                  <a:pt x="644289" y="3954"/>
                  <a:pt x="653518" y="0"/>
                  <a:pt x="664679" y="0"/>
                </a:cubicBezTo>
                <a:cubicBezTo>
                  <a:pt x="677215" y="0"/>
                  <a:pt x="687106" y="4139"/>
                  <a:pt x="694352" y="12417"/>
                </a:cubicBezTo>
                <a:cubicBezTo>
                  <a:pt x="701599" y="20695"/>
                  <a:pt x="705063" y="33376"/>
                  <a:pt x="704746" y="50460"/>
                </a:cubicBezTo>
                <a:lnTo>
                  <a:pt x="648890" y="50460"/>
                </a:lnTo>
                <a:cubicBezTo>
                  <a:pt x="649049" y="57072"/>
                  <a:pt x="650847" y="62216"/>
                  <a:pt x="654285" y="65892"/>
                </a:cubicBezTo>
                <a:cubicBezTo>
                  <a:pt x="657723" y="69568"/>
                  <a:pt x="662008" y="71406"/>
                  <a:pt x="667139" y="71406"/>
                </a:cubicBezTo>
                <a:cubicBezTo>
                  <a:pt x="670630" y="71406"/>
                  <a:pt x="673565" y="70454"/>
                  <a:pt x="675945" y="68550"/>
                </a:cubicBezTo>
                <a:cubicBezTo>
                  <a:pt x="678326" y="66646"/>
                  <a:pt x="680124" y="63578"/>
                  <a:pt x="681340" y="59347"/>
                </a:cubicBezTo>
                <a:moveTo>
                  <a:pt x="682610" y="36814"/>
                </a:moveTo>
                <a:cubicBezTo>
                  <a:pt x="682451" y="30387"/>
                  <a:pt x="680785" y="25501"/>
                  <a:pt x="677611" y="22156"/>
                </a:cubicBezTo>
                <a:cubicBezTo>
                  <a:pt x="674438" y="18810"/>
                  <a:pt x="670577" y="17138"/>
                  <a:pt x="666028" y="17138"/>
                </a:cubicBezTo>
                <a:cubicBezTo>
                  <a:pt x="661162" y="17138"/>
                  <a:pt x="657142" y="18902"/>
                  <a:pt x="653968" y="22431"/>
                </a:cubicBezTo>
                <a:cubicBezTo>
                  <a:pt x="650794" y="25962"/>
                  <a:pt x="649234" y="30756"/>
                  <a:pt x="649287" y="36814"/>
                </a:cubicBezTo>
                <a:lnTo>
                  <a:pt x="682610" y="368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or">
            <a:extLst xmlns:a="http://schemas.openxmlformats.org/drawingml/2006/main">
              <a:ext uri="{FF2B5EF4-FFF2-40B4-BE49-F238E27FC236}">
                <a16:creationId xmlns:a16="http://schemas.microsoft.com/office/drawing/2014/main" id="{80F3BE8C-4153-462C-867B-39FF67E4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760" y="1403814"/>
            <a:ext cx="138599" cy="73654"/>
          </a:xfrm>
          <a:custGeom xmlns:a="http://schemas.openxmlformats.org/drawingml/2006/main">
            <a:pathLst>
              <a:path w="138599" h="73654">
                <a:moveTo>
                  <a:pt x="0" y="42788"/>
                </a:moveTo>
                <a:cubicBezTo>
                  <a:pt x="0" y="29762"/>
                  <a:pt x="3669" y="19374"/>
                  <a:pt x="11008" y="11624"/>
                </a:cubicBezTo>
                <a:cubicBezTo>
                  <a:pt x="18347" y="3875"/>
                  <a:pt x="27989" y="0"/>
                  <a:pt x="39935" y="0"/>
                </a:cubicBezTo>
                <a:cubicBezTo>
                  <a:pt x="50293" y="0"/>
                  <a:pt x="58381" y="2860"/>
                  <a:pt x="64200" y="8579"/>
                </a:cubicBezTo>
                <a:cubicBezTo>
                  <a:pt x="70018" y="14296"/>
                  <a:pt x="72927" y="21991"/>
                  <a:pt x="72927" y="31662"/>
                </a:cubicBezTo>
                <a:cubicBezTo>
                  <a:pt x="72927" y="43053"/>
                  <a:pt x="69291" y="52900"/>
                  <a:pt x="62018" y="61202"/>
                </a:cubicBezTo>
                <a:cubicBezTo>
                  <a:pt x="54745" y="69503"/>
                  <a:pt x="45004" y="73654"/>
                  <a:pt x="32794" y="73654"/>
                </a:cubicBezTo>
                <a:cubicBezTo>
                  <a:pt x="26182" y="73654"/>
                  <a:pt x="20320" y="72330"/>
                  <a:pt x="15207" y="69681"/>
                </a:cubicBezTo>
                <a:cubicBezTo>
                  <a:pt x="10094" y="67031"/>
                  <a:pt x="6281" y="63277"/>
                  <a:pt x="3769" y="58420"/>
                </a:cubicBezTo>
                <a:cubicBezTo>
                  <a:pt x="1256" y="53562"/>
                  <a:pt x="0" y="48351"/>
                  <a:pt x="0" y="42788"/>
                </a:cubicBezTo>
                <a:moveTo>
                  <a:pt x="54084" y="29201"/>
                </a:moveTo>
                <a:cubicBezTo>
                  <a:pt x="54084" y="24693"/>
                  <a:pt x="52772" y="21079"/>
                  <a:pt x="50150" y="18360"/>
                </a:cubicBezTo>
                <a:cubicBezTo>
                  <a:pt x="47527" y="15641"/>
                  <a:pt x="44144" y="14281"/>
                  <a:pt x="40001" y="14281"/>
                </a:cubicBezTo>
                <a:cubicBezTo>
                  <a:pt x="35901" y="14281"/>
                  <a:pt x="32265" y="15553"/>
                  <a:pt x="29091" y="18095"/>
                </a:cubicBezTo>
                <a:cubicBezTo>
                  <a:pt x="25918" y="20637"/>
                  <a:pt x="23449" y="24328"/>
                  <a:pt x="21686" y="29170"/>
                </a:cubicBezTo>
                <a:cubicBezTo>
                  <a:pt x="19923" y="34010"/>
                  <a:pt x="19042" y="38464"/>
                  <a:pt x="19042" y="42530"/>
                </a:cubicBezTo>
                <a:cubicBezTo>
                  <a:pt x="19042" y="47570"/>
                  <a:pt x="20408" y="51571"/>
                  <a:pt x="23141" y="54534"/>
                </a:cubicBezTo>
                <a:cubicBezTo>
                  <a:pt x="25874" y="57496"/>
                  <a:pt x="29312" y="58976"/>
                  <a:pt x="33455" y="58976"/>
                </a:cubicBezTo>
                <a:cubicBezTo>
                  <a:pt x="38656" y="58976"/>
                  <a:pt x="43020" y="56743"/>
                  <a:pt x="46546" y="52278"/>
                </a:cubicBezTo>
                <a:cubicBezTo>
                  <a:pt x="51571" y="45957"/>
                  <a:pt x="54084" y="38264"/>
                  <a:pt x="54084" y="29201"/>
                </a:cubicBezTo>
                <a:close/>
                <a:moveTo>
                  <a:pt x="93441" y="1719"/>
                </a:moveTo>
                <a:lnTo>
                  <a:pt x="111161" y="1719"/>
                </a:lnTo>
                <a:lnTo>
                  <a:pt x="108318" y="15310"/>
                </a:lnTo>
                <a:cubicBezTo>
                  <a:pt x="114929" y="5103"/>
                  <a:pt x="122092" y="0"/>
                  <a:pt x="129806" y="0"/>
                </a:cubicBezTo>
                <a:cubicBezTo>
                  <a:pt x="132539" y="0"/>
                  <a:pt x="135470" y="683"/>
                  <a:pt x="138599" y="2050"/>
                </a:cubicBezTo>
                <a:lnTo>
                  <a:pt x="131326" y="17587"/>
                </a:lnTo>
                <a:cubicBezTo>
                  <a:pt x="129607" y="16970"/>
                  <a:pt x="127778" y="16661"/>
                  <a:pt x="125839" y="16661"/>
                </a:cubicBezTo>
                <a:cubicBezTo>
                  <a:pt x="122577" y="16661"/>
                  <a:pt x="119260" y="17898"/>
                  <a:pt x="115888" y="20372"/>
                </a:cubicBezTo>
                <a:cubicBezTo>
                  <a:pt x="112516" y="22845"/>
                  <a:pt x="109883" y="26146"/>
                  <a:pt x="107987" y="30275"/>
                </a:cubicBezTo>
                <a:cubicBezTo>
                  <a:pt x="106092" y="34404"/>
                  <a:pt x="104219" y="40950"/>
                  <a:pt x="102367" y="49916"/>
                </a:cubicBezTo>
                <a:lnTo>
                  <a:pt x="97739" y="71935"/>
                </a:lnTo>
                <a:lnTo>
                  <a:pt x="78764" y="71935"/>
                </a:lnTo>
                <a:lnTo>
                  <a:pt x="93441" y="17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igin">
            <a:extLst xmlns:a="http://schemas.openxmlformats.org/drawingml/2006/main">
              <a:ext uri="{FF2B5EF4-FFF2-40B4-BE49-F238E27FC236}">
                <a16:creationId xmlns:a16="http://schemas.microsoft.com/office/drawing/2014/main" id="{71C787C5-979E-461C-B331-8A5703C8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255" y="1378822"/>
            <a:ext cx="232260" cy="125490"/>
          </a:xfrm>
          <a:custGeom xmlns:a="http://schemas.openxmlformats.org/drawingml/2006/main">
            <a:pathLst>
              <a:path w="232260" h="125490">
                <a:moveTo>
                  <a:pt x="20232" y="0"/>
                </a:moveTo>
                <a:lnTo>
                  <a:pt x="39207" y="0"/>
                </a:lnTo>
                <a:lnTo>
                  <a:pt x="35637" y="17190"/>
                </a:lnTo>
                <a:lnTo>
                  <a:pt x="16661" y="17190"/>
                </a:lnTo>
                <a:lnTo>
                  <a:pt x="20232" y="0"/>
                </a:lnTo>
                <a:moveTo>
                  <a:pt x="14678" y="26711"/>
                </a:moveTo>
                <a:lnTo>
                  <a:pt x="33654" y="26711"/>
                </a:lnTo>
                <a:lnTo>
                  <a:pt x="18976" y="96927"/>
                </a:lnTo>
                <a:lnTo>
                  <a:pt x="0" y="96927"/>
                </a:lnTo>
                <a:lnTo>
                  <a:pt x="14678" y="26711"/>
                </a:lnTo>
                <a:close/>
                <a:moveTo>
                  <a:pt x="36516" y="100630"/>
                </a:moveTo>
                <a:lnTo>
                  <a:pt x="56550" y="103539"/>
                </a:lnTo>
                <a:cubicBezTo>
                  <a:pt x="56550" y="105567"/>
                  <a:pt x="56880" y="107098"/>
                  <a:pt x="57542" y="108134"/>
                </a:cubicBezTo>
                <a:cubicBezTo>
                  <a:pt x="58203" y="109170"/>
                  <a:pt x="59272" y="110052"/>
                  <a:pt x="60748" y="110779"/>
                </a:cubicBezTo>
                <a:cubicBezTo>
                  <a:pt x="62225" y="111506"/>
                  <a:pt x="64241" y="111870"/>
                  <a:pt x="66798" y="111870"/>
                </a:cubicBezTo>
                <a:cubicBezTo>
                  <a:pt x="70809" y="111870"/>
                  <a:pt x="74027" y="111076"/>
                  <a:pt x="76451" y="109488"/>
                </a:cubicBezTo>
                <a:cubicBezTo>
                  <a:pt x="78258" y="108252"/>
                  <a:pt x="79735" y="106266"/>
                  <a:pt x="80881" y="103529"/>
                </a:cubicBezTo>
                <a:cubicBezTo>
                  <a:pt x="81586" y="101808"/>
                  <a:pt x="82490" y="98058"/>
                  <a:pt x="83592" y="92276"/>
                </a:cubicBezTo>
                <a:lnTo>
                  <a:pt x="84253" y="88993"/>
                </a:lnTo>
                <a:cubicBezTo>
                  <a:pt x="77685" y="94459"/>
                  <a:pt x="70897" y="97192"/>
                  <a:pt x="63889" y="97192"/>
                </a:cubicBezTo>
                <a:cubicBezTo>
                  <a:pt x="57013" y="97192"/>
                  <a:pt x="51371" y="94765"/>
                  <a:pt x="46963" y="89913"/>
                </a:cubicBezTo>
                <a:cubicBezTo>
                  <a:pt x="42555" y="85060"/>
                  <a:pt x="40351" y="77957"/>
                  <a:pt x="40351" y="68602"/>
                </a:cubicBezTo>
                <a:cubicBezTo>
                  <a:pt x="40351" y="60353"/>
                  <a:pt x="41850" y="52787"/>
                  <a:pt x="44847" y="45906"/>
                </a:cubicBezTo>
                <a:cubicBezTo>
                  <a:pt x="47844" y="39023"/>
                  <a:pt x="52054" y="33817"/>
                  <a:pt x="57475" y="30288"/>
                </a:cubicBezTo>
                <a:cubicBezTo>
                  <a:pt x="62897" y="26757"/>
                  <a:pt x="68429" y="24992"/>
                  <a:pt x="74071" y="24992"/>
                </a:cubicBezTo>
                <a:cubicBezTo>
                  <a:pt x="78743" y="24992"/>
                  <a:pt x="83019" y="26231"/>
                  <a:pt x="86897" y="28707"/>
                </a:cubicBezTo>
                <a:cubicBezTo>
                  <a:pt x="90776" y="31184"/>
                  <a:pt x="93796" y="34656"/>
                  <a:pt x="95955" y="39123"/>
                </a:cubicBezTo>
                <a:lnTo>
                  <a:pt x="98600" y="26711"/>
                </a:lnTo>
                <a:lnTo>
                  <a:pt x="116386" y="26711"/>
                </a:lnTo>
                <a:lnTo>
                  <a:pt x="104220" y="85165"/>
                </a:lnTo>
                <a:cubicBezTo>
                  <a:pt x="102237" y="94582"/>
                  <a:pt x="100562" y="101303"/>
                  <a:pt x="99195" y="105326"/>
                </a:cubicBezTo>
                <a:cubicBezTo>
                  <a:pt x="97829" y="109351"/>
                  <a:pt x="96264" y="112557"/>
                  <a:pt x="94501" y="114944"/>
                </a:cubicBezTo>
                <a:cubicBezTo>
                  <a:pt x="92738" y="117331"/>
                  <a:pt x="90512" y="119332"/>
                  <a:pt x="87823" y="120946"/>
                </a:cubicBezTo>
                <a:cubicBezTo>
                  <a:pt x="85134" y="122561"/>
                  <a:pt x="81961" y="123721"/>
                  <a:pt x="78302" y="124428"/>
                </a:cubicBezTo>
                <a:cubicBezTo>
                  <a:pt x="74644" y="125136"/>
                  <a:pt x="70677" y="125490"/>
                  <a:pt x="66401" y="125490"/>
                </a:cubicBezTo>
                <a:cubicBezTo>
                  <a:pt x="56484" y="125490"/>
                  <a:pt x="48990" y="123788"/>
                  <a:pt x="43921" y="120384"/>
                </a:cubicBezTo>
                <a:cubicBezTo>
                  <a:pt x="38852" y="116982"/>
                  <a:pt x="36318" y="111326"/>
                  <a:pt x="36318" y="103415"/>
                </a:cubicBezTo>
                <a:cubicBezTo>
                  <a:pt x="36318" y="102575"/>
                  <a:pt x="36384" y="101646"/>
                  <a:pt x="36516" y="100630"/>
                </a:cubicBezTo>
                <a:moveTo>
                  <a:pt x="58864" y="66671"/>
                </a:moveTo>
                <a:cubicBezTo>
                  <a:pt x="58864" y="71996"/>
                  <a:pt x="60065" y="76056"/>
                  <a:pt x="62467" y="78851"/>
                </a:cubicBezTo>
                <a:cubicBezTo>
                  <a:pt x="64869" y="81645"/>
                  <a:pt x="67878" y="83043"/>
                  <a:pt x="71492" y="83043"/>
                </a:cubicBezTo>
                <a:cubicBezTo>
                  <a:pt x="74798" y="83043"/>
                  <a:pt x="78005" y="81789"/>
                  <a:pt x="81112" y="79280"/>
                </a:cubicBezTo>
                <a:cubicBezTo>
                  <a:pt x="84220" y="76771"/>
                  <a:pt x="86600" y="73205"/>
                  <a:pt x="88253" y="68584"/>
                </a:cubicBezTo>
                <a:cubicBezTo>
                  <a:pt x="89906" y="63963"/>
                  <a:pt x="90732" y="59496"/>
                  <a:pt x="90732" y="55183"/>
                </a:cubicBezTo>
                <a:cubicBezTo>
                  <a:pt x="90732" y="50209"/>
                  <a:pt x="89388" y="46204"/>
                  <a:pt x="86699" y="43168"/>
                </a:cubicBezTo>
                <a:cubicBezTo>
                  <a:pt x="84010" y="40131"/>
                  <a:pt x="80903" y="38612"/>
                  <a:pt x="77377" y="38612"/>
                </a:cubicBezTo>
                <a:cubicBezTo>
                  <a:pt x="73983" y="38612"/>
                  <a:pt x="70864" y="39955"/>
                  <a:pt x="68021" y="42639"/>
                </a:cubicBezTo>
                <a:cubicBezTo>
                  <a:pt x="65178" y="45324"/>
                  <a:pt x="62831" y="49461"/>
                  <a:pt x="60980" y="55051"/>
                </a:cubicBezTo>
                <a:cubicBezTo>
                  <a:pt x="59569" y="59365"/>
                  <a:pt x="58864" y="63238"/>
                  <a:pt x="58864" y="66671"/>
                </a:cubicBezTo>
                <a:close/>
                <a:moveTo>
                  <a:pt x="140338" y="0"/>
                </a:moveTo>
                <a:lnTo>
                  <a:pt x="159314" y="0"/>
                </a:lnTo>
                <a:lnTo>
                  <a:pt x="155743" y="17190"/>
                </a:lnTo>
                <a:lnTo>
                  <a:pt x="136768" y="17190"/>
                </a:lnTo>
                <a:lnTo>
                  <a:pt x="140338" y="0"/>
                </a:lnTo>
                <a:moveTo>
                  <a:pt x="134784" y="26711"/>
                </a:moveTo>
                <a:lnTo>
                  <a:pt x="153760" y="26711"/>
                </a:lnTo>
                <a:lnTo>
                  <a:pt x="139082" y="96927"/>
                </a:lnTo>
                <a:lnTo>
                  <a:pt x="120106" y="96927"/>
                </a:lnTo>
                <a:lnTo>
                  <a:pt x="134784" y="26711"/>
                </a:lnTo>
                <a:close/>
                <a:moveTo>
                  <a:pt x="172557" y="26711"/>
                </a:moveTo>
                <a:lnTo>
                  <a:pt x="190540" y="26711"/>
                </a:lnTo>
                <a:lnTo>
                  <a:pt x="188689" y="35850"/>
                </a:lnTo>
                <a:cubicBezTo>
                  <a:pt x="193185" y="31942"/>
                  <a:pt x="197384" y="29155"/>
                  <a:pt x="201284" y="27490"/>
                </a:cubicBezTo>
                <a:cubicBezTo>
                  <a:pt x="205185" y="25825"/>
                  <a:pt x="209296" y="24992"/>
                  <a:pt x="213615" y="24992"/>
                </a:cubicBezTo>
                <a:cubicBezTo>
                  <a:pt x="219389" y="24992"/>
                  <a:pt x="223941" y="26651"/>
                  <a:pt x="227268" y="29967"/>
                </a:cubicBezTo>
                <a:cubicBezTo>
                  <a:pt x="230596" y="33284"/>
                  <a:pt x="232260" y="37685"/>
                  <a:pt x="232260" y="43170"/>
                </a:cubicBezTo>
                <a:cubicBezTo>
                  <a:pt x="232260" y="45636"/>
                  <a:pt x="231533" y="50309"/>
                  <a:pt x="230078" y="57191"/>
                </a:cubicBezTo>
                <a:lnTo>
                  <a:pt x="221814" y="96927"/>
                </a:lnTo>
                <a:lnTo>
                  <a:pt x="202838" y="96927"/>
                </a:lnTo>
                <a:lnTo>
                  <a:pt x="211169" y="57055"/>
                </a:lnTo>
                <a:cubicBezTo>
                  <a:pt x="212403" y="51097"/>
                  <a:pt x="213020" y="47546"/>
                  <a:pt x="213020" y="46402"/>
                </a:cubicBezTo>
                <a:cubicBezTo>
                  <a:pt x="213020" y="43982"/>
                  <a:pt x="212304" y="42079"/>
                  <a:pt x="210871" y="40693"/>
                </a:cubicBezTo>
                <a:cubicBezTo>
                  <a:pt x="209439" y="39306"/>
                  <a:pt x="207444" y="38612"/>
                  <a:pt x="204888" y="38612"/>
                </a:cubicBezTo>
                <a:cubicBezTo>
                  <a:pt x="202111" y="38612"/>
                  <a:pt x="199025" y="39780"/>
                  <a:pt x="195631" y="42116"/>
                </a:cubicBezTo>
                <a:cubicBezTo>
                  <a:pt x="192237" y="44453"/>
                  <a:pt x="189571" y="47538"/>
                  <a:pt x="187631" y="51373"/>
                </a:cubicBezTo>
                <a:cubicBezTo>
                  <a:pt x="186221" y="54107"/>
                  <a:pt x="184634" y="59684"/>
                  <a:pt x="182871" y="68102"/>
                </a:cubicBezTo>
                <a:lnTo>
                  <a:pt x="176854" y="96927"/>
                </a:lnTo>
                <a:lnTo>
                  <a:pt x="157879" y="96927"/>
                </a:lnTo>
                <a:lnTo>
                  <a:pt x="172557" y="26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F278A-A085-4B70-9E57-D4922555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74" y="48062"/>
            <a:ext cx="1251532" cy="522671"/>
          </a:xfrm>
          <a:custGeom xmlns:a="http://schemas.openxmlformats.org/drawingml/2006/main">
            <a:pathLst>
              <a:path w="1251532" h="522671">
                <a:moveTo>
                  <a:pt x="1251532" y="522671"/>
                </a:moveTo>
                <a:lnTo>
                  <a:pt x="0" y="522671"/>
                </a:lnTo>
                <a:lnTo>
                  <a:pt x="0" y="0"/>
                </a:lnTo>
                <a:lnTo>
                  <a:pt x="1251532" y="0"/>
                </a:lnTo>
                <a:lnTo>
                  <a:pt x="1251532" y="52267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Webpage">
            <a:extLst xmlns:a="http://schemas.openxmlformats.org/drawingml/2006/main">
              <a:ext uri="{FF2B5EF4-FFF2-40B4-BE49-F238E27FC236}">
                <a16:creationId xmlns:a16="http://schemas.microsoft.com/office/drawing/2014/main" id="{7BD877C3-5AED-4996-9C14-FD0F3273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7" y="137517"/>
            <a:ext cx="756979" cy="150588"/>
          </a:xfrm>
          <a:custGeom xmlns:a="http://schemas.openxmlformats.org/drawingml/2006/main">
            <a:pathLst>
              <a:path w="756979" h="150588">
                <a:moveTo>
                  <a:pt x="27769" y="116313"/>
                </a:moveTo>
                <a:lnTo>
                  <a:pt x="0" y="0"/>
                </a:lnTo>
                <a:lnTo>
                  <a:pt x="24040" y="0"/>
                </a:lnTo>
                <a:lnTo>
                  <a:pt x="41574" y="79896"/>
                </a:lnTo>
                <a:lnTo>
                  <a:pt x="62838" y="0"/>
                </a:lnTo>
                <a:lnTo>
                  <a:pt x="90765" y="0"/>
                </a:lnTo>
                <a:lnTo>
                  <a:pt x="111156" y="81244"/>
                </a:lnTo>
                <a:lnTo>
                  <a:pt x="129007" y="0"/>
                </a:lnTo>
                <a:lnTo>
                  <a:pt x="152651" y="0"/>
                </a:lnTo>
                <a:lnTo>
                  <a:pt x="124406" y="116313"/>
                </a:lnTo>
                <a:lnTo>
                  <a:pt x="99493" y="116313"/>
                </a:lnTo>
                <a:lnTo>
                  <a:pt x="76325" y="29356"/>
                </a:lnTo>
                <a:lnTo>
                  <a:pt x="53237" y="116313"/>
                </a:lnTo>
                <a:lnTo>
                  <a:pt x="27769" y="116313"/>
                </a:lnTo>
                <a:close/>
                <a:moveTo>
                  <a:pt x="210204" y="89496"/>
                </a:moveTo>
                <a:lnTo>
                  <a:pt x="232419" y="93304"/>
                </a:lnTo>
                <a:cubicBezTo>
                  <a:pt x="229563" y="101423"/>
                  <a:pt x="225054" y="107605"/>
                  <a:pt x="218892" y="111850"/>
                </a:cubicBezTo>
                <a:cubicBezTo>
                  <a:pt x="212730" y="116095"/>
                  <a:pt x="205021" y="118217"/>
                  <a:pt x="195764" y="118217"/>
                </a:cubicBezTo>
                <a:cubicBezTo>
                  <a:pt x="181113" y="118217"/>
                  <a:pt x="170270" y="113430"/>
                  <a:pt x="163235" y="103856"/>
                </a:cubicBezTo>
                <a:cubicBezTo>
                  <a:pt x="157681" y="96187"/>
                  <a:pt x="154904" y="86507"/>
                  <a:pt x="154904" y="74818"/>
                </a:cubicBezTo>
                <a:cubicBezTo>
                  <a:pt x="154904" y="60854"/>
                  <a:pt x="158554" y="49918"/>
                  <a:pt x="165853" y="42011"/>
                </a:cubicBezTo>
                <a:cubicBezTo>
                  <a:pt x="173152" y="34103"/>
                  <a:pt x="182382" y="30149"/>
                  <a:pt x="193543" y="30149"/>
                </a:cubicBezTo>
                <a:cubicBezTo>
                  <a:pt x="206078" y="30149"/>
                  <a:pt x="215970" y="34288"/>
                  <a:pt x="223216" y="42566"/>
                </a:cubicBezTo>
                <a:cubicBezTo>
                  <a:pt x="230462" y="50844"/>
                  <a:pt x="233927" y="63525"/>
                  <a:pt x="233610" y="80610"/>
                </a:cubicBezTo>
                <a:lnTo>
                  <a:pt x="177754" y="80610"/>
                </a:lnTo>
                <a:cubicBezTo>
                  <a:pt x="177913" y="87221"/>
                  <a:pt x="179711" y="92365"/>
                  <a:pt x="183149" y="96041"/>
                </a:cubicBezTo>
                <a:cubicBezTo>
                  <a:pt x="186587" y="99718"/>
                  <a:pt x="190872" y="101556"/>
                  <a:pt x="196002" y="101556"/>
                </a:cubicBezTo>
                <a:cubicBezTo>
                  <a:pt x="199493" y="101556"/>
                  <a:pt x="202429" y="100603"/>
                  <a:pt x="204809" y="98699"/>
                </a:cubicBezTo>
                <a:cubicBezTo>
                  <a:pt x="207189" y="96795"/>
                  <a:pt x="208988" y="93727"/>
                  <a:pt x="210204" y="89496"/>
                </a:cubicBezTo>
                <a:moveTo>
                  <a:pt x="211474" y="66963"/>
                </a:moveTo>
                <a:cubicBezTo>
                  <a:pt x="211315" y="60537"/>
                  <a:pt x="209649" y="55651"/>
                  <a:pt x="206475" y="52305"/>
                </a:cubicBezTo>
                <a:cubicBezTo>
                  <a:pt x="203302" y="48960"/>
                  <a:pt x="199440" y="47287"/>
                  <a:pt x="194891" y="47287"/>
                </a:cubicBezTo>
                <a:cubicBezTo>
                  <a:pt x="190025" y="47287"/>
                  <a:pt x="186005" y="49051"/>
                  <a:pt x="182832" y="52580"/>
                </a:cubicBezTo>
                <a:cubicBezTo>
                  <a:pt x="179658" y="56111"/>
                  <a:pt x="178098" y="60905"/>
                  <a:pt x="178151" y="66963"/>
                </a:cubicBezTo>
                <a:lnTo>
                  <a:pt x="211474" y="66963"/>
                </a:lnTo>
                <a:close/>
                <a:moveTo>
                  <a:pt x="250802" y="116313"/>
                </a:moveTo>
                <a:lnTo>
                  <a:pt x="250802" y="0"/>
                </a:lnTo>
                <a:lnTo>
                  <a:pt x="273096" y="0"/>
                </a:lnTo>
                <a:lnTo>
                  <a:pt x="273096" y="41892"/>
                </a:lnTo>
                <a:cubicBezTo>
                  <a:pt x="279972" y="34063"/>
                  <a:pt x="288118" y="30149"/>
                  <a:pt x="297533" y="30149"/>
                </a:cubicBezTo>
                <a:cubicBezTo>
                  <a:pt x="307794" y="30149"/>
                  <a:pt x="316284" y="33865"/>
                  <a:pt x="323001" y="41297"/>
                </a:cubicBezTo>
                <a:cubicBezTo>
                  <a:pt x="329719" y="48728"/>
                  <a:pt x="333078" y="59399"/>
                  <a:pt x="333078" y="73310"/>
                </a:cubicBezTo>
                <a:cubicBezTo>
                  <a:pt x="333078" y="87697"/>
                  <a:pt x="329653" y="98779"/>
                  <a:pt x="322803" y="106554"/>
                </a:cubicBezTo>
                <a:cubicBezTo>
                  <a:pt x="315953" y="114329"/>
                  <a:pt x="307636" y="118217"/>
                  <a:pt x="297850" y="118217"/>
                </a:cubicBezTo>
                <a:cubicBezTo>
                  <a:pt x="293037" y="118217"/>
                  <a:pt x="288290" y="117014"/>
                  <a:pt x="283609" y="114607"/>
                </a:cubicBezTo>
                <a:cubicBezTo>
                  <a:pt x="278928" y="112200"/>
                  <a:pt x="274895" y="108643"/>
                  <a:pt x="271509" y="103936"/>
                </a:cubicBezTo>
                <a:lnTo>
                  <a:pt x="271509" y="116313"/>
                </a:lnTo>
                <a:lnTo>
                  <a:pt x="250802" y="116313"/>
                </a:lnTo>
                <a:moveTo>
                  <a:pt x="272938" y="72400"/>
                </a:moveTo>
                <a:cubicBezTo>
                  <a:pt x="272938" y="81115"/>
                  <a:pt x="274313" y="87558"/>
                  <a:pt x="277063" y="91730"/>
                </a:cubicBezTo>
                <a:cubicBezTo>
                  <a:pt x="280924" y="97646"/>
                  <a:pt x="286055" y="100603"/>
                  <a:pt x="292455" y="100603"/>
                </a:cubicBezTo>
                <a:cubicBezTo>
                  <a:pt x="297374" y="100603"/>
                  <a:pt x="301566" y="98504"/>
                  <a:pt x="305031" y="94306"/>
                </a:cubicBezTo>
                <a:cubicBezTo>
                  <a:pt x="308495" y="90107"/>
                  <a:pt x="310228" y="83492"/>
                  <a:pt x="310228" y="74461"/>
                </a:cubicBezTo>
                <a:cubicBezTo>
                  <a:pt x="310228" y="64847"/>
                  <a:pt x="308482" y="57915"/>
                  <a:pt x="304991" y="53664"/>
                </a:cubicBezTo>
                <a:cubicBezTo>
                  <a:pt x="301500" y="49412"/>
                  <a:pt x="297031" y="47287"/>
                  <a:pt x="291583" y="47287"/>
                </a:cubicBezTo>
                <a:cubicBezTo>
                  <a:pt x="286240" y="47287"/>
                  <a:pt x="281797" y="49360"/>
                  <a:pt x="278253" y="53508"/>
                </a:cubicBezTo>
                <a:cubicBezTo>
                  <a:pt x="274710" y="57653"/>
                  <a:pt x="272938" y="63951"/>
                  <a:pt x="272938" y="72400"/>
                </a:cubicBezTo>
                <a:close/>
                <a:moveTo>
                  <a:pt x="395247" y="32053"/>
                </a:moveTo>
                <a:lnTo>
                  <a:pt x="416034" y="32053"/>
                </a:lnTo>
                <a:lnTo>
                  <a:pt x="416034" y="44431"/>
                </a:lnTo>
                <a:cubicBezTo>
                  <a:pt x="418731" y="40199"/>
                  <a:pt x="422381" y="36761"/>
                  <a:pt x="426983" y="34116"/>
                </a:cubicBezTo>
                <a:cubicBezTo>
                  <a:pt x="431584" y="31472"/>
                  <a:pt x="436689" y="30149"/>
                  <a:pt x="442295" y="30149"/>
                </a:cubicBezTo>
                <a:cubicBezTo>
                  <a:pt x="452081" y="30149"/>
                  <a:pt x="460385" y="33984"/>
                  <a:pt x="467208" y="41654"/>
                </a:cubicBezTo>
                <a:cubicBezTo>
                  <a:pt x="474031" y="49323"/>
                  <a:pt x="477443" y="60008"/>
                  <a:pt x="477443" y="73707"/>
                </a:cubicBezTo>
                <a:cubicBezTo>
                  <a:pt x="477443" y="87777"/>
                  <a:pt x="474005" y="98713"/>
                  <a:pt x="467129" y="106514"/>
                </a:cubicBezTo>
                <a:cubicBezTo>
                  <a:pt x="460253" y="114316"/>
                  <a:pt x="451922" y="118217"/>
                  <a:pt x="442137" y="118217"/>
                </a:cubicBezTo>
                <a:cubicBezTo>
                  <a:pt x="437482" y="118217"/>
                  <a:pt x="433264" y="117291"/>
                  <a:pt x="429482" y="115440"/>
                </a:cubicBezTo>
                <a:cubicBezTo>
                  <a:pt x="425700" y="113589"/>
                  <a:pt x="421720" y="110415"/>
                  <a:pt x="417541" y="105919"/>
                </a:cubicBezTo>
                <a:lnTo>
                  <a:pt x="417541" y="148366"/>
                </a:lnTo>
                <a:lnTo>
                  <a:pt x="395247" y="148366"/>
                </a:lnTo>
                <a:lnTo>
                  <a:pt x="395247" y="32053"/>
                </a:lnTo>
                <a:moveTo>
                  <a:pt x="417303" y="72718"/>
                </a:moveTo>
                <a:cubicBezTo>
                  <a:pt x="417303" y="82171"/>
                  <a:pt x="419181" y="89155"/>
                  <a:pt x="422936" y="93671"/>
                </a:cubicBezTo>
                <a:cubicBezTo>
                  <a:pt x="426692" y="98187"/>
                  <a:pt x="431267" y="100445"/>
                  <a:pt x="436662" y="100445"/>
                </a:cubicBezTo>
                <a:cubicBezTo>
                  <a:pt x="441846" y="100445"/>
                  <a:pt x="446157" y="98372"/>
                  <a:pt x="449595" y="94226"/>
                </a:cubicBezTo>
                <a:cubicBezTo>
                  <a:pt x="453033" y="90081"/>
                  <a:pt x="454752" y="83281"/>
                  <a:pt x="454752" y="73826"/>
                </a:cubicBezTo>
                <a:cubicBezTo>
                  <a:pt x="454752" y="65006"/>
                  <a:pt x="452980" y="58457"/>
                  <a:pt x="449436" y="54179"/>
                </a:cubicBezTo>
                <a:cubicBezTo>
                  <a:pt x="445892" y="49902"/>
                  <a:pt x="441502" y="47763"/>
                  <a:pt x="436266" y="47763"/>
                </a:cubicBezTo>
                <a:cubicBezTo>
                  <a:pt x="430817" y="47763"/>
                  <a:pt x="426295" y="49862"/>
                  <a:pt x="422698" y="54060"/>
                </a:cubicBezTo>
                <a:cubicBezTo>
                  <a:pt x="419102" y="58259"/>
                  <a:pt x="417303" y="64478"/>
                  <a:pt x="417303" y="72718"/>
                </a:cubicBezTo>
                <a:close/>
                <a:moveTo>
                  <a:pt x="511661" y="58077"/>
                </a:moveTo>
                <a:lnTo>
                  <a:pt x="491429" y="54427"/>
                </a:lnTo>
                <a:cubicBezTo>
                  <a:pt x="493704" y="46174"/>
                  <a:pt x="497618" y="40065"/>
                  <a:pt x="503172" y="36100"/>
                </a:cubicBezTo>
                <a:cubicBezTo>
                  <a:pt x="508725" y="32133"/>
                  <a:pt x="516977" y="30149"/>
                  <a:pt x="527926" y="30149"/>
                </a:cubicBezTo>
                <a:cubicBezTo>
                  <a:pt x="537870" y="30149"/>
                  <a:pt x="545275" y="31326"/>
                  <a:pt x="550141" y="33680"/>
                </a:cubicBezTo>
                <a:cubicBezTo>
                  <a:pt x="555007" y="36034"/>
                  <a:pt x="558432" y="39022"/>
                  <a:pt x="560416" y="42645"/>
                </a:cubicBezTo>
                <a:cubicBezTo>
                  <a:pt x="562399" y="46269"/>
                  <a:pt x="563391" y="52920"/>
                  <a:pt x="563391" y="62599"/>
                </a:cubicBezTo>
                <a:lnTo>
                  <a:pt x="563153" y="88623"/>
                </a:lnTo>
                <a:cubicBezTo>
                  <a:pt x="563153" y="96028"/>
                  <a:pt x="563510" y="101489"/>
                  <a:pt x="564224" y="105007"/>
                </a:cubicBezTo>
                <a:cubicBezTo>
                  <a:pt x="564938" y="108524"/>
                  <a:pt x="566274" y="112293"/>
                  <a:pt x="568231" y="116313"/>
                </a:cubicBezTo>
                <a:lnTo>
                  <a:pt x="546174" y="116313"/>
                </a:lnTo>
                <a:cubicBezTo>
                  <a:pt x="545592" y="114832"/>
                  <a:pt x="544878" y="112637"/>
                  <a:pt x="544032" y="109728"/>
                </a:cubicBezTo>
                <a:cubicBezTo>
                  <a:pt x="543662" y="108405"/>
                  <a:pt x="543397" y="107533"/>
                  <a:pt x="543238" y="107109"/>
                </a:cubicBezTo>
                <a:cubicBezTo>
                  <a:pt x="539430" y="110812"/>
                  <a:pt x="535357" y="113589"/>
                  <a:pt x="531020" y="115440"/>
                </a:cubicBezTo>
                <a:cubicBezTo>
                  <a:pt x="526683" y="117291"/>
                  <a:pt x="522055" y="118217"/>
                  <a:pt x="517136" y="118217"/>
                </a:cubicBezTo>
                <a:cubicBezTo>
                  <a:pt x="508461" y="118217"/>
                  <a:pt x="501624" y="115873"/>
                  <a:pt x="496626" y="111185"/>
                </a:cubicBezTo>
                <a:cubicBezTo>
                  <a:pt x="491628" y="106498"/>
                  <a:pt x="489128" y="100572"/>
                  <a:pt x="489128" y="93408"/>
                </a:cubicBezTo>
                <a:cubicBezTo>
                  <a:pt x="489128" y="88668"/>
                  <a:pt x="490266" y="84441"/>
                  <a:pt x="492540" y="80729"/>
                </a:cubicBezTo>
                <a:cubicBezTo>
                  <a:pt x="494814" y="77015"/>
                  <a:pt x="498001" y="74170"/>
                  <a:pt x="502101" y="72195"/>
                </a:cubicBezTo>
                <a:cubicBezTo>
                  <a:pt x="506200" y="70219"/>
                  <a:pt x="512111" y="68495"/>
                  <a:pt x="519833" y="67020"/>
                </a:cubicBezTo>
                <a:cubicBezTo>
                  <a:pt x="530253" y="65071"/>
                  <a:pt x="537473" y="63254"/>
                  <a:pt x="541493" y="61568"/>
                </a:cubicBezTo>
                <a:lnTo>
                  <a:pt x="541493" y="59322"/>
                </a:lnTo>
                <a:cubicBezTo>
                  <a:pt x="541493" y="54989"/>
                  <a:pt x="540435" y="51901"/>
                  <a:pt x="538319" y="50056"/>
                </a:cubicBezTo>
                <a:cubicBezTo>
                  <a:pt x="536204" y="48210"/>
                  <a:pt x="532210" y="47287"/>
                  <a:pt x="526339" y="47287"/>
                </a:cubicBezTo>
                <a:cubicBezTo>
                  <a:pt x="522372" y="47287"/>
                  <a:pt x="519278" y="48085"/>
                  <a:pt x="517056" y="49682"/>
                </a:cubicBezTo>
                <a:cubicBezTo>
                  <a:pt x="514835" y="51277"/>
                  <a:pt x="513036" y="54075"/>
                  <a:pt x="511661" y="58077"/>
                </a:cubicBezTo>
                <a:moveTo>
                  <a:pt x="541493" y="76167"/>
                </a:moveTo>
                <a:cubicBezTo>
                  <a:pt x="538637" y="77107"/>
                  <a:pt x="534114" y="78231"/>
                  <a:pt x="527926" y="79539"/>
                </a:cubicBezTo>
                <a:cubicBezTo>
                  <a:pt x="521737" y="80844"/>
                  <a:pt x="517691" y="82125"/>
                  <a:pt x="515787" y="83379"/>
                </a:cubicBezTo>
                <a:cubicBezTo>
                  <a:pt x="512878" y="85417"/>
                  <a:pt x="511423" y="88004"/>
                  <a:pt x="511423" y="91140"/>
                </a:cubicBezTo>
                <a:cubicBezTo>
                  <a:pt x="511423" y="94224"/>
                  <a:pt x="512587" y="96890"/>
                  <a:pt x="514914" y="99138"/>
                </a:cubicBezTo>
                <a:cubicBezTo>
                  <a:pt x="517241" y="101384"/>
                  <a:pt x="520203" y="102508"/>
                  <a:pt x="523800" y="102508"/>
                </a:cubicBezTo>
                <a:cubicBezTo>
                  <a:pt x="527820" y="102508"/>
                  <a:pt x="531655" y="101201"/>
                  <a:pt x="535304" y="98588"/>
                </a:cubicBezTo>
                <a:cubicBezTo>
                  <a:pt x="538002" y="96603"/>
                  <a:pt x="539774" y="94172"/>
                  <a:pt x="540620" y="91296"/>
                </a:cubicBezTo>
                <a:cubicBezTo>
                  <a:pt x="541202" y="89415"/>
                  <a:pt x="541493" y="85835"/>
                  <a:pt x="541493" y="80558"/>
                </a:cubicBezTo>
                <a:lnTo>
                  <a:pt x="541493" y="76167"/>
                </a:lnTo>
                <a:close/>
                <a:moveTo>
                  <a:pt x="583281" y="121708"/>
                </a:moveTo>
                <a:lnTo>
                  <a:pt x="608749" y="124882"/>
                </a:lnTo>
                <a:cubicBezTo>
                  <a:pt x="609172" y="127872"/>
                  <a:pt x="610150" y="129927"/>
                  <a:pt x="611684" y="131048"/>
                </a:cubicBezTo>
                <a:cubicBezTo>
                  <a:pt x="613800" y="132650"/>
                  <a:pt x="617132" y="133450"/>
                  <a:pt x="621681" y="133450"/>
                </a:cubicBezTo>
                <a:cubicBezTo>
                  <a:pt x="627499" y="133450"/>
                  <a:pt x="631863" y="132571"/>
                  <a:pt x="634772" y="130812"/>
                </a:cubicBezTo>
                <a:cubicBezTo>
                  <a:pt x="636729" y="129640"/>
                  <a:pt x="638210" y="127749"/>
                  <a:pt x="639215" y="125139"/>
                </a:cubicBezTo>
                <a:cubicBezTo>
                  <a:pt x="639903" y="123275"/>
                  <a:pt x="640247" y="119839"/>
                  <a:pt x="640247" y="114833"/>
                </a:cubicBezTo>
                <a:lnTo>
                  <a:pt x="640247" y="102446"/>
                </a:lnTo>
                <a:cubicBezTo>
                  <a:pt x="633582" y="111690"/>
                  <a:pt x="625172" y="116313"/>
                  <a:pt x="615017" y="116313"/>
                </a:cubicBezTo>
                <a:cubicBezTo>
                  <a:pt x="603697" y="116313"/>
                  <a:pt x="594732" y="111526"/>
                  <a:pt x="588120" y="101952"/>
                </a:cubicBezTo>
                <a:cubicBezTo>
                  <a:pt x="582937" y="94388"/>
                  <a:pt x="580345" y="84973"/>
                  <a:pt x="580345" y="73707"/>
                </a:cubicBezTo>
                <a:cubicBezTo>
                  <a:pt x="580345" y="59585"/>
                  <a:pt x="583743" y="48794"/>
                  <a:pt x="590540" y="41336"/>
                </a:cubicBezTo>
                <a:cubicBezTo>
                  <a:pt x="597337" y="33878"/>
                  <a:pt x="605787" y="30149"/>
                  <a:pt x="615889" y="30149"/>
                </a:cubicBezTo>
                <a:cubicBezTo>
                  <a:pt x="626309" y="30149"/>
                  <a:pt x="634905" y="34746"/>
                  <a:pt x="641675" y="43940"/>
                </a:cubicBezTo>
                <a:lnTo>
                  <a:pt x="641675" y="32053"/>
                </a:lnTo>
                <a:lnTo>
                  <a:pt x="662541" y="32053"/>
                </a:lnTo>
                <a:lnTo>
                  <a:pt x="662541" y="107714"/>
                </a:lnTo>
                <a:cubicBezTo>
                  <a:pt x="662541" y="117665"/>
                  <a:pt x="661722" y="125101"/>
                  <a:pt x="660082" y="130024"/>
                </a:cubicBezTo>
                <a:cubicBezTo>
                  <a:pt x="658442" y="134946"/>
                  <a:pt x="656141" y="138810"/>
                  <a:pt x="653179" y="141615"/>
                </a:cubicBezTo>
                <a:cubicBezTo>
                  <a:pt x="650217" y="144422"/>
                  <a:pt x="646263" y="146618"/>
                  <a:pt x="641318" y="148205"/>
                </a:cubicBezTo>
                <a:cubicBezTo>
                  <a:pt x="636372" y="149794"/>
                  <a:pt x="630118" y="150588"/>
                  <a:pt x="622554" y="150588"/>
                </a:cubicBezTo>
                <a:cubicBezTo>
                  <a:pt x="608273" y="150588"/>
                  <a:pt x="598144" y="148121"/>
                  <a:pt x="592167" y="143187"/>
                </a:cubicBezTo>
                <a:cubicBezTo>
                  <a:pt x="586190" y="138255"/>
                  <a:pt x="583201" y="132002"/>
                  <a:pt x="583201" y="124428"/>
                </a:cubicBezTo>
                <a:cubicBezTo>
                  <a:pt x="583201" y="123681"/>
                  <a:pt x="583228" y="122774"/>
                  <a:pt x="583281" y="121708"/>
                </a:cubicBezTo>
                <a:moveTo>
                  <a:pt x="603195" y="72438"/>
                </a:moveTo>
                <a:cubicBezTo>
                  <a:pt x="603195" y="81350"/>
                  <a:pt x="604927" y="87876"/>
                  <a:pt x="608392" y="92015"/>
                </a:cubicBezTo>
                <a:cubicBezTo>
                  <a:pt x="611856" y="96154"/>
                  <a:pt x="616127" y="98223"/>
                  <a:pt x="621205" y="98223"/>
                </a:cubicBezTo>
                <a:cubicBezTo>
                  <a:pt x="626653" y="98223"/>
                  <a:pt x="631255" y="96101"/>
                  <a:pt x="635010" y="91856"/>
                </a:cubicBezTo>
                <a:cubicBezTo>
                  <a:pt x="638766" y="87612"/>
                  <a:pt x="640644" y="81324"/>
                  <a:pt x="640644" y="72993"/>
                </a:cubicBezTo>
                <a:cubicBezTo>
                  <a:pt x="640644" y="64292"/>
                  <a:pt x="638845" y="57832"/>
                  <a:pt x="635248" y="53614"/>
                </a:cubicBezTo>
                <a:cubicBezTo>
                  <a:pt x="631652" y="49396"/>
                  <a:pt x="627103" y="47287"/>
                  <a:pt x="621602" y="47287"/>
                </a:cubicBezTo>
                <a:cubicBezTo>
                  <a:pt x="616260" y="47287"/>
                  <a:pt x="611856" y="49356"/>
                  <a:pt x="608392" y="53495"/>
                </a:cubicBezTo>
                <a:cubicBezTo>
                  <a:pt x="604927" y="57634"/>
                  <a:pt x="603195" y="63948"/>
                  <a:pt x="603195" y="72438"/>
                </a:cubicBezTo>
                <a:close/>
                <a:moveTo>
                  <a:pt x="733256" y="89496"/>
                </a:moveTo>
                <a:lnTo>
                  <a:pt x="755471" y="93304"/>
                </a:lnTo>
                <a:cubicBezTo>
                  <a:pt x="752615" y="101423"/>
                  <a:pt x="748106" y="107605"/>
                  <a:pt x="741944" y="111850"/>
                </a:cubicBezTo>
                <a:cubicBezTo>
                  <a:pt x="735782" y="116095"/>
                  <a:pt x="728072" y="118217"/>
                  <a:pt x="718816" y="118217"/>
                </a:cubicBezTo>
                <a:cubicBezTo>
                  <a:pt x="704165" y="118217"/>
                  <a:pt x="693321" y="113430"/>
                  <a:pt x="686287" y="103856"/>
                </a:cubicBezTo>
                <a:cubicBezTo>
                  <a:pt x="680733" y="96187"/>
                  <a:pt x="677956" y="86507"/>
                  <a:pt x="677956" y="74818"/>
                </a:cubicBezTo>
                <a:cubicBezTo>
                  <a:pt x="677956" y="60854"/>
                  <a:pt x="681605" y="49918"/>
                  <a:pt x="688905" y="42011"/>
                </a:cubicBezTo>
                <a:cubicBezTo>
                  <a:pt x="696204" y="34103"/>
                  <a:pt x="705434" y="30149"/>
                  <a:pt x="716595" y="30149"/>
                </a:cubicBezTo>
                <a:cubicBezTo>
                  <a:pt x="729130" y="30149"/>
                  <a:pt x="739021" y="34288"/>
                  <a:pt x="746268" y="42566"/>
                </a:cubicBezTo>
                <a:cubicBezTo>
                  <a:pt x="753514" y="50844"/>
                  <a:pt x="756979" y="63525"/>
                  <a:pt x="756661" y="80610"/>
                </a:cubicBezTo>
                <a:lnTo>
                  <a:pt x="700806" y="80610"/>
                </a:lnTo>
                <a:cubicBezTo>
                  <a:pt x="700964" y="87221"/>
                  <a:pt x="702763" y="92365"/>
                  <a:pt x="706201" y="96041"/>
                </a:cubicBezTo>
                <a:cubicBezTo>
                  <a:pt x="709639" y="99718"/>
                  <a:pt x="713923" y="101556"/>
                  <a:pt x="719054" y="101556"/>
                </a:cubicBezTo>
                <a:cubicBezTo>
                  <a:pt x="722545" y="101556"/>
                  <a:pt x="725481" y="100603"/>
                  <a:pt x="727861" y="98699"/>
                </a:cubicBezTo>
                <a:cubicBezTo>
                  <a:pt x="730241" y="96795"/>
                  <a:pt x="732039" y="93727"/>
                  <a:pt x="733256" y="89496"/>
                </a:cubicBezTo>
                <a:moveTo>
                  <a:pt x="734525" y="66963"/>
                </a:moveTo>
                <a:cubicBezTo>
                  <a:pt x="734367" y="60537"/>
                  <a:pt x="732701" y="55651"/>
                  <a:pt x="729527" y="52305"/>
                </a:cubicBezTo>
                <a:cubicBezTo>
                  <a:pt x="726353" y="48960"/>
                  <a:pt x="722492" y="47287"/>
                  <a:pt x="717943" y="47287"/>
                </a:cubicBezTo>
                <a:cubicBezTo>
                  <a:pt x="713077" y="47287"/>
                  <a:pt x="709057" y="49051"/>
                  <a:pt x="705884" y="52580"/>
                </a:cubicBezTo>
                <a:cubicBezTo>
                  <a:pt x="702710" y="56111"/>
                  <a:pt x="701150" y="60905"/>
                  <a:pt x="701203" y="66963"/>
                </a:cubicBezTo>
                <a:lnTo>
                  <a:pt x="734525" y="66963"/>
                </a:lnTo>
                <a:close/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(clientside)">
            <a:extLst xmlns:a="http://schemas.openxmlformats.org/drawingml/2006/main">
              <a:ext uri="{FF2B5EF4-FFF2-40B4-BE49-F238E27FC236}">
                <a16:creationId xmlns:a16="http://schemas.microsoft.com/office/drawing/2014/main" id="{4F9E50AC-E3F0-4027-87E0-E9FC99A0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93" y="330441"/>
            <a:ext cx="885078" cy="152651"/>
          </a:xfrm>
          <a:custGeom xmlns:a="http://schemas.openxmlformats.org/drawingml/2006/main">
            <a:pathLst>
              <a:path w="885078" h="152651">
                <a:moveTo>
                  <a:pt x="40146" y="152651"/>
                </a:moveTo>
                <a:lnTo>
                  <a:pt x="24834" y="152651"/>
                </a:lnTo>
                <a:cubicBezTo>
                  <a:pt x="16741" y="140419"/>
                  <a:pt x="10579" y="127711"/>
                  <a:pt x="6347" y="114528"/>
                </a:cubicBezTo>
                <a:cubicBezTo>
                  <a:pt x="2116" y="101344"/>
                  <a:pt x="0" y="88583"/>
                  <a:pt x="0" y="76246"/>
                </a:cubicBezTo>
                <a:cubicBezTo>
                  <a:pt x="0" y="60943"/>
                  <a:pt x="2618" y="46462"/>
                  <a:pt x="7855" y="32802"/>
                </a:cubicBezTo>
                <a:cubicBezTo>
                  <a:pt x="12404" y="20941"/>
                  <a:pt x="18169" y="10007"/>
                  <a:pt x="25151" y="0"/>
                </a:cubicBezTo>
                <a:lnTo>
                  <a:pt x="40384" y="0"/>
                </a:lnTo>
                <a:cubicBezTo>
                  <a:pt x="33138" y="16043"/>
                  <a:pt x="28153" y="29691"/>
                  <a:pt x="25429" y="40942"/>
                </a:cubicBezTo>
                <a:cubicBezTo>
                  <a:pt x="22705" y="52194"/>
                  <a:pt x="21343" y="64120"/>
                  <a:pt x="21343" y="76722"/>
                </a:cubicBezTo>
                <a:cubicBezTo>
                  <a:pt x="21343" y="85407"/>
                  <a:pt x="22149" y="94303"/>
                  <a:pt x="23762" y="103410"/>
                </a:cubicBezTo>
                <a:cubicBezTo>
                  <a:pt x="25376" y="112516"/>
                  <a:pt x="27584" y="121172"/>
                  <a:pt x="30387" y="129379"/>
                </a:cubicBezTo>
                <a:cubicBezTo>
                  <a:pt x="32239" y="134781"/>
                  <a:pt x="35492" y="142538"/>
                  <a:pt x="40146" y="152651"/>
                </a:cubicBezTo>
                <a:close/>
                <a:moveTo>
                  <a:pt x="130751" y="59029"/>
                </a:moveTo>
                <a:lnTo>
                  <a:pt x="108774" y="62996"/>
                </a:lnTo>
                <a:cubicBezTo>
                  <a:pt x="108034" y="58632"/>
                  <a:pt x="106354" y="55346"/>
                  <a:pt x="103736" y="53138"/>
                </a:cubicBezTo>
                <a:cubicBezTo>
                  <a:pt x="101118" y="50930"/>
                  <a:pt x="97719" y="49826"/>
                  <a:pt x="93541" y="49826"/>
                </a:cubicBezTo>
                <a:cubicBezTo>
                  <a:pt x="87987" y="49826"/>
                  <a:pt x="83557" y="51737"/>
                  <a:pt x="80251" y="55561"/>
                </a:cubicBezTo>
                <a:cubicBezTo>
                  <a:pt x="76946" y="59384"/>
                  <a:pt x="75293" y="65777"/>
                  <a:pt x="75293" y="74741"/>
                </a:cubicBezTo>
                <a:cubicBezTo>
                  <a:pt x="75293" y="84708"/>
                  <a:pt x="76972" y="91749"/>
                  <a:pt x="80331" y="95863"/>
                </a:cubicBezTo>
                <a:cubicBezTo>
                  <a:pt x="83689" y="99975"/>
                  <a:pt x="88199" y="102032"/>
                  <a:pt x="93858" y="102032"/>
                </a:cubicBezTo>
                <a:cubicBezTo>
                  <a:pt x="98090" y="102032"/>
                  <a:pt x="101554" y="100828"/>
                  <a:pt x="104252" y="98422"/>
                </a:cubicBezTo>
                <a:cubicBezTo>
                  <a:pt x="106949" y="96015"/>
                  <a:pt x="108854" y="91876"/>
                  <a:pt x="109964" y="86005"/>
                </a:cubicBezTo>
                <a:lnTo>
                  <a:pt x="131862" y="89813"/>
                </a:lnTo>
                <a:cubicBezTo>
                  <a:pt x="129588" y="99863"/>
                  <a:pt x="125224" y="107453"/>
                  <a:pt x="118771" y="112584"/>
                </a:cubicBezTo>
                <a:cubicBezTo>
                  <a:pt x="112318" y="117715"/>
                  <a:pt x="103670" y="120280"/>
                  <a:pt x="92827" y="120280"/>
                </a:cubicBezTo>
                <a:cubicBezTo>
                  <a:pt x="80503" y="120280"/>
                  <a:pt x="70678" y="116392"/>
                  <a:pt x="63352" y="108617"/>
                </a:cubicBezTo>
                <a:cubicBezTo>
                  <a:pt x="56026" y="100841"/>
                  <a:pt x="52363" y="90078"/>
                  <a:pt x="52363" y="76325"/>
                </a:cubicBezTo>
                <a:cubicBezTo>
                  <a:pt x="52363" y="62414"/>
                  <a:pt x="56039" y="51584"/>
                  <a:pt x="63392" y="43836"/>
                </a:cubicBezTo>
                <a:cubicBezTo>
                  <a:pt x="70744" y="36087"/>
                  <a:pt x="80688" y="32212"/>
                  <a:pt x="93224" y="32212"/>
                </a:cubicBezTo>
                <a:cubicBezTo>
                  <a:pt x="103485" y="32212"/>
                  <a:pt x="111644" y="34420"/>
                  <a:pt x="117700" y="38837"/>
                </a:cubicBezTo>
                <a:cubicBezTo>
                  <a:pt x="123756" y="43254"/>
                  <a:pt x="128107" y="49984"/>
                  <a:pt x="130751" y="59029"/>
                </a:cubicBezTo>
                <a:close/>
                <a:moveTo>
                  <a:pt x="147626" y="118376"/>
                </a:moveTo>
                <a:lnTo>
                  <a:pt x="147626" y="2063"/>
                </a:lnTo>
                <a:lnTo>
                  <a:pt x="169921" y="2063"/>
                </a:lnTo>
                <a:lnTo>
                  <a:pt x="169921" y="118376"/>
                </a:lnTo>
                <a:lnTo>
                  <a:pt x="147626" y="118376"/>
                </a:lnTo>
                <a:close/>
                <a:moveTo>
                  <a:pt x="192636" y="22691"/>
                </a:moveTo>
                <a:lnTo>
                  <a:pt x="192636" y="2063"/>
                </a:lnTo>
                <a:lnTo>
                  <a:pt x="214930" y="2063"/>
                </a:lnTo>
                <a:lnTo>
                  <a:pt x="214930" y="22691"/>
                </a:lnTo>
                <a:lnTo>
                  <a:pt x="192636" y="22691"/>
                </a:lnTo>
                <a:moveTo>
                  <a:pt x="192636" y="118376"/>
                </a:moveTo>
                <a:lnTo>
                  <a:pt x="192636" y="34116"/>
                </a:lnTo>
                <a:lnTo>
                  <a:pt x="214930" y="34116"/>
                </a:lnTo>
                <a:lnTo>
                  <a:pt x="214930" y="118376"/>
                </a:lnTo>
                <a:lnTo>
                  <a:pt x="192636" y="118376"/>
                </a:lnTo>
                <a:close/>
                <a:moveTo>
                  <a:pt x="286439" y="91559"/>
                </a:moveTo>
                <a:lnTo>
                  <a:pt x="308655" y="95367"/>
                </a:lnTo>
                <a:cubicBezTo>
                  <a:pt x="305798" y="103486"/>
                  <a:pt x="301289" y="109668"/>
                  <a:pt x="295127" y="113913"/>
                </a:cubicBezTo>
                <a:cubicBezTo>
                  <a:pt x="288965" y="118158"/>
                  <a:pt x="281256" y="120280"/>
                  <a:pt x="271999" y="120280"/>
                </a:cubicBezTo>
                <a:cubicBezTo>
                  <a:pt x="257348" y="120280"/>
                  <a:pt x="246505" y="115493"/>
                  <a:pt x="239470" y="105919"/>
                </a:cubicBezTo>
                <a:cubicBezTo>
                  <a:pt x="233916" y="98250"/>
                  <a:pt x="231139" y="88570"/>
                  <a:pt x="231139" y="76881"/>
                </a:cubicBezTo>
                <a:cubicBezTo>
                  <a:pt x="231139" y="62917"/>
                  <a:pt x="234789" y="51981"/>
                  <a:pt x="242088" y="44074"/>
                </a:cubicBezTo>
                <a:cubicBezTo>
                  <a:pt x="249387" y="36166"/>
                  <a:pt x="258617" y="32212"/>
                  <a:pt x="269778" y="32212"/>
                </a:cubicBezTo>
                <a:cubicBezTo>
                  <a:pt x="282314" y="32212"/>
                  <a:pt x="292205" y="36351"/>
                  <a:pt x="299451" y="44629"/>
                </a:cubicBezTo>
                <a:cubicBezTo>
                  <a:pt x="306698" y="52907"/>
                  <a:pt x="310162" y="65588"/>
                  <a:pt x="309845" y="82673"/>
                </a:cubicBezTo>
                <a:lnTo>
                  <a:pt x="253989" y="82673"/>
                </a:lnTo>
                <a:cubicBezTo>
                  <a:pt x="254148" y="89284"/>
                  <a:pt x="255946" y="94428"/>
                  <a:pt x="259384" y="98104"/>
                </a:cubicBezTo>
                <a:cubicBezTo>
                  <a:pt x="262822" y="101780"/>
                  <a:pt x="267107" y="103618"/>
                  <a:pt x="272237" y="103618"/>
                </a:cubicBezTo>
                <a:cubicBezTo>
                  <a:pt x="275728" y="103618"/>
                  <a:pt x="278664" y="102666"/>
                  <a:pt x="281044" y="100762"/>
                </a:cubicBezTo>
                <a:cubicBezTo>
                  <a:pt x="283424" y="98858"/>
                  <a:pt x="285223" y="95790"/>
                  <a:pt x="286439" y="91559"/>
                </a:cubicBezTo>
                <a:moveTo>
                  <a:pt x="287709" y="69026"/>
                </a:moveTo>
                <a:cubicBezTo>
                  <a:pt x="287550" y="62599"/>
                  <a:pt x="285884" y="57713"/>
                  <a:pt x="282710" y="54368"/>
                </a:cubicBezTo>
                <a:cubicBezTo>
                  <a:pt x="279537" y="51022"/>
                  <a:pt x="275676" y="49350"/>
                  <a:pt x="271127" y="49350"/>
                </a:cubicBezTo>
                <a:cubicBezTo>
                  <a:pt x="266260" y="49350"/>
                  <a:pt x="262241" y="51114"/>
                  <a:pt x="259067" y="54643"/>
                </a:cubicBezTo>
                <a:cubicBezTo>
                  <a:pt x="255893" y="58174"/>
                  <a:pt x="254333" y="62968"/>
                  <a:pt x="254386" y="69026"/>
                </a:cubicBezTo>
                <a:lnTo>
                  <a:pt x="287709" y="69026"/>
                </a:lnTo>
                <a:close/>
                <a:moveTo>
                  <a:pt x="404632" y="118376"/>
                </a:moveTo>
                <a:lnTo>
                  <a:pt x="382337" y="118376"/>
                </a:lnTo>
                <a:lnTo>
                  <a:pt x="382337" y="75423"/>
                </a:lnTo>
                <a:cubicBezTo>
                  <a:pt x="382337" y="66335"/>
                  <a:pt x="381861" y="60457"/>
                  <a:pt x="380909" y="57789"/>
                </a:cubicBezTo>
                <a:cubicBezTo>
                  <a:pt x="379957" y="55122"/>
                  <a:pt x="378410" y="53048"/>
                  <a:pt x="376267" y="51569"/>
                </a:cubicBezTo>
                <a:cubicBezTo>
                  <a:pt x="374125" y="50089"/>
                  <a:pt x="371547" y="49350"/>
                  <a:pt x="368532" y="49350"/>
                </a:cubicBezTo>
                <a:cubicBezTo>
                  <a:pt x="364670" y="49350"/>
                  <a:pt x="361206" y="50407"/>
                  <a:pt x="358138" y="52521"/>
                </a:cubicBezTo>
                <a:cubicBezTo>
                  <a:pt x="355070" y="54633"/>
                  <a:pt x="352968" y="57433"/>
                  <a:pt x="351831" y="60921"/>
                </a:cubicBezTo>
                <a:cubicBezTo>
                  <a:pt x="350693" y="64407"/>
                  <a:pt x="350125" y="70853"/>
                  <a:pt x="350125" y="80258"/>
                </a:cubicBezTo>
                <a:lnTo>
                  <a:pt x="350125" y="118376"/>
                </a:lnTo>
                <a:lnTo>
                  <a:pt x="327830" y="118376"/>
                </a:lnTo>
                <a:lnTo>
                  <a:pt x="327830" y="34116"/>
                </a:lnTo>
                <a:lnTo>
                  <a:pt x="348538" y="34116"/>
                </a:lnTo>
                <a:lnTo>
                  <a:pt x="348538" y="46493"/>
                </a:lnTo>
                <a:cubicBezTo>
                  <a:pt x="355890" y="36973"/>
                  <a:pt x="365147" y="32212"/>
                  <a:pt x="376307" y="32212"/>
                </a:cubicBezTo>
                <a:cubicBezTo>
                  <a:pt x="381226" y="32212"/>
                  <a:pt x="385722" y="33098"/>
                  <a:pt x="389795" y="34870"/>
                </a:cubicBezTo>
                <a:cubicBezTo>
                  <a:pt x="393868" y="36642"/>
                  <a:pt x="396949" y="38903"/>
                  <a:pt x="399038" y="41654"/>
                </a:cubicBezTo>
                <a:cubicBezTo>
                  <a:pt x="401127" y="44404"/>
                  <a:pt x="402582" y="47525"/>
                  <a:pt x="403402" y="51016"/>
                </a:cubicBezTo>
                <a:cubicBezTo>
                  <a:pt x="404222" y="54507"/>
                  <a:pt x="404632" y="59505"/>
                  <a:pt x="404632" y="66011"/>
                </a:cubicBezTo>
                <a:lnTo>
                  <a:pt x="404632" y="118376"/>
                </a:lnTo>
                <a:close/>
                <a:moveTo>
                  <a:pt x="465746" y="34116"/>
                </a:moveTo>
                <a:lnTo>
                  <a:pt x="465746" y="51889"/>
                </a:lnTo>
                <a:lnTo>
                  <a:pt x="450512" y="51889"/>
                </a:lnTo>
                <a:lnTo>
                  <a:pt x="450512" y="85792"/>
                </a:lnTo>
                <a:cubicBezTo>
                  <a:pt x="450512" y="92658"/>
                  <a:pt x="450658" y="96659"/>
                  <a:pt x="450949" y="97794"/>
                </a:cubicBezTo>
                <a:cubicBezTo>
                  <a:pt x="451240" y="98928"/>
                  <a:pt x="451901" y="99865"/>
                  <a:pt x="452932" y="100606"/>
                </a:cubicBezTo>
                <a:cubicBezTo>
                  <a:pt x="453964" y="101345"/>
                  <a:pt x="455220" y="101714"/>
                  <a:pt x="456701" y="101714"/>
                </a:cubicBezTo>
                <a:cubicBezTo>
                  <a:pt x="458764" y="101714"/>
                  <a:pt x="461752" y="101000"/>
                  <a:pt x="465666" y="99572"/>
                </a:cubicBezTo>
                <a:lnTo>
                  <a:pt x="467571" y="116933"/>
                </a:lnTo>
                <a:cubicBezTo>
                  <a:pt x="462387" y="119164"/>
                  <a:pt x="456516" y="120280"/>
                  <a:pt x="449957" y="120280"/>
                </a:cubicBezTo>
                <a:cubicBezTo>
                  <a:pt x="445937" y="120280"/>
                  <a:pt x="442314" y="119605"/>
                  <a:pt x="439087" y="118257"/>
                </a:cubicBezTo>
                <a:cubicBezTo>
                  <a:pt x="435861" y="116908"/>
                  <a:pt x="433494" y="115162"/>
                  <a:pt x="431987" y="113020"/>
                </a:cubicBezTo>
                <a:cubicBezTo>
                  <a:pt x="430479" y="110878"/>
                  <a:pt x="429434" y="107982"/>
                  <a:pt x="428853" y="104332"/>
                </a:cubicBezTo>
                <a:cubicBezTo>
                  <a:pt x="428377" y="101741"/>
                  <a:pt x="428139" y="96504"/>
                  <a:pt x="428139" y="88623"/>
                </a:cubicBezTo>
                <a:lnTo>
                  <a:pt x="428139" y="51889"/>
                </a:lnTo>
                <a:lnTo>
                  <a:pt x="417904" y="51889"/>
                </a:lnTo>
                <a:lnTo>
                  <a:pt x="417904" y="34116"/>
                </a:lnTo>
                <a:lnTo>
                  <a:pt x="428139" y="34116"/>
                </a:lnTo>
                <a:lnTo>
                  <a:pt x="428139" y="17296"/>
                </a:lnTo>
                <a:lnTo>
                  <a:pt x="450512" y="4126"/>
                </a:lnTo>
                <a:lnTo>
                  <a:pt x="450512" y="34116"/>
                </a:lnTo>
                <a:lnTo>
                  <a:pt x="465746" y="34116"/>
                </a:lnTo>
                <a:close/>
                <a:moveTo>
                  <a:pt x="518371" y="94415"/>
                </a:moveTo>
                <a:lnTo>
                  <a:pt x="540745" y="90924"/>
                </a:lnTo>
                <a:cubicBezTo>
                  <a:pt x="541697" y="95235"/>
                  <a:pt x="543627" y="98508"/>
                  <a:pt x="546536" y="100742"/>
                </a:cubicBezTo>
                <a:cubicBezTo>
                  <a:pt x="549446" y="102977"/>
                  <a:pt x="553518" y="104094"/>
                  <a:pt x="558755" y="104094"/>
                </a:cubicBezTo>
                <a:cubicBezTo>
                  <a:pt x="564520" y="104094"/>
                  <a:pt x="568858" y="103038"/>
                  <a:pt x="571767" y="100926"/>
                </a:cubicBezTo>
                <a:cubicBezTo>
                  <a:pt x="573724" y="99446"/>
                  <a:pt x="574702" y="97465"/>
                  <a:pt x="574702" y="94983"/>
                </a:cubicBezTo>
                <a:cubicBezTo>
                  <a:pt x="574702" y="93292"/>
                  <a:pt x="574173" y="91892"/>
                  <a:pt x="573115" y="90783"/>
                </a:cubicBezTo>
                <a:cubicBezTo>
                  <a:pt x="572005" y="89726"/>
                  <a:pt x="569519" y="88750"/>
                  <a:pt x="565657" y="87852"/>
                </a:cubicBezTo>
                <a:cubicBezTo>
                  <a:pt x="547674" y="83892"/>
                  <a:pt x="536275" y="80273"/>
                  <a:pt x="531462" y="76997"/>
                </a:cubicBezTo>
                <a:cubicBezTo>
                  <a:pt x="524797" y="72452"/>
                  <a:pt x="521465" y="66137"/>
                  <a:pt x="521465" y="58052"/>
                </a:cubicBezTo>
                <a:cubicBezTo>
                  <a:pt x="521465" y="50760"/>
                  <a:pt x="524348" y="44630"/>
                  <a:pt x="530113" y="39663"/>
                </a:cubicBezTo>
                <a:cubicBezTo>
                  <a:pt x="535878" y="34696"/>
                  <a:pt x="544817" y="32212"/>
                  <a:pt x="556930" y="32212"/>
                </a:cubicBezTo>
                <a:cubicBezTo>
                  <a:pt x="568461" y="32212"/>
                  <a:pt x="577030" y="34083"/>
                  <a:pt x="582636" y="37825"/>
                </a:cubicBezTo>
                <a:cubicBezTo>
                  <a:pt x="588243" y="41568"/>
                  <a:pt x="592104" y="47102"/>
                  <a:pt x="594220" y="54427"/>
                </a:cubicBezTo>
                <a:lnTo>
                  <a:pt x="573195" y="58394"/>
                </a:lnTo>
                <a:cubicBezTo>
                  <a:pt x="572296" y="55115"/>
                  <a:pt x="570590" y="52603"/>
                  <a:pt x="568077" y="50857"/>
                </a:cubicBezTo>
                <a:cubicBezTo>
                  <a:pt x="565565" y="49112"/>
                  <a:pt x="561981" y="48239"/>
                  <a:pt x="557327" y="48239"/>
                </a:cubicBezTo>
                <a:cubicBezTo>
                  <a:pt x="551456" y="48239"/>
                  <a:pt x="547251" y="49058"/>
                  <a:pt x="544712" y="50696"/>
                </a:cubicBezTo>
                <a:cubicBezTo>
                  <a:pt x="543019" y="51856"/>
                  <a:pt x="542173" y="53361"/>
                  <a:pt x="542173" y="55211"/>
                </a:cubicBezTo>
                <a:cubicBezTo>
                  <a:pt x="542173" y="56794"/>
                  <a:pt x="542913" y="58141"/>
                  <a:pt x="544394" y="59250"/>
                </a:cubicBezTo>
                <a:cubicBezTo>
                  <a:pt x="546404" y="60729"/>
                  <a:pt x="553346" y="62816"/>
                  <a:pt x="565221" y="65510"/>
                </a:cubicBezTo>
                <a:cubicBezTo>
                  <a:pt x="577096" y="68205"/>
                  <a:pt x="585387" y="71510"/>
                  <a:pt x="590094" y="75425"/>
                </a:cubicBezTo>
                <a:cubicBezTo>
                  <a:pt x="594749" y="79396"/>
                  <a:pt x="597076" y="84926"/>
                  <a:pt x="597076" y="92017"/>
                </a:cubicBezTo>
                <a:cubicBezTo>
                  <a:pt x="597076" y="99745"/>
                  <a:pt x="593850" y="106387"/>
                  <a:pt x="587397" y="111944"/>
                </a:cubicBezTo>
                <a:cubicBezTo>
                  <a:pt x="580944" y="117501"/>
                  <a:pt x="571396" y="120280"/>
                  <a:pt x="558755" y="120280"/>
                </a:cubicBezTo>
                <a:cubicBezTo>
                  <a:pt x="547277" y="120280"/>
                  <a:pt x="538192" y="117960"/>
                  <a:pt x="531501" y="113320"/>
                </a:cubicBezTo>
                <a:cubicBezTo>
                  <a:pt x="524810" y="108679"/>
                  <a:pt x="520433" y="102377"/>
                  <a:pt x="518371" y="94415"/>
                </a:cubicBezTo>
                <a:close/>
                <a:moveTo>
                  <a:pt x="616569" y="22691"/>
                </a:moveTo>
                <a:lnTo>
                  <a:pt x="616569" y="2063"/>
                </a:lnTo>
                <a:lnTo>
                  <a:pt x="638864" y="2063"/>
                </a:lnTo>
                <a:lnTo>
                  <a:pt x="638864" y="22691"/>
                </a:lnTo>
                <a:lnTo>
                  <a:pt x="616569" y="22691"/>
                </a:lnTo>
                <a:moveTo>
                  <a:pt x="616569" y="118376"/>
                </a:moveTo>
                <a:lnTo>
                  <a:pt x="616569" y="34116"/>
                </a:lnTo>
                <a:lnTo>
                  <a:pt x="638864" y="34116"/>
                </a:lnTo>
                <a:lnTo>
                  <a:pt x="638864" y="118376"/>
                </a:lnTo>
                <a:lnTo>
                  <a:pt x="616569" y="118376"/>
                </a:lnTo>
                <a:close/>
                <a:moveTo>
                  <a:pt x="738856" y="118376"/>
                </a:moveTo>
                <a:lnTo>
                  <a:pt x="718148" y="118376"/>
                </a:lnTo>
                <a:lnTo>
                  <a:pt x="718148" y="105999"/>
                </a:lnTo>
                <a:cubicBezTo>
                  <a:pt x="714710" y="110812"/>
                  <a:pt x="710650" y="114395"/>
                  <a:pt x="705969" y="116749"/>
                </a:cubicBezTo>
                <a:cubicBezTo>
                  <a:pt x="701288" y="119103"/>
                  <a:pt x="696568" y="120280"/>
                  <a:pt x="691807" y="120280"/>
                </a:cubicBezTo>
                <a:cubicBezTo>
                  <a:pt x="682128" y="120280"/>
                  <a:pt x="673837" y="116379"/>
                  <a:pt x="666934" y="108577"/>
                </a:cubicBezTo>
                <a:cubicBezTo>
                  <a:pt x="660031" y="100775"/>
                  <a:pt x="656580" y="89893"/>
                  <a:pt x="656580" y="75929"/>
                </a:cubicBezTo>
                <a:cubicBezTo>
                  <a:pt x="656580" y="61647"/>
                  <a:pt x="659939" y="50791"/>
                  <a:pt x="666656" y="43359"/>
                </a:cubicBezTo>
                <a:cubicBezTo>
                  <a:pt x="673374" y="35928"/>
                  <a:pt x="681863" y="32212"/>
                  <a:pt x="692125" y="32212"/>
                </a:cubicBezTo>
                <a:cubicBezTo>
                  <a:pt x="701540" y="32212"/>
                  <a:pt x="709685" y="36126"/>
                  <a:pt x="716561" y="43955"/>
                </a:cubicBezTo>
                <a:lnTo>
                  <a:pt x="716561" y="2063"/>
                </a:lnTo>
                <a:lnTo>
                  <a:pt x="738856" y="2063"/>
                </a:lnTo>
                <a:lnTo>
                  <a:pt x="738856" y="118376"/>
                </a:lnTo>
                <a:moveTo>
                  <a:pt x="679351" y="74463"/>
                </a:moveTo>
                <a:cubicBezTo>
                  <a:pt x="679351" y="83442"/>
                  <a:pt x="680594" y="89938"/>
                  <a:pt x="683080" y="93951"/>
                </a:cubicBezTo>
                <a:cubicBezTo>
                  <a:pt x="686677" y="99761"/>
                  <a:pt x="691701" y="102666"/>
                  <a:pt x="698154" y="102666"/>
                </a:cubicBezTo>
                <a:cubicBezTo>
                  <a:pt x="703285" y="102666"/>
                  <a:pt x="707649" y="100488"/>
                  <a:pt x="711246" y="96131"/>
                </a:cubicBezTo>
                <a:cubicBezTo>
                  <a:pt x="714842" y="91774"/>
                  <a:pt x="716641" y="85264"/>
                  <a:pt x="716641" y="76603"/>
                </a:cubicBezTo>
                <a:cubicBezTo>
                  <a:pt x="716641" y="66937"/>
                  <a:pt x="714895" y="59978"/>
                  <a:pt x="711404" y="55727"/>
                </a:cubicBezTo>
                <a:cubicBezTo>
                  <a:pt x="707913" y="51475"/>
                  <a:pt x="703444" y="49350"/>
                  <a:pt x="697996" y="49350"/>
                </a:cubicBezTo>
                <a:cubicBezTo>
                  <a:pt x="692706" y="49350"/>
                  <a:pt x="688277" y="51449"/>
                  <a:pt x="684706" y="55647"/>
                </a:cubicBezTo>
                <a:cubicBezTo>
                  <a:pt x="681136" y="59846"/>
                  <a:pt x="679351" y="66118"/>
                  <a:pt x="679351" y="74463"/>
                </a:cubicBezTo>
                <a:close/>
                <a:moveTo>
                  <a:pt x="809491" y="91559"/>
                </a:moveTo>
                <a:lnTo>
                  <a:pt x="831706" y="95367"/>
                </a:lnTo>
                <a:cubicBezTo>
                  <a:pt x="828850" y="103486"/>
                  <a:pt x="824341" y="109668"/>
                  <a:pt x="818179" y="113913"/>
                </a:cubicBezTo>
                <a:cubicBezTo>
                  <a:pt x="812017" y="118158"/>
                  <a:pt x="804308" y="120280"/>
                  <a:pt x="795051" y="120280"/>
                </a:cubicBezTo>
                <a:cubicBezTo>
                  <a:pt x="780400" y="120280"/>
                  <a:pt x="769556" y="115493"/>
                  <a:pt x="762522" y="105919"/>
                </a:cubicBezTo>
                <a:cubicBezTo>
                  <a:pt x="756968" y="98250"/>
                  <a:pt x="754191" y="88570"/>
                  <a:pt x="754191" y="76881"/>
                </a:cubicBezTo>
                <a:cubicBezTo>
                  <a:pt x="754191" y="62917"/>
                  <a:pt x="757841" y="51981"/>
                  <a:pt x="765140" y="44074"/>
                </a:cubicBezTo>
                <a:cubicBezTo>
                  <a:pt x="772439" y="36166"/>
                  <a:pt x="781669" y="32212"/>
                  <a:pt x="792830" y="32212"/>
                </a:cubicBezTo>
                <a:cubicBezTo>
                  <a:pt x="805365" y="32212"/>
                  <a:pt x="815257" y="36351"/>
                  <a:pt x="822503" y="44629"/>
                </a:cubicBezTo>
                <a:cubicBezTo>
                  <a:pt x="829749" y="52907"/>
                  <a:pt x="833214" y="65588"/>
                  <a:pt x="832896" y="82673"/>
                </a:cubicBezTo>
                <a:lnTo>
                  <a:pt x="777041" y="82673"/>
                </a:lnTo>
                <a:cubicBezTo>
                  <a:pt x="777200" y="89284"/>
                  <a:pt x="778998" y="94428"/>
                  <a:pt x="782436" y="98104"/>
                </a:cubicBezTo>
                <a:cubicBezTo>
                  <a:pt x="785874" y="101780"/>
                  <a:pt x="790159" y="103618"/>
                  <a:pt x="795289" y="103618"/>
                </a:cubicBezTo>
                <a:cubicBezTo>
                  <a:pt x="798780" y="103618"/>
                  <a:pt x="801716" y="102666"/>
                  <a:pt x="804096" y="100762"/>
                </a:cubicBezTo>
                <a:cubicBezTo>
                  <a:pt x="806476" y="98858"/>
                  <a:pt x="808275" y="95790"/>
                  <a:pt x="809491" y="91559"/>
                </a:cubicBezTo>
                <a:moveTo>
                  <a:pt x="810761" y="69026"/>
                </a:moveTo>
                <a:cubicBezTo>
                  <a:pt x="810602" y="62599"/>
                  <a:pt x="808936" y="57713"/>
                  <a:pt x="805762" y="54368"/>
                </a:cubicBezTo>
                <a:cubicBezTo>
                  <a:pt x="802589" y="51022"/>
                  <a:pt x="798727" y="49350"/>
                  <a:pt x="794178" y="49350"/>
                </a:cubicBezTo>
                <a:cubicBezTo>
                  <a:pt x="789312" y="49350"/>
                  <a:pt x="785292" y="51114"/>
                  <a:pt x="782119" y="54643"/>
                </a:cubicBezTo>
                <a:cubicBezTo>
                  <a:pt x="778945" y="58174"/>
                  <a:pt x="777385" y="62968"/>
                  <a:pt x="777438" y="69026"/>
                </a:cubicBezTo>
                <a:lnTo>
                  <a:pt x="810761" y="69026"/>
                </a:lnTo>
                <a:close/>
                <a:moveTo>
                  <a:pt x="844852" y="152651"/>
                </a:moveTo>
                <a:cubicBezTo>
                  <a:pt x="849242" y="143226"/>
                  <a:pt x="852337" y="135998"/>
                  <a:pt x="854135" y="130968"/>
                </a:cubicBezTo>
                <a:cubicBezTo>
                  <a:pt x="855933" y="125939"/>
                  <a:pt x="857599" y="120141"/>
                  <a:pt x="859133" y="113576"/>
                </a:cubicBezTo>
                <a:cubicBezTo>
                  <a:pt x="860667" y="107009"/>
                  <a:pt x="861804" y="100774"/>
                  <a:pt x="862545" y="94871"/>
                </a:cubicBezTo>
                <a:cubicBezTo>
                  <a:pt x="863285" y="88967"/>
                  <a:pt x="863656" y="82917"/>
                  <a:pt x="863656" y="76722"/>
                </a:cubicBezTo>
                <a:cubicBezTo>
                  <a:pt x="863656" y="64120"/>
                  <a:pt x="862307" y="52194"/>
                  <a:pt x="859609" y="40942"/>
                </a:cubicBezTo>
                <a:cubicBezTo>
                  <a:pt x="856912" y="29691"/>
                  <a:pt x="851940" y="16043"/>
                  <a:pt x="844693" y="0"/>
                </a:cubicBezTo>
                <a:lnTo>
                  <a:pt x="859847" y="0"/>
                </a:lnTo>
                <a:cubicBezTo>
                  <a:pt x="867834" y="11384"/>
                  <a:pt x="874036" y="23456"/>
                  <a:pt x="878453" y="36216"/>
                </a:cubicBezTo>
                <a:cubicBezTo>
                  <a:pt x="882869" y="48977"/>
                  <a:pt x="885078" y="61923"/>
                  <a:pt x="885078" y="75053"/>
                </a:cubicBezTo>
                <a:cubicBezTo>
                  <a:pt x="885078" y="86120"/>
                  <a:pt x="883332" y="97980"/>
                  <a:pt x="879841" y="110635"/>
                </a:cubicBezTo>
                <a:cubicBezTo>
                  <a:pt x="875874" y="124825"/>
                  <a:pt x="869342" y="138831"/>
                  <a:pt x="860244" y="152651"/>
                </a:cubicBezTo>
                <a:lnTo>
                  <a:pt x="844852" y="152651"/>
                </a:lnTo>
                <a:close/>
              </a:path>
            </a:pathLst>
          </a:custGeom>
          <a:solidFill xmlns:a="http://schemas.openxmlformats.org/drawingml/2006/main">
            <a:srgbClr val="1155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3C64D-7EC6-4129-A28C-9573838B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51" y="1564759"/>
            <a:ext cx="140578" cy="234617"/>
          </a:xfrm>
          <a:custGeom xmlns:a="http://schemas.openxmlformats.org/drawingml/2006/main">
            <a:pathLst>
              <a:path w="140578" h="234617">
                <a:moveTo>
                  <a:pt x="0" y="70289"/>
                </a:moveTo>
                <a:lnTo>
                  <a:pt x="70289" y="0"/>
                </a:lnTo>
                <a:lnTo>
                  <a:pt x="140578" y="70289"/>
                </a:lnTo>
                <a:lnTo>
                  <a:pt x="105434" y="70289"/>
                </a:lnTo>
                <a:lnTo>
                  <a:pt x="105434" y="164328"/>
                </a:lnTo>
                <a:lnTo>
                  <a:pt x="140578" y="164328"/>
                </a:lnTo>
                <a:lnTo>
                  <a:pt x="70289" y="234617"/>
                </a:lnTo>
                <a:lnTo>
                  <a:pt x="0" y="164328"/>
                </a:lnTo>
                <a:lnTo>
                  <a:pt x="35145" y="164328"/>
                </a:lnTo>
                <a:lnTo>
                  <a:pt x="35145" y="70289"/>
                </a:lnTo>
                <a:lnTo>
                  <a:pt x="0" y="70289"/>
                </a:lnTo>
                <a:close/>
              </a:path>
            </a:pathLst>
          </a:custGeom>
          <a:solidFill xmlns:a="http://schemas.openxmlformats.org/drawingml/2006/main">
            <a:srgbClr val="FF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57942-4AE2-4142-A43F-D43AAA01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51" y="1564759"/>
            <a:ext cx="140578" cy="234617"/>
          </a:xfrm>
          <a:custGeom xmlns:a="http://schemas.openxmlformats.org/drawingml/2006/main">
            <a:pathLst>
              <a:path w="140578" h="234617" fill="none">
                <a:moveTo>
                  <a:pt x="0" y="70289"/>
                </a:moveTo>
                <a:lnTo>
                  <a:pt x="70289" y="0"/>
                </a:lnTo>
                <a:lnTo>
                  <a:pt x="140578" y="70289"/>
                </a:lnTo>
                <a:lnTo>
                  <a:pt x="105434" y="70289"/>
                </a:lnTo>
                <a:lnTo>
                  <a:pt x="105434" y="164328"/>
                </a:lnTo>
                <a:lnTo>
                  <a:pt x="140578" y="164328"/>
                </a:lnTo>
                <a:lnTo>
                  <a:pt x="70289" y="234617"/>
                </a:lnTo>
                <a:lnTo>
                  <a:pt x="0" y="164328"/>
                </a:lnTo>
                <a:lnTo>
                  <a:pt x="35145" y="164328"/>
                </a:lnTo>
                <a:lnTo>
                  <a:pt x="35145" y="70289"/>
                </a:lnTo>
                <a:lnTo>
                  <a:pt x="0" y="702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617" cap="flat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EA0B3-6A92-4C92-980E-242CF5E7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40" y="3817852"/>
            <a:ext cx="551279" cy="720"/>
          </a:xfrm>
          <a:custGeom xmlns:a="http://schemas.openxmlformats.org/drawingml/2006/main">
            <a:pathLst>
              <a:path w="551279" h="720">
                <a:moveTo>
                  <a:pt x="0" y="0"/>
                </a:moveTo>
                <a:lnTo>
                  <a:pt x="551279" y="72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0D0BE-16CB-454F-A1BE-001CE832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7040" y="3817852"/>
            <a:ext cx="414179" cy="541"/>
          </a:xfrm>
          <a:custGeom xmlns:a="http://schemas.openxmlformats.org/drawingml/2006/main">
            <a:pathLst>
              <a:path w="414179" h="541" fill="none">
                <a:moveTo>
                  <a:pt x="0" y="0"/>
                </a:moveTo>
                <a:lnTo>
                  <a:pt x="414179" y="541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F564E-82D2-4F32-95FA-8EC2A3B8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169" y="3780651"/>
            <a:ext cx="103745" cy="75484"/>
          </a:xfrm>
          <a:custGeom xmlns:a="http://schemas.openxmlformats.org/drawingml/2006/main">
            <a:pathLst>
              <a:path w="103745" h="75484">
                <a:moveTo>
                  <a:pt x="0" y="75484"/>
                </a:moveTo>
                <a:lnTo>
                  <a:pt x="98" y="0"/>
                </a:lnTo>
                <a:lnTo>
                  <a:pt x="103745" y="37877"/>
                </a:lnTo>
                <a:lnTo>
                  <a:pt x="0" y="75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4C71D-AD47-4B1D-B9B6-4B5EB8C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169" y="3780651"/>
            <a:ext cx="103745" cy="75484"/>
          </a:xfrm>
          <a:custGeom xmlns:a="http://schemas.openxmlformats.org/drawingml/2006/main">
            <a:pathLst>
              <a:path w="103745" h="75484" fill="none">
                <a:moveTo>
                  <a:pt x="0" y="75484"/>
                </a:moveTo>
                <a:lnTo>
                  <a:pt x="103745" y="37877"/>
                </a:lnTo>
                <a:lnTo>
                  <a:pt x="98" y="0"/>
                </a:lnTo>
                <a:lnTo>
                  <a:pt x="0" y="754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65AC9-28ED-4CCF-9DC1-39E99428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506" y="3817852"/>
            <a:ext cx="365600" cy="720"/>
          </a:xfrm>
          <a:custGeom xmlns:a="http://schemas.openxmlformats.org/drawingml/2006/main">
            <a:pathLst>
              <a:path w="365600" h="720">
                <a:moveTo>
                  <a:pt x="0" y="0"/>
                </a:moveTo>
                <a:lnTo>
                  <a:pt x="365600" y="72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638CD-C989-4AB8-A1BC-E784734A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506" y="3817852"/>
            <a:ext cx="228500" cy="450"/>
          </a:xfrm>
          <a:custGeom xmlns:a="http://schemas.openxmlformats.org/drawingml/2006/main">
            <a:pathLst>
              <a:path w="228500" h="450" fill="none">
                <a:moveTo>
                  <a:pt x="0" y="0"/>
                </a:moveTo>
                <a:lnTo>
                  <a:pt x="228500" y="450"/>
                </a:lnTo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65061-B2E2-40D8-81AA-F7761701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932" y="3780560"/>
            <a:ext cx="103770" cy="75484"/>
          </a:xfrm>
          <a:custGeom xmlns:a="http://schemas.openxmlformats.org/drawingml/2006/main">
            <a:pathLst>
              <a:path w="103770" h="75484">
                <a:moveTo>
                  <a:pt x="0" y="75484"/>
                </a:moveTo>
                <a:lnTo>
                  <a:pt x="149" y="0"/>
                </a:lnTo>
                <a:lnTo>
                  <a:pt x="103770" y="37946"/>
                </a:lnTo>
                <a:lnTo>
                  <a:pt x="0" y="75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B459E-0A99-4E91-A817-A4E3371C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932" y="3780560"/>
            <a:ext cx="103770" cy="75484"/>
          </a:xfrm>
          <a:custGeom xmlns:a="http://schemas.openxmlformats.org/drawingml/2006/main">
            <a:pathLst>
              <a:path w="103770" h="75484" fill="none">
                <a:moveTo>
                  <a:pt x="0" y="75484"/>
                </a:moveTo>
                <a:lnTo>
                  <a:pt x="103770" y="37946"/>
                </a:lnTo>
                <a:lnTo>
                  <a:pt x="149" y="0"/>
                </a:lnTo>
                <a:lnTo>
                  <a:pt x="0" y="754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000000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BCC3C-D11A-40A5-9039-64260BD3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457" y="239938"/>
            <a:ext cx="2032870" cy="344729"/>
          </a:xfrm>
          <a:custGeom xmlns:a="http://schemas.openxmlformats.org/drawingml/2006/main">
            <a:pathLst>
              <a:path w="2032870" h="344729">
                <a:moveTo>
                  <a:pt x="0" y="0"/>
                </a:moveTo>
                <a:lnTo>
                  <a:pt x="2032870" y="0"/>
                </a:lnTo>
                <a:lnTo>
                  <a:pt x="2032870" y="344729"/>
                </a:lnTo>
                <a:lnTo>
                  <a:pt x="0" y="3447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1EF43-BFD3-4137-AFAE-215CDCF0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07" y="317417"/>
            <a:ext cx="694931" cy="186801"/>
          </a:xfrm>
          <a:custGeom xmlns:a="http://schemas.openxmlformats.org/drawingml/2006/main">
            <a:pathLst>
              <a:path w="694931" h="186801">
                <a:moveTo>
                  <a:pt x="0" y="0"/>
                </a:moveTo>
                <a:lnTo>
                  <a:pt x="694931" y="0"/>
                </a:lnTo>
                <a:lnTo>
                  <a:pt x="694931" y="186801"/>
                </a:lnTo>
                <a:lnTo>
                  <a:pt x="0" y="1868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EDEFuzz">
            <a:extLst xmlns:a="http://schemas.openxmlformats.org/drawingml/2006/main">
              <a:ext uri="{FF2B5EF4-FFF2-40B4-BE49-F238E27FC236}">
                <a16:creationId xmlns:a16="http://schemas.microsoft.com/office/drawing/2014/main" id="{BA7F391F-3D39-4944-9D55-41D0EB93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829" y="348165"/>
            <a:ext cx="679323" cy="118217"/>
          </a:xfrm>
          <a:custGeom xmlns:a="http://schemas.openxmlformats.org/drawingml/2006/main">
            <a:pathLst>
              <a:path w="679323" h="118217">
                <a:moveTo>
                  <a:pt x="0" y="116313"/>
                </a:moveTo>
                <a:lnTo>
                  <a:pt x="0" y="0"/>
                </a:lnTo>
                <a:lnTo>
                  <a:pt x="86243" y="0"/>
                </a:lnTo>
                <a:lnTo>
                  <a:pt x="86243" y="19676"/>
                </a:lnTo>
                <a:lnTo>
                  <a:pt x="23485" y="19676"/>
                </a:lnTo>
                <a:lnTo>
                  <a:pt x="23485" y="45383"/>
                </a:lnTo>
                <a:lnTo>
                  <a:pt x="81879" y="45383"/>
                </a:lnTo>
                <a:lnTo>
                  <a:pt x="81879" y="65059"/>
                </a:lnTo>
                <a:lnTo>
                  <a:pt x="23485" y="65059"/>
                </a:lnTo>
                <a:lnTo>
                  <a:pt x="23485" y="96636"/>
                </a:lnTo>
                <a:lnTo>
                  <a:pt x="88464" y="96636"/>
                </a:lnTo>
                <a:lnTo>
                  <a:pt x="88464" y="116313"/>
                </a:lnTo>
                <a:lnTo>
                  <a:pt x="0" y="116313"/>
                </a:lnTo>
                <a:close/>
                <a:moveTo>
                  <a:pt x="108138" y="0"/>
                </a:moveTo>
                <a:lnTo>
                  <a:pt x="151062" y="0"/>
                </a:lnTo>
                <a:cubicBezTo>
                  <a:pt x="160741" y="0"/>
                  <a:pt x="168120" y="741"/>
                  <a:pt x="173198" y="2222"/>
                </a:cubicBezTo>
                <a:cubicBezTo>
                  <a:pt x="180021" y="4231"/>
                  <a:pt x="185866" y="7802"/>
                  <a:pt x="190732" y="12932"/>
                </a:cubicBezTo>
                <a:cubicBezTo>
                  <a:pt x="195598" y="18063"/>
                  <a:pt x="199300" y="24344"/>
                  <a:pt x="201839" y="31776"/>
                </a:cubicBezTo>
                <a:cubicBezTo>
                  <a:pt x="204378" y="39207"/>
                  <a:pt x="205648" y="48371"/>
                  <a:pt x="205648" y="59267"/>
                </a:cubicBezTo>
                <a:cubicBezTo>
                  <a:pt x="205648" y="68841"/>
                  <a:pt x="204458" y="77092"/>
                  <a:pt x="202077" y="84021"/>
                </a:cubicBezTo>
                <a:cubicBezTo>
                  <a:pt x="199168" y="92484"/>
                  <a:pt x="195016" y="99334"/>
                  <a:pt x="189621" y="104570"/>
                </a:cubicBezTo>
                <a:cubicBezTo>
                  <a:pt x="185548" y="108538"/>
                  <a:pt x="180047" y="111632"/>
                  <a:pt x="173118" y="113853"/>
                </a:cubicBezTo>
                <a:cubicBezTo>
                  <a:pt x="167935" y="115493"/>
                  <a:pt x="161006" y="116313"/>
                  <a:pt x="152331" y="116313"/>
                </a:cubicBezTo>
                <a:lnTo>
                  <a:pt x="108138" y="116313"/>
                </a:lnTo>
                <a:lnTo>
                  <a:pt x="108138" y="0"/>
                </a:lnTo>
                <a:moveTo>
                  <a:pt x="131623" y="19676"/>
                </a:moveTo>
                <a:lnTo>
                  <a:pt x="131623" y="96636"/>
                </a:lnTo>
                <a:lnTo>
                  <a:pt x="149157" y="96636"/>
                </a:lnTo>
                <a:cubicBezTo>
                  <a:pt x="155716" y="96636"/>
                  <a:pt x="160450" y="96266"/>
                  <a:pt x="163359" y="95526"/>
                </a:cubicBezTo>
                <a:cubicBezTo>
                  <a:pt x="167168" y="94575"/>
                  <a:pt x="170328" y="92964"/>
                  <a:pt x="172840" y="90693"/>
                </a:cubicBezTo>
                <a:cubicBezTo>
                  <a:pt x="175353" y="88421"/>
                  <a:pt x="177403" y="84682"/>
                  <a:pt x="178989" y="79477"/>
                </a:cubicBezTo>
                <a:cubicBezTo>
                  <a:pt x="180576" y="74272"/>
                  <a:pt x="181370" y="67178"/>
                  <a:pt x="181370" y="58196"/>
                </a:cubicBezTo>
                <a:cubicBezTo>
                  <a:pt x="181370" y="49214"/>
                  <a:pt x="180576" y="42319"/>
                  <a:pt x="178989" y="37511"/>
                </a:cubicBezTo>
                <a:cubicBezTo>
                  <a:pt x="177403" y="32702"/>
                  <a:pt x="175181" y="28951"/>
                  <a:pt x="172325" y="26257"/>
                </a:cubicBezTo>
                <a:cubicBezTo>
                  <a:pt x="169469" y="23561"/>
                  <a:pt x="165845" y="21738"/>
                  <a:pt x="161455" y="20787"/>
                </a:cubicBezTo>
                <a:cubicBezTo>
                  <a:pt x="158176" y="20047"/>
                  <a:pt x="151749" y="19676"/>
                  <a:pt x="142175" y="19676"/>
                </a:cubicBezTo>
                <a:lnTo>
                  <a:pt x="131623" y="19676"/>
                </a:lnTo>
                <a:close/>
                <a:moveTo>
                  <a:pt x="225535" y="116313"/>
                </a:moveTo>
                <a:lnTo>
                  <a:pt x="225535" y="0"/>
                </a:lnTo>
                <a:lnTo>
                  <a:pt x="311778" y="0"/>
                </a:lnTo>
                <a:lnTo>
                  <a:pt x="311778" y="19676"/>
                </a:lnTo>
                <a:lnTo>
                  <a:pt x="249019" y="19676"/>
                </a:lnTo>
                <a:lnTo>
                  <a:pt x="249019" y="45383"/>
                </a:lnTo>
                <a:lnTo>
                  <a:pt x="307414" y="45383"/>
                </a:lnTo>
                <a:lnTo>
                  <a:pt x="307414" y="65059"/>
                </a:lnTo>
                <a:lnTo>
                  <a:pt x="249019" y="65059"/>
                </a:lnTo>
                <a:lnTo>
                  <a:pt x="249019" y="96636"/>
                </a:lnTo>
                <a:lnTo>
                  <a:pt x="313999" y="96636"/>
                </a:lnTo>
                <a:lnTo>
                  <a:pt x="313999" y="116313"/>
                </a:lnTo>
                <a:lnTo>
                  <a:pt x="225535" y="116313"/>
                </a:lnTo>
                <a:close/>
                <a:moveTo>
                  <a:pt x="333911" y="116313"/>
                </a:moveTo>
                <a:lnTo>
                  <a:pt x="333911" y="0"/>
                </a:lnTo>
                <a:lnTo>
                  <a:pt x="413648" y="0"/>
                </a:lnTo>
                <a:lnTo>
                  <a:pt x="413648" y="19676"/>
                </a:lnTo>
                <a:lnTo>
                  <a:pt x="357396" y="19676"/>
                </a:lnTo>
                <a:lnTo>
                  <a:pt x="357396" y="47128"/>
                </a:lnTo>
                <a:lnTo>
                  <a:pt x="405952" y="47128"/>
                </a:lnTo>
                <a:lnTo>
                  <a:pt x="405952" y="66805"/>
                </a:lnTo>
                <a:lnTo>
                  <a:pt x="357396" y="66805"/>
                </a:lnTo>
                <a:lnTo>
                  <a:pt x="357396" y="116313"/>
                </a:lnTo>
                <a:lnTo>
                  <a:pt x="333911" y="116313"/>
                </a:lnTo>
                <a:close/>
                <a:moveTo>
                  <a:pt x="488171" y="116313"/>
                </a:moveTo>
                <a:lnTo>
                  <a:pt x="488171" y="103698"/>
                </a:lnTo>
                <a:cubicBezTo>
                  <a:pt x="485103" y="108194"/>
                  <a:pt x="481070" y="111738"/>
                  <a:pt x="476071" y="114329"/>
                </a:cubicBezTo>
                <a:cubicBezTo>
                  <a:pt x="471073" y="116921"/>
                  <a:pt x="465797" y="118217"/>
                  <a:pt x="460243" y="118217"/>
                </a:cubicBezTo>
                <a:cubicBezTo>
                  <a:pt x="454583" y="118217"/>
                  <a:pt x="449505" y="116974"/>
                  <a:pt x="445009" y="114488"/>
                </a:cubicBezTo>
                <a:cubicBezTo>
                  <a:pt x="440514" y="112002"/>
                  <a:pt x="437261" y="108511"/>
                  <a:pt x="435251" y="104015"/>
                </a:cubicBezTo>
                <a:cubicBezTo>
                  <a:pt x="433241" y="99519"/>
                  <a:pt x="432236" y="93304"/>
                  <a:pt x="432236" y="85370"/>
                </a:cubicBezTo>
                <a:lnTo>
                  <a:pt x="432236" y="32053"/>
                </a:lnTo>
                <a:lnTo>
                  <a:pt x="454530" y="32053"/>
                </a:lnTo>
                <a:lnTo>
                  <a:pt x="454530" y="70682"/>
                </a:lnTo>
                <a:cubicBezTo>
                  <a:pt x="454530" y="82504"/>
                  <a:pt x="454940" y="89747"/>
                  <a:pt x="455760" y="92412"/>
                </a:cubicBezTo>
                <a:cubicBezTo>
                  <a:pt x="456580" y="95076"/>
                  <a:pt x="458074" y="97187"/>
                  <a:pt x="460243" y="98744"/>
                </a:cubicBezTo>
                <a:cubicBezTo>
                  <a:pt x="462411" y="100301"/>
                  <a:pt x="465162" y="101080"/>
                  <a:pt x="468494" y="101080"/>
                </a:cubicBezTo>
                <a:cubicBezTo>
                  <a:pt x="472303" y="101080"/>
                  <a:pt x="475714" y="100037"/>
                  <a:pt x="478729" y="97953"/>
                </a:cubicBezTo>
                <a:cubicBezTo>
                  <a:pt x="481744" y="95869"/>
                  <a:pt x="483807" y="93283"/>
                  <a:pt x="484918" y="90195"/>
                </a:cubicBezTo>
                <a:cubicBezTo>
                  <a:pt x="486028" y="87107"/>
                  <a:pt x="486584" y="79548"/>
                  <a:pt x="486584" y="67516"/>
                </a:cubicBezTo>
                <a:lnTo>
                  <a:pt x="486584" y="32053"/>
                </a:lnTo>
                <a:lnTo>
                  <a:pt x="508878" y="32053"/>
                </a:lnTo>
                <a:lnTo>
                  <a:pt x="508878" y="116313"/>
                </a:lnTo>
                <a:lnTo>
                  <a:pt x="488171" y="116313"/>
                </a:lnTo>
                <a:close/>
                <a:moveTo>
                  <a:pt x="522865" y="116313"/>
                </a:moveTo>
                <a:lnTo>
                  <a:pt x="522865" y="98699"/>
                </a:lnTo>
                <a:lnTo>
                  <a:pt x="554442" y="62676"/>
                </a:lnTo>
                <a:cubicBezTo>
                  <a:pt x="559626" y="56790"/>
                  <a:pt x="563460" y="52613"/>
                  <a:pt x="565946" y="50143"/>
                </a:cubicBezTo>
                <a:cubicBezTo>
                  <a:pt x="563355" y="50302"/>
                  <a:pt x="559943" y="50408"/>
                  <a:pt x="555712" y="50460"/>
                </a:cubicBezTo>
                <a:lnTo>
                  <a:pt x="525959" y="50619"/>
                </a:lnTo>
                <a:lnTo>
                  <a:pt x="525959" y="32053"/>
                </a:lnTo>
                <a:lnTo>
                  <a:pt x="595620" y="32053"/>
                </a:lnTo>
                <a:lnTo>
                  <a:pt x="595620" y="47922"/>
                </a:lnTo>
                <a:lnTo>
                  <a:pt x="563408" y="84874"/>
                </a:lnTo>
                <a:lnTo>
                  <a:pt x="552062" y="97113"/>
                </a:lnTo>
                <a:cubicBezTo>
                  <a:pt x="558250" y="96795"/>
                  <a:pt x="562085" y="96636"/>
                  <a:pt x="563566" y="96636"/>
                </a:cubicBezTo>
                <a:lnTo>
                  <a:pt x="598079" y="96636"/>
                </a:lnTo>
                <a:lnTo>
                  <a:pt x="598079" y="116313"/>
                </a:lnTo>
                <a:lnTo>
                  <a:pt x="522865" y="116313"/>
                </a:lnTo>
                <a:close/>
                <a:moveTo>
                  <a:pt x="604109" y="116313"/>
                </a:moveTo>
                <a:lnTo>
                  <a:pt x="604109" y="98699"/>
                </a:lnTo>
                <a:lnTo>
                  <a:pt x="635686" y="62676"/>
                </a:lnTo>
                <a:cubicBezTo>
                  <a:pt x="640870" y="56790"/>
                  <a:pt x="644705" y="52613"/>
                  <a:pt x="647191" y="50143"/>
                </a:cubicBezTo>
                <a:cubicBezTo>
                  <a:pt x="644599" y="50302"/>
                  <a:pt x="641187" y="50408"/>
                  <a:pt x="636956" y="50460"/>
                </a:cubicBezTo>
                <a:lnTo>
                  <a:pt x="607203" y="50619"/>
                </a:lnTo>
                <a:lnTo>
                  <a:pt x="607203" y="32053"/>
                </a:lnTo>
                <a:lnTo>
                  <a:pt x="676864" y="32053"/>
                </a:lnTo>
                <a:lnTo>
                  <a:pt x="676864" y="47922"/>
                </a:lnTo>
                <a:lnTo>
                  <a:pt x="644652" y="84874"/>
                </a:lnTo>
                <a:lnTo>
                  <a:pt x="633306" y="97113"/>
                </a:lnTo>
                <a:cubicBezTo>
                  <a:pt x="639495" y="96795"/>
                  <a:pt x="643329" y="96636"/>
                  <a:pt x="644810" y="96636"/>
                </a:cubicBezTo>
                <a:lnTo>
                  <a:pt x="679323" y="96636"/>
                </a:lnTo>
                <a:lnTo>
                  <a:pt x="679323" y="116313"/>
                </a:lnTo>
                <a:lnTo>
                  <a:pt x="604109" y="1163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43772-45BB-4D67-AC6B-545791C8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938" y="317417"/>
            <a:ext cx="10" cy="186801"/>
          </a:xfrm>
          <a:custGeom xmlns:a="http://schemas.openxmlformats.org/drawingml/2006/main">
            <a:pathLst>
              <a:path w="1" h="186801">
                <a:moveTo>
                  <a:pt x="0" y="0"/>
                </a:moveTo>
                <a:lnTo>
                  <a:pt x="0" y="0"/>
                </a:lnTo>
                <a:lnTo>
                  <a:pt x="0" y="1868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CF5FE-4A81-44C8-B136-59022A17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07" y="475040"/>
            <a:ext cx="694931" cy="14624"/>
          </a:xfrm>
          <a:custGeom xmlns:a="http://schemas.openxmlformats.org/drawingml/2006/main">
            <a:pathLst>
              <a:path w="694931" h="14624">
                <a:moveTo>
                  <a:pt x="0" y="0"/>
                </a:moveTo>
                <a:lnTo>
                  <a:pt x="694931" y="0"/>
                </a:lnTo>
                <a:lnTo>
                  <a:pt x="694931" y="14624"/>
                </a:lnTo>
                <a:lnTo>
                  <a:pt x="0" y="146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21976-2589-4369-B687-7B083508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91" y="396390"/>
            <a:ext cx="385271" cy="393908"/>
          </a:xfrm>
          <a:custGeom xmlns:a="http://schemas.openxmlformats.org/drawingml/2006/main">
            <a:pathLst>
              <a:path w="385271" h="393908">
                <a:moveTo>
                  <a:pt x="0" y="196954"/>
                </a:moveTo>
                <a:lnTo>
                  <a:pt x="0" y="196954"/>
                </a:lnTo>
                <a:cubicBezTo>
                  <a:pt x="0" y="88179"/>
                  <a:pt x="86246" y="0"/>
                  <a:pt x="192636" y="0"/>
                </a:cubicBezTo>
                <a:cubicBezTo>
                  <a:pt x="243726" y="0"/>
                  <a:pt x="292723" y="20750"/>
                  <a:pt x="328850" y="57686"/>
                </a:cubicBezTo>
                <a:cubicBezTo>
                  <a:pt x="364976" y="94622"/>
                  <a:pt x="385271" y="144718"/>
                  <a:pt x="385271" y="196954"/>
                </a:cubicBezTo>
                <a:cubicBezTo>
                  <a:pt x="385271" y="305728"/>
                  <a:pt x="299025" y="393908"/>
                  <a:pt x="192636" y="393908"/>
                </a:cubicBezTo>
                <a:cubicBezTo>
                  <a:pt x="86246" y="393908"/>
                  <a:pt x="0" y="305728"/>
                  <a:pt x="0" y="196954"/>
                </a:cubicBez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0E0BF-BE1C-4DFB-B95D-C9A9DD52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91" y="396390"/>
            <a:ext cx="385271" cy="393908"/>
          </a:xfrm>
          <a:custGeom xmlns:a="http://schemas.openxmlformats.org/drawingml/2006/main">
            <a:pathLst>
              <a:path w="385271" h="393908" fill="none">
                <a:moveTo>
                  <a:pt x="0" y="196954"/>
                </a:moveTo>
                <a:lnTo>
                  <a:pt x="0" y="196954"/>
                </a:lnTo>
                <a:cubicBezTo>
                  <a:pt x="0" y="88179"/>
                  <a:pt x="86246" y="0"/>
                  <a:pt x="192636" y="0"/>
                </a:cubicBezTo>
                <a:cubicBezTo>
                  <a:pt x="243726" y="0"/>
                  <a:pt x="292723" y="20750"/>
                  <a:pt x="328850" y="57686"/>
                </a:cubicBezTo>
                <a:cubicBezTo>
                  <a:pt x="364976" y="94622"/>
                  <a:pt x="385271" y="144718"/>
                  <a:pt x="385271" y="196954"/>
                </a:cubicBezTo>
                <a:cubicBezTo>
                  <a:pt x="385271" y="305728"/>
                  <a:pt x="299025" y="393908"/>
                  <a:pt x="192636" y="393908"/>
                </a:cubicBezTo>
                <a:cubicBezTo>
                  <a:pt x="86246" y="393908"/>
                  <a:pt x="0" y="305728"/>
                  <a:pt x="0" y="1969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434343"/>
            </a:solidFill>
            <a:round/>
          </a:ln>
        </p:spPr>
      </p:sp>
      <p:sp>
        <p:nvSpPr>
          <p:cNvPr id="211" name="Text 0">
            <a:extLst xmlns:a="http://schemas.openxmlformats.org/drawingml/2006/main">
              <a:ext uri="{FF2B5EF4-FFF2-40B4-BE49-F238E27FC236}">
                <a16:creationId xmlns:a16="http://schemas.microsoft.com/office/drawing/2014/main" id="{6DEA591E-52E9-4880-85D4-72FA770B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986" y="533528"/>
            <a:ext cx="75532" cy="118852"/>
          </a:xfrm>
          <a:custGeom xmlns:a="http://schemas.openxmlformats.org/drawingml/2006/main">
            <a:pathLst>
              <a:path w="75532" h="118852">
                <a:moveTo>
                  <a:pt x="37766" y="0"/>
                </a:moveTo>
                <a:cubicBezTo>
                  <a:pt x="49032" y="0"/>
                  <a:pt x="57839" y="4022"/>
                  <a:pt x="64186" y="12067"/>
                </a:cubicBezTo>
                <a:cubicBezTo>
                  <a:pt x="71750" y="21595"/>
                  <a:pt x="75532" y="37394"/>
                  <a:pt x="75532" y="59466"/>
                </a:cubicBezTo>
                <a:cubicBezTo>
                  <a:pt x="75532" y="81484"/>
                  <a:pt x="71724" y="97310"/>
                  <a:pt x="64107" y="106943"/>
                </a:cubicBezTo>
                <a:cubicBezTo>
                  <a:pt x="57813" y="114882"/>
                  <a:pt x="49032" y="118852"/>
                  <a:pt x="37766" y="118852"/>
                </a:cubicBezTo>
                <a:cubicBezTo>
                  <a:pt x="26447" y="118852"/>
                  <a:pt x="17323" y="114499"/>
                  <a:pt x="10394" y="105793"/>
                </a:cubicBezTo>
                <a:cubicBezTo>
                  <a:pt x="3465" y="97085"/>
                  <a:pt x="0" y="81563"/>
                  <a:pt x="0" y="59228"/>
                </a:cubicBezTo>
                <a:cubicBezTo>
                  <a:pt x="0" y="37315"/>
                  <a:pt x="3808" y="21542"/>
                  <a:pt x="11425" y="11908"/>
                </a:cubicBezTo>
                <a:cubicBezTo>
                  <a:pt x="17719" y="3969"/>
                  <a:pt x="26500" y="0"/>
                  <a:pt x="37766" y="0"/>
                </a:cubicBezTo>
                <a:moveTo>
                  <a:pt x="37766" y="18566"/>
                </a:moveTo>
                <a:cubicBezTo>
                  <a:pt x="35068" y="18566"/>
                  <a:pt x="32662" y="19424"/>
                  <a:pt x="30546" y="21142"/>
                </a:cubicBezTo>
                <a:cubicBezTo>
                  <a:pt x="28430" y="22859"/>
                  <a:pt x="26791" y="25937"/>
                  <a:pt x="25627" y="30375"/>
                </a:cubicBezTo>
                <a:cubicBezTo>
                  <a:pt x="24093" y="36135"/>
                  <a:pt x="23326" y="45832"/>
                  <a:pt x="23326" y="59466"/>
                </a:cubicBezTo>
                <a:cubicBezTo>
                  <a:pt x="23326" y="73099"/>
                  <a:pt x="24014" y="82465"/>
                  <a:pt x="25389" y="87564"/>
                </a:cubicBezTo>
                <a:cubicBezTo>
                  <a:pt x="26764" y="92664"/>
                  <a:pt x="28496" y="96059"/>
                  <a:pt x="30586" y="97750"/>
                </a:cubicBezTo>
                <a:cubicBezTo>
                  <a:pt x="32675" y="99441"/>
                  <a:pt x="35068" y="100286"/>
                  <a:pt x="37766" y="100286"/>
                </a:cubicBezTo>
                <a:cubicBezTo>
                  <a:pt x="40464" y="100286"/>
                  <a:pt x="42870" y="99427"/>
                  <a:pt x="44986" y="97710"/>
                </a:cubicBezTo>
                <a:cubicBezTo>
                  <a:pt x="47102" y="95993"/>
                  <a:pt x="48741" y="92915"/>
                  <a:pt x="49905" y="88477"/>
                </a:cubicBezTo>
                <a:cubicBezTo>
                  <a:pt x="51439" y="82769"/>
                  <a:pt x="52206" y="73099"/>
                  <a:pt x="52206" y="59466"/>
                </a:cubicBezTo>
                <a:cubicBezTo>
                  <a:pt x="52206" y="45832"/>
                  <a:pt x="51518" y="36466"/>
                  <a:pt x="50143" y="31367"/>
                </a:cubicBezTo>
                <a:cubicBezTo>
                  <a:pt x="48768" y="26267"/>
                  <a:pt x="47036" y="22859"/>
                  <a:pt x="44946" y="21142"/>
                </a:cubicBezTo>
                <a:cubicBezTo>
                  <a:pt x="42857" y="19424"/>
                  <a:pt x="40464" y="18566"/>
                  <a:pt x="37766" y="18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1D5F6-76CF-456E-84E3-FAC0957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91" y="1792899"/>
            <a:ext cx="385271" cy="393908"/>
          </a:xfrm>
          <a:custGeom xmlns:a="http://schemas.openxmlformats.org/drawingml/2006/main">
            <a:pathLst>
              <a:path w="385271" h="393908">
                <a:moveTo>
                  <a:pt x="0" y="196954"/>
                </a:moveTo>
                <a:lnTo>
                  <a:pt x="0" y="196954"/>
                </a:lnTo>
                <a:cubicBezTo>
                  <a:pt x="0" y="88179"/>
                  <a:pt x="86246" y="0"/>
                  <a:pt x="192636" y="0"/>
                </a:cubicBezTo>
                <a:cubicBezTo>
                  <a:pt x="243726" y="0"/>
                  <a:pt x="292723" y="20751"/>
                  <a:pt x="328850" y="57687"/>
                </a:cubicBezTo>
                <a:cubicBezTo>
                  <a:pt x="364976" y="94623"/>
                  <a:pt x="385271" y="144718"/>
                  <a:pt x="385271" y="196954"/>
                </a:cubicBezTo>
                <a:cubicBezTo>
                  <a:pt x="385271" y="305728"/>
                  <a:pt x="299025" y="393908"/>
                  <a:pt x="192636" y="393908"/>
                </a:cubicBezTo>
                <a:cubicBezTo>
                  <a:pt x="86246" y="393908"/>
                  <a:pt x="0" y="305728"/>
                  <a:pt x="0" y="196954"/>
                </a:cubicBez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BF6E8-C572-480D-8972-74B09D4F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91" y="1792899"/>
            <a:ext cx="385271" cy="393908"/>
          </a:xfrm>
          <a:custGeom xmlns:a="http://schemas.openxmlformats.org/drawingml/2006/main">
            <a:pathLst>
              <a:path w="385271" h="393908" fill="none">
                <a:moveTo>
                  <a:pt x="0" y="196954"/>
                </a:moveTo>
                <a:lnTo>
                  <a:pt x="0" y="196954"/>
                </a:lnTo>
                <a:cubicBezTo>
                  <a:pt x="0" y="88179"/>
                  <a:pt x="86246" y="0"/>
                  <a:pt x="192636" y="0"/>
                </a:cubicBezTo>
                <a:cubicBezTo>
                  <a:pt x="243726" y="0"/>
                  <a:pt x="292723" y="20751"/>
                  <a:pt x="328850" y="57687"/>
                </a:cubicBezTo>
                <a:cubicBezTo>
                  <a:pt x="364976" y="94623"/>
                  <a:pt x="385271" y="144718"/>
                  <a:pt x="385271" y="196954"/>
                </a:cubicBezTo>
                <a:cubicBezTo>
                  <a:pt x="385271" y="305728"/>
                  <a:pt x="299025" y="393908"/>
                  <a:pt x="192636" y="393908"/>
                </a:cubicBezTo>
                <a:cubicBezTo>
                  <a:pt x="86246" y="393908"/>
                  <a:pt x="0" y="305728"/>
                  <a:pt x="0" y="1969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434343"/>
            </a:solidFill>
            <a:round/>
          </a:ln>
        </p:spPr>
      </p:sp>
      <p:sp>
        <p:nvSpPr>
          <p:cNvPr id="214" name="Text 1">
            <a:extLst xmlns:a="http://schemas.openxmlformats.org/drawingml/2006/main">
              <a:ext uri="{FF2B5EF4-FFF2-40B4-BE49-F238E27FC236}">
                <a16:creationId xmlns:a16="http://schemas.microsoft.com/office/drawing/2014/main" id="{67E70EBD-BD6C-421A-BE9B-F94D8E16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016" y="1930037"/>
            <a:ext cx="51095" cy="116789"/>
          </a:xfrm>
          <a:custGeom xmlns:a="http://schemas.openxmlformats.org/drawingml/2006/main">
            <a:pathLst>
              <a:path w="51095" h="116789">
                <a:moveTo>
                  <a:pt x="51095" y="116789"/>
                </a:moveTo>
                <a:lnTo>
                  <a:pt x="28801" y="116789"/>
                </a:lnTo>
                <a:lnTo>
                  <a:pt x="28801" y="32859"/>
                </a:lnTo>
                <a:cubicBezTo>
                  <a:pt x="20655" y="40506"/>
                  <a:pt x="11055" y="46161"/>
                  <a:pt x="0" y="49826"/>
                </a:cubicBezTo>
                <a:lnTo>
                  <a:pt x="0" y="29515"/>
                </a:lnTo>
                <a:cubicBezTo>
                  <a:pt x="5818" y="27605"/>
                  <a:pt x="12139" y="23986"/>
                  <a:pt x="18962" y="18657"/>
                </a:cubicBezTo>
                <a:cubicBezTo>
                  <a:pt x="25786" y="13327"/>
                  <a:pt x="30467" y="7108"/>
                  <a:pt x="33006" y="0"/>
                </a:cubicBezTo>
                <a:lnTo>
                  <a:pt x="51095" y="0"/>
                </a:lnTo>
                <a:lnTo>
                  <a:pt x="51095" y="1167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FA454-C993-44DB-957A-4A11BEE9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04" y="2937458"/>
            <a:ext cx="385271" cy="393908"/>
          </a:xfrm>
          <a:custGeom xmlns:a="http://schemas.openxmlformats.org/drawingml/2006/main">
            <a:pathLst>
              <a:path w="385271" h="393908">
                <a:moveTo>
                  <a:pt x="0" y="196954"/>
                </a:moveTo>
                <a:lnTo>
                  <a:pt x="0" y="196954"/>
                </a:lnTo>
                <a:cubicBezTo>
                  <a:pt x="0" y="88179"/>
                  <a:pt x="86246" y="0"/>
                  <a:pt x="192636" y="0"/>
                </a:cubicBezTo>
                <a:cubicBezTo>
                  <a:pt x="243726" y="0"/>
                  <a:pt x="292724" y="20750"/>
                  <a:pt x="328850" y="57686"/>
                </a:cubicBezTo>
                <a:cubicBezTo>
                  <a:pt x="364976" y="94622"/>
                  <a:pt x="385271" y="144719"/>
                  <a:pt x="385271" y="196954"/>
                </a:cubicBezTo>
                <a:cubicBezTo>
                  <a:pt x="385271" y="305728"/>
                  <a:pt x="299025" y="393908"/>
                  <a:pt x="192636" y="393908"/>
                </a:cubicBezTo>
                <a:cubicBezTo>
                  <a:pt x="86246" y="393908"/>
                  <a:pt x="0" y="305728"/>
                  <a:pt x="0" y="196954"/>
                </a:cubicBez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8989D1-3CD6-4AA1-9080-741F7CE7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04" y="2937458"/>
            <a:ext cx="385271" cy="393908"/>
          </a:xfrm>
          <a:custGeom xmlns:a="http://schemas.openxmlformats.org/drawingml/2006/main">
            <a:pathLst>
              <a:path w="385271" h="393908" fill="none">
                <a:moveTo>
                  <a:pt x="0" y="196954"/>
                </a:moveTo>
                <a:lnTo>
                  <a:pt x="0" y="196954"/>
                </a:lnTo>
                <a:cubicBezTo>
                  <a:pt x="0" y="88179"/>
                  <a:pt x="86246" y="0"/>
                  <a:pt x="192636" y="0"/>
                </a:cubicBezTo>
                <a:cubicBezTo>
                  <a:pt x="243726" y="0"/>
                  <a:pt x="292724" y="20750"/>
                  <a:pt x="328850" y="57686"/>
                </a:cubicBezTo>
                <a:cubicBezTo>
                  <a:pt x="364976" y="94622"/>
                  <a:pt x="385271" y="144719"/>
                  <a:pt x="385271" y="196954"/>
                </a:cubicBezTo>
                <a:cubicBezTo>
                  <a:pt x="385271" y="305728"/>
                  <a:pt x="299025" y="393908"/>
                  <a:pt x="192636" y="393908"/>
                </a:cubicBezTo>
                <a:cubicBezTo>
                  <a:pt x="86246" y="393908"/>
                  <a:pt x="0" y="305728"/>
                  <a:pt x="0" y="1969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434343"/>
            </a:solidFill>
            <a:round/>
          </a:ln>
        </p:spPr>
      </p:sp>
      <p:sp>
        <p:nvSpPr>
          <p:cNvPr id="217" name="Text 2">
            <a:extLst xmlns:a="http://schemas.openxmlformats.org/drawingml/2006/main">
              <a:ext uri="{FF2B5EF4-FFF2-40B4-BE49-F238E27FC236}">
                <a16:creationId xmlns:a16="http://schemas.microsoft.com/office/drawing/2014/main" id="{436B5CFB-4C27-4E49-A229-9249E76C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23" y="3074596"/>
            <a:ext cx="78150" cy="116789"/>
          </a:xfrm>
          <a:custGeom xmlns:a="http://schemas.openxmlformats.org/drawingml/2006/main">
            <a:pathLst>
              <a:path w="78150" h="116789">
                <a:moveTo>
                  <a:pt x="78150" y="96002"/>
                </a:moveTo>
                <a:lnTo>
                  <a:pt x="78150" y="116789"/>
                </a:lnTo>
                <a:lnTo>
                  <a:pt x="0" y="116789"/>
                </a:lnTo>
                <a:cubicBezTo>
                  <a:pt x="846" y="108967"/>
                  <a:pt x="3385" y="101556"/>
                  <a:pt x="7617" y="94554"/>
                </a:cubicBezTo>
                <a:cubicBezTo>
                  <a:pt x="11848" y="87550"/>
                  <a:pt x="20205" y="78261"/>
                  <a:pt x="32688" y="66686"/>
                </a:cubicBezTo>
                <a:cubicBezTo>
                  <a:pt x="42738" y="57332"/>
                  <a:pt x="48900" y="50990"/>
                  <a:pt x="51174" y="47661"/>
                </a:cubicBezTo>
                <a:cubicBezTo>
                  <a:pt x="54242" y="43063"/>
                  <a:pt x="55776" y="38517"/>
                  <a:pt x="55776" y="34025"/>
                </a:cubicBezTo>
                <a:cubicBezTo>
                  <a:pt x="55776" y="29056"/>
                  <a:pt x="54441" y="25238"/>
                  <a:pt x="51770" y="22570"/>
                </a:cubicBezTo>
                <a:cubicBezTo>
                  <a:pt x="49098" y="19900"/>
                  <a:pt x="45409" y="18566"/>
                  <a:pt x="40702" y="18566"/>
                </a:cubicBezTo>
                <a:cubicBezTo>
                  <a:pt x="36047" y="18566"/>
                  <a:pt x="32344" y="19974"/>
                  <a:pt x="29594" y="22790"/>
                </a:cubicBezTo>
                <a:cubicBezTo>
                  <a:pt x="26843" y="25605"/>
                  <a:pt x="25257" y="30280"/>
                  <a:pt x="24834" y="36814"/>
                </a:cubicBezTo>
                <a:lnTo>
                  <a:pt x="2618" y="34582"/>
                </a:lnTo>
                <a:cubicBezTo>
                  <a:pt x="3941" y="22258"/>
                  <a:pt x="8093" y="13413"/>
                  <a:pt x="15075" y="8048"/>
                </a:cubicBezTo>
                <a:cubicBezTo>
                  <a:pt x="22057" y="2683"/>
                  <a:pt x="30784" y="0"/>
                  <a:pt x="41257" y="0"/>
                </a:cubicBezTo>
                <a:cubicBezTo>
                  <a:pt x="52735" y="0"/>
                  <a:pt x="61753" y="3092"/>
                  <a:pt x="68312" y="9275"/>
                </a:cubicBezTo>
                <a:cubicBezTo>
                  <a:pt x="74871" y="15459"/>
                  <a:pt x="78150" y="23148"/>
                  <a:pt x="78150" y="32344"/>
                </a:cubicBezTo>
                <a:cubicBezTo>
                  <a:pt x="78150" y="37577"/>
                  <a:pt x="77211" y="42559"/>
                  <a:pt x="75334" y="47289"/>
                </a:cubicBezTo>
                <a:cubicBezTo>
                  <a:pt x="73456" y="52018"/>
                  <a:pt x="70481" y="56972"/>
                  <a:pt x="66408" y="62151"/>
                </a:cubicBezTo>
                <a:cubicBezTo>
                  <a:pt x="63710" y="65587"/>
                  <a:pt x="58844" y="70529"/>
                  <a:pt x="51809" y="76977"/>
                </a:cubicBezTo>
                <a:cubicBezTo>
                  <a:pt x="44774" y="83424"/>
                  <a:pt x="40318" y="87704"/>
                  <a:pt x="38440" y="89818"/>
                </a:cubicBezTo>
                <a:cubicBezTo>
                  <a:pt x="36563" y="91932"/>
                  <a:pt x="35042" y="93993"/>
                  <a:pt x="33878" y="96002"/>
                </a:cubicBezTo>
                <a:lnTo>
                  <a:pt x="78150" y="96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2282F1-951C-409B-8B5C-80327485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738" y="2937458"/>
            <a:ext cx="385271" cy="393908"/>
          </a:xfrm>
          <a:custGeom xmlns:a="http://schemas.openxmlformats.org/drawingml/2006/main">
            <a:pathLst>
              <a:path w="385271" h="393908">
                <a:moveTo>
                  <a:pt x="0" y="196954"/>
                </a:moveTo>
                <a:lnTo>
                  <a:pt x="0" y="196954"/>
                </a:lnTo>
                <a:cubicBezTo>
                  <a:pt x="0" y="88179"/>
                  <a:pt x="86246" y="0"/>
                  <a:pt x="192636" y="0"/>
                </a:cubicBezTo>
                <a:cubicBezTo>
                  <a:pt x="243726" y="0"/>
                  <a:pt x="292723" y="20750"/>
                  <a:pt x="328850" y="57686"/>
                </a:cubicBezTo>
                <a:cubicBezTo>
                  <a:pt x="364976" y="94622"/>
                  <a:pt x="385271" y="144719"/>
                  <a:pt x="385271" y="196954"/>
                </a:cubicBezTo>
                <a:cubicBezTo>
                  <a:pt x="385271" y="305728"/>
                  <a:pt x="299026" y="393908"/>
                  <a:pt x="192636" y="393908"/>
                </a:cubicBezTo>
                <a:cubicBezTo>
                  <a:pt x="86246" y="393908"/>
                  <a:pt x="0" y="305728"/>
                  <a:pt x="0" y="196954"/>
                </a:cubicBez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BCFF8-10D0-44EF-AF01-141E0154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738" y="2937458"/>
            <a:ext cx="385271" cy="393908"/>
          </a:xfrm>
          <a:custGeom xmlns:a="http://schemas.openxmlformats.org/drawingml/2006/main">
            <a:pathLst>
              <a:path w="385271" h="393908" fill="none">
                <a:moveTo>
                  <a:pt x="0" y="196954"/>
                </a:moveTo>
                <a:lnTo>
                  <a:pt x="0" y="196954"/>
                </a:lnTo>
                <a:cubicBezTo>
                  <a:pt x="0" y="88179"/>
                  <a:pt x="86246" y="0"/>
                  <a:pt x="192636" y="0"/>
                </a:cubicBezTo>
                <a:cubicBezTo>
                  <a:pt x="243726" y="0"/>
                  <a:pt x="292723" y="20750"/>
                  <a:pt x="328850" y="57686"/>
                </a:cubicBezTo>
                <a:cubicBezTo>
                  <a:pt x="364976" y="94622"/>
                  <a:pt x="385271" y="144719"/>
                  <a:pt x="385271" y="196954"/>
                </a:cubicBezTo>
                <a:cubicBezTo>
                  <a:pt x="385271" y="305728"/>
                  <a:pt x="299026" y="393908"/>
                  <a:pt x="192636" y="393908"/>
                </a:cubicBezTo>
                <a:cubicBezTo>
                  <a:pt x="86246" y="393908"/>
                  <a:pt x="0" y="305728"/>
                  <a:pt x="0" y="19695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434343"/>
            </a:solidFill>
            <a:round/>
          </a:ln>
        </p:spPr>
      </p:sp>
      <p:sp>
        <p:nvSpPr>
          <p:cNvPr id="220" name="Text 3">
            <a:extLst xmlns:a="http://schemas.openxmlformats.org/drawingml/2006/main">
              <a:ext uri="{FF2B5EF4-FFF2-40B4-BE49-F238E27FC236}">
                <a16:creationId xmlns:a16="http://schemas.microsoft.com/office/drawing/2014/main" id="{F96D0059-4821-4341-9E83-C1B8BC3E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819" y="3074596"/>
            <a:ext cx="77277" cy="118852"/>
          </a:xfrm>
          <a:custGeom xmlns:a="http://schemas.openxmlformats.org/drawingml/2006/main">
            <a:pathLst>
              <a:path w="77277" h="118852">
                <a:moveTo>
                  <a:pt x="0" y="85926"/>
                </a:moveTo>
                <a:lnTo>
                  <a:pt x="21581" y="83307"/>
                </a:lnTo>
                <a:cubicBezTo>
                  <a:pt x="22268" y="88808"/>
                  <a:pt x="24119" y="93013"/>
                  <a:pt x="27134" y="95922"/>
                </a:cubicBezTo>
                <a:cubicBezTo>
                  <a:pt x="30149" y="98832"/>
                  <a:pt x="33799" y="100286"/>
                  <a:pt x="38083" y="100286"/>
                </a:cubicBezTo>
                <a:cubicBezTo>
                  <a:pt x="42685" y="100286"/>
                  <a:pt x="46560" y="98541"/>
                  <a:pt x="49707" y="95050"/>
                </a:cubicBezTo>
                <a:cubicBezTo>
                  <a:pt x="52854" y="91559"/>
                  <a:pt x="54427" y="86851"/>
                  <a:pt x="54427" y="80927"/>
                </a:cubicBezTo>
                <a:cubicBezTo>
                  <a:pt x="54427" y="75320"/>
                  <a:pt x="52920" y="70877"/>
                  <a:pt x="49905" y="67598"/>
                </a:cubicBezTo>
                <a:cubicBezTo>
                  <a:pt x="46890" y="64319"/>
                  <a:pt x="43214" y="62679"/>
                  <a:pt x="38877" y="62679"/>
                </a:cubicBezTo>
                <a:cubicBezTo>
                  <a:pt x="36020" y="62679"/>
                  <a:pt x="32609" y="63234"/>
                  <a:pt x="28642" y="64345"/>
                </a:cubicBezTo>
                <a:lnTo>
                  <a:pt x="31101" y="46335"/>
                </a:lnTo>
                <a:cubicBezTo>
                  <a:pt x="37131" y="46493"/>
                  <a:pt x="41733" y="45188"/>
                  <a:pt x="44907" y="42420"/>
                </a:cubicBezTo>
                <a:cubicBezTo>
                  <a:pt x="48080" y="39649"/>
                  <a:pt x="49667" y="35970"/>
                  <a:pt x="49667" y="31382"/>
                </a:cubicBezTo>
                <a:cubicBezTo>
                  <a:pt x="49667" y="27479"/>
                  <a:pt x="48503" y="24367"/>
                  <a:pt x="46176" y="22047"/>
                </a:cubicBezTo>
                <a:cubicBezTo>
                  <a:pt x="43849" y="19726"/>
                  <a:pt x="40754" y="18566"/>
                  <a:pt x="36893" y="18566"/>
                </a:cubicBezTo>
                <a:cubicBezTo>
                  <a:pt x="33085" y="18566"/>
                  <a:pt x="29832" y="19888"/>
                  <a:pt x="27134" y="22533"/>
                </a:cubicBezTo>
                <a:cubicBezTo>
                  <a:pt x="24437" y="25177"/>
                  <a:pt x="22797" y="29039"/>
                  <a:pt x="22215" y="34116"/>
                </a:cubicBezTo>
                <a:lnTo>
                  <a:pt x="1666" y="30625"/>
                </a:lnTo>
                <a:cubicBezTo>
                  <a:pt x="3094" y="23536"/>
                  <a:pt x="5250" y="17872"/>
                  <a:pt x="8132" y="13634"/>
                </a:cubicBezTo>
                <a:cubicBezTo>
                  <a:pt x="11015" y="9396"/>
                  <a:pt x="15035" y="6065"/>
                  <a:pt x="20192" y="3640"/>
                </a:cubicBezTo>
                <a:cubicBezTo>
                  <a:pt x="25349" y="1213"/>
                  <a:pt x="31128" y="0"/>
                  <a:pt x="37528" y="0"/>
                </a:cubicBezTo>
                <a:cubicBezTo>
                  <a:pt x="48477" y="0"/>
                  <a:pt x="57257" y="3496"/>
                  <a:pt x="63869" y="10488"/>
                </a:cubicBezTo>
                <a:cubicBezTo>
                  <a:pt x="69317" y="16210"/>
                  <a:pt x="72041" y="22673"/>
                  <a:pt x="72041" y="29877"/>
                </a:cubicBezTo>
                <a:cubicBezTo>
                  <a:pt x="72041" y="40100"/>
                  <a:pt x="66461" y="48258"/>
                  <a:pt x="55300" y="54351"/>
                </a:cubicBezTo>
                <a:cubicBezTo>
                  <a:pt x="61965" y="55779"/>
                  <a:pt x="67294" y="58979"/>
                  <a:pt x="71287" y="63951"/>
                </a:cubicBezTo>
                <a:cubicBezTo>
                  <a:pt x="75281" y="68923"/>
                  <a:pt x="77277" y="74926"/>
                  <a:pt x="77277" y="81961"/>
                </a:cubicBezTo>
                <a:cubicBezTo>
                  <a:pt x="77277" y="92168"/>
                  <a:pt x="73548" y="100868"/>
                  <a:pt x="66090" y="108061"/>
                </a:cubicBezTo>
                <a:cubicBezTo>
                  <a:pt x="58632" y="115255"/>
                  <a:pt x="49350" y="118852"/>
                  <a:pt x="38242" y="118852"/>
                </a:cubicBezTo>
                <a:cubicBezTo>
                  <a:pt x="27716" y="118852"/>
                  <a:pt x="18989" y="115816"/>
                  <a:pt x="12060" y="109745"/>
                </a:cubicBezTo>
                <a:cubicBezTo>
                  <a:pt x="5131" y="103674"/>
                  <a:pt x="1111" y="95734"/>
                  <a:pt x="0" y="859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B5702-DF5C-4D65-AFEB-B7A3B3AD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261" y="1727927"/>
            <a:ext cx="1730123" cy="369198"/>
          </a:xfrm>
          <a:custGeom xmlns:a="http://schemas.openxmlformats.org/drawingml/2006/main">
            <a:pathLst>
              <a:path w="1730123" h="369198">
                <a:moveTo>
                  <a:pt x="0" y="0"/>
                </a:moveTo>
                <a:lnTo>
                  <a:pt x="1730123" y="0"/>
                </a:lnTo>
                <a:lnTo>
                  <a:pt x="1730123" y="369198"/>
                </a:lnTo>
                <a:lnTo>
                  <a:pt x="0" y="3691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&lt;req,resp&gt;pairs">
            <a:extLst xmlns:a="http://schemas.openxmlformats.org/drawingml/2006/main">
              <a:ext uri="{FF2B5EF4-FFF2-40B4-BE49-F238E27FC236}">
                <a16:creationId xmlns:a16="http://schemas.microsoft.com/office/drawing/2014/main" id="{6BB2B957-8A13-431F-A71F-29E98CAC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112" y="1841113"/>
            <a:ext cx="1454435" cy="166912"/>
          </a:xfrm>
          <a:custGeom xmlns:a="http://schemas.openxmlformats.org/drawingml/2006/main">
            <a:pathLst>
              <a:path w="1454435" h="166912">
                <a:moveTo>
                  <a:pt x="89704" y="115857"/>
                </a:moveTo>
                <a:lnTo>
                  <a:pt x="0" y="76851"/>
                </a:lnTo>
                <a:lnTo>
                  <a:pt x="0" y="55251"/>
                </a:lnTo>
                <a:lnTo>
                  <a:pt x="89704" y="16423"/>
                </a:lnTo>
                <a:lnTo>
                  <a:pt x="89704" y="41951"/>
                </a:lnTo>
                <a:lnTo>
                  <a:pt x="27134" y="65786"/>
                </a:lnTo>
                <a:lnTo>
                  <a:pt x="89704" y="90507"/>
                </a:lnTo>
                <a:lnTo>
                  <a:pt x="89704" y="115857"/>
                </a:lnTo>
                <a:close/>
                <a:moveTo>
                  <a:pt x="135224" y="130852"/>
                </a:moveTo>
                <a:lnTo>
                  <a:pt x="110143" y="130852"/>
                </a:lnTo>
                <a:lnTo>
                  <a:pt x="110143" y="36060"/>
                </a:lnTo>
                <a:lnTo>
                  <a:pt x="133439" y="36060"/>
                </a:lnTo>
                <a:lnTo>
                  <a:pt x="133439" y="49538"/>
                </a:lnTo>
                <a:cubicBezTo>
                  <a:pt x="137426" y="43171"/>
                  <a:pt x="141011" y="38976"/>
                  <a:pt x="144195" y="36953"/>
                </a:cubicBezTo>
                <a:cubicBezTo>
                  <a:pt x="147378" y="34930"/>
                  <a:pt x="150993" y="33918"/>
                  <a:pt x="155039" y="33918"/>
                </a:cubicBezTo>
                <a:cubicBezTo>
                  <a:pt x="160752" y="33918"/>
                  <a:pt x="166256" y="35495"/>
                  <a:pt x="171552" y="38649"/>
                </a:cubicBezTo>
                <a:lnTo>
                  <a:pt x="163787" y="60517"/>
                </a:lnTo>
                <a:cubicBezTo>
                  <a:pt x="159562" y="57780"/>
                  <a:pt x="155635" y="56411"/>
                  <a:pt x="152005" y="56411"/>
                </a:cubicBezTo>
                <a:cubicBezTo>
                  <a:pt x="148494" y="56411"/>
                  <a:pt x="145519" y="57378"/>
                  <a:pt x="143079" y="59312"/>
                </a:cubicBezTo>
                <a:cubicBezTo>
                  <a:pt x="140639" y="61246"/>
                  <a:pt x="138720" y="64742"/>
                  <a:pt x="137322" y="69800"/>
                </a:cubicBezTo>
                <a:cubicBezTo>
                  <a:pt x="135923" y="74858"/>
                  <a:pt x="135224" y="85449"/>
                  <a:pt x="135224" y="101575"/>
                </a:cubicBezTo>
                <a:lnTo>
                  <a:pt x="135224" y="130852"/>
                </a:lnTo>
                <a:close/>
                <a:moveTo>
                  <a:pt x="237217" y="100683"/>
                </a:moveTo>
                <a:lnTo>
                  <a:pt x="262209" y="104967"/>
                </a:lnTo>
                <a:cubicBezTo>
                  <a:pt x="258996" y="114101"/>
                  <a:pt x="253923" y="121056"/>
                  <a:pt x="246990" y="125831"/>
                </a:cubicBezTo>
                <a:cubicBezTo>
                  <a:pt x="240058" y="130606"/>
                  <a:pt x="231385" y="132994"/>
                  <a:pt x="220972" y="132994"/>
                </a:cubicBezTo>
                <a:cubicBezTo>
                  <a:pt x="204489" y="132994"/>
                  <a:pt x="192290" y="127609"/>
                  <a:pt x="184376" y="116838"/>
                </a:cubicBezTo>
                <a:cubicBezTo>
                  <a:pt x="178128" y="108210"/>
                  <a:pt x="175004" y="97321"/>
                  <a:pt x="175004" y="84170"/>
                </a:cubicBezTo>
                <a:cubicBezTo>
                  <a:pt x="175004" y="68461"/>
                  <a:pt x="179110" y="56158"/>
                  <a:pt x="187321" y="47262"/>
                </a:cubicBezTo>
                <a:cubicBezTo>
                  <a:pt x="195533" y="38366"/>
                  <a:pt x="205917" y="33918"/>
                  <a:pt x="218472" y="33918"/>
                </a:cubicBezTo>
                <a:cubicBezTo>
                  <a:pt x="232575" y="33918"/>
                  <a:pt x="243703" y="38574"/>
                  <a:pt x="251855" y="47887"/>
                </a:cubicBezTo>
                <a:cubicBezTo>
                  <a:pt x="260007" y="57199"/>
                  <a:pt x="263905" y="71466"/>
                  <a:pt x="263548" y="90686"/>
                </a:cubicBezTo>
                <a:lnTo>
                  <a:pt x="200710" y="90686"/>
                </a:lnTo>
                <a:cubicBezTo>
                  <a:pt x="200889" y="98124"/>
                  <a:pt x="202912" y="103911"/>
                  <a:pt x="206780" y="108047"/>
                </a:cubicBezTo>
                <a:cubicBezTo>
                  <a:pt x="210648" y="112182"/>
                  <a:pt x="215467" y="114250"/>
                  <a:pt x="221239" y="114250"/>
                </a:cubicBezTo>
                <a:cubicBezTo>
                  <a:pt x="225167" y="114250"/>
                  <a:pt x="228469" y="113179"/>
                  <a:pt x="231147" y="111037"/>
                </a:cubicBezTo>
                <a:cubicBezTo>
                  <a:pt x="233825" y="108895"/>
                  <a:pt x="235848" y="105443"/>
                  <a:pt x="237217" y="100683"/>
                </a:cubicBezTo>
                <a:moveTo>
                  <a:pt x="238645" y="75334"/>
                </a:moveTo>
                <a:cubicBezTo>
                  <a:pt x="238466" y="68104"/>
                  <a:pt x="236592" y="62607"/>
                  <a:pt x="233021" y="58843"/>
                </a:cubicBezTo>
                <a:cubicBezTo>
                  <a:pt x="229451" y="55080"/>
                  <a:pt x="225107" y="53198"/>
                  <a:pt x="219990" y="53198"/>
                </a:cubicBezTo>
                <a:cubicBezTo>
                  <a:pt x="214515" y="53198"/>
                  <a:pt x="209993" y="55183"/>
                  <a:pt x="206423" y="59153"/>
                </a:cubicBezTo>
                <a:cubicBezTo>
                  <a:pt x="202852" y="63125"/>
                  <a:pt x="201097" y="68518"/>
                  <a:pt x="201156" y="75334"/>
                </a:cubicBezTo>
                <a:lnTo>
                  <a:pt x="238645" y="75334"/>
                </a:lnTo>
                <a:close/>
                <a:moveTo>
                  <a:pt x="345905" y="166912"/>
                </a:moveTo>
                <a:lnTo>
                  <a:pt x="345905" y="119248"/>
                </a:lnTo>
                <a:cubicBezTo>
                  <a:pt x="342632" y="123473"/>
                  <a:pt x="338556" y="126820"/>
                  <a:pt x="333677" y="129290"/>
                </a:cubicBezTo>
                <a:cubicBezTo>
                  <a:pt x="328797" y="131759"/>
                  <a:pt x="323531" y="132994"/>
                  <a:pt x="317878" y="132994"/>
                </a:cubicBezTo>
                <a:cubicBezTo>
                  <a:pt x="307108" y="132994"/>
                  <a:pt x="298241" y="128948"/>
                  <a:pt x="291279" y="120855"/>
                </a:cubicBezTo>
                <a:cubicBezTo>
                  <a:pt x="283067" y="111394"/>
                  <a:pt x="278962" y="98570"/>
                  <a:pt x="278962" y="82385"/>
                </a:cubicBezTo>
                <a:cubicBezTo>
                  <a:pt x="278962" y="67152"/>
                  <a:pt x="282815" y="55265"/>
                  <a:pt x="290520" y="46726"/>
                </a:cubicBezTo>
                <a:cubicBezTo>
                  <a:pt x="298226" y="38187"/>
                  <a:pt x="307792" y="33918"/>
                  <a:pt x="319217" y="33918"/>
                </a:cubicBezTo>
                <a:cubicBezTo>
                  <a:pt x="325524" y="33918"/>
                  <a:pt x="330984" y="35257"/>
                  <a:pt x="335596" y="37935"/>
                </a:cubicBezTo>
                <a:cubicBezTo>
                  <a:pt x="340207" y="40612"/>
                  <a:pt x="344298" y="44659"/>
                  <a:pt x="347869" y="50074"/>
                </a:cubicBezTo>
                <a:lnTo>
                  <a:pt x="347869" y="36060"/>
                </a:lnTo>
                <a:lnTo>
                  <a:pt x="370986" y="36060"/>
                </a:lnTo>
                <a:lnTo>
                  <a:pt x="370986" y="166912"/>
                </a:lnTo>
                <a:lnTo>
                  <a:pt x="345905" y="166912"/>
                </a:lnTo>
                <a:moveTo>
                  <a:pt x="346708" y="82296"/>
                </a:moveTo>
                <a:cubicBezTo>
                  <a:pt x="346708" y="72596"/>
                  <a:pt x="344730" y="65381"/>
                  <a:pt x="340773" y="60651"/>
                </a:cubicBezTo>
                <a:cubicBezTo>
                  <a:pt x="336816" y="55920"/>
                  <a:pt x="331862" y="53555"/>
                  <a:pt x="325911" y="53555"/>
                </a:cubicBezTo>
                <a:cubicBezTo>
                  <a:pt x="319842" y="53555"/>
                  <a:pt x="314769" y="55965"/>
                  <a:pt x="310693" y="60785"/>
                </a:cubicBezTo>
                <a:cubicBezTo>
                  <a:pt x="306617" y="65604"/>
                  <a:pt x="304579" y="73251"/>
                  <a:pt x="304579" y="83724"/>
                </a:cubicBezTo>
                <a:cubicBezTo>
                  <a:pt x="304579" y="94137"/>
                  <a:pt x="306542" y="101650"/>
                  <a:pt x="310470" y="106261"/>
                </a:cubicBezTo>
                <a:cubicBezTo>
                  <a:pt x="314397" y="110873"/>
                  <a:pt x="319247" y="113179"/>
                  <a:pt x="325019" y="113179"/>
                </a:cubicBezTo>
                <a:cubicBezTo>
                  <a:pt x="330791" y="113179"/>
                  <a:pt x="335849" y="110590"/>
                  <a:pt x="340192" y="105413"/>
                </a:cubicBezTo>
                <a:cubicBezTo>
                  <a:pt x="344536" y="100237"/>
                  <a:pt x="346708" y="92531"/>
                  <a:pt x="346708" y="82296"/>
                </a:cubicBezTo>
                <a:close/>
                <a:moveTo>
                  <a:pt x="394843" y="105681"/>
                </a:moveTo>
                <a:lnTo>
                  <a:pt x="419925" y="105681"/>
                </a:lnTo>
                <a:lnTo>
                  <a:pt x="419925" y="123681"/>
                </a:lnTo>
                <a:cubicBezTo>
                  <a:pt x="419925" y="130964"/>
                  <a:pt x="419300" y="136710"/>
                  <a:pt x="418050" y="140919"/>
                </a:cubicBezTo>
                <a:cubicBezTo>
                  <a:pt x="416801" y="145129"/>
                  <a:pt x="414435" y="148905"/>
                  <a:pt x="410954" y="152249"/>
                </a:cubicBezTo>
                <a:cubicBezTo>
                  <a:pt x="407473" y="155592"/>
                  <a:pt x="403055" y="158219"/>
                  <a:pt x="397699" y="160129"/>
                </a:cubicBezTo>
                <a:lnTo>
                  <a:pt x="392790" y="149775"/>
                </a:lnTo>
                <a:cubicBezTo>
                  <a:pt x="397848" y="148101"/>
                  <a:pt x="401448" y="145799"/>
                  <a:pt x="403590" y="142868"/>
                </a:cubicBezTo>
                <a:cubicBezTo>
                  <a:pt x="405733" y="139940"/>
                  <a:pt x="406863" y="135934"/>
                  <a:pt x="406982" y="130852"/>
                </a:cubicBezTo>
                <a:lnTo>
                  <a:pt x="394843" y="130852"/>
                </a:lnTo>
                <a:lnTo>
                  <a:pt x="394843" y="105681"/>
                </a:lnTo>
                <a:close/>
                <a:moveTo>
                  <a:pt x="520750" y="130852"/>
                </a:moveTo>
                <a:lnTo>
                  <a:pt x="495668" y="130852"/>
                </a:lnTo>
                <a:lnTo>
                  <a:pt x="495668" y="36060"/>
                </a:lnTo>
                <a:lnTo>
                  <a:pt x="518964" y="36060"/>
                </a:lnTo>
                <a:lnTo>
                  <a:pt x="518964" y="49538"/>
                </a:lnTo>
                <a:cubicBezTo>
                  <a:pt x="522951" y="43171"/>
                  <a:pt x="526536" y="38976"/>
                  <a:pt x="529720" y="36953"/>
                </a:cubicBezTo>
                <a:cubicBezTo>
                  <a:pt x="532903" y="34930"/>
                  <a:pt x="536518" y="33918"/>
                  <a:pt x="540565" y="33918"/>
                </a:cubicBezTo>
                <a:cubicBezTo>
                  <a:pt x="546277" y="33918"/>
                  <a:pt x="551782" y="35495"/>
                  <a:pt x="557077" y="38649"/>
                </a:cubicBezTo>
                <a:lnTo>
                  <a:pt x="549312" y="60517"/>
                </a:lnTo>
                <a:cubicBezTo>
                  <a:pt x="545087" y="57780"/>
                  <a:pt x="541160" y="56411"/>
                  <a:pt x="537530" y="56411"/>
                </a:cubicBezTo>
                <a:cubicBezTo>
                  <a:pt x="534019" y="56411"/>
                  <a:pt x="531044" y="57378"/>
                  <a:pt x="528604" y="59312"/>
                </a:cubicBezTo>
                <a:cubicBezTo>
                  <a:pt x="526165" y="61246"/>
                  <a:pt x="524245" y="64742"/>
                  <a:pt x="522847" y="69800"/>
                </a:cubicBezTo>
                <a:cubicBezTo>
                  <a:pt x="521449" y="74858"/>
                  <a:pt x="520750" y="85449"/>
                  <a:pt x="520750" y="101575"/>
                </a:cubicBezTo>
                <a:lnTo>
                  <a:pt x="520750" y="130852"/>
                </a:lnTo>
                <a:close/>
                <a:moveTo>
                  <a:pt x="622742" y="100683"/>
                </a:moveTo>
                <a:lnTo>
                  <a:pt x="647734" y="104967"/>
                </a:lnTo>
                <a:cubicBezTo>
                  <a:pt x="644521" y="114101"/>
                  <a:pt x="639448" y="121056"/>
                  <a:pt x="632516" y="125831"/>
                </a:cubicBezTo>
                <a:cubicBezTo>
                  <a:pt x="625583" y="130606"/>
                  <a:pt x="616910" y="132994"/>
                  <a:pt x="606497" y="132994"/>
                </a:cubicBezTo>
                <a:cubicBezTo>
                  <a:pt x="590014" y="132994"/>
                  <a:pt x="577815" y="127609"/>
                  <a:pt x="569901" y="116838"/>
                </a:cubicBezTo>
                <a:cubicBezTo>
                  <a:pt x="563653" y="108210"/>
                  <a:pt x="560529" y="97321"/>
                  <a:pt x="560529" y="84170"/>
                </a:cubicBezTo>
                <a:cubicBezTo>
                  <a:pt x="560529" y="68461"/>
                  <a:pt x="564635" y="56158"/>
                  <a:pt x="572847" y="47262"/>
                </a:cubicBezTo>
                <a:cubicBezTo>
                  <a:pt x="581059" y="38366"/>
                  <a:pt x="591442" y="33918"/>
                  <a:pt x="603998" y="33918"/>
                </a:cubicBezTo>
                <a:cubicBezTo>
                  <a:pt x="618101" y="33918"/>
                  <a:pt x="629228" y="38574"/>
                  <a:pt x="637380" y="47887"/>
                </a:cubicBezTo>
                <a:cubicBezTo>
                  <a:pt x="645532" y="57199"/>
                  <a:pt x="649430" y="71466"/>
                  <a:pt x="649073" y="90686"/>
                </a:cubicBezTo>
                <a:lnTo>
                  <a:pt x="586235" y="90686"/>
                </a:lnTo>
                <a:cubicBezTo>
                  <a:pt x="586414" y="98124"/>
                  <a:pt x="588437" y="103911"/>
                  <a:pt x="592305" y="108047"/>
                </a:cubicBezTo>
                <a:cubicBezTo>
                  <a:pt x="596173" y="112182"/>
                  <a:pt x="600993" y="114250"/>
                  <a:pt x="606765" y="114250"/>
                </a:cubicBezTo>
                <a:cubicBezTo>
                  <a:pt x="610692" y="114250"/>
                  <a:pt x="613995" y="113179"/>
                  <a:pt x="616672" y="111037"/>
                </a:cubicBezTo>
                <a:cubicBezTo>
                  <a:pt x="619350" y="108895"/>
                  <a:pt x="621373" y="105443"/>
                  <a:pt x="622742" y="100683"/>
                </a:cubicBezTo>
                <a:moveTo>
                  <a:pt x="624170" y="75334"/>
                </a:moveTo>
                <a:cubicBezTo>
                  <a:pt x="623992" y="68104"/>
                  <a:pt x="622117" y="62607"/>
                  <a:pt x="618547" y="58843"/>
                </a:cubicBezTo>
                <a:cubicBezTo>
                  <a:pt x="614976" y="55080"/>
                  <a:pt x="610633" y="53198"/>
                  <a:pt x="605515" y="53198"/>
                </a:cubicBezTo>
                <a:cubicBezTo>
                  <a:pt x="600041" y="53198"/>
                  <a:pt x="595518" y="55183"/>
                  <a:pt x="591948" y="59153"/>
                </a:cubicBezTo>
                <a:cubicBezTo>
                  <a:pt x="588378" y="63125"/>
                  <a:pt x="586622" y="68518"/>
                  <a:pt x="586682" y="75334"/>
                </a:cubicBezTo>
                <a:lnTo>
                  <a:pt x="624170" y="75334"/>
                </a:lnTo>
                <a:close/>
                <a:moveTo>
                  <a:pt x="660649" y="103896"/>
                </a:moveTo>
                <a:lnTo>
                  <a:pt x="685819" y="99969"/>
                </a:lnTo>
                <a:cubicBezTo>
                  <a:pt x="686890" y="104818"/>
                  <a:pt x="689062" y="108500"/>
                  <a:pt x="692335" y="111014"/>
                </a:cubicBezTo>
                <a:cubicBezTo>
                  <a:pt x="695608" y="113528"/>
                  <a:pt x="700190" y="114786"/>
                  <a:pt x="706081" y="114786"/>
                </a:cubicBezTo>
                <a:cubicBezTo>
                  <a:pt x="712567" y="114786"/>
                  <a:pt x="717446" y="113597"/>
                  <a:pt x="720719" y="111221"/>
                </a:cubicBezTo>
                <a:cubicBezTo>
                  <a:pt x="722921" y="109557"/>
                  <a:pt x="724022" y="107328"/>
                  <a:pt x="724022" y="104535"/>
                </a:cubicBezTo>
                <a:cubicBezTo>
                  <a:pt x="724022" y="102633"/>
                  <a:pt x="723427" y="101058"/>
                  <a:pt x="722236" y="99810"/>
                </a:cubicBezTo>
                <a:cubicBezTo>
                  <a:pt x="720987" y="98622"/>
                  <a:pt x="718190" y="97523"/>
                  <a:pt x="713846" y="96513"/>
                </a:cubicBezTo>
                <a:cubicBezTo>
                  <a:pt x="693614" y="92057"/>
                  <a:pt x="680791" y="87987"/>
                  <a:pt x="675376" y="84301"/>
                </a:cubicBezTo>
                <a:cubicBezTo>
                  <a:pt x="667878" y="79187"/>
                  <a:pt x="664130" y="72083"/>
                  <a:pt x="664130" y="62988"/>
                </a:cubicBezTo>
                <a:cubicBezTo>
                  <a:pt x="664130" y="54784"/>
                  <a:pt x="667373" y="47888"/>
                  <a:pt x="673859" y="42300"/>
                </a:cubicBezTo>
                <a:cubicBezTo>
                  <a:pt x="680345" y="36712"/>
                  <a:pt x="690401" y="33918"/>
                  <a:pt x="704028" y="33918"/>
                </a:cubicBezTo>
                <a:cubicBezTo>
                  <a:pt x="717000" y="33918"/>
                  <a:pt x="726640" y="36023"/>
                  <a:pt x="732947" y="40233"/>
                </a:cubicBezTo>
                <a:cubicBezTo>
                  <a:pt x="739255" y="44443"/>
                  <a:pt x="743599" y="50669"/>
                  <a:pt x="745979" y="58910"/>
                </a:cubicBezTo>
                <a:lnTo>
                  <a:pt x="722326" y="63373"/>
                </a:lnTo>
                <a:cubicBezTo>
                  <a:pt x="721314" y="59684"/>
                  <a:pt x="719395" y="56857"/>
                  <a:pt x="716569" y="54894"/>
                </a:cubicBezTo>
                <a:cubicBezTo>
                  <a:pt x="713742" y="52930"/>
                  <a:pt x="709711" y="51948"/>
                  <a:pt x="704474" y="51948"/>
                </a:cubicBezTo>
                <a:cubicBezTo>
                  <a:pt x="697869" y="51948"/>
                  <a:pt x="693138" y="52869"/>
                  <a:pt x="690282" y="54712"/>
                </a:cubicBezTo>
                <a:cubicBezTo>
                  <a:pt x="688378" y="56018"/>
                  <a:pt x="687426" y="57711"/>
                  <a:pt x="687426" y="59792"/>
                </a:cubicBezTo>
                <a:cubicBezTo>
                  <a:pt x="687426" y="61573"/>
                  <a:pt x="688259" y="63088"/>
                  <a:pt x="689925" y="64335"/>
                </a:cubicBezTo>
                <a:cubicBezTo>
                  <a:pt x="692186" y="66000"/>
                  <a:pt x="699996" y="68347"/>
                  <a:pt x="713355" y="71378"/>
                </a:cubicBezTo>
                <a:cubicBezTo>
                  <a:pt x="726714" y="74409"/>
                  <a:pt x="736042" y="78128"/>
                  <a:pt x="741338" y="82533"/>
                </a:cubicBezTo>
                <a:cubicBezTo>
                  <a:pt x="746574" y="86999"/>
                  <a:pt x="749192" y="93221"/>
                  <a:pt x="749192" y="101199"/>
                </a:cubicBezTo>
                <a:cubicBezTo>
                  <a:pt x="749192" y="109892"/>
                  <a:pt x="745562" y="117365"/>
                  <a:pt x="738303" y="123616"/>
                </a:cubicBezTo>
                <a:cubicBezTo>
                  <a:pt x="731043" y="129868"/>
                  <a:pt x="720303" y="132994"/>
                  <a:pt x="706081" y="132994"/>
                </a:cubicBezTo>
                <a:cubicBezTo>
                  <a:pt x="693168" y="132994"/>
                  <a:pt x="682948" y="130384"/>
                  <a:pt x="675421" y="125165"/>
                </a:cubicBezTo>
                <a:cubicBezTo>
                  <a:pt x="667893" y="119943"/>
                  <a:pt x="662969" y="112853"/>
                  <a:pt x="660649" y="103896"/>
                </a:cubicBezTo>
                <a:close/>
                <a:moveTo>
                  <a:pt x="770408" y="36060"/>
                </a:moveTo>
                <a:lnTo>
                  <a:pt x="793793" y="36060"/>
                </a:lnTo>
                <a:lnTo>
                  <a:pt x="793793" y="49984"/>
                </a:lnTo>
                <a:cubicBezTo>
                  <a:pt x="796828" y="45224"/>
                  <a:pt x="800934" y="41356"/>
                  <a:pt x="806111" y="38381"/>
                </a:cubicBezTo>
                <a:cubicBezTo>
                  <a:pt x="811288" y="35406"/>
                  <a:pt x="817030" y="33918"/>
                  <a:pt x="823338" y="33918"/>
                </a:cubicBezTo>
                <a:cubicBezTo>
                  <a:pt x="834346" y="33918"/>
                  <a:pt x="843688" y="38232"/>
                  <a:pt x="851365" y="46860"/>
                </a:cubicBezTo>
                <a:cubicBezTo>
                  <a:pt x="859041" y="55489"/>
                  <a:pt x="862879" y="67509"/>
                  <a:pt x="862879" y="82920"/>
                </a:cubicBezTo>
                <a:cubicBezTo>
                  <a:pt x="862879" y="98749"/>
                  <a:pt x="859011" y="111052"/>
                  <a:pt x="851275" y="119829"/>
                </a:cubicBezTo>
                <a:cubicBezTo>
                  <a:pt x="843540" y="128606"/>
                  <a:pt x="834168" y="132994"/>
                  <a:pt x="823159" y="132994"/>
                </a:cubicBezTo>
                <a:cubicBezTo>
                  <a:pt x="817923" y="132994"/>
                  <a:pt x="813177" y="131953"/>
                  <a:pt x="808922" y="129870"/>
                </a:cubicBezTo>
                <a:cubicBezTo>
                  <a:pt x="804668" y="127787"/>
                  <a:pt x="800190" y="124217"/>
                  <a:pt x="795489" y="119159"/>
                </a:cubicBezTo>
                <a:lnTo>
                  <a:pt x="795489" y="166912"/>
                </a:lnTo>
                <a:lnTo>
                  <a:pt x="770408" y="166912"/>
                </a:lnTo>
                <a:lnTo>
                  <a:pt x="770408" y="36060"/>
                </a:lnTo>
                <a:moveTo>
                  <a:pt x="795221" y="81808"/>
                </a:moveTo>
                <a:cubicBezTo>
                  <a:pt x="795221" y="92442"/>
                  <a:pt x="797334" y="100300"/>
                  <a:pt x="801559" y="105380"/>
                </a:cubicBezTo>
                <a:cubicBezTo>
                  <a:pt x="805784" y="110460"/>
                  <a:pt x="810931" y="113000"/>
                  <a:pt x="817000" y="113000"/>
                </a:cubicBezTo>
                <a:cubicBezTo>
                  <a:pt x="822832" y="113000"/>
                  <a:pt x="827681" y="110669"/>
                  <a:pt x="831549" y="106005"/>
                </a:cubicBezTo>
                <a:cubicBezTo>
                  <a:pt x="835417" y="101341"/>
                  <a:pt x="837351" y="93691"/>
                  <a:pt x="837351" y="83054"/>
                </a:cubicBezTo>
                <a:cubicBezTo>
                  <a:pt x="837351" y="73132"/>
                  <a:pt x="835358" y="65764"/>
                  <a:pt x="831371" y="60952"/>
                </a:cubicBezTo>
                <a:cubicBezTo>
                  <a:pt x="827384" y="56139"/>
                  <a:pt x="822445" y="53733"/>
                  <a:pt x="816554" y="53733"/>
                </a:cubicBezTo>
                <a:cubicBezTo>
                  <a:pt x="810425" y="53733"/>
                  <a:pt x="805337" y="56095"/>
                  <a:pt x="801291" y="60818"/>
                </a:cubicBezTo>
                <a:cubicBezTo>
                  <a:pt x="797245" y="65541"/>
                  <a:pt x="795221" y="72538"/>
                  <a:pt x="795221" y="81808"/>
                </a:cubicBezTo>
                <a:close/>
                <a:moveTo>
                  <a:pt x="877989" y="116035"/>
                </a:moveTo>
                <a:lnTo>
                  <a:pt x="877989" y="90686"/>
                </a:lnTo>
                <a:lnTo>
                  <a:pt x="940648" y="66095"/>
                </a:lnTo>
                <a:lnTo>
                  <a:pt x="877989" y="41773"/>
                </a:lnTo>
                <a:lnTo>
                  <a:pt x="877989" y="16602"/>
                </a:lnTo>
                <a:lnTo>
                  <a:pt x="967782" y="55465"/>
                </a:lnTo>
                <a:lnTo>
                  <a:pt x="967782" y="76904"/>
                </a:lnTo>
                <a:lnTo>
                  <a:pt x="877989" y="116035"/>
                </a:lnTo>
                <a:close/>
                <a:moveTo>
                  <a:pt x="1039124" y="36060"/>
                </a:moveTo>
                <a:lnTo>
                  <a:pt x="1062509" y="36060"/>
                </a:lnTo>
                <a:lnTo>
                  <a:pt x="1062509" y="49984"/>
                </a:lnTo>
                <a:cubicBezTo>
                  <a:pt x="1065544" y="45224"/>
                  <a:pt x="1069650" y="41356"/>
                  <a:pt x="1074827" y="38381"/>
                </a:cubicBezTo>
                <a:cubicBezTo>
                  <a:pt x="1080004" y="35406"/>
                  <a:pt x="1085746" y="33918"/>
                  <a:pt x="1092054" y="33918"/>
                </a:cubicBezTo>
                <a:cubicBezTo>
                  <a:pt x="1103062" y="33918"/>
                  <a:pt x="1112405" y="38232"/>
                  <a:pt x="1120081" y="46860"/>
                </a:cubicBezTo>
                <a:cubicBezTo>
                  <a:pt x="1127757" y="55489"/>
                  <a:pt x="1131595" y="67509"/>
                  <a:pt x="1131595" y="82920"/>
                </a:cubicBezTo>
                <a:cubicBezTo>
                  <a:pt x="1131595" y="98749"/>
                  <a:pt x="1127727" y="111052"/>
                  <a:pt x="1119991" y="119829"/>
                </a:cubicBezTo>
                <a:cubicBezTo>
                  <a:pt x="1112256" y="128606"/>
                  <a:pt x="1102884" y="132994"/>
                  <a:pt x="1091875" y="132994"/>
                </a:cubicBezTo>
                <a:cubicBezTo>
                  <a:pt x="1086639" y="132994"/>
                  <a:pt x="1081893" y="131953"/>
                  <a:pt x="1077639" y="129870"/>
                </a:cubicBezTo>
                <a:cubicBezTo>
                  <a:pt x="1073384" y="127787"/>
                  <a:pt x="1068906" y="124217"/>
                  <a:pt x="1064205" y="119159"/>
                </a:cubicBezTo>
                <a:lnTo>
                  <a:pt x="1064205" y="166912"/>
                </a:lnTo>
                <a:lnTo>
                  <a:pt x="1039124" y="166912"/>
                </a:lnTo>
                <a:lnTo>
                  <a:pt x="1039124" y="36060"/>
                </a:lnTo>
                <a:moveTo>
                  <a:pt x="1063938" y="81808"/>
                </a:moveTo>
                <a:cubicBezTo>
                  <a:pt x="1063938" y="92442"/>
                  <a:pt x="1066050" y="100300"/>
                  <a:pt x="1070275" y="105380"/>
                </a:cubicBezTo>
                <a:cubicBezTo>
                  <a:pt x="1074500" y="110460"/>
                  <a:pt x="1079647" y="113000"/>
                  <a:pt x="1085716" y="113000"/>
                </a:cubicBezTo>
                <a:cubicBezTo>
                  <a:pt x="1091548" y="113000"/>
                  <a:pt x="1096398" y="110669"/>
                  <a:pt x="1100265" y="106005"/>
                </a:cubicBezTo>
                <a:cubicBezTo>
                  <a:pt x="1104133" y="101341"/>
                  <a:pt x="1106067" y="93691"/>
                  <a:pt x="1106067" y="83054"/>
                </a:cubicBezTo>
                <a:cubicBezTo>
                  <a:pt x="1106067" y="73132"/>
                  <a:pt x="1104074" y="65764"/>
                  <a:pt x="1100087" y="60952"/>
                </a:cubicBezTo>
                <a:cubicBezTo>
                  <a:pt x="1096100" y="56139"/>
                  <a:pt x="1091161" y="53733"/>
                  <a:pt x="1085270" y="53733"/>
                </a:cubicBezTo>
                <a:cubicBezTo>
                  <a:pt x="1079141" y="53733"/>
                  <a:pt x="1074053" y="56095"/>
                  <a:pt x="1070007" y="60818"/>
                </a:cubicBezTo>
                <a:cubicBezTo>
                  <a:pt x="1065961" y="65541"/>
                  <a:pt x="1063938" y="72538"/>
                  <a:pt x="1063938" y="81808"/>
                </a:cubicBezTo>
                <a:close/>
                <a:moveTo>
                  <a:pt x="1170090" y="65337"/>
                </a:moveTo>
                <a:lnTo>
                  <a:pt x="1147329" y="61231"/>
                </a:lnTo>
                <a:cubicBezTo>
                  <a:pt x="1149888" y="51946"/>
                  <a:pt x="1154291" y="45073"/>
                  <a:pt x="1160539" y="40612"/>
                </a:cubicBezTo>
                <a:cubicBezTo>
                  <a:pt x="1166787" y="36149"/>
                  <a:pt x="1176070" y="33918"/>
                  <a:pt x="1188388" y="33918"/>
                </a:cubicBezTo>
                <a:cubicBezTo>
                  <a:pt x="1199575" y="33918"/>
                  <a:pt x="1207906" y="35242"/>
                  <a:pt x="1213380" y="37890"/>
                </a:cubicBezTo>
                <a:cubicBezTo>
                  <a:pt x="1218855" y="40538"/>
                  <a:pt x="1222707" y="43900"/>
                  <a:pt x="1224939" y="47976"/>
                </a:cubicBezTo>
                <a:cubicBezTo>
                  <a:pt x="1227170" y="52052"/>
                  <a:pt x="1228286" y="59535"/>
                  <a:pt x="1228286" y="70424"/>
                </a:cubicBezTo>
                <a:lnTo>
                  <a:pt x="1228018" y="99701"/>
                </a:lnTo>
                <a:cubicBezTo>
                  <a:pt x="1228018" y="108032"/>
                  <a:pt x="1228420" y="114176"/>
                  <a:pt x="1229223" y="118133"/>
                </a:cubicBezTo>
                <a:cubicBezTo>
                  <a:pt x="1230027" y="122090"/>
                  <a:pt x="1231529" y="126330"/>
                  <a:pt x="1233731" y="130852"/>
                </a:cubicBezTo>
                <a:lnTo>
                  <a:pt x="1208917" y="130852"/>
                </a:lnTo>
                <a:cubicBezTo>
                  <a:pt x="1208263" y="129186"/>
                  <a:pt x="1207459" y="126716"/>
                  <a:pt x="1206507" y="123444"/>
                </a:cubicBezTo>
                <a:cubicBezTo>
                  <a:pt x="1206091" y="121956"/>
                  <a:pt x="1205793" y="120974"/>
                  <a:pt x="1205615" y="120498"/>
                </a:cubicBezTo>
                <a:cubicBezTo>
                  <a:pt x="1201330" y="124663"/>
                  <a:pt x="1196748" y="127787"/>
                  <a:pt x="1191869" y="129870"/>
                </a:cubicBezTo>
                <a:cubicBezTo>
                  <a:pt x="1186989" y="131953"/>
                  <a:pt x="1181783" y="132994"/>
                  <a:pt x="1176249" y="132994"/>
                </a:cubicBezTo>
                <a:cubicBezTo>
                  <a:pt x="1166490" y="132994"/>
                  <a:pt x="1158799" y="130357"/>
                  <a:pt x="1153176" y="125084"/>
                </a:cubicBezTo>
                <a:cubicBezTo>
                  <a:pt x="1147552" y="119810"/>
                  <a:pt x="1144741" y="113144"/>
                  <a:pt x="1144741" y="105084"/>
                </a:cubicBezTo>
                <a:cubicBezTo>
                  <a:pt x="1144741" y="99751"/>
                  <a:pt x="1146020" y="94996"/>
                  <a:pt x="1148579" y="90820"/>
                </a:cubicBezTo>
                <a:cubicBezTo>
                  <a:pt x="1151138" y="86641"/>
                  <a:pt x="1154723" y="83441"/>
                  <a:pt x="1159334" y="81219"/>
                </a:cubicBezTo>
                <a:cubicBezTo>
                  <a:pt x="1163946" y="78997"/>
                  <a:pt x="1170596" y="77056"/>
                  <a:pt x="1179284" y="75398"/>
                </a:cubicBezTo>
                <a:cubicBezTo>
                  <a:pt x="1191006" y="73205"/>
                  <a:pt x="1199129" y="71161"/>
                  <a:pt x="1203651" y="69264"/>
                </a:cubicBezTo>
                <a:lnTo>
                  <a:pt x="1203651" y="66737"/>
                </a:lnTo>
                <a:cubicBezTo>
                  <a:pt x="1203651" y="61863"/>
                  <a:pt x="1202461" y="58389"/>
                  <a:pt x="1200081" y="56313"/>
                </a:cubicBezTo>
                <a:cubicBezTo>
                  <a:pt x="1197700" y="54236"/>
                  <a:pt x="1193208" y="53198"/>
                  <a:pt x="1186603" y="53198"/>
                </a:cubicBezTo>
                <a:cubicBezTo>
                  <a:pt x="1182140" y="53198"/>
                  <a:pt x="1178659" y="54096"/>
                  <a:pt x="1176160" y="55892"/>
                </a:cubicBezTo>
                <a:cubicBezTo>
                  <a:pt x="1173660" y="57687"/>
                  <a:pt x="1171637" y="60835"/>
                  <a:pt x="1170090" y="65337"/>
                </a:cubicBezTo>
                <a:moveTo>
                  <a:pt x="1203651" y="85687"/>
                </a:moveTo>
                <a:cubicBezTo>
                  <a:pt x="1200438" y="86746"/>
                  <a:pt x="1195350" y="88010"/>
                  <a:pt x="1188388" y="89481"/>
                </a:cubicBezTo>
                <a:cubicBezTo>
                  <a:pt x="1181426" y="90950"/>
                  <a:pt x="1176874" y="92390"/>
                  <a:pt x="1174731" y="93802"/>
                </a:cubicBezTo>
                <a:cubicBezTo>
                  <a:pt x="1171459" y="96094"/>
                  <a:pt x="1169822" y="99005"/>
                  <a:pt x="1169822" y="102532"/>
                </a:cubicBezTo>
                <a:cubicBezTo>
                  <a:pt x="1169822" y="106002"/>
                  <a:pt x="1171131" y="109001"/>
                  <a:pt x="1173750" y="111530"/>
                </a:cubicBezTo>
                <a:cubicBezTo>
                  <a:pt x="1176368" y="114058"/>
                  <a:pt x="1179700" y="115321"/>
                  <a:pt x="1183746" y="115321"/>
                </a:cubicBezTo>
                <a:cubicBezTo>
                  <a:pt x="1188269" y="115321"/>
                  <a:pt x="1192583" y="113851"/>
                  <a:pt x="1196689" y="110911"/>
                </a:cubicBezTo>
                <a:cubicBezTo>
                  <a:pt x="1199724" y="108678"/>
                  <a:pt x="1201717" y="105943"/>
                  <a:pt x="1202669" y="102708"/>
                </a:cubicBezTo>
                <a:cubicBezTo>
                  <a:pt x="1203324" y="100592"/>
                  <a:pt x="1203651" y="96565"/>
                  <a:pt x="1203651" y="90627"/>
                </a:cubicBezTo>
                <a:lnTo>
                  <a:pt x="1203651" y="85687"/>
                </a:lnTo>
                <a:close/>
                <a:moveTo>
                  <a:pt x="1252983" y="23207"/>
                </a:moveTo>
                <a:lnTo>
                  <a:pt x="1252983" y="0"/>
                </a:lnTo>
                <a:lnTo>
                  <a:pt x="1278065" y="0"/>
                </a:lnTo>
                <a:lnTo>
                  <a:pt x="1278065" y="23207"/>
                </a:lnTo>
                <a:lnTo>
                  <a:pt x="1252983" y="23207"/>
                </a:lnTo>
                <a:moveTo>
                  <a:pt x="1252983" y="130852"/>
                </a:moveTo>
                <a:lnTo>
                  <a:pt x="1252983" y="36060"/>
                </a:lnTo>
                <a:lnTo>
                  <a:pt x="1278065" y="36060"/>
                </a:lnTo>
                <a:lnTo>
                  <a:pt x="1278065" y="130852"/>
                </a:lnTo>
                <a:lnTo>
                  <a:pt x="1252983" y="130852"/>
                </a:lnTo>
                <a:close/>
                <a:moveTo>
                  <a:pt x="1327629" y="130852"/>
                </a:moveTo>
                <a:lnTo>
                  <a:pt x="1302548" y="130852"/>
                </a:lnTo>
                <a:lnTo>
                  <a:pt x="1302548" y="36060"/>
                </a:lnTo>
                <a:lnTo>
                  <a:pt x="1325844" y="36060"/>
                </a:lnTo>
                <a:lnTo>
                  <a:pt x="1325844" y="49538"/>
                </a:lnTo>
                <a:cubicBezTo>
                  <a:pt x="1329831" y="43171"/>
                  <a:pt x="1333416" y="38976"/>
                  <a:pt x="1336599" y="36953"/>
                </a:cubicBezTo>
                <a:cubicBezTo>
                  <a:pt x="1339783" y="34930"/>
                  <a:pt x="1343398" y="33918"/>
                  <a:pt x="1347444" y="33918"/>
                </a:cubicBezTo>
                <a:cubicBezTo>
                  <a:pt x="1353157" y="33918"/>
                  <a:pt x="1358661" y="35495"/>
                  <a:pt x="1363957" y="38649"/>
                </a:cubicBezTo>
                <a:lnTo>
                  <a:pt x="1356191" y="60517"/>
                </a:lnTo>
                <a:cubicBezTo>
                  <a:pt x="1351967" y="57780"/>
                  <a:pt x="1348039" y="56411"/>
                  <a:pt x="1344409" y="56411"/>
                </a:cubicBezTo>
                <a:cubicBezTo>
                  <a:pt x="1340899" y="56411"/>
                  <a:pt x="1337923" y="57378"/>
                  <a:pt x="1335484" y="59312"/>
                </a:cubicBezTo>
                <a:cubicBezTo>
                  <a:pt x="1333044" y="61246"/>
                  <a:pt x="1331125" y="64742"/>
                  <a:pt x="1329727" y="69800"/>
                </a:cubicBezTo>
                <a:cubicBezTo>
                  <a:pt x="1328328" y="74858"/>
                  <a:pt x="1327629" y="85449"/>
                  <a:pt x="1327629" y="101575"/>
                </a:cubicBezTo>
                <a:lnTo>
                  <a:pt x="1327629" y="130852"/>
                </a:lnTo>
                <a:close/>
                <a:moveTo>
                  <a:pt x="1365891" y="103896"/>
                </a:moveTo>
                <a:lnTo>
                  <a:pt x="1391062" y="99969"/>
                </a:lnTo>
                <a:cubicBezTo>
                  <a:pt x="1392133" y="104818"/>
                  <a:pt x="1394305" y="108500"/>
                  <a:pt x="1397578" y="111014"/>
                </a:cubicBezTo>
                <a:cubicBezTo>
                  <a:pt x="1400850" y="113528"/>
                  <a:pt x="1405432" y="114786"/>
                  <a:pt x="1411323" y="114786"/>
                </a:cubicBezTo>
                <a:cubicBezTo>
                  <a:pt x="1417809" y="114786"/>
                  <a:pt x="1422689" y="113597"/>
                  <a:pt x="1425961" y="111221"/>
                </a:cubicBezTo>
                <a:cubicBezTo>
                  <a:pt x="1428163" y="109557"/>
                  <a:pt x="1429264" y="107328"/>
                  <a:pt x="1429264" y="104535"/>
                </a:cubicBezTo>
                <a:cubicBezTo>
                  <a:pt x="1429264" y="102633"/>
                  <a:pt x="1428669" y="101058"/>
                  <a:pt x="1427479" y="99810"/>
                </a:cubicBezTo>
                <a:cubicBezTo>
                  <a:pt x="1426229" y="98622"/>
                  <a:pt x="1423433" y="97523"/>
                  <a:pt x="1419089" y="96513"/>
                </a:cubicBezTo>
                <a:cubicBezTo>
                  <a:pt x="1398857" y="92057"/>
                  <a:pt x="1386033" y="87987"/>
                  <a:pt x="1380619" y="84301"/>
                </a:cubicBezTo>
                <a:cubicBezTo>
                  <a:pt x="1373121" y="79187"/>
                  <a:pt x="1369372" y="72083"/>
                  <a:pt x="1369372" y="62988"/>
                </a:cubicBezTo>
                <a:cubicBezTo>
                  <a:pt x="1369372" y="54784"/>
                  <a:pt x="1372615" y="47888"/>
                  <a:pt x="1379101" y="42300"/>
                </a:cubicBezTo>
                <a:cubicBezTo>
                  <a:pt x="1385587" y="36712"/>
                  <a:pt x="1395644" y="33918"/>
                  <a:pt x="1409270" y="33918"/>
                </a:cubicBezTo>
                <a:cubicBezTo>
                  <a:pt x="1422242" y="33918"/>
                  <a:pt x="1431882" y="36023"/>
                  <a:pt x="1438190" y="40233"/>
                </a:cubicBezTo>
                <a:cubicBezTo>
                  <a:pt x="1444497" y="44443"/>
                  <a:pt x="1448841" y="50669"/>
                  <a:pt x="1451221" y="58910"/>
                </a:cubicBezTo>
                <a:lnTo>
                  <a:pt x="1427568" y="63373"/>
                </a:lnTo>
                <a:cubicBezTo>
                  <a:pt x="1426557" y="59684"/>
                  <a:pt x="1424637" y="56857"/>
                  <a:pt x="1421811" y="54894"/>
                </a:cubicBezTo>
                <a:cubicBezTo>
                  <a:pt x="1418984" y="52930"/>
                  <a:pt x="1414953" y="51948"/>
                  <a:pt x="1409717" y="51948"/>
                </a:cubicBezTo>
                <a:cubicBezTo>
                  <a:pt x="1403111" y="51948"/>
                  <a:pt x="1398381" y="52869"/>
                  <a:pt x="1395525" y="54712"/>
                </a:cubicBezTo>
                <a:cubicBezTo>
                  <a:pt x="1393620" y="56018"/>
                  <a:pt x="1392668" y="57711"/>
                  <a:pt x="1392668" y="59792"/>
                </a:cubicBezTo>
                <a:cubicBezTo>
                  <a:pt x="1392668" y="61573"/>
                  <a:pt x="1393501" y="63088"/>
                  <a:pt x="1395168" y="64335"/>
                </a:cubicBezTo>
                <a:cubicBezTo>
                  <a:pt x="1397429" y="66000"/>
                  <a:pt x="1405239" y="68347"/>
                  <a:pt x="1418598" y="71378"/>
                </a:cubicBezTo>
                <a:cubicBezTo>
                  <a:pt x="1431957" y="74409"/>
                  <a:pt x="1441284" y="78128"/>
                  <a:pt x="1446580" y="82533"/>
                </a:cubicBezTo>
                <a:cubicBezTo>
                  <a:pt x="1451816" y="86999"/>
                  <a:pt x="1454435" y="93221"/>
                  <a:pt x="1454435" y="101199"/>
                </a:cubicBezTo>
                <a:cubicBezTo>
                  <a:pt x="1454435" y="109892"/>
                  <a:pt x="1450805" y="117365"/>
                  <a:pt x="1443545" y="123616"/>
                </a:cubicBezTo>
                <a:cubicBezTo>
                  <a:pt x="1436286" y="129868"/>
                  <a:pt x="1425545" y="132994"/>
                  <a:pt x="1411323" y="132994"/>
                </a:cubicBezTo>
                <a:cubicBezTo>
                  <a:pt x="1398411" y="132994"/>
                  <a:pt x="1388191" y="130384"/>
                  <a:pt x="1380663" y="125165"/>
                </a:cubicBezTo>
                <a:cubicBezTo>
                  <a:pt x="1373136" y="119943"/>
                  <a:pt x="1368212" y="112853"/>
                  <a:pt x="1365891" y="103896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C6C33-E4E3-4698-8E18-5CD278ED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867" y="2911669"/>
            <a:ext cx="852827" cy="393908"/>
          </a:xfrm>
          <a:custGeom xmlns:a="http://schemas.openxmlformats.org/drawingml/2006/main">
            <a:pathLst>
              <a:path w="852827" h="393908">
                <a:moveTo>
                  <a:pt x="0" y="0"/>
                </a:moveTo>
                <a:lnTo>
                  <a:pt x="852827" y="0"/>
                </a:lnTo>
                <a:lnTo>
                  <a:pt x="852827" y="393908"/>
                </a:lnTo>
                <a:lnTo>
                  <a:pt x="0" y="3939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E6E21-9B4B-417A-96FC-BDF9B93A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867" y="2911669"/>
            <a:ext cx="852827" cy="393908"/>
          </a:xfrm>
          <a:custGeom xmlns:a="http://schemas.openxmlformats.org/drawingml/2006/main">
            <a:pathLst>
              <a:path w="852827" h="393908" fill="none">
                <a:moveTo>
                  <a:pt x="0" y="0"/>
                </a:moveTo>
                <a:lnTo>
                  <a:pt x="852827" y="0"/>
                </a:lnTo>
                <a:lnTo>
                  <a:pt x="852827" y="393908"/>
                </a:lnTo>
                <a:lnTo>
                  <a:pt x="0" y="3939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850" cap="flat">
            <a:solidFill>
              <a:srgbClr val="FF0000"/>
            </a:solidFill>
            <a:round/>
          </a:ln>
        </p:spPr>
      </p:sp>
      <p:sp>
        <p:nvSpPr>
          <p:cNvPr id="225" name="Text Mutation">
            <a:extLst xmlns:a="http://schemas.openxmlformats.org/drawingml/2006/main">
              <a:ext uri="{FF2B5EF4-FFF2-40B4-BE49-F238E27FC236}">
                <a16:creationId xmlns:a16="http://schemas.microsoft.com/office/drawing/2014/main" id="{BE334652-7A7B-4C33-A907-91250FA2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441" y="2950266"/>
            <a:ext cx="653962" cy="118217"/>
          </a:xfrm>
          <a:custGeom xmlns:a="http://schemas.openxmlformats.org/drawingml/2006/main">
            <a:pathLst>
              <a:path w="653962" h="118217">
                <a:moveTo>
                  <a:pt x="0" y="116313"/>
                </a:moveTo>
                <a:lnTo>
                  <a:pt x="0" y="0"/>
                </a:lnTo>
                <a:lnTo>
                  <a:pt x="35148" y="0"/>
                </a:lnTo>
                <a:lnTo>
                  <a:pt x="56252" y="79340"/>
                </a:lnTo>
                <a:lnTo>
                  <a:pt x="77119" y="0"/>
                </a:lnTo>
                <a:lnTo>
                  <a:pt x="112346" y="0"/>
                </a:lnTo>
                <a:lnTo>
                  <a:pt x="112346" y="116313"/>
                </a:lnTo>
                <a:lnTo>
                  <a:pt x="90527" y="116313"/>
                </a:lnTo>
                <a:lnTo>
                  <a:pt x="90527" y="24754"/>
                </a:lnTo>
                <a:lnTo>
                  <a:pt x="67439" y="116313"/>
                </a:lnTo>
                <a:lnTo>
                  <a:pt x="44827" y="116313"/>
                </a:lnTo>
                <a:lnTo>
                  <a:pt x="21819" y="24754"/>
                </a:lnTo>
                <a:lnTo>
                  <a:pt x="21819" y="116313"/>
                </a:lnTo>
                <a:lnTo>
                  <a:pt x="0" y="116313"/>
                </a:lnTo>
                <a:close/>
                <a:moveTo>
                  <a:pt x="190971" y="116313"/>
                </a:moveTo>
                <a:lnTo>
                  <a:pt x="190971" y="103698"/>
                </a:lnTo>
                <a:cubicBezTo>
                  <a:pt x="187903" y="108194"/>
                  <a:pt x="183870" y="111738"/>
                  <a:pt x="178871" y="114329"/>
                </a:cubicBezTo>
                <a:cubicBezTo>
                  <a:pt x="173873" y="116921"/>
                  <a:pt x="168597" y="118217"/>
                  <a:pt x="163043" y="118217"/>
                </a:cubicBezTo>
                <a:cubicBezTo>
                  <a:pt x="157383" y="118217"/>
                  <a:pt x="152306" y="116974"/>
                  <a:pt x="147810" y="114488"/>
                </a:cubicBezTo>
                <a:cubicBezTo>
                  <a:pt x="143314" y="112002"/>
                  <a:pt x="140061" y="108511"/>
                  <a:pt x="138051" y="104015"/>
                </a:cubicBezTo>
                <a:cubicBezTo>
                  <a:pt x="136041" y="99519"/>
                  <a:pt x="135036" y="93304"/>
                  <a:pt x="135036" y="85370"/>
                </a:cubicBezTo>
                <a:lnTo>
                  <a:pt x="135036" y="32053"/>
                </a:lnTo>
                <a:lnTo>
                  <a:pt x="157330" y="32053"/>
                </a:lnTo>
                <a:lnTo>
                  <a:pt x="157330" y="70682"/>
                </a:lnTo>
                <a:cubicBezTo>
                  <a:pt x="157330" y="82504"/>
                  <a:pt x="157740" y="89747"/>
                  <a:pt x="158560" y="92412"/>
                </a:cubicBezTo>
                <a:cubicBezTo>
                  <a:pt x="159380" y="95076"/>
                  <a:pt x="160874" y="97187"/>
                  <a:pt x="163043" y="98744"/>
                </a:cubicBezTo>
                <a:cubicBezTo>
                  <a:pt x="165212" y="100301"/>
                  <a:pt x="167962" y="101080"/>
                  <a:pt x="171294" y="101080"/>
                </a:cubicBezTo>
                <a:cubicBezTo>
                  <a:pt x="175103" y="101080"/>
                  <a:pt x="178514" y="100037"/>
                  <a:pt x="181529" y="97953"/>
                </a:cubicBezTo>
                <a:cubicBezTo>
                  <a:pt x="184544" y="95869"/>
                  <a:pt x="186607" y="93283"/>
                  <a:pt x="187718" y="90195"/>
                </a:cubicBezTo>
                <a:cubicBezTo>
                  <a:pt x="188829" y="87107"/>
                  <a:pt x="189384" y="79548"/>
                  <a:pt x="189384" y="67516"/>
                </a:cubicBezTo>
                <a:lnTo>
                  <a:pt x="189384" y="32053"/>
                </a:lnTo>
                <a:lnTo>
                  <a:pt x="211679" y="32053"/>
                </a:lnTo>
                <a:lnTo>
                  <a:pt x="211679" y="116313"/>
                </a:lnTo>
                <a:lnTo>
                  <a:pt x="190971" y="116313"/>
                </a:lnTo>
                <a:close/>
                <a:moveTo>
                  <a:pt x="273269" y="32053"/>
                </a:moveTo>
                <a:lnTo>
                  <a:pt x="273269" y="49826"/>
                </a:lnTo>
                <a:lnTo>
                  <a:pt x="258035" y="49826"/>
                </a:lnTo>
                <a:lnTo>
                  <a:pt x="258035" y="83729"/>
                </a:lnTo>
                <a:cubicBezTo>
                  <a:pt x="258035" y="90595"/>
                  <a:pt x="258181" y="94596"/>
                  <a:pt x="258472" y="95731"/>
                </a:cubicBezTo>
                <a:cubicBezTo>
                  <a:pt x="258763" y="96865"/>
                  <a:pt x="259424" y="97803"/>
                  <a:pt x="260455" y="98543"/>
                </a:cubicBezTo>
                <a:cubicBezTo>
                  <a:pt x="261487" y="99282"/>
                  <a:pt x="262743" y="99651"/>
                  <a:pt x="264224" y="99651"/>
                </a:cubicBezTo>
                <a:cubicBezTo>
                  <a:pt x="266287" y="99651"/>
                  <a:pt x="269275" y="98937"/>
                  <a:pt x="273189" y="97509"/>
                </a:cubicBezTo>
                <a:lnTo>
                  <a:pt x="275094" y="114870"/>
                </a:lnTo>
                <a:cubicBezTo>
                  <a:pt x="269910" y="117101"/>
                  <a:pt x="264039" y="118217"/>
                  <a:pt x="257480" y="118217"/>
                </a:cubicBezTo>
                <a:cubicBezTo>
                  <a:pt x="253460" y="118217"/>
                  <a:pt x="249837" y="117543"/>
                  <a:pt x="246610" y="116194"/>
                </a:cubicBezTo>
                <a:cubicBezTo>
                  <a:pt x="243384" y="114845"/>
                  <a:pt x="241017" y="113100"/>
                  <a:pt x="239509" y="110957"/>
                </a:cubicBezTo>
                <a:cubicBezTo>
                  <a:pt x="238002" y="108815"/>
                  <a:pt x="236957" y="105919"/>
                  <a:pt x="236376" y="102270"/>
                </a:cubicBezTo>
                <a:cubicBezTo>
                  <a:pt x="235900" y="99678"/>
                  <a:pt x="235661" y="94441"/>
                  <a:pt x="235661" y="86560"/>
                </a:cubicBezTo>
                <a:lnTo>
                  <a:pt x="235661" y="49826"/>
                </a:lnTo>
                <a:lnTo>
                  <a:pt x="225427" y="49826"/>
                </a:lnTo>
                <a:lnTo>
                  <a:pt x="225427" y="32053"/>
                </a:lnTo>
                <a:lnTo>
                  <a:pt x="235661" y="32053"/>
                </a:lnTo>
                <a:lnTo>
                  <a:pt x="235661" y="15233"/>
                </a:lnTo>
                <a:lnTo>
                  <a:pt x="258035" y="2063"/>
                </a:lnTo>
                <a:lnTo>
                  <a:pt x="258035" y="32053"/>
                </a:lnTo>
                <a:lnTo>
                  <a:pt x="273269" y="32053"/>
                </a:lnTo>
                <a:close/>
                <a:moveTo>
                  <a:pt x="305400" y="58077"/>
                </a:moveTo>
                <a:lnTo>
                  <a:pt x="285169" y="54427"/>
                </a:lnTo>
                <a:cubicBezTo>
                  <a:pt x="287443" y="46174"/>
                  <a:pt x="291357" y="40065"/>
                  <a:pt x="296911" y="36100"/>
                </a:cubicBezTo>
                <a:cubicBezTo>
                  <a:pt x="302465" y="32133"/>
                  <a:pt x="310716" y="30149"/>
                  <a:pt x="321665" y="30149"/>
                </a:cubicBezTo>
                <a:cubicBezTo>
                  <a:pt x="331609" y="30149"/>
                  <a:pt x="339014" y="31326"/>
                  <a:pt x="343880" y="33680"/>
                </a:cubicBezTo>
                <a:cubicBezTo>
                  <a:pt x="348747" y="36034"/>
                  <a:pt x="352171" y="39022"/>
                  <a:pt x="354155" y="42645"/>
                </a:cubicBezTo>
                <a:cubicBezTo>
                  <a:pt x="356138" y="46269"/>
                  <a:pt x="357130" y="52920"/>
                  <a:pt x="357130" y="62599"/>
                </a:cubicBezTo>
                <a:lnTo>
                  <a:pt x="356892" y="88623"/>
                </a:lnTo>
                <a:cubicBezTo>
                  <a:pt x="356892" y="96028"/>
                  <a:pt x="357249" y="101489"/>
                  <a:pt x="357963" y="105007"/>
                </a:cubicBezTo>
                <a:cubicBezTo>
                  <a:pt x="358677" y="108524"/>
                  <a:pt x="360013" y="112293"/>
                  <a:pt x="361970" y="116313"/>
                </a:cubicBezTo>
                <a:lnTo>
                  <a:pt x="339913" y="116313"/>
                </a:lnTo>
                <a:cubicBezTo>
                  <a:pt x="339331" y="114832"/>
                  <a:pt x="338617" y="112637"/>
                  <a:pt x="337771" y="109728"/>
                </a:cubicBezTo>
                <a:cubicBezTo>
                  <a:pt x="337401" y="108405"/>
                  <a:pt x="337136" y="107533"/>
                  <a:pt x="336978" y="107109"/>
                </a:cubicBezTo>
                <a:cubicBezTo>
                  <a:pt x="333169" y="110812"/>
                  <a:pt x="329097" y="113589"/>
                  <a:pt x="324759" y="115440"/>
                </a:cubicBezTo>
                <a:cubicBezTo>
                  <a:pt x="320422" y="117291"/>
                  <a:pt x="315794" y="118217"/>
                  <a:pt x="310875" y="118217"/>
                </a:cubicBezTo>
                <a:cubicBezTo>
                  <a:pt x="302200" y="118217"/>
                  <a:pt x="295364" y="115873"/>
                  <a:pt x="290365" y="111185"/>
                </a:cubicBezTo>
                <a:cubicBezTo>
                  <a:pt x="285367" y="106498"/>
                  <a:pt x="282868" y="100572"/>
                  <a:pt x="282868" y="93408"/>
                </a:cubicBezTo>
                <a:cubicBezTo>
                  <a:pt x="282868" y="88668"/>
                  <a:pt x="284005" y="84441"/>
                  <a:pt x="286279" y="80729"/>
                </a:cubicBezTo>
                <a:cubicBezTo>
                  <a:pt x="288554" y="77015"/>
                  <a:pt x="291741" y="74170"/>
                  <a:pt x="295840" y="72195"/>
                </a:cubicBezTo>
                <a:cubicBezTo>
                  <a:pt x="299939" y="70219"/>
                  <a:pt x="305850" y="68495"/>
                  <a:pt x="313572" y="67020"/>
                </a:cubicBezTo>
                <a:cubicBezTo>
                  <a:pt x="323992" y="65071"/>
                  <a:pt x="331212" y="63254"/>
                  <a:pt x="335232" y="61568"/>
                </a:cubicBezTo>
                <a:lnTo>
                  <a:pt x="335232" y="59322"/>
                </a:lnTo>
                <a:cubicBezTo>
                  <a:pt x="335232" y="54989"/>
                  <a:pt x="334174" y="51901"/>
                  <a:pt x="332059" y="50056"/>
                </a:cubicBezTo>
                <a:cubicBezTo>
                  <a:pt x="329943" y="48210"/>
                  <a:pt x="325949" y="47287"/>
                  <a:pt x="320078" y="47287"/>
                </a:cubicBezTo>
                <a:cubicBezTo>
                  <a:pt x="316111" y="47287"/>
                  <a:pt x="313017" y="48085"/>
                  <a:pt x="310795" y="49682"/>
                </a:cubicBezTo>
                <a:cubicBezTo>
                  <a:pt x="308574" y="51277"/>
                  <a:pt x="306776" y="54075"/>
                  <a:pt x="305400" y="58077"/>
                </a:cubicBezTo>
                <a:moveTo>
                  <a:pt x="335232" y="76167"/>
                </a:moveTo>
                <a:cubicBezTo>
                  <a:pt x="332376" y="77107"/>
                  <a:pt x="327854" y="78231"/>
                  <a:pt x="321665" y="79539"/>
                </a:cubicBezTo>
                <a:cubicBezTo>
                  <a:pt x="315477" y="80844"/>
                  <a:pt x="311430" y="82125"/>
                  <a:pt x="309526" y="83379"/>
                </a:cubicBezTo>
                <a:cubicBezTo>
                  <a:pt x="306617" y="85417"/>
                  <a:pt x="305162" y="88004"/>
                  <a:pt x="305162" y="91140"/>
                </a:cubicBezTo>
                <a:cubicBezTo>
                  <a:pt x="305162" y="94224"/>
                  <a:pt x="306326" y="96890"/>
                  <a:pt x="308653" y="99138"/>
                </a:cubicBezTo>
                <a:cubicBezTo>
                  <a:pt x="310981" y="101384"/>
                  <a:pt x="313943" y="102508"/>
                  <a:pt x="317539" y="102508"/>
                </a:cubicBezTo>
                <a:cubicBezTo>
                  <a:pt x="321559" y="102508"/>
                  <a:pt x="325394" y="101201"/>
                  <a:pt x="329044" y="98588"/>
                </a:cubicBezTo>
                <a:cubicBezTo>
                  <a:pt x="331741" y="96603"/>
                  <a:pt x="333513" y="94172"/>
                  <a:pt x="334359" y="91296"/>
                </a:cubicBezTo>
                <a:cubicBezTo>
                  <a:pt x="334941" y="89415"/>
                  <a:pt x="335232" y="85835"/>
                  <a:pt x="335232" y="80558"/>
                </a:cubicBezTo>
                <a:lnTo>
                  <a:pt x="335232" y="76167"/>
                </a:lnTo>
                <a:close/>
                <a:moveTo>
                  <a:pt x="417721" y="32053"/>
                </a:moveTo>
                <a:lnTo>
                  <a:pt x="417721" y="49826"/>
                </a:lnTo>
                <a:lnTo>
                  <a:pt x="402488" y="49826"/>
                </a:lnTo>
                <a:lnTo>
                  <a:pt x="402488" y="83729"/>
                </a:lnTo>
                <a:cubicBezTo>
                  <a:pt x="402488" y="90595"/>
                  <a:pt x="402634" y="94596"/>
                  <a:pt x="402924" y="95731"/>
                </a:cubicBezTo>
                <a:cubicBezTo>
                  <a:pt x="403215" y="96865"/>
                  <a:pt x="403877" y="97803"/>
                  <a:pt x="404908" y="98543"/>
                </a:cubicBezTo>
                <a:cubicBezTo>
                  <a:pt x="405939" y="99282"/>
                  <a:pt x="407196" y="99651"/>
                  <a:pt x="408677" y="99651"/>
                </a:cubicBezTo>
                <a:cubicBezTo>
                  <a:pt x="410739" y="99651"/>
                  <a:pt x="413728" y="98937"/>
                  <a:pt x="417642" y="97509"/>
                </a:cubicBezTo>
                <a:lnTo>
                  <a:pt x="419546" y="114870"/>
                </a:lnTo>
                <a:cubicBezTo>
                  <a:pt x="414363" y="117101"/>
                  <a:pt x="408491" y="118217"/>
                  <a:pt x="401933" y="118217"/>
                </a:cubicBezTo>
                <a:cubicBezTo>
                  <a:pt x="397913" y="118217"/>
                  <a:pt x="394290" y="117543"/>
                  <a:pt x="391063" y="116194"/>
                </a:cubicBezTo>
                <a:cubicBezTo>
                  <a:pt x="387837" y="114845"/>
                  <a:pt x="385470" y="113100"/>
                  <a:pt x="383962" y="110957"/>
                </a:cubicBezTo>
                <a:cubicBezTo>
                  <a:pt x="382455" y="108815"/>
                  <a:pt x="381410" y="105919"/>
                  <a:pt x="380828" y="102270"/>
                </a:cubicBezTo>
                <a:cubicBezTo>
                  <a:pt x="380352" y="99678"/>
                  <a:pt x="380114" y="94441"/>
                  <a:pt x="380114" y="86560"/>
                </a:cubicBezTo>
                <a:lnTo>
                  <a:pt x="380114" y="49826"/>
                </a:lnTo>
                <a:lnTo>
                  <a:pt x="369879" y="49826"/>
                </a:lnTo>
                <a:lnTo>
                  <a:pt x="369879" y="32053"/>
                </a:lnTo>
                <a:lnTo>
                  <a:pt x="380114" y="32053"/>
                </a:lnTo>
                <a:lnTo>
                  <a:pt x="380114" y="15233"/>
                </a:lnTo>
                <a:lnTo>
                  <a:pt x="402488" y="2063"/>
                </a:lnTo>
                <a:lnTo>
                  <a:pt x="402488" y="32053"/>
                </a:lnTo>
                <a:lnTo>
                  <a:pt x="417721" y="32053"/>
                </a:lnTo>
                <a:close/>
                <a:moveTo>
                  <a:pt x="433192" y="20628"/>
                </a:moveTo>
                <a:lnTo>
                  <a:pt x="433192" y="0"/>
                </a:lnTo>
                <a:lnTo>
                  <a:pt x="455486" y="0"/>
                </a:lnTo>
                <a:lnTo>
                  <a:pt x="455486" y="20628"/>
                </a:lnTo>
                <a:lnTo>
                  <a:pt x="433192" y="20628"/>
                </a:lnTo>
                <a:moveTo>
                  <a:pt x="433192" y="116313"/>
                </a:moveTo>
                <a:lnTo>
                  <a:pt x="433192" y="32053"/>
                </a:lnTo>
                <a:lnTo>
                  <a:pt x="455486" y="32053"/>
                </a:lnTo>
                <a:lnTo>
                  <a:pt x="455486" y="116313"/>
                </a:lnTo>
                <a:lnTo>
                  <a:pt x="433192" y="116313"/>
                </a:lnTo>
                <a:close/>
                <a:moveTo>
                  <a:pt x="473044" y="72993"/>
                </a:moveTo>
                <a:cubicBezTo>
                  <a:pt x="473044" y="65588"/>
                  <a:pt x="474869" y="58421"/>
                  <a:pt x="478518" y="51492"/>
                </a:cubicBezTo>
                <a:cubicBezTo>
                  <a:pt x="482168" y="44563"/>
                  <a:pt x="487338" y="39273"/>
                  <a:pt x="494029" y="35624"/>
                </a:cubicBezTo>
                <a:cubicBezTo>
                  <a:pt x="500720" y="31974"/>
                  <a:pt x="508191" y="30149"/>
                  <a:pt x="516443" y="30149"/>
                </a:cubicBezTo>
                <a:cubicBezTo>
                  <a:pt x="529190" y="30149"/>
                  <a:pt x="539637" y="34288"/>
                  <a:pt x="547782" y="42566"/>
                </a:cubicBezTo>
                <a:cubicBezTo>
                  <a:pt x="555928" y="50844"/>
                  <a:pt x="560001" y="61304"/>
                  <a:pt x="560001" y="73945"/>
                </a:cubicBezTo>
                <a:cubicBezTo>
                  <a:pt x="560001" y="86692"/>
                  <a:pt x="555888" y="97258"/>
                  <a:pt x="547663" y="105642"/>
                </a:cubicBezTo>
                <a:cubicBezTo>
                  <a:pt x="539438" y="114025"/>
                  <a:pt x="529084" y="118217"/>
                  <a:pt x="516601" y="118217"/>
                </a:cubicBezTo>
                <a:cubicBezTo>
                  <a:pt x="508879" y="118217"/>
                  <a:pt x="501514" y="116472"/>
                  <a:pt x="494505" y="112981"/>
                </a:cubicBezTo>
                <a:cubicBezTo>
                  <a:pt x="487497" y="109490"/>
                  <a:pt x="482168" y="104372"/>
                  <a:pt x="478518" y="97628"/>
                </a:cubicBezTo>
                <a:cubicBezTo>
                  <a:pt x="474869" y="90884"/>
                  <a:pt x="473044" y="82673"/>
                  <a:pt x="473044" y="72993"/>
                </a:cubicBezTo>
                <a:moveTo>
                  <a:pt x="495894" y="74183"/>
                </a:moveTo>
                <a:cubicBezTo>
                  <a:pt x="495894" y="82514"/>
                  <a:pt x="497877" y="88894"/>
                  <a:pt x="501844" y="93324"/>
                </a:cubicBezTo>
                <a:cubicBezTo>
                  <a:pt x="505811" y="97754"/>
                  <a:pt x="510704" y="99969"/>
                  <a:pt x="516522" y="99969"/>
                </a:cubicBezTo>
                <a:cubicBezTo>
                  <a:pt x="522340" y="99969"/>
                  <a:pt x="527220" y="97754"/>
                  <a:pt x="531160" y="93324"/>
                </a:cubicBezTo>
                <a:cubicBezTo>
                  <a:pt x="535101" y="88894"/>
                  <a:pt x="537071" y="82461"/>
                  <a:pt x="537071" y="74024"/>
                </a:cubicBezTo>
                <a:cubicBezTo>
                  <a:pt x="537071" y="65800"/>
                  <a:pt x="535101" y="59472"/>
                  <a:pt x="531160" y="55042"/>
                </a:cubicBezTo>
                <a:cubicBezTo>
                  <a:pt x="527220" y="50612"/>
                  <a:pt x="522340" y="48398"/>
                  <a:pt x="516522" y="48398"/>
                </a:cubicBezTo>
                <a:cubicBezTo>
                  <a:pt x="510704" y="48398"/>
                  <a:pt x="505811" y="50612"/>
                  <a:pt x="501844" y="55042"/>
                </a:cubicBezTo>
                <a:cubicBezTo>
                  <a:pt x="497877" y="59472"/>
                  <a:pt x="495894" y="65852"/>
                  <a:pt x="495894" y="74183"/>
                </a:cubicBezTo>
                <a:close/>
                <a:moveTo>
                  <a:pt x="653962" y="116313"/>
                </a:moveTo>
                <a:lnTo>
                  <a:pt x="631667" y="116313"/>
                </a:lnTo>
                <a:lnTo>
                  <a:pt x="631667" y="73360"/>
                </a:lnTo>
                <a:cubicBezTo>
                  <a:pt x="631667" y="64272"/>
                  <a:pt x="631191" y="58394"/>
                  <a:pt x="630239" y="55727"/>
                </a:cubicBezTo>
                <a:cubicBezTo>
                  <a:pt x="629287" y="53059"/>
                  <a:pt x="627740" y="50985"/>
                  <a:pt x="625598" y="49506"/>
                </a:cubicBezTo>
                <a:cubicBezTo>
                  <a:pt x="623456" y="48026"/>
                  <a:pt x="620877" y="47287"/>
                  <a:pt x="617862" y="47287"/>
                </a:cubicBezTo>
                <a:cubicBezTo>
                  <a:pt x="614001" y="47287"/>
                  <a:pt x="610536" y="48344"/>
                  <a:pt x="607468" y="50458"/>
                </a:cubicBezTo>
                <a:cubicBezTo>
                  <a:pt x="604401" y="52570"/>
                  <a:pt x="602298" y="55370"/>
                  <a:pt x="601161" y="58858"/>
                </a:cubicBezTo>
                <a:cubicBezTo>
                  <a:pt x="600024" y="62344"/>
                  <a:pt x="599455" y="68790"/>
                  <a:pt x="599455" y="78195"/>
                </a:cubicBezTo>
                <a:lnTo>
                  <a:pt x="599455" y="116313"/>
                </a:lnTo>
                <a:lnTo>
                  <a:pt x="577161" y="116313"/>
                </a:lnTo>
                <a:lnTo>
                  <a:pt x="577161" y="32053"/>
                </a:lnTo>
                <a:lnTo>
                  <a:pt x="597868" y="32053"/>
                </a:lnTo>
                <a:lnTo>
                  <a:pt x="597868" y="44431"/>
                </a:lnTo>
                <a:cubicBezTo>
                  <a:pt x="605221" y="34910"/>
                  <a:pt x="614477" y="30149"/>
                  <a:pt x="625637" y="30149"/>
                </a:cubicBezTo>
                <a:cubicBezTo>
                  <a:pt x="630557" y="30149"/>
                  <a:pt x="635052" y="31035"/>
                  <a:pt x="639125" y="32807"/>
                </a:cubicBezTo>
                <a:cubicBezTo>
                  <a:pt x="643198" y="34579"/>
                  <a:pt x="646279" y="36840"/>
                  <a:pt x="648368" y="39591"/>
                </a:cubicBezTo>
                <a:cubicBezTo>
                  <a:pt x="650458" y="42341"/>
                  <a:pt x="651912" y="45462"/>
                  <a:pt x="652732" y="48953"/>
                </a:cubicBezTo>
                <a:cubicBezTo>
                  <a:pt x="653552" y="52444"/>
                  <a:pt x="653962" y="57442"/>
                  <a:pt x="653962" y="63948"/>
                </a:cubicBezTo>
                <a:lnTo>
                  <a:pt x="653962" y="1163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Engine">
            <a:extLst xmlns:a="http://schemas.openxmlformats.org/drawingml/2006/main">
              <a:ext uri="{FF2B5EF4-FFF2-40B4-BE49-F238E27FC236}">
                <a16:creationId xmlns:a16="http://schemas.microsoft.com/office/drawing/2014/main" id="{2CD48F4A-79D8-4379-9F63-C00CEB72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340" y="3148299"/>
            <a:ext cx="522940" cy="150588"/>
          </a:xfrm>
          <a:custGeom xmlns:a="http://schemas.openxmlformats.org/drawingml/2006/main">
            <a:pathLst>
              <a:path w="522940" h="150588">
                <a:moveTo>
                  <a:pt x="0" y="116313"/>
                </a:moveTo>
                <a:lnTo>
                  <a:pt x="0" y="0"/>
                </a:lnTo>
                <a:lnTo>
                  <a:pt x="86243" y="0"/>
                </a:lnTo>
                <a:lnTo>
                  <a:pt x="86243" y="19676"/>
                </a:lnTo>
                <a:lnTo>
                  <a:pt x="23485" y="19676"/>
                </a:lnTo>
                <a:lnTo>
                  <a:pt x="23485" y="45383"/>
                </a:lnTo>
                <a:lnTo>
                  <a:pt x="81879" y="45383"/>
                </a:lnTo>
                <a:lnTo>
                  <a:pt x="81879" y="65059"/>
                </a:lnTo>
                <a:lnTo>
                  <a:pt x="23485" y="65059"/>
                </a:lnTo>
                <a:lnTo>
                  <a:pt x="23485" y="96636"/>
                </a:lnTo>
                <a:lnTo>
                  <a:pt x="88464" y="96636"/>
                </a:lnTo>
                <a:lnTo>
                  <a:pt x="88464" y="116313"/>
                </a:lnTo>
                <a:lnTo>
                  <a:pt x="0" y="116313"/>
                </a:lnTo>
                <a:close/>
                <a:moveTo>
                  <a:pt x="184702" y="116313"/>
                </a:moveTo>
                <a:lnTo>
                  <a:pt x="162407" y="116313"/>
                </a:lnTo>
                <a:lnTo>
                  <a:pt x="162407" y="73360"/>
                </a:lnTo>
                <a:cubicBezTo>
                  <a:pt x="162407" y="64272"/>
                  <a:pt x="161931" y="58394"/>
                  <a:pt x="160979" y="55727"/>
                </a:cubicBezTo>
                <a:cubicBezTo>
                  <a:pt x="160027" y="53059"/>
                  <a:pt x="158480" y="50985"/>
                  <a:pt x="156337" y="49506"/>
                </a:cubicBezTo>
                <a:cubicBezTo>
                  <a:pt x="154195" y="48026"/>
                  <a:pt x="151617" y="47287"/>
                  <a:pt x="148602" y="47287"/>
                </a:cubicBezTo>
                <a:cubicBezTo>
                  <a:pt x="144741" y="47287"/>
                  <a:pt x="141276" y="48344"/>
                  <a:pt x="138208" y="50458"/>
                </a:cubicBezTo>
                <a:cubicBezTo>
                  <a:pt x="135140" y="52570"/>
                  <a:pt x="133038" y="55370"/>
                  <a:pt x="131901" y="58858"/>
                </a:cubicBezTo>
                <a:cubicBezTo>
                  <a:pt x="130763" y="62344"/>
                  <a:pt x="130195" y="68790"/>
                  <a:pt x="130195" y="78195"/>
                </a:cubicBezTo>
                <a:lnTo>
                  <a:pt x="130195" y="116313"/>
                </a:lnTo>
                <a:lnTo>
                  <a:pt x="107900" y="116313"/>
                </a:lnTo>
                <a:lnTo>
                  <a:pt x="107900" y="32053"/>
                </a:lnTo>
                <a:lnTo>
                  <a:pt x="128608" y="32053"/>
                </a:lnTo>
                <a:lnTo>
                  <a:pt x="128608" y="44431"/>
                </a:lnTo>
                <a:cubicBezTo>
                  <a:pt x="135960" y="34910"/>
                  <a:pt x="145217" y="30149"/>
                  <a:pt x="156377" y="30149"/>
                </a:cubicBezTo>
                <a:cubicBezTo>
                  <a:pt x="161296" y="30149"/>
                  <a:pt x="165792" y="31035"/>
                  <a:pt x="169865" y="32807"/>
                </a:cubicBezTo>
                <a:cubicBezTo>
                  <a:pt x="173938" y="34579"/>
                  <a:pt x="177019" y="36840"/>
                  <a:pt x="179108" y="39591"/>
                </a:cubicBezTo>
                <a:cubicBezTo>
                  <a:pt x="181197" y="42341"/>
                  <a:pt x="182652" y="45462"/>
                  <a:pt x="183472" y="48953"/>
                </a:cubicBezTo>
                <a:cubicBezTo>
                  <a:pt x="184292" y="52444"/>
                  <a:pt x="184702" y="57442"/>
                  <a:pt x="184702" y="63948"/>
                </a:cubicBezTo>
                <a:lnTo>
                  <a:pt x="184702" y="116313"/>
                </a:lnTo>
                <a:close/>
                <a:moveTo>
                  <a:pt x="205114" y="121708"/>
                </a:moveTo>
                <a:lnTo>
                  <a:pt x="230582" y="124882"/>
                </a:lnTo>
                <a:cubicBezTo>
                  <a:pt x="231006" y="127872"/>
                  <a:pt x="231984" y="129927"/>
                  <a:pt x="233518" y="131048"/>
                </a:cubicBezTo>
                <a:cubicBezTo>
                  <a:pt x="235634" y="132650"/>
                  <a:pt x="238966" y="133450"/>
                  <a:pt x="243515" y="133450"/>
                </a:cubicBezTo>
                <a:cubicBezTo>
                  <a:pt x="249333" y="133450"/>
                  <a:pt x="253697" y="132571"/>
                  <a:pt x="256606" y="130812"/>
                </a:cubicBezTo>
                <a:cubicBezTo>
                  <a:pt x="258563" y="129640"/>
                  <a:pt x="260044" y="127749"/>
                  <a:pt x="261049" y="125139"/>
                </a:cubicBezTo>
                <a:cubicBezTo>
                  <a:pt x="261737" y="123275"/>
                  <a:pt x="262080" y="119839"/>
                  <a:pt x="262080" y="114833"/>
                </a:cubicBezTo>
                <a:lnTo>
                  <a:pt x="262080" y="102446"/>
                </a:lnTo>
                <a:cubicBezTo>
                  <a:pt x="255416" y="111690"/>
                  <a:pt x="247006" y="116313"/>
                  <a:pt x="236850" y="116313"/>
                </a:cubicBezTo>
                <a:cubicBezTo>
                  <a:pt x="225531" y="116313"/>
                  <a:pt x="216566" y="111526"/>
                  <a:pt x="209954" y="101952"/>
                </a:cubicBezTo>
                <a:cubicBezTo>
                  <a:pt x="204770" y="94388"/>
                  <a:pt x="202179" y="84973"/>
                  <a:pt x="202179" y="73707"/>
                </a:cubicBezTo>
                <a:cubicBezTo>
                  <a:pt x="202179" y="59585"/>
                  <a:pt x="205577" y="48794"/>
                  <a:pt x="212374" y="41336"/>
                </a:cubicBezTo>
                <a:cubicBezTo>
                  <a:pt x="219171" y="33878"/>
                  <a:pt x="227620" y="30149"/>
                  <a:pt x="237723" y="30149"/>
                </a:cubicBezTo>
                <a:cubicBezTo>
                  <a:pt x="248143" y="30149"/>
                  <a:pt x="256738" y="34746"/>
                  <a:pt x="263509" y="43940"/>
                </a:cubicBezTo>
                <a:lnTo>
                  <a:pt x="263509" y="32053"/>
                </a:lnTo>
                <a:lnTo>
                  <a:pt x="284375" y="32053"/>
                </a:lnTo>
                <a:lnTo>
                  <a:pt x="284375" y="107714"/>
                </a:lnTo>
                <a:cubicBezTo>
                  <a:pt x="284375" y="117665"/>
                  <a:pt x="283555" y="125101"/>
                  <a:pt x="281916" y="130024"/>
                </a:cubicBezTo>
                <a:cubicBezTo>
                  <a:pt x="280276" y="134946"/>
                  <a:pt x="277975" y="138810"/>
                  <a:pt x="275013" y="141615"/>
                </a:cubicBezTo>
                <a:cubicBezTo>
                  <a:pt x="272051" y="144422"/>
                  <a:pt x="268097" y="146618"/>
                  <a:pt x="263152" y="148205"/>
                </a:cubicBezTo>
                <a:cubicBezTo>
                  <a:pt x="258206" y="149794"/>
                  <a:pt x="251951" y="150588"/>
                  <a:pt x="244388" y="150588"/>
                </a:cubicBezTo>
                <a:cubicBezTo>
                  <a:pt x="230106" y="150588"/>
                  <a:pt x="219977" y="148121"/>
                  <a:pt x="214000" y="143187"/>
                </a:cubicBezTo>
                <a:cubicBezTo>
                  <a:pt x="208023" y="138255"/>
                  <a:pt x="205035" y="132002"/>
                  <a:pt x="205035" y="124428"/>
                </a:cubicBezTo>
                <a:cubicBezTo>
                  <a:pt x="205035" y="123681"/>
                  <a:pt x="205061" y="122774"/>
                  <a:pt x="205114" y="121708"/>
                </a:cubicBezTo>
                <a:moveTo>
                  <a:pt x="225029" y="72438"/>
                </a:moveTo>
                <a:cubicBezTo>
                  <a:pt x="225029" y="81350"/>
                  <a:pt x="226761" y="87876"/>
                  <a:pt x="230225" y="92015"/>
                </a:cubicBezTo>
                <a:cubicBezTo>
                  <a:pt x="233690" y="96154"/>
                  <a:pt x="237961" y="98223"/>
                  <a:pt x="243039" y="98223"/>
                </a:cubicBezTo>
                <a:cubicBezTo>
                  <a:pt x="248487" y="98223"/>
                  <a:pt x="253089" y="96101"/>
                  <a:pt x="256844" y="91856"/>
                </a:cubicBezTo>
                <a:cubicBezTo>
                  <a:pt x="260599" y="87612"/>
                  <a:pt x="262477" y="81324"/>
                  <a:pt x="262477" y="72993"/>
                </a:cubicBezTo>
                <a:cubicBezTo>
                  <a:pt x="262477" y="64292"/>
                  <a:pt x="260679" y="57832"/>
                  <a:pt x="257082" y="53614"/>
                </a:cubicBezTo>
                <a:cubicBezTo>
                  <a:pt x="253485" y="49396"/>
                  <a:pt x="248936" y="47287"/>
                  <a:pt x="243435" y="47287"/>
                </a:cubicBezTo>
                <a:cubicBezTo>
                  <a:pt x="238093" y="47287"/>
                  <a:pt x="233690" y="49356"/>
                  <a:pt x="230225" y="53495"/>
                </a:cubicBezTo>
                <a:cubicBezTo>
                  <a:pt x="226761" y="57634"/>
                  <a:pt x="225029" y="63948"/>
                  <a:pt x="225029" y="72438"/>
                </a:cubicBezTo>
                <a:close/>
                <a:moveTo>
                  <a:pt x="306295" y="20628"/>
                </a:moveTo>
                <a:lnTo>
                  <a:pt x="306295" y="0"/>
                </a:lnTo>
                <a:lnTo>
                  <a:pt x="328590" y="0"/>
                </a:lnTo>
                <a:lnTo>
                  <a:pt x="328590" y="20628"/>
                </a:lnTo>
                <a:lnTo>
                  <a:pt x="306295" y="20628"/>
                </a:lnTo>
                <a:moveTo>
                  <a:pt x="306295" y="116313"/>
                </a:moveTo>
                <a:lnTo>
                  <a:pt x="306295" y="32053"/>
                </a:lnTo>
                <a:lnTo>
                  <a:pt x="328590" y="32053"/>
                </a:lnTo>
                <a:lnTo>
                  <a:pt x="328590" y="116313"/>
                </a:lnTo>
                <a:lnTo>
                  <a:pt x="306295" y="116313"/>
                </a:lnTo>
                <a:close/>
                <a:moveTo>
                  <a:pt x="427947" y="116313"/>
                </a:moveTo>
                <a:lnTo>
                  <a:pt x="405653" y="116313"/>
                </a:lnTo>
                <a:lnTo>
                  <a:pt x="405653" y="73360"/>
                </a:lnTo>
                <a:cubicBezTo>
                  <a:pt x="405653" y="64272"/>
                  <a:pt x="405177" y="58394"/>
                  <a:pt x="404225" y="55727"/>
                </a:cubicBezTo>
                <a:cubicBezTo>
                  <a:pt x="403273" y="53059"/>
                  <a:pt x="401725" y="50985"/>
                  <a:pt x="399583" y="49506"/>
                </a:cubicBezTo>
                <a:cubicBezTo>
                  <a:pt x="397441" y="48026"/>
                  <a:pt x="394863" y="47287"/>
                  <a:pt x="391848" y="47287"/>
                </a:cubicBezTo>
                <a:cubicBezTo>
                  <a:pt x="387986" y="47287"/>
                  <a:pt x="384522" y="48344"/>
                  <a:pt x="381454" y="50458"/>
                </a:cubicBezTo>
                <a:cubicBezTo>
                  <a:pt x="378386" y="52570"/>
                  <a:pt x="376284" y="55370"/>
                  <a:pt x="375146" y="58858"/>
                </a:cubicBezTo>
                <a:cubicBezTo>
                  <a:pt x="374009" y="62344"/>
                  <a:pt x="373441" y="68790"/>
                  <a:pt x="373441" y="78195"/>
                </a:cubicBezTo>
                <a:lnTo>
                  <a:pt x="373441" y="116313"/>
                </a:lnTo>
                <a:lnTo>
                  <a:pt x="351146" y="116313"/>
                </a:lnTo>
                <a:lnTo>
                  <a:pt x="351146" y="32053"/>
                </a:lnTo>
                <a:lnTo>
                  <a:pt x="371854" y="32053"/>
                </a:lnTo>
                <a:lnTo>
                  <a:pt x="371854" y="44431"/>
                </a:lnTo>
                <a:cubicBezTo>
                  <a:pt x="379206" y="34910"/>
                  <a:pt x="388462" y="30149"/>
                  <a:pt x="399623" y="30149"/>
                </a:cubicBezTo>
                <a:cubicBezTo>
                  <a:pt x="404542" y="30149"/>
                  <a:pt x="409038" y="31035"/>
                  <a:pt x="413111" y="32807"/>
                </a:cubicBezTo>
                <a:cubicBezTo>
                  <a:pt x="417184" y="34579"/>
                  <a:pt x="420265" y="36840"/>
                  <a:pt x="422354" y="39591"/>
                </a:cubicBezTo>
                <a:cubicBezTo>
                  <a:pt x="424443" y="42341"/>
                  <a:pt x="425898" y="45462"/>
                  <a:pt x="426718" y="48953"/>
                </a:cubicBezTo>
                <a:cubicBezTo>
                  <a:pt x="427537" y="52444"/>
                  <a:pt x="427947" y="57442"/>
                  <a:pt x="427947" y="63948"/>
                </a:cubicBezTo>
                <a:lnTo>
                  <a:pt x="427947" y="116313"/>
                </a:lnTo>
                <a:close/>
                <a:moveTo>
                  <a:pt x="499217" y="89496"/>
                </a:moveTo>
                <a:lnTo>
                  <a:pt x="521432" y="93304"/>
                </a:lnTo>
                <a:cubicBezTo>
                  <a:pt x="518576" y="101423"/>
                  <a:pt x="514067" y="107605"/>
                  <a:pt x="507905" y="111850"/>
                </a:cubicBezTo>
                <a:cubicBezTo>
                  <a:pt x="501743" y="116095"/>
                  <a:pt x="494034" y="118217"/>
                  <a:pt x="484777" y="118217"/>
                </a:cubicBezTo>
                <a:cubicBezTo>
                  <a:pt x="470126" y="118217"/>
                  <a:pt x="459282" y="113430"/>
                  <a:pt x="452248" y="103856"/>
                </a:cubicBezTo>
                <a:cubicBezTo>
                  <a:pt x="446694" y="96187"/>
                  <a:pt x="443917" y="86507"/>
                  <a:pt x="443917" y="74818"/>
                </a:cubicBezTo>
                <a:cubicBezTo>
                  <a:pt x="443917" y="60854"/>
                  <a:pt x="447567" y="49918"/>
                  <a:pt x="454866" y="42011"/>
                </a:cubicBezTo>
                <a:cubicBezTo>
                  <a:pt x="462165" y="34103"/>
                  <a:pt x="471395" y="30149"/>
                  <a:pt x="482556" y="30149"/>
                </a:cubicBezTo>
                <a:cubicBezTo>
                  <a:pt x="495091" y="30149"/>
                  <a:pt x="504982" y="34288"/>
                  <a:pt x="512229" y="42566"/>
                </a:cubicBezTo>
                <a:cubicBezTo>
                  <a:pt x="519475" y="50844"/>
                  <a:pt x="522940" y="63525"/>
                  <a:pt x="522622" y="80610"/>
                </a:cubicBezTo>
                <a:lnTo>
                  <a:pt x="466767" y="80610"/>
                </a:lnTo>
                <a:cubicBezTo>
                  <a:pt x="466926" y="87221"/>
                  <a:pt x="468724" y="92365"/>
                  <a:pt x="472162" y="96041"/>
                </a:cubicBezTo>
                <a:cubicBezTo>
                  <a:pt x="475600" y="99718"/>
                  <a:pt x="479884" y="101556"/>
                  <a:pt x="485015" y="101556"/>
                </a:cubicBezTo>
                <a:cubicBezTo>
                  <a:pt x="488506" y="101556"/>
                  <a:pt x="491442" y="100603"/>
                  <a:pt x="493822" y="98699"/>
                </a:cubicBezTo>
                <a:cubicBezTo>
                  <a:pt x="496202" y="96795"/>
                  <a:pt x="498001" y="93727"/>
                  <a:pt x="499217" y="89496"/>
                </a:cubicBezTo>
                <a:moveTo>
                  <a:pt x="500487" y="66963"/>
                </a:moveTo>
                <a:cubicBezTo>
                  <a:pt x="500328" y="60537"/>
                  <a:pt x="498662" y="55651"/>
                  <a:pt x="495488" y="52305"/>
                </a:cubicBezTo>
                <a:cubicBezTo>
                  <a:pt x="492314" y="48960"/>
                  <a:pt x="488453" y="47287"/>
                  <a:pt x="483904" y="47287"/>
                </a:cubicBezTo>
                <a:cubicBezTo>
                  <a:pt x="479038" y="47287"/>
                  <a:pt x="475018" y="49051"/>
                  <a:pt x="471845" y="52580"/>
                </a:cubicBezTo>
                <a:cubicBezTo>
                  <a:pt x="468671" y="56111"/>
                  <a:pt x="467111" y="60905"/>
                  <a:pt x="467164" y="66963"/>
                </a:cubicBezTo>
                <a:lnTo>
                  <a:pt x="500487" y="669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2F610-5B04-4994-9DD2-1168145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742" y="2485696"/>
            <a:ext cx="1595062" cy="344729"/>
          </a:xfrm>
          <a:custGeom xmlns:a="http://schemas.openxmlformats.org/drawingml/2006/main">
            <a:pathLst>
              <a:path w="1595062" h="344729">
                <a:moveTo>
                  <a:pt x="0" y="0"/>
                </a:moveTo>
                <a:lnTo>
                  <a:pt x="1595062" y="0"/>
                </a:lnTo>
                <a:lnTo>
                  <a:pt x="1595062" y="344729"/>
                </a:lnTo>
                <a:lnTo>
                  <a:pt x="0" y="3447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SimulatedServer">
            <a:extLst xmlns:a="http://schemas.openxmlformats.org/drawingml/2006/main">
              <a:ext uri="{FF2B5EF4-FFF2-40B4-BE49-F238E27FC236}">
                <a16:creationId xmlns:a16="http://schemas.microsoft.com/office/drawing/2014/main" id="{BD810280-D06C-4070-8A19-84D6DE9A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506" y="2591859"/>
            <a:ext cx="1322614" cy="120597"/>
          </a:xfrm>
          <a:custGeom xmlns:a="http://schemas.openxmlformats.org/drawingml/2006/main">
            <a:pathLst>
              <a:path w="1322614" h="120597">
                <a:moveTo>
                  <a:pt x="114009" y="22691"/>
                </a:moveTo>
                <a:lnTo>
                  <a:pt x="136304" y="22691"/>
                </a:lnTo>
                <a:lnTo>
                  <a:pt x="136304" y="2063"/>
                </a:lnTo>
                <a:lnTo>
                  <a:pt x="114009" y="2063"/>
                </a:lnTo>
                <a:lnTo>
                  <a:pt x="114009" y="22691"/>
                </a:lnTo>
                <a:close/>
                <a:moveTo>
                  <a:pt x="402589" y="118376"/>
                </a:moveTo>
                <a:lnTo>
                  <a:pt x="424884" y="118376"/>
                </a:lnTo>
                <a:lnTo>
                  <a:pt x="424884" y="2063"/>
                </a:lnTo>
                <a:lnTo>
                  <a:pt x="402589" y="2063"/>
                </a:lnTo>
                <a:lnTo>
                  <a:pt x="402589" y="118376"/>
                </a:lnTo>
                <a:close/>
                <a:moveTo>
                  <a:pt x="1031" y="86869"/>
                </a:moveTo>
                <a:lnTo>
                  <a:pt x="1372" y="88353"/>
                </a:lnTo>
                <a:lnTo>
                  <a:pt x="1745" y="89805"/>
                </a:lnTo>
                <a:lnTo>
                  <a:pt x="2152" y="91223"/>
                </a:lnTo>
                <a:lnTo>
                  <a:pt x="2592" y="92610"/>
                </a:lnTo>
                <a:lnTo>
                  <a:pt x="3065" y="93964"/>
                </a:lnTo>
                <a:lnTo>
                  <a:pt x="3570" y="95286"/>
                </a:lnTo>
                <a:lnTo>
                  <a:pt x="4109" y="96575"/>
                </a:lnTo>
                <a:lnTo>
                  <a:pt x="4681" y="97832"/>
                </a:lnTo>
                <a:lnTo>
                  <a:pt x="5286" y="99056"/>
                </a:lnTo>
                <a:lnTo>
                  <a:pt x="5924" y="100248"/>
                </a:lnTo>
                <a:lnTo>
                  <a:pt x="6595" y="101407"/>
                </a:lnTo>
                <a:lnTo>
                  <a:pt x="7299" y="102534"/>
                </a:lnTo>
                <a:lnTo>
                  <a:pt x="8037" y="103629"/>
                </a:lnTo>
                <a:lnTo>
                  <a:pt x="8807" y="104691"/>
                </a:lnTo>
                <a:lnTo>
                  <a:pt x="9610" y="105720"/>
                </a:lnTo>
                <a:lnTo>
                  <a:pt x="10446" y="106718"/>
                </a:lnTo>
                <a:lnTo>
                  <a:pt x="11316" y="107682"/>
                </a:lnTo>
                <a:lnTo>
                  <a:pt x="12218" y="108615"/>
                </a:lnTo>
                <a:lnTo>
                  <a:pt x="13154" y="109515"/>
                </a:lnTo>
                <a:lnTo>
                  <a:pt x="14123" y="110382"/>
                </a:lnTo>
                <a:lnTo>
                  <a:pt x="15125" y="111216"/>
                </a:lnTo>
                <a:lnTo>
                  <a:pt x="16164" y="112014"/>
                </a:lnTo>
                <a:lnTo>
                  <a:pt x="17238" y="112776"/>
                </a:lnTo>
                <a:lnTo>
                  <a:pt x="18347" y="113503"/>
                </a:lnTo>
                <a:lnTo>
                  <a:pt x="19493" y="114195"/>
                </a:lnTo>
                <a:lnTo>
                  <a:pt x="20673" y="114851"/>
                </a:lnTo>
                <a:lnTo>
                  <a:pt x="21889" y="115472"/>
                </a:lnTo>
                <a:lnTo>
                  <a:pt x="23141" y="116057"/>
                </a:lnTo>
                <a:lnTo>
                  <a:pt x="24428" y="116607"/>
                </a:lnTo>
                <a:lnTo>
                  <a:pt x="25751" y="117121"/>
                </a:lnTo>
                <a:lnTo>
                  <a:pt x="27109" y="117600"/>
                </a:lnTo>
                <a:lnTo>
                  <a:pt x="28503" y="118043"/>
                </a:lnTo>
                <a:lnTo>
                  <a:pt x="29932" y="118451"/>
                </a:lnTo>
                <a:lnTo>
                  <a:pt x="31397" y="118824"/>
                </a:lnTo>
                <a:lnTo>
                  <a:pt x="32898" y="119161"/>
                </a:lnTo>
                <a:lnTo>
                  <a:pt x="34434" y="119462"/>
                </a:lnTo>
                <a:lnTo>
                  <a:pt x="36005" y="119728"/>
                </a:lnTo>
                <a:lnTo>
                  <a:pt x="37612" y="119959"/>
                </a:lnTo>
                <a:lnTo>
                  <a:pt x="39255" y="120154"/>
                </a:lnTo>
                <a:lnTo>
                  <a:pt x="40933" y="120313"/>
                </a:lnTo>
                <a:lnTo>
                  <a:pt x="42647" y="120438"/>
                </a:lnTo>
                <a:lnTo>
                  <a:pt x="44396" y="120526"/>
                </a:lnTo>
                <a:lnTo>
                  <a:pt x="46181" y="120579"/>
                </a:lnTo>
                <a:lnTo>
                  <a:pt x="48001" y="120597"/>
                </a:lnTo>
                <a:lnTo>
                  <a:pt x="49255" y="120590"/>
                </a:lnTo>
                <a:lnTo>
                  <a:pt x="50492" y="120568"/>
                </a:lnTo>
                <a:lnTo>
                  <a:pt x="51711" y="120531"/>
                </a:lnTo>
                <a:lnTo>
                  <a:pt x="52913" y="120479"/>
                </a:lnTo>
                <a:lnTo>
                  <a:pt x="54098" y="120413"/>
                </a:lnTo>
                <a:lnTo>
                  <a:pt x="55265" y="120331"/>
                </a:lnTo>
                <a:lnTo>
                  <a:pt x="56415" y="120235"/>
                </a:lnTo>
                <a:lnTo>
                  <a:pt x="57548" y="120125"/>
                </a:lnTo>
                <a:lnTo>
                  <a:pt x="58663" y="119999"/>
                </a:lnTo>
                <a:lnTo>
                  <a:pt x="59761" y="119859"/>
                </a:lnTo>
                <a:lnTo>
                  <a:pt x="60842" y="119704"/>
                </a:lnTo>
                <a:lnTo>
                  <a:pt x="61905" y="119534"/>
                </a:lnTo>
                <a:lnTo>
                  <a:pt x="62951" y="119350"/>
                </a:lnTo>
                <a:lnTo>
                  <a:pt x="63980" y="119150"/>
                </a:lnTo>
                <a:lnTo>
                  <a:pt x="64991" y="118936"/>
                </a:lnTo>
                <a:lnTo>
                  <a:pt x="65985" y="118707"/>
                </a:lnTo>
                <a:lnTo>
                  <a:pt x="66961" y="118464"/>
                </a:lnTo>
                <a:lnTo>
                  <a:pt x="67920" y="118205"/>
                </a:lnTo>
                <a:lnTo>
                  <a:pt x="68862" y="117932"/>
                </a:lnTo>
                <a:lnTo>
                  <a:pt x="69786" y="117644"/>
                </a:lnTo>
                <a:lnTo>
                  <a:pt x="70693" y="117342"/>
                </a:lnTo>
                <a:lnTo>
                  <a:pt x="71583" y="117024"/>
                </a:lnTo>
                <a:lnTo>
                  <a:pt x="72455" y="116692"/>
                </a:lnTo>
                <a:lnTo>
                  <a:pt x="73310" y="116345"/>
                </a:lnTo>
                <a:lnTo>
                  <a:pt x="74149" y="115983"/>
                </a:lnTo>
                <a:lnTo>
                  <a:pt x="74971" y="115605"/>
                </a:lnTo>
                <a:lnTo>
                  <a:pt x="75777" y="115212"/>
                </a:lnTo>
                <a:lnTo>
                  <a:pt x="76568" y="114803"/>
                </a:lnTo>
                <a:lnTo>
                  <a:pt x="77342" y="114378"/>
                </a:lnTo>
                <a:lnTo>
                  <a:pt x="78101" y="113938"/>
                </a:lnTo>
                <a:lnTo>
                  <a:pt x="78843" y="113482"/>
                </a:lnTo>
                <a:lnTo>
                  <a:pt x="79569" y="113011"/>
                </a:lnTo>
                <a:lnTo>
                  <a:pt x="80280" y="112524"/>
                </a:lnTo>
                <a:lnTo>
                  <a:pt x="80974" y="112022"/>
                </a:lnTo>
                <a:lnTo>
                  <a:pt x="81653" y="111504"/>
                </a:lnTo>
                <a:lnTo>
                  <a:pt x="82316" y="110970"/>
                </a:lnTo>
                <a:lnTo>
                  <a:pt x="82962" y="110420"/>
                </a:lnTo>
                <a:lnTo>
                  <a:pt x="83593" y="109856"/>
                </a:lnTo>
                <a:lnTo>
                  <a:pt x="84207" y="109275"/>
                </a:lnTo>
                <a:lnTo>
                  <a:pt x="84806" y="108679"/>
                </a:lnTo>
                <a:lnTo>
                  <a:pt x="85389" y="108067"/>
                </a:lnTo>
                <a:lnTo>
                  <a:pt x="85955" y="107440"/>
                </a:lnTo>
                <a:lnTo>
                  <a:pt x="86506" y="106797"/>
                </a:lnTo>
                <a:lnTo>
                  <a:pt x="87041" y="106138"/>
                </a:lnTo>
                <a:lnTo>
                  <a:pt x="87559" y="105464"/>
                </a:lnTo>
                <a:lnTo>
                  <a:pt x="88062" y="104774"/>
                </a:lnTo>
                <a:lnTo>
                  <a:pt x="88549" y="104069"/>
                </a:lnTo>
                <a:lnTo>
                  <a:pt x="89020" y="103348"/>
                </a:lnTo>
                <a:lnTo>
                  <a:pt x="89473" y="102617"/>
                </a:lnTo>
                <a:lnTo>
                  <a:pt x="89907" y="101882"/>
                </a:lnTo>
                <a:lnTo>
                  <a:pt x="90321" y="101142"/>
                </a:lnTo>
                <a:lnTo>
                  <a:pt x="90717" y="100398"/>
                </a:lnTo>
                <a:lnTo>
                  <a:pt x="91093" y="99649"/>
                </a:lnTo>
                <a:lnTo>
                  <a:pt x="91450" y="98896"/>
                </a:lnTo>
                <a:lnTo>
                  <a:pt x="91787" y="98139"/>
                </a:lnTo>
                <a:lnTo>
                  <a:pt x="92105" y="97377"/>
                </a:lnTo>
                <a:lnTo>
                  <a:pt x="92404" y="96611"/>
                </a:lnTo>
                <a:lnTo>
                  <a:pt x="92684" y="95840"/>
                </a:lnTo>
                <a:lnTo>
                  <a:pt x="92944" y="95065"/>
                </a:lnTo>
                <a:lnTo>
                  <a:pt x="93185" y="94286"/>
                </a:lnTo>
                <a:lnTo>
                  <a:pt x="93407" y="93502"/>
                </a:lnTo>
                <a:lnTo>
                  <a:pt x="93609" y="92714"/>
                </a:lnTo>
                <a:lnTo>
                  <a:pt x="93793" y="91921"/>
                </a:lnTo>
                <a:lnTo>
                  <a:pt x="93957" y="91124"/>
                </a:lnTo>
                <a:lnTo>
                  <a:pt x="94101" y="90323"/>
                </a:lnTo>
                <a:lnTo>
                  <a:pt x="94227" y="89517"/>
                </a:lnTo>
                <a:lnTo>
                  <a:pt x="94333" y="88707"/>
                </a:lnTo>
                <a:lnTo>
                  <a:pt x="94419" y="87892"/>
                </a:lnTo>
                <a:lnTo>
                  <a:pt x="94487" y="87073"/>
                </a:lnTo>
                <a:lnTo>
                  <a:pt x="94535" y="86249"/>
                </a:lnTo>
                <a:lnTo>
                  <a:pt x="94564" y="85421"/>
                </a:lnTo>
                <a:lnTo>
                  <a:pt x="94574" y="84589"/>
                </a:lnTo>
                <a:lnTo>
                  <a:pt x="94566" y="83674"/>
                </a:lnTo>
                <a:lnTo>
                  <a:pt x="94541" y="82772"/>
                </a:lnTo>
                <a:lnTo>
                  <a:pt x="94501" y="81882"/>
                </a:lnTo>
                <a:lnTo>
                  <a:pt x="94445" y="81004"/>
                </a:lnTo>
                <a:lnTo>
                  <a:pt x="94372" y="80138"/>
                </a:lnTo>
                <a:lnTo>
                  <a:pt x="94284" y="79285"/>
                </a:lnTo>
                <a:lnTo>
                  <a:pt x="94179" y="78444"/>
                </a:lnTo>
                <a:lnTo>
                  <a:pt x="94058" y="77615"/>
                </a:lnTo>
                <a:lnTo>
                  <a:pt x="93921" y="76799"/>
                </a:lnTo>
                <a:lnTo>
                  <a:pt x="93768" y="75995"/>
                </a:lnTo>
                <a:lnTo>
                  <a:pt x="93599" y="75203"/>
                </a:lnTo>
                <a:lnTo>
                  <a:pt x="93413" y="74424"/>
                </a:lnTo>
                <a:lnTo>
                  <a:pt x="93212" y="73656"/>
                </a:lnTo>
                <a:lnTo>
                  <a:pt x="92994" y="72902"/>
                </a:lnTo>
                <a:lnTo>
                  <a:pt x="92761" y="72159"/>
                </a:lnTo>
                <a:lnTo>
                  <a:pt x="92511" y="71429"/>
                </a:lnTo>
                <a:lnTo>
                  <a:pt x="92245" y="70711"/>
                </a:lnTo>
                <a:lnTo>
                  <a:pt x="91963" y="70005"/>
                </a:lnTo>
                <a:lnTo>
                  <a:pt x="91665" y="69311"/>
                </a:lnTo>
                <a:lnTo>
                  <a:pt x="91350" y="68630"/>
                </a:lnTo>
                <a:lnTo>
                  <a:pt x="91020" y="67961"/>
                </a:lnTo>
                <a:lnTo>
                  <a:pt x="90674" y="67305"/>
                </a:lnTo>
                <a:lnTo>
                  <a:pt x="90311" y="66660"/>
                </a:lnTo>
                <a:lnTo>
                  <a:pt x="89932" y="66028"/>
                </a:lnTo>
                <a:lnTo>
                  <a:pt x="89539" y="65408"/>
                </a:lnTo>
                <a:lnTo>
                  <a:pt x="89134" y="64798"/>
                </a:lnTo>
                <a:lnTo>
                  <a:pt x="88716" y="64200"/>
                </a:lnTo>
                <a:lnTo>
                  <a:pt x="88286" y="63613"/>
                </a:lnTo>
                <a:lnTo>
                  <a:pt x="87843" y="63036"/>
                </a:lnTo>
                <a:lnTo>
                  <a:pt x="87388" y="62471"/>
                </a:lnTo>
                <a:lnTo>
                  <a:pt x="86921" y="61917"/>
                </a:lnTo>
                <a:lnTo>
                  <a:pt x="86441" y="61374"/>
                </a:lnTo>
                <a:lnTo>
                  <a:pt x="85949" y="60841"/>
                </a:lnTo>
                <a:lnTo>
                  <a:pt x="85445" y="60320"/>
                </a:lnTo>
                <a:lnTo>
                  <a:pt x="84928" y="59810"/>
                </a:lnTo>
                <a:lnTo>
                  <a:pt x="84398" y="59311"/>
                </a:lnTo>
                <a:lnTo>
                  <a:pt x="83856" y="58823"/>
                </a:lnTo>
                <a:lnTo>
                  <a:pt x="83302" y="58346"/>
                </a:lnTo>
                <a:lnTo>
                  <a:pt x="82736" y="57880"/>
                </a:lnTo>
                <a:lnTo>
                  <a:pt x="82157" y="57426"/>
                </a:lnTo>
                <a:lnTo>
                  <a:pt x="81566" y="56982"/>
                </a:lnTo>
                <a:lnTo>
                  <a:pt x="80962" y="56549"/>
                </a:lnTo>
                <a:lnTo>
                  <a:pt x="80346" y="56127"/>
                </a:lnTo>
                <a:lnTo>
                  <a:pt x="79717" y="55717"/>
                </a:lnTo>
                <a:lnTo>
                  <a:pt x="79076" y="55317"/>
                </a:lnTo>
                <a:lnTo>
                  <a:pt x="78423" y="54928"/>
                </a:lnTo>
                <a:lnTo>
                  <a:pt x="77757" y="54551"/>
                </a:lnTo>
                <a:lnTo>
                  <a:pt x="77079" y="54184"/>
                </a:lnTo>
                <a:lnTo>
                  <a:pt x="76379" y="53824"/>
                </a:lnTo>
                <a:lnTo>
                  <a:pt x="75648" y="53464"/>
                </a:lnTo>
                <a:lnTo>
                  <a:pt x="74887" y="53105"/>
                </a:lnTo>
                <a:lnTo>
                  <a:pt x="74094" y="52748"/>
                </a:lnTo>
                <a:lnTo>
                  <a:pt x="73270" y="52391"/>
                </a:lnTo>
                <a:lnTo>
                  <a:pt x="72415" y="52035"/>
                </a:lnTo>
                <a:lnTo>
                  <a:pt x="71530" y="51680"/>
                </a:lnTo>
                <a:lnTo>
                  <a:pt x="70613" y="51326"/>
                </a:lnTo>
                <a:lnTo>
                  <a:pt x="69665" y="50973"/>
                </a:lnTo>
                <a:lnTo>
                  <a:pt x="68686" y="50621"/>
                </a:lnTo>
                <a:lnTo>
                  <a:pt x="67677" y="50271"/>
                </a:lnTo>
                <a:lnTo>
                  <a:pt x="66636" y="49921"/>
                </a:lnTo>
                <a:lnTo>
                  <a:pt x="65564" y="49572"/>
                </a:lnTo>
                <a:lnTo>
                  <a:pt x="64462" y="49223"/>
                </a:lnTo>
                <a:lnTo>
                  <a:pt x="63328" y="48876"/>
                </a:lnTo>
                <a:lnTo>
                  <a:pt x="62163" y="48530"/>
                </a:lnTo>
                <a:lnTo>
                  <a:pt x="60967" y="48185"/>
                </a:lnTo>
                <a:lnTo>
                  <a:pt x="59741" y="47841"/>
                </a:lnTo>
                <a:lnTo>
                  <a:pt x="58483" y="47498"/>
                </a:lnTo>
                <a:lnTo>
                  <a:pt x="57194" y="47156"/>
                </a:lnTo>
                <a:lnTo>
                  <a:pt x="55875" y="46815"/>
                </a:lnTo>
                <a:lnTo>
                  <a:pt x="54524" y="46474"/>
                </a:lnTo>
                <a:lnTo>
                  <a:pt x="53142" y="46135"/>
                </a:lnTo>
                <a:lnTo>
                  <a:pt x="51730" y="45797"/>
                </a:lnTo>
                <a:lnTo>
                  <a:pt x="50324" y="45459"/>
                </a:lnTo>
                <a:lnTo>
                  <a:pt x="48962" y="45123"/>
                </a:lnTo>
                <a:lnTo>
                  <a:pt x="47644" y="44788"/>
                </a:lnTo>
                <a:lnTo>
                  <a:pt x="46370" y="44454"/>
                </a:lnTo>
                <a:lnTo>
                  <a:pt x="45140" y="44122"/>
                </a:lnTo>
                <a:lnTo>
                  <a:pt x="43955" y="43790"/>
                </a:lnTo>
                <a:lnTo>
                  <a:pt x="42813" y="43459"/>
                </a:lnTo>
                <a:lnTo>
                  <a:pt x="41715" y="43130"/>
                </a:lnTo>
                <a:lnTo>
                  <a:pt x="40662" y="42802"/>
                </a:lnTo>
                <a:lnTo>
                  <a:pt x="39653" y="42474"/>
                </a:lnTo>
                <a:lnTo>
                  <a:pt x="38687" y="42148"/>
                </a:lnTo>
                <a:lnTo>
                  <a:pt x="37766" y="41823"/>
                </a:lnTo>
                <a:lnTo>
                  <a:pt x="36889" y="41500"/>
                </a:lnTo>
                <a:lnTo>
                  <a:pt x="36056" y="41177"/>
                </a:lnTo>
                <a:lnTo>
                  <a:pt x="35267" y="40855"/>
                </a:lnTo>
                <a:lnTo>
                  <a:pt x="34522" y="40535"/>
                </a:lnTo>
                <a:lnTo>
                  <a:pt x="33821" y="40216"/>
                </a:lnTo>
                <a:lnTo>
                  <a:pt x="33164" y="39897"/>
                </a:lnTo>
                <a:lnTo>
                  <a:pt x="32552" y="39580"/>
                </a:lnTo>
                <a:lnTo>
                  <a:pt x="31983" y="39264"/>
                </a:lnTo>
                <a:lnTo>
                  <a:pt x="31458" y="38949"/>
                </a:lnTo>
                <a:lnTo>
                  <a:pt x="30978" y="38636"/>
                </a:lnTo>
                <a:lnTo>
                  <a:pt x="30542" y="38323"/>
                </a:lnTo>
                <a:lnTo>
                  <a:pt x="30149" y="38011"/>
                </a:lnTo>
                <a:lnTo>
                  <a:pt x="29864" y="37765"/>
                </a:lnTo>
                <a:lnTo>
                  <a:pt x="29592" y="37514"/>
                </a:lnTo>
                <a:lnTo>
                  <a:pt x="29331" y="37259"/>
                </a:lnTo>
                <a:lnTo>
                  <a:pt x="29083" y="37000"/>
                </a:lnTo>
                <a:lnTo>
                  <a:pt x="28846" y="36737"/>
                </a:lnTo>
                <a:lnTo>
                  <a:pt x="28622" y="36469"/>
                </a:lnTo>
                <a:lnTo>
                  <a:pt x="28410" y="36198"/>
                </a:lnTo>
                <a:lnTo>
                  <a:pt x="28210" y="35922"/>
                </a:lnTo>
                <a:lnTo>
                  <a:pt x="28022" y="35642"/>
                </a:lnTo>
                <a:lnTo>
                  <a:pt x="27846" y="35358"/>
                </a:lnTo>
                <a:lnTo>
                  <a:pt x="27683" y="35070"/>
                </a:lnTo>
                <a:lnTo>
                  <a:pt x="27531" y="34778"/>
                </a:lnTo>
                <a:lnTo>
                  <a:pt x="27392" y="34481"/>
                </a:lnTo>
                <a:lnTo>
                  <a:pt x="27264" y="34181"/>
                </a:lnTo>
                <a:lnTo>
                  <a:pt x="27149" y="33876"/>
                </a:lnTo>
                <a:lnTo>
                  <a:pt x="27046" y="33567"/>
                </a:lnTo>
                <a:lnTo>
                  <a:pt x="26955" y="33254"/>
                </a:lnTo>
                <a:lnTo>
                  <a:pt x="26877" y="32937"/>
                </a:lnTo>
                <a:lnTo>
                  <a:pt x="26810" y="32616"/>
                </a:lnTo>
                <a:lnTo>
                  <a:pt x="26755" y="32291"/>
                </a:lnTo>
                <a:lnTo>
                  <a:pt x="26713" y="31961"/>
                </a:lnTo>
                <a:lnTo>
                  <a:pt x="26683" y="31627"/>
                </a:lnTo>
                <a:lnTo>
                  <a:pt x="26664" y="31290"/>
                </a:lnTo>
                <a:lnTo>
                  <a:pt x="26658" y="30948"/>
                </a:lnTo>
                <a:lnTo>
                  <a:pt x="26665" y="30574"/>
                </a:lnTo>
                <a:lnTo>
                  <a:pt x="26684" y="30206"/>
                </a:lnTo>
                <a:lnTo>
                  <a:pt x="26717" y="29845"/>
                </a:lnTo>
                <a:lnTo>
                  <a:pt x="26762" y="29490"/>
                </a:lnTo>
                <a:lnTo>
                  <a:pt x="26820" y="29142"/>
                </a:lnTo>
                <a:lnTo>
                  <a:pt x="26891" y="28799"/>
                </a:lnTo>
                <a:lnTo>
                  <a:pt x="26976" y="28464"/>
                </a:lnTo>
                <a:lnTo>
                  <a:pt x="27073" y="28134"/>
                </a:lnTo>
                <a:lnTo>
                  <a:pt x="27183" y="27811"/>
                </a:lnTo>
                <a:lnTo>
                  <a:pt x="27306" y="27494"/>
                </a:lnTo>
                <a:lnTo>
                  <a:pt x="27442" y="27184"/>
                </a:lnTo>
                <a:lnTo>
                  <a:pt x="27591" y="26880"/>
                </a:lnTo>
                <a:lnTo>
                  <a:pt x="27752" y="26582"/>
                </a:lnTo>
                <a:lnTo>
                  <a:pt x="27927" y="26290"/>
                </a:lnTo>
                <a:lnTo>
                  <a:pt x="28115" y="26005"/>
                </a:lnTo>
                <a:lnTo>
                  <a:pt x="28316" y="25727"/>
                </a:lnTo>
                <a:lnTo>
                  <a:pt x="28529" y="25454"/>
                </a:lnTo>
                <a:lnTo>
                  <a:pt x="28756" y="25188"/>
                </a:lnTo>
                <a:lnTo>
                  <a:pt x="28995" y="24929"/>
                </a:lnTo>
                <a:lnTo>
                  <a:pt x="29248" y="24675"/>
                </a:lnTo>
                <a:lnTo>
                  <a:pt x="29513" y="24428"/>
                </a:lnTo>
                <a:lnTo>
                  <a:pt x="29792" y="24187"/>
                </a:lnTo>
                <a:lnTo>
                  <a:pt x="30083" y="23953"/>
                </a:lnTo>
                <a:lnTo>
                  <a:pt x="30387" y="23725"/>
                </a:lnTo>
                <a:lnTo>
                  <a:pt x="30878" y="23382"/>
                </a:lnTo>
                <a:lnTo>
                  <a:pt x="31383" y="23053"/>
                </a:lnTo>
                <a:lnTo>
                  <a:pt x="31905" y="22739"/>
                </a:lnTo>
                <a:lnTo>
                  <a:pt x="32441" y="22440"/>
                </a:lnTo>
                <a:lnTo>
                  <a:pt x="32993" y="22155"/>
                </a:lnTo>
                <a:lnTo>
                  <a:pt x="33561" y="21884"/>
                </a:lnTo>
                <a:lnTo>
                  <a:pt x="34144" y="21629"/>
                </a:lnTo>
                <a:lnTo>
                  <a:pt x="34742" y="21388"/>
                </a:lnTo>
                <a:lnTo>
                  <a:pt x="35356" y="21161"/>
                </a:lnTo>
                <a:lnTo>
                  <a:pt x="35985" y="20949"/>
                </a:lnTo>
                <a:lnTo>
                  <a:pt x="36630" y="20752"/>
                </a:lnTo>
                <a:lnTo>
                  <a:pt x="37290" y="20570"/>
                </a:lnTo>
                <a:lnTo>
                  <a:pt x="37965" y="20402"/>
                </a:lnTo>
                <a:lnTo>
                  <a:pt x="38656" y="20248"/>
                </a:lnTo>
                <a:lnTo>
                  <a:pt x="39363" y="20109"/>
                </a:lnTo>
                <a:lnTo>
                  <a:pt x="40084" y="19985"/>
                </a:lnTo>
                <a:lnTo>
                  <a:pt x="40822" y="19876"/>
                </a:lnTo>
                <a:lnTo>
                  <a:pt x="41574" y="19781"/>
                </a:lnTo>
                <a:lnTo>
                  <a:pt x="42342" y="19700"/>
                </a:lnTo>
                <a:lnTo>
                  <a:pt x="43126" y="19635"/>
                </a:lnTo>
                <a:lnTo>
                  <a:pt x="43925" y="19583"/>
                </a:lnTo>
                <a:lnTo>
                  <a:pt x="44739" y="19547"/>
                </a:lnTo>
                <a:lnTo>
                  <a:pt x="45569" y="19525"/>
                </a:lnTo>
                <a:lnTo>
                  <a:pt x="46414" y="19518"/>
                </a:lnTo>
                <a:lnTo>
                  <a:pt x="47232" y="19525"/>
                </a:lnTo>
                <a:lnTo>
                  <a:pt x="48033" y="19545"/>
                </a:lnTo>
                <a:lnTo>
                  <a:pt x="48816" y="19579"/>
                </a:lnTo>
                <a:lnTo>
                  <a:pt x="49582" y="19627"/>
                </a:lnTo>
                <a:lnTo>
                  <a:pt x="50331" y="19688"/>
                </a:lnTo>
                <a:lnTo>
                  <a:pt x="51063" y="19763"/>
                </a:lnTo>
                <a:lnTo>
                  <a:pt x="51777" y="19852"/>
                </a:lnTo>
                <a:lnTo>
                  <a:pt x="52475" y="19954"/>
                </a:lnTo>
                <a:lnTo>
                  <a:pt x="53155" y="20070"/>
                </a:lnTo>
                <a:lnTo>
                  <a:pt x="53818" y="20200"/>
                </a:lnTo>
                <a:lnTo>
                  <a:pt x="54463" y="20343"/>
                </a:lnTo>
                <a:lnTo>
                  <a:pt x="55092" y="20500"/>
                </a:lnTo>
                <a:lnTo>
                  <a:pt x="55703" y="20670"/>
                </a:lnTo>
                <a:lnTo>
                  <a:pt x="56297" y="20854"/>
                </a:lnTo>
                <a:lnTo>
                  <a:pt x="56874" y="21052"/>
                </a:lnTo>
                <a:lnTo>
                  <a:pt x="57434" y="21263"/>
                </a:lnTo>
                <a:lnTo>
                  <a:pt x="57976" y="21488"/>
                </a:lnTo>
                <a:lnTo>
                  <a:pt x="58501" y="21727"/>
                </a:lnTo>
                <a:lnTo>
                  <a:pt x="59009" y="21979"/>
                </a:lnTo>
                <a:lnTo>
                  <a:pt x="59500" y="22245"/>
                </a:lnTo>
                <a:lnTo>
                  <a:pt x="59973" y="22525"/>
                </a:lnTo>
                <a:lnTo>
                  <a:pt x="60429" y="22818"/>
                </a:lnTo>
                <a:lnTo>
                  <a:pt x="60869" y="23125"/>
                </a:lnTo>
                <a:lnTo>
                  <a:pt x="61290" y="23445"/>
                </a:lnTo>
                <a:lnTo>
                  <a:pt x="61698" y="23781"/>
                </a:lnTo>
                <a:lnTo>
                  <a:pt x="62093" y="24135"/>
                </a:lnTo>
                <a:lnTo>
                  <a:pt x="62476" y="24506"/>
                </a:lnTo>
                <a:lnTo>
                  <a:pt x="62847" y="24894"/>
                </a:lnTo>
                <a:lnTo>
                  <a:pt x="63207" y="25300"/>
                </a:lnTo>
                <a:lnTo>
                  <a:pt x="63554" y="25724"/>
                </a:lnTo>
                <a:lnTo>
                  <a:pt x="63889" y="26165"/>
                </a:lnTo>
                <a:lnTo>
                  <a:pt x="64213" y="26623"/>
                </a:lnTo>
                <a:lnTo>
                  <a:pt x="64524" y="27099"/>
                </a:lnTo>
                <a:lnTo>
                  <a:pt x="64823" y="27593"/>
                </a:lnTo>
                <a:lnTo>
                  <a:pt x="65111" y="28103"/>
                </a:lnTo>
                <a:lnTo>
                  <a:pt x="65386" y="28632"/>
                </a:lnTo>
                <a:lnTo>
                  <a:pt x="65650" y="29178"/>
                </a:lnTo>
                <a:lnTo>
                  <a:pt x="65901" y="29741"/>
                </a:lnTo>
                <a:lnTo>
                  <a:pt x="66141" y="30322"/>
                </a:lnTo>
                <a:lnTo>
                  <a:pt x="66368" y="30921"/>
                </a:lnTo>
                <a:lnTo>
                  <a:pt x="66584" y="31537"/>
                </a:lnTo>
                <a:lnTo>
                  <a:pt x="66787" y="32170"/>
                </a:lnTo>
                <a:lnTo>
                  <a:pt x="66979" y="32821"/>
                </a:lnTo>
                <a:lnTo>
                  <a:pt x="67158" y="33489"/>
                </a:lnTo>
                <a:lnTo>
                  <a:pt x="67326" y="34175"/>
                </a:lnTo>
                <a:lnTo>
                  <a:pt x="67481" y="34879"/>
                </a:lnTo>
                <a:lnTo>
                  <a:pt x="67625" y="35599"/>
                </a:lnTo>
                <a:lnTo>
                  <a:pt x="67757" y="36338"/>
                </a:lnTo>
                <a:lnTo>
                  <a:pt x="91241" y="35386"/>
                </a:lnTo>
                <a:lnTo>
                  <a:pt x="91177" y="34055"/>
                </a:lnTo>
                <a:lnTo>
                  <a:pt x="91076" y="32747"/>
                </a:lnTo>
                <a:lnTo>
                  <a:pt x="90938" y="31462"/>
                </a:lnTo>
                <a:lnTo>
                  <a:pt x="90764" y="30199"/>
                </a:lnTo>
                <a:lnTo>
                  <a:pt x="90554" y="28958"/>
                </a:lnTo>
                <a:lnTo>
                  <a:pt x="90307" y="27740"/>
                </a:lnTo>
                <a:lnTo>
                  <a:pt x="90023" y="26544"/>
                </a:lnTo>
                <a:lnTo>
                  <a:pt x="89703" y="25371"/>
                </a:lnTo>
                <a:lnTo>
                  <a:pt x="89346" y="24220"/>
                </a:lnTo>
                <a:lnTo>
                  <a:pt x="88953" y="23091"/>
                </a:lnTo>
                <a:lnTo>
                  <a:pt x="88524" y="21985"/>
                </a:lnTo>
                <a:lnTo>
                  <a:pt x="88058" y="20901"/>
                </a:lnTo>
                <a:lnTo>
                  <a:pt x="87555" y="19840"/>
                </a:lnTo>
                <a:lnTo>
                  <a:pt x="87016" y="18801"/>
                </a:lnTo>
                <a:lnTo>
                  <a:pt x="86441" y="17784"/>
                </a:lnTo>
                <a:lnTo>
                  <a:pt x="85829" y="16790"/>
                </a:lnTo>
                <a:lnTo>
                  <a:pt x="85180" y="15819"/>
                </a:lnTo>
                <a:lnTo>
                  <a:pt x="84495" y="14869"/>
                </a:lnTo>
                <a:lnTo>
                  <a:pt x="83773" y="13943"/>
                </a:lnTo>
                <a:lnTo>
                  <a:pt x="83015" y="13038"/>
                </a:lnTo>
                <a:lnTo>
                  <a:pt x="82221" y="12156"/>
                </a:lnTo>
                <a:lnTo>
                  <a:pt x="81390" y="11297"/>
                </a:lnTo>
                <a:lnTo>
                  <a:pt x="80522" y="10460"/>
                </a:lnTo>
                <a:lnTo>
                  <a:pt x="79618" y="9645"/>
                </a:lnTo>
                <a:lnTo>
                  <a:pt x="78677" y="8858"/>
                </a:lnTo>
                <a:lnTo>
                  <a:pt x="77698" y="8104"/>
                </a:lnTo>
                <a:lnTo>
                  <a:pt x="76682" y="7384"/>
                </a:lnTo>
                <a:lnTo>
                  <a:pt x="75628" y="6698"/>
                </a:lnTo>
                <a:lnTo>
                  <a:pt x="74536" y="6045"/>
                </a:lnTo>
                <a:lnTo>
                  <a:pt x="73407" y="5425"/>
                </a:lnTo>
                <a:lnTo>
                  <a:pt x="72240" y="4839"/>
                </a:lnTo>
                <a:lnTo>
                  <a:pt x="71036" y="4287"/>
                </a:lnTo>
                <a:lnTo>
                  <a:pt x="69794" y="3767"/>
                </a:lnTo>
                <a:lnTo>
                  <a:pt x="68514" y="3282"/>
                </a:lnTo>
                <a:lnTo>
                  <a:pt x="67197" y="2830"/>
                </a:lnTo>
                <a:lnTo>
                  <a:pt x="65843" y="2411"/>
                </a:lnTo>
                <a:lnTo>
                  <a:pt x="64450" y="2026"/>
                </a:lnTo>
                <a:lnTo>
                  <a:pt x="63020" y="1674"/>
                </a:lnTo>
                <a:lnTo>
                  <a:pt x="61553" y="1356"/>
                </a:lnTo>
                <a:lnTo>
                  <a:pt x="60047" y="1072"/>
                </a:lnTo>
                <a:lnTo>
                  <a:pt x="58505" y="820"/>
                </a:lnTo>
                <a:lnTo>
                  <a:pt x="56924" y="603"/>
                </a:lnTo>
                <a:lnTo>
                  <a:pt x="55306" y="419"/>
                </a:lnTo>
                <a:lnTo>
                  <a:pt x="53651" y="268"/>
                </a:lnTo>
                <a:lnTo>
                  <a:pt x="51957" y="151"/>
                </a:lnTo>
                <a:lnTo>
                  <a:pt x="50227" y="67"/>
                </a:lnTo>
                <a:lnTo>
                  <a:pt x="48458" y="17"/>
                </a:lnTo>
                <a:lnTo>
                  <a:pt x="46652" y="0"/>
                </a:lnTo>
                <a:lnTo>
                  <a:pt x="45542" y="7"/>
                </a:lnTo>
                <a:lnTo>
                  <a:pt x="44445" y="28"/>
                </a:lnTo>
                <a:lnTo>
                  <a:pt x="43361" y="63"/>
                </a:lnTo>
                <a:lnTo>
                  <a:pt x="42292" y="113"/>
                </a:lnTo>
                <a:lnTo>
                  <a:pt x="41236" y="176"/>
                </a:lnTo>
                <a:lnTo>
                  <a:pt x="40193" y="254"/>
                </a:lnTo>
                <a:lnTo>
                  <a:pt x="39165" y="345"/>
                </a:lnTo>
                <a:lnTo>
                  <a:pt x="38149" y="451"/>
                </a:lnTo>
                <a:lnTo>
                  <a:pt x="37148" y="570"/>
                </a:lnTo>
                <a:lnTo>
                  <a:pt x="36160" y="704"/>
                </a:lnTo>
                <a:lnTo>
                  <a:pt x="35186" y="852"/>
                </a:lnTo>
                <a:lnTo>
                  <a:pt x="34225" y="1014"/>
                </a:lnTo>
                <a:lnTo>
                  <a:pt x="33278" y="1190"/>
                </a:lnTo>
                <a:lnTo>
                  <a:pt x="32345" y="1380"/>
                </a:lnTo>
                <a:lnTo>
                  <a:pt x="31426" y="1584"/>
                </a:lnTo>
                <a:lnTo>
                  <a:pt x="30520" y="1803"/>
                </a:lnTo>
                <a:lnTo>
                  <a:pt x="29627" y="2035"/>
                </a:lnTo>
                <a:lnTo>
                  <a:pt x="28748" y="2282"/>
                </a:lnTo>
                <a:lnTo>
                  <a:pt x="27883" y="2542"/>
                </a:lnTo>
                <a:lnTo>
                  <a:pt x="27032" y="2817"/>
                </a:lnTo>
                <a:lnTo>
                  <a:pt x="26194" y="3106"/>
                </a:lnTo>
                <a:lnTo>
                  <a:pt x="25370" y="3408"/>
                </a:lnTo>
                <a:lnTo>
                  <a:pt x="24559" y="3725"/>
                </a:lnTo>
                <a:lnTo>
                  <a:pt x="23762" y="4056"/>
                </a:lnTo>
                <a:lnTo>
                  <a:pt x="22980" y="4401"/>
                </a:lnTo>
                <a:lnTo>
                  <a:pt x="22213" y="4758"/>
                </a:lnTo>
                <a:lnTo>
                  <a:pt x="21462" y="5128"/>
                </a:lnTo>
                <a:lnTo>
                  <a:pt x="20725" y="5510"/>
                </a:lnTo>
                <a:lnTo>
                  <a:pt x="20005" y="5906"/>
                </a:lnTo>
                <a:lnTo>
                  <a:pt x="19300" y="6314"/>
                </a:lnTo>
                <a:lnTo>
                  <a:pt x="18610" y="6736"/>
                </a:lnTo>
                <a:lnTo>
                  <a:pt x="17935" y="7170"/>
                </a:lnTo>
                <a:lnTo>
                  <a:pt x="17276" y="7617"/>
                </a:lnTo>
                <a:lnTo>
                  <a:pt x="16633" y="8077"/>
                </a:lnTo>
                <a:lnTo>
                  <a:pt x="16005" y="8549"/>
                </a:lnTo>
                <a:lnTo>
                  <a:pt x="15392" y="9035"/>
                </a:lnTo>
                <a:lnTo>
                  <a:pt x="14795" y="9533"/>
                </a:lnTo>
                <a:lnTo>
                  <a:pt x="14213" y="10044"/>
                </a:lnTo>
                <a:lnTo>
                  <a:pt x="13647" y="10569"/>
                </a:lnTo>
                <a:lnTo>
                  <a:pt x="13096" y="11105"/>
                </a:lnTo>
                <a:lnTo>
                  <a:pt x="12560" y="11655"/>
                </a:lnTo>
                <a:lnTo>
                  <a:pt x="12040" y="12218"/>
                </a:lnTo>
                <a:lnTo>
                  <a:pt x="11535" y="12793"/>
                </a:lnTo>
                <a:lnTo>
                  <a:pt x="11046" y="13382"/>
                </a:lnTo>
                <a:lnTo>
                  <a:pt x="10572" y="13983"/>
                </a:lnTo>
                <a:lnTo>
                  <a:pt x="10114" y="14597"/>
                </a:lnTo>
                <a:lnTo>
                  <a:pt x="9671" y="15223"/>
                </a:lnTo>
                <a:lnTo>
                  <a:pt x="9243" y="15863"/>
                </a:lnTo>
                <a:lnTo>
                  <a:pt x="8832" y="16511"/>
                </a:lnTo>
                <a:lnTo>
                  <a:pt x="8438" y="17163"/>
                </a:lnTo>
                <a:lnTo>
                  <a:pt x="8062" y="17819"/>
                </a:lnTo>
                <a:lnTo>
                  <a:pt x="7704" y="18479"/>
                </a:lnTo>
                <a:lnTo>
                  <a:pt x="7363" y="19143"/>
                </a:lnTo>
                <a:lnTo>
                  <a:pt x="7039" y="19810"/>
                </a:lnTo>
                <a:lnTo>
                  <a:pt x="6733" y="20482"/>
                </a:lnTo>
                <a:lnTo>
                  <a:pt x="6444" y="21158"/>
                </a:lnTo>
                <a:lnTo>
                  <a:pt x="6173" y="21838"/>
                </a:lnTo>
                <a:lnTo>
                  <a:pt x="5919" y="22522"/>
                </a:lnTo>
                <a:lnTo>
                  <a:pt x="5683" y="23210"/>
                </a:lnTo>
                <a:lnTo>
                  <a:pt x="5465" y="23902"/>
                </a:lnTo>
                <a:lnTo>
                  <a:pt x="5263" y="24598"/>
                </a:lnTo>
                <a:lnTo>
                  <a:pt x="5080" y="25298"/>
                </a:lnTo>
                <a:lnTo>
                  <a:pt x="4914" y="26002"/>
                </a:lnTo>
                <a:lnTo>
                  <a:pt x="4765" y="26710"/>
                </a:lnTo>
                <a:lnTo>
                  <a:pt x="4634" y="27422"/>
                </a:lnTo>
                <a:lnTo>
                  <a:pt x="4520" y="28137"/>
                </a:lnTo>
                <a:lnTo>
                  <a:pt x="4424" y="28857"/>
                </a:lnTo>
                <a:lnTo>
                  <a:pt x="4345" y="29581"/>
                </a:lnTo>
                <a:lnTo>
                  <a:pt x="4284" y="30309"/>
                </a:lnTo>
                <a:lnTo>
                  <a:pt x="4240" y="31041"/>
                </a:lnTo>
                <a:lnTo>
                  <a:pt x="4214" y="31777"/>
                </a:lnTo>
                <a:lnTo>
                  <a:pt x="4205" y="32517"/>
                </a:lnTo>
                <a:lnTo>
                  <a:pt x="4224" y="33663"/>
                </a:lnTo>
                <a:lnTo>
                  <a:pt x="4279" y="34793"/>
                </a:lnTo>
                <a:lnTo>
                  <a:pt x="4372" y="35909"/>
                </a:lnTo>
                <a:lnTo>
                  <a:pt x="4503" y="37011"/>
                </a:lnTo>
                <a:lnTo>
                  <a:pt x="4670" y="38098"/>
                </a:lnTo>
                <a:lnTo>
                  <a:pt x="4874" y="39170"/>
                </a:lnTo>
                <a:lnTo>
                  <a:pt x="5116" y="40228"/>
                </a:lnTo>
                <a:lnTo>
                  <a:pt x="5395" y="41271"/>
                </a:lnTo>
                <a:lnTo>
                  <a:pt x="5711" y="42299"/>
                </a:lnTo>
                <a:lnTo>
                  <a:pt x="6065" y="43313"/>
                </a:lnTo>
                <a:lnTo>
                  <a:pt x="6455" y="44312"/>
                </a:lnTo>
                <a:lnTo>
                  <a:pt x="6883" y="45296"/>
                </a:lnTo>
                <a:lnTo>
                  <a:pt x="7348" y="46266"/>
                </a:lnTo>
                <a:lnTo>
                  <a:pt x="7850" y="47222"/>
                </a:lnTo>
                <a:lnTo>
                  <a:pt x="8389" y="48162"/>
                </a:lnTo>
                <a:lnTo>
                  <a:pt x="8965" y="49088"/>
                </a:lnTo>
                <a:lnTo>
                  <a:pt x="9579" y="50000"/>
                </a:lnTo>
                <a:lnTo>
                  <a:pt x="10230" y="50896"/>
                </a:lnTo>
                <a:lnTo>
                  <a:pt x="10918" y="51778"/>
                </a:lnTo>
                <a:lnTo>
                  <a:pt x="11643" y="52646"/>
                </a:lnTo>
                <a:lnTo>
                  <a:pt x="12406" y="53499"/>
                </a:lnTo>
                <a:lnTo>
                  <a:pt x="13205" y="54337"/>
                </a:lnTo>
                <a:lnTo>
                  <a:pt x="14042" y="55161"/>
                </a:lnTo>
                <a:lnTo>
                  <a:pt x="14916" y="55970"/>
                </a:lnTo>
                <a:lnTo>
                  <a:pt x="15570" y="56536"/>
                </a:lnTo>
                <a:lnTo>
                  <a:pt x="16264" y="57094"/>
                </a:lnTo>
                <a:lnTo>
                  <a:pt x="16996" y="57646"/>
                </a:lnTo>
                <a:lnTo>
                  <a:pt x="17768" y="58189"/>
                </a:lnTo>
                <a:lnTo>
                  <a:pt x="18579" y="58726"/>
                </a:lnTo>
                <a:lnTo>
                  <a:pt x="19428" y="59254"/>
                </a:lnTo>
                <a:lnTo>
                  <a:pt x="20317" y="59776"/>
                </a:lnTo>
                <a:lnTo>
                  <a:pt x="21246" y="60290"/>
                </a:lnTo>
                <a:lnTo>
                  <a:pt x="22213" y="60796"/>
                </a:lnTo>
                <a:lnTo>
                  <a:pt x="23219" y="61295"/>
                </a:lnTo>
                <a:lnTo>
                  <a:pt x="24265" y="61787"/>
                </a:lnTo>
                <a:lnTo>
                  <a:pt x="25349" y="62271"/>
                </a:lnTo>
                <a:lnTo>
                  <a:pt x="26473" y="62748"/>
                </a:lnTo>
                <a:lnTo>
                  <a:pt x="27636" y="63217"/>
                </a:lnTo>
                <a:lnTo>
                  <a:pt x="28838" y="63679"/>
                </a:lnTo>
                <a:lnTo>
                  <a:pt x="30079" y="64133"/>
                </a:lnTo>
                <a:lnTo>
                  <a:pt x="31359" y="64580"/>
                </a:lnTo>
                <a:lnTo>
                  <a:pt x="32678" y="65019"/>
                </a:lnTo>
                <a:lnTo>
                  <a:pt x="34037" y="65451"/>
                </a:lnTo>
                <a:lnTo>
                  <a:pt x="35434" y="65875"/>
                </a:lnTo>
                <a:lnTo>
                  <a:pt x="36871" y="66292"/>
                </a:lnTo>
                <a:lnTo>
                  <a:pt x="38347" y="66702"/>
                </a:lnTo>
                <a:lnTo>
                  <a:pt x="39862" y="67104"/>
                </a:lnTo>
                <a:lnTo>
                  <a:pt x="41416" y="67499"/>
                </a:lnTo>
                <a:lnTo>
                  <a:pt x="42620" y="67800"/>
                </a:lnTo>
                <a:lnTo>
                  <a:pt x="43789" y="68093"/>
                </a:lnTo>
                <a:lnTo>
                  <a:pt x="44920" y="68378"/>
                </a:lnTo>
                <a:lnTo>
                  <a:pt x="46015" y="68656"/>
                </a:lnTo>
                <a:lnTo>
                  <a:pt x="47073" y="68926"/>
                </a:lnTo>
                <a:lnTo>
                  <a:pt x="48095" y="69188"/>
                </a:lnTo>
                <a:lnTo>
                  <a:pt x="49080" y="69443"/>
                </a:lnTo>
                <a:lnTo>
                  <a:pt x="50028" y="69689"/>
                </a:lnTo>
                <a:lnTo>
                  <a:pt x="50940" y="69928"/>
                </a:lnTo>
                <a:lnTo>
                  <a:pt x="51815" y="70160"/>
                </a:lnTo>
                <a:lnTo>
                  <a:pt x="52654" y="70383"/>
                </a:lnTo>
                <a:lnTo>
                  <a:pt x="53456" y="70599"/>
                </a:lnTo>
                <a:lnTo>
                  <a:pt x="54221" y="70807"/>
                </a:lnTo>
                <a:lnTo>
                  <a:pt x="54949" y="71008"/>
                </a:lnTo>
                <a:lnTo>
                  <a:pt x="55641" y="71200"/>
                </a:lnTo>
                <a:lnTo>
                  <a:pt x="56296" y="71385"/>
                </a:lnTo>
                <a:lnTo>
                  <a:pt x="56915" y="71563"/>
                </a:lnTo>
                <a:lnTo>
                  <a:pt x="57497" y="71732"/>
                </a:lnTo>
                <a:lnTo>
                  <a:pt x="58042" y="71894"/>
                </a:lnTo>
                <a:lnTo>
                  <a:pt x="58551" y="72048"/>
                </a:lnTo>
                <a:lnTo>
                  <a:pt x="59023" y="72194"/>
                </a:lnTo>
                <a:lnTo>
                  <a:pt x="59458" y="72333"/>
                </a:lnTo>
                <a:lnTo>
                  <a:pt x="59857" y="72463"/>
                </a:lnTo>
                <a:lnTo>
                  <a:pt x="60219" y="72586"/>
                </a:lnTo>
                <a:lnTo>
                  <a:pt x="60715" y="72767"/>
                </a:lnTo>
                <a:lnTo>
                  <a:pt x="61199" y="72950"/>
                </a:lnTo>
                <a:lnTo>
                  <a:pt x="61670" y="73136"/>
                </a:lnTo>
                <a:lnTo>
                  <a:pt x="62129" y="73324"/>
                </a:lnTo>
                <a:lnTo>
                  <a:pt x="62575" y="73515"/>
                </a:lnTo>
                <a:lnTo>
                  <a:pt x="63009" y="73709"/>
                </a:lnTo>
                <a:lnTo>
                  <a:pt x="63430" y="73905"/>
                </a:lnTo>
                <a:lnTo>
                  <a:pt x="63838" y="74104"/>
                </a:lnTo>
                <a:lnTo>
                  <a:pt x="64234" y="74305"/>
                </a:lnTo>
                <a:lnTo>
                  <a:pt x="64617" y="74509"/>
                </a:lnTo>
                <a:lnTo>
                  <a:pt x="64988" y="74716"/>
                </a:lnTo>
                <a:lnTo>
                  <a:pt x="65347" y="74925"/>
                </a:lnTo>
                <a:lnTo>
                  <a:pt x="65692" y="75137"/>
                </a:lnTo>
                <a:lnTo>
                  <a:pt x="66026" y="75352"/>
                </a:lnTo>
                <a:lnTo>
                  <a:pt x="66346" y="75569"/>
                </a:lnTo>
                <a:lnTo>
                  <a:pt x="66655" y="75789"/>
                </a:lnTo>
                <a:lnTo>
                  <a:pt x="66950" y="76011"/>
                </a:lnTo>
                <a:lnTo>
                  <a:pt x="67233" y="76236"/>
                </a:lnTo>
                <a:lnTo>
                  <a:pt x="67504" y="76464"/>
                </a:lnTo>
                <a:lnTo>
                  <a:pt x="67762" y="76694"/>
                </a:lnTo>
                <a:lnTo>
                  <a:pt x="68008" y="76927"/>
                </a:lnTo>
                <a:lnTo>
                  <a:pt x="68241" y="77163"/>
                </a:lnTo>
                <a:lnTo>
                  <a:pt x="68461" y="77401"/>
                </a:lnTo>
                <a:lnTo>
                  <a:pt x="68669" y="77642"/>
                </a:lnTo>
                <a:lnTo>
                  <a:pt x="68866" y="77886"/>
                </a:lnTo>
                <a:lnTo>
                  <a:pt x="69056" y="78134"/>
                </a:lnTo>
                <a:lnTo>
                  <a:pt x="69236" y="78387"/>
                </a:lnTo>
                <a:lnTo>
                  <a:pt x="69408" y="78644"/>
                </a:lnTo>
                <a:lnTo>
                  <a:pt x="69572" y="78905"/>
                </a:lnTo>
                <a:lnTo>
                  <a:pt x="69728" y="79171"/>
                </a:lnTo>
                <a:lnTo>
                  <a:pt x="69875" y="79441"/>
                </a:lnTo>
                <a:lnTo>
                  <a:pt x="70013" y="79715"/>
                </a:lnTo>
                <a:lnTo>
                  <a:pt x="70144" y="79993"/>
                </a:lnTo>
                <a:lnTo>
                  <a:pt x="70265" y="80276"/>
                </a:lnTo>
                <a:lnTo>
                  <a:pt x="70379" y="80563"/>
                </a:lnTo>
                <a:lnTo>
                  <a:pt x="70484" y="80854"/>
                </a:lnTo>
                <a:lnTo>
                  <a:pt x="70581" y="81149"/>
                </a:lnTo>
                <a:lnTo>
                  <a:pt x="70669" y="81449"/>
                </a:lnTo>
                <a:lnTo>
                  <a:pt x="70749" y="81753"/>
                </a:lnTo>
                <a:lnTo>
                  <a:pt x="70820" y="82062"/>
                </a:lnTo>
                <a:lnTo>
                  <a:pt x="70883" y="82375"/>
                </a:lnTo>
                <a:lnTo>
                  <a:pt x="70938" y="82691"/>
                </a:lnTo>
                <a:lnTo>
                  <a:pt x="70984" y="83013"/>
                </a:lnTo>
                <a:lnTo>
                  <a:pt x="71022" y="83338"/>
                </a:lnTo>
                <a:lnTo>
                  <a:pt x="71051" y="83668"/>
                </a:lnTo>
                <a:lnTo>
                  <a:pt x="71072" y="84002"/>
                </a:lnTo>
                <a:lnTo>
                  <a:pt x="71085" y="84341"/>
                </a:lnTo>
                <a:lnTo>
                  <a:pt x="71089" y="84683"/>
                </a:lnTo>
                <a:lnTo>
                  <a:pt x="71079" y="85218"/>
                </a:lnTo>
                <a:lnTo>
                  <a:pt x="71049" y="85747"/>
                </a:lnTo>
                <a:lnTo>
                  <a:pt x="70999" y="86270"/>
                </a:lnTo>
                <a:lnTo>
                  <a:pt x="70929" y="86788"/>
                </a:lnTo>
                <a:lnTo>
                  <a:pt x="70839" y="87299"/>
                </a:lnTo>
                <a:lnTo>
                  <a:pt x="70729" y="87806"/>
                </a:lnTo>
                <a:lnTo>
                  <a:pt x="70600" y="88306"/>
                </a:lnTo>
                <a:lnTo>
                  <a:pt x="70450" y="88801"/>
                </a:lnTo>
                <a:lnTo>
                  <a:pt x="70280" y="89290"/>
                </a:lnTo>
                <a:lnTo>
                  <a:pt x="70090" y="89774"/>
                </a:lnTo>
                <a:lnTo>
                  <a:pt x="69881" y="90252"/>
                </a:lnTo>
                <a:lnTo>
                  <a:pt x="69651" y="90724"/>
                </a:lnTo>
                <a:lnTo>
                  <a:pt x="69401" y="91190"/>
                </a:lnTo>
                <a:lnTo>
                  <a:pt x="69132" y="91651"/>
                </a:lnTo>
                <a:lnTo>
                  <a:pt x="68842" y="92106"/>
                </a:lnTo>
                <a:lnTo>
                  <a:pt x="68532" y="92556"/>
                </a:lnTo>
                <a:lnTo>
                  <a:pt x="68203" y="92999"/>
                </a:lnTo>
                <a:lnTo>
                  <a:pt x="67853" y="93438"/>
                </a:lnTo>
                <a:lnTo>
                  <a:pt x="67484" y="93870"/>
                </a:lnTo>
                <a:lnTo>
                  <a:pt x="67094" y="94297"/>
                </a:lnTo>
                <a:lnTo>
                  <a:pt x="66685" y="94718"/>
                </a:lnTo>
                <a:lnTo>
                  <a:pt x="66255" y="95133"/>
                </a:lnTo>
                <a:lnTo>
                  <a:pt x="65806" y="95543"/>
                </a:lnTo>
                <a:lnTo>
                  <a:pt x="65337" y="95947"/>
                </a:lnTo>
                <a:lnTo>
                  <a:pt x="64848" y="96340"/>
                </a:lnTo>
                <a:lnTo>
                  <a:pt x="64339" y="96716"/>
                </a:lnTo>
                <a:lnTo>
                  <a:pt x="63811" y="97076"/>
                </a:lnTo>
                <a:lnTo>
                  <a:pt x="63264" y="97418"/>
                </a:lnTo>
                <a:lnTo>
                  <a:pt x="62697" y="97744"/>
                </a:lnTo>
                <a:lnTo>
                  <a:pt x="62111" y="98054"/>
                </a:lnTo>
                <a:lnTo>
                  <a:pt x="61505" y="98346"/>
                </a:lnTo>
                <a:lnTo>
                  <a:pt x="60880" y="98622"/>
                </a:lnTo>
                <a:lnTo>
                  <a:pt x="60236" y="98881"/>
                </a:lnTo>
                <a:lnTo>
                  <a:pt x="59572" y="99124"/>
                </a:lnTo>
                <a:lnTo>
                  <a:pt x="58889" y="99349"/>
                </a:lnTo>
                <a:lnTo>
                  <a:pt x="58186" y="99558"/>
                </a:lnTo>
                <a:lnTo>
                  <a:pt x="57464" y="99751"/>
                </a:lnTo>
                <a:lnTo>
                  <a:pt x="56723" y="99926"/>
                </a:lnTo>
                <a:lnTo>
                  <a:pt x="55962" y="100085"/>
                </a:lnTo>
                <a:lnTo>
                  <a:pt x="55181" y="100227"/>
                </a:lnTo>
                <a:lnTo>
                  <a:pt x="54381" y="100353"/>
                </a:lnTo>
                <a:lnTo>
                  <a:pt x="53562" y="100461"/>
                </a:lnTo>
                <a:lnTo>
                  <a:pt x="52723" y="100553"/>
                </a:lnTo>
                <a:lnTo>
                  <a:pt x="51865" y="100628"/>
                </a:lnTo>
                <a:lnTo>
                  <a:pt x="50988" y="100687"/>
                </a:lnTo>
                <a:lnTo>
                  <a:pt x="50091" y="100729"/>
                </a:lnTo>
                <a:lnTo>
                  <a:pt x="49175" y="100754"/>
                </a:lnTo>
                <a:lnTo>
                  <a:pt x="48239" y="100762"/>
                </a:lnTo>
                <a:lnTo>
                  <a:pt x="47354" y="100753"/>
                </a:lnTo>
                <a:lnTo>
                  <a:pt x="46484" y="100725"/>
                </a:lnTo>
                <a:lnTo>
                  <a:pt x="45630" y="100678"/>
                </a:lnTo>
                <a:lnTo>
                  <a:pt x="44791" y="100612"/>
                </a:lnTo>
                <a:lnTo>
                  <a:pt x="43967" y="100527"/>
                </a:lnTo>
                <a:lnTo>
                  <a:pt x="43159" y="100424"/>
                </a:lnTo>
                <a:lnTo>
                  <a:pt x="42365" y="100302"/>
                </a:lnTo>
                <a:lnTo>
                  <a:pt x="41588" y="100161"/>
                </a:lnTo>
                <a:lnTo>
                  <a:pt x="40825" y="100001"/>
                </a:lnTo>
                <a:lnTo>
                  <a:pt x="40078" y="99822"/>
                </a:lnTo>
                <a:lnTo>
                  <a:pt x="39346" y="99625"/>
                </a:lnTo>
                <a:lnTo>
                  <a:pt x="38629" y="99409"/>
                </a:lnTo>
                <a:lnTo>
                  <a:pt x="37927" y="99174"/>
                </a:lnTo>
                <a:lnTo>
                  <a:pt x="37241" y="98920"/>
                </a:lnTo>
                <a:lnTo>
                  <a:pt x="36570" y="98648"/>
                </a:lnTo>
                <a:lnTo>
                  <a:pt x="35915" y="98357"/>
                </a:lnTo>
                <a:lnTo>
                  <a:pt x="35274" y="98047"/>
                </a:lnTo>
                <a:lnTo>
                  <a:pt x="34649" y="97718"/>
                </a:lnTo>
                <a:lnTo>
                  <a:pt x="34040" y="97370"/>
                </a:lnTo>
                <a:lnTo>
                  <a:pt x="33445" y="97003"/>
                </a:lnTo>
                <a:lnTo>
                  <a:pt x="32866" y="96618"/>
                </a:lnTo>
                <a:lnTo>
                  <a:pt x="32302" y="96214"/>
                </a:lnTo>
                <a:lnTo>
                  <a:pt x="31754" y="95791"/>
                </a:lnTo>
                <a:lnTo>
                  <a:pt x="31220" y="95350"/>
                </a:lnTo>
                <a:lnTo>
                  <a:pt x="30702" y="94888"/>
                </a:lnTo>
                <a:lnTo>
                  <a:pt x="30199" y="94405"/>
                </a:lnTo>
                <a:lnTo>
                  <a:pt x="29710" y="93900"/>
                </a:lnTo>
                <a:lnTo>
                  <a:pt x="29236" y="93374"/>
                </a:lnTo>
                <a:lnTo>
                  <a:pt x="28776" y="92827"/>
                </a:lnTo>
                <a:lnTo>
                  <a:pt x="28332" y="92259"/>
                </a:lnTo>
                <a:lnTo>
                  <a:pt x="27902" y="91669"/>
                </a:lnTo>
                <a:lnTo>
                  <a:pt x="27487" y="91058"/>
                </a:lnTo>
                <a:lnTo>
                  <a:pt x="27087" y="90426"/>
                </a:lnTo>
                <a:lnTo>
                  <a:pt x="26701" y="89773"/>
                </a:lnTo>
                <a:lnTo>
                  <a:pt x="26330" y="89098"/>
                </a:lnTo>
                <a:lnTo>
                  <a:pt x="25974" y="88402"/>
                </a:lnTo>
                <a:lnTo>
                  <a:pt x="25633" y="87684"/>
                </a:lnTo>
                <a:lnTo>
                  <a:pt x="25306" y="86946"/>
                </a:lnTo>
                <a:lnTo>
                  <a:pt x="24994" y="86186"/>
                </a:lnTo>
                <a:lnTo>
                  <a:pt x="24697" y="85405"/>
                </a:lnTo>
                <a:lnTo>
                  <a:pt x="24414" y="84602"/>
                </a:lnTo>
                <a:lnTo>
                  <a:pt x="24147" y="83778"/>
                </a:lnTo>
                <a:lnTo>
                  <a:pt x="23894" y="82933"/>
                </a:lnTo>
                <a:lnTo>
                  <a:pt x="23656" y="82067"/>
                </a:lnTo>
                <a:lnTo>
                  <a:pt x="23432" y="81179"/>
                </a:lnTo>
                <a:lnTo>
                  <a:pt x="23223" y="80270"/>
                </a:lnTo>
                <a:lnTo>
                  <a:pt x="23029" y="79340"/>
                </a:lnTo>
                <a:lnTo>
                  <a:pt x="22850" y="78388"/>
                </a:lnTo>
                <a:lnTo>
                  <a:pt x="0" y="80610"/>
                </a:lnTo>
                <a:lnTo>
                  <a:pt x="208" y="82223"/>
                </a:lnTo>
                <a:lnTo>
                  <a:pt x="450" y="83804"/>
                </a:lnTo>
                <a:lnTo>
                  <a:pt x="724" y="85353"/>
                </a:lnTo>
                <a:lnTo>
                  <a:pt x="1031" y="86869"/>
                </a:lnTo>
                <a:close/>
                <a:moveTo>
                  <a:pt x="538974" y="34116"/>
                </a:moveTo>
                <a:lnTo>
                  <a:pt x="528739" y="34116"/>
                </a:lnTo>
                <a:lnTo>
                  <a:pt x="528739" y="51889"/>
                </a:lnTo>
                <a:lnTo>
                  <a:pt x="538974" y="51889"/>
                </a:lnTo>
                <a:lnTo>
                  <a:pt x="538974" y="88623"/>
                </a:lnTo>
                <a:lnTo>
                  <a:pt x="538976" y="89594"/>
                </a:lnTo>
                <a:lnTo>
                  <a:pt x="538979" y="90538"/>
                </a:lnTo>
                <a:lnTo>
                  <a:pt x="538986" y="91455"/>
                </a:lnTo>
                <a:lnTo>
                  <a:pt x="538994" y="92343"/>
                </a:lnTo>
                <a:lnTo>
                  <a:pt x="539005" y="93204"/>
                </a:lnTo>
                <a:lnTo>
                  <a:pt x="539019" y="94038"/>
                </a:lnTo>
                <a:lnTo>
                  <a:pt x="539035" y="94844"/>
                </a:lnTo>
                <a:lnTo>
                  <a:pt x="539054" y="95623"/>
                </a:lnTo>
                <a:lnTo>
                  <a:pt x="539075" y="96374"/>
                </a:lnTo>
                <a:lnTo>
                  <a:pt x="539098" y="97097"/>
                </a:lnTo>
                <a:lnTo>
                  <a:pt x="539124" y="97793"/>
                </a:lnTo>
                <a:lnTo>
                  <a:pt x="539153" y="98461"/>
                </a:lnTo>
                <a:lnTo>
                  <a:pt x="539184" y="99102"/>
                </a:lnTo>
                <a:lnTo>
                  <a:pt x="539217" y="99715"/>
                </a:lnTo>
                <a:lnTo>
                  <a:pt x="539253" y="100301"/>
                </a:lnTo>
                <a:lnTo>
                  <a:pt x="539292" y="100859"/>
                </a:lnTo>
                <a:lnTo>
                  <a:pt x="539333" y="101390"/>
                </a:lnTo>
                <a:lnTo>
                  <a:pt x="539376" y="101893"/>
                </a:lnTo>
                <a:lnTo>
                  <a:pt x="539422" y="102368"/>
                </a:lnTo>
                <a:lnTo>
                  <a:pt x="539470" y="102816"/>
                </a:lnTo>
                <a:lnTo>
                  <a:pt x="539521" y="103237"/>
                </a:lnTo>
                <a:lnTo>
                  <a:pt x="539574" y="103629"/>
                </a:lnTo>
                <a:lnTo>
                  <a:pt x="539630" y="103995"/>
                </a:lnTo>
                <a:lnTo>
                  <a:pt x="539688" y="104332"/>
                </a:lnTo>
                <a:lnTo>
                  <a:pt x="539764" y="104785"/>
                </a:lnTo>
                <a:lnTo>
                  <a:pt x="539844" y="105229"/>
                </a:lnTo>
                <a:lnTo>
                  <a:pt x="539928" y="105666"/>
                </a:lnTo>
                <a:lnTo>
                  <a:pt x="540018" y="106094"/>
                </a:lnTo>
                <a:lnTo>
                  <a:pt x="540112" y="106515"/>
                </a:lnTo>
                <a:lnTo>
                  <a:pt x="540212" y="106928"/>
                </a:lnTo>
                <a:lnTo>
                  <a:pt x="540316" y="107334"/>
                </a:lnTo>
                <a:lnTo>
                  <a:pt x="540425" y="107731"/>
                </a:lnTo>
                <a:lnTo>
                  <a:pt x="540538" y="108120"/>
                </a:lnTo>
                <a:lnTo>
                  <a:pt x="540657" y="108502"/>
                </a:lnTo>
                <a:lnTo>
                  <a:pt x="540780" y="108876"/>
                </a:lnTo>
                <a:lnTo>
                  <a:pt x="540908" y="109242"/>
                </a:lnTo>
                <a:lnTo>
                  <a:pt x="541041" y="109600"/>
                </a:lnTo>
                <a:lnTo>
                  <a:pt x="541179" y="109950"/>
                </a:lnTo>
                <a:lnTo>
                  <a:pt x="541322" y="110292"/>
                </a:lnTo>
                <a:lnTo>
                  <a:pt x="541469" y="110627"/>
                </a:lnTo>
                <a:lnTo>
                  <a:pt x="541621" y="110953"/>
                </a:lnTo>
                <a:lnTo>
                  <a:pt x="541779" y="111272"/>
                </a:lnTo>
                <a:lnTo>
                  <a:pt x="541940" y="111583"/>
                </a:lnTo>
                <a:lnTo>
                  <a:pt x="542107" y="111886"/>
                </a:lnTo>
                <a:lnTo>
                  <a:pt x="542279" y="112182"/>
                </a:lnTo>
                <a:lnTo>
                  <a:pt x="542455" y="112469"/>
                </a:lnTo>
                <a:lnTo>
                  <a:pt x="542636" y="112749"/>
                </a:lnTo>
                <a:lnTo>
                  <a:pt x="542822" y="113020"/>
                </a:lnTo>
                <a:lnTo>
                  <a:pt x="543015" y="113286"/>
                </a:lnTo>
                <a:lnTo>
                  <a:pt x="543217" y="113548"/>
                </a:lnTo>
                <a:lnTo>
                  <a:pt x="543428" y="113805"/>
                </a:lnTo>
                <a:lnTo>
                  <a:pt x="543648" y="114058"/>
                </a:lnTo>
                <a:lnTo>
                  <a:pt x="543876" y="114307"/>
                </a:lnTo>
                <a:lnTo>
                  <a:pt x="544114" y="114552"/>
                </a:lnTo>
                <a:lnTo>
                  <a:pt x="544361" y="114793"/>
                </a:lnTo>
                <a:lnTo>
                  <a:pt x="544616" y="115030"/>
                </a:lnTo>
                <a:lnTo>
                  <a:pt x="544881" y="115263"/>
                </a:lnTo>
                <a:lnTo>
                  <a:pt x="545154" y="115491"/>
                </a:lnTo>
                <a:lnTo>
                  <a:pt x="545437" y="115716"/>
                </a:lnTo>
                <a:lnTo>
                  <a:pt x="545728" y="115936"/>
                </a:lnTo>
                <a:lnTo>
                  <a:pt x="546029" y="116152"/>
                </a:lnTo>
                <a:lnTo>
                  <a:pt x="546338" y="116364"/>
                </a:lnTo>
                <a:lnTo>
                  <a:pt x="546656" y="116572"/>
                </a:lnTo>
                <a:lnTo>
                  <a:pt x="546983" y="116776"/>
                </a:lnTo>
                <a:lnTo>
                  <a:pt x="547319" y="116975"/>
                </a:lnTo>
                <a:lnTo>
                  <a:pt x="547665" y="117171"/>
                </a:lnTo>
                <a:lnTo>
                  <a:pt x="548019" y="117362"/>
                </a:lnTo>
                <a:lnTo>
                  <a:pt x="548382" y="117549"/>
                </a:lnTo>
                <a:lnTo>
                  <a:pt x="548754" y="117732"/>
                </a:lnTo>
                <a:lnTo>
                  <a:pt x="549135" y="117911"/>
                </a:lnTo>
                <a:lnTo>
                  <a:pt x="549524" y="118086"/>
                </a:lnTo>
                <a:lnTo>
                  <a:pt x="549923" y="118257"/>
                </a:lnTo>
                <a:lnTo>
                  <a:pt x="550329" y="118422"/>
                </a:lnTo>
                <a:lnTo>
                  <a:pt x="550738" y="118580"/>
                </a:lnTo>
                <a:lnTo>
                  <a:pt x="551152" y="118731"/>
                </a:lnTo>
                <a:lnTo>
                  <a:pt x="551570" y="118875"/>
                </a:lnTo>
                <a:lnTo>
                  <a:pt x="551992" y="119012"/>
                </a:lnTo>
                <a:lnTo>
                  <a:pt x="552418" y="119142"/>
                </a:lnTo>
                <a:lnTo>
                  <a:pt x="552848" y="119265"/>
                </a:lnTo>
                <a:lnTo>
                  <a:pt x="553282" y="119381"/>
                </a:lnTo>
                <a:lnTo>
                  <a:pt x="553720" y="119490"/>
                </a:lnTo>
                <a:lnTo>
                  <a:pt x="554163" y="119591"/>
                </a:lnTo>
                <a:lnTo>
                  <a:pt x="554610" y="119686"/>
                </a:lnTo>
                <a:lnTo>
                  <a:pt x="555061" y="119774"/>
                </a:lnTo>
                <a:lnTo>
                  <a:pt x="555516" y="119855"/>
                </a:lnTo>
                <a:lnTo>
                  <a:pt x="555975" y="119929"/>
                </a:lnTo>
                <a:lnTo>
                  <a:pt x="556438" y="119995"/>
                </a:lnTo>
                <a:lnTo>
                  <a:pt x="556905" y="120055"/>
                </a:lnTo>
                <a:lnTo>
                  <a:pt x="557377" y="120108"/>
                </a:lnTo>
                <a:lnTo>
                  <a:pt x="557852" y="120153"/>
                </a:lnTo>
                <a:lnTo>
                  <a:pt x="558332" y="120192"/>
                </a:lnTo>
                <a:lnTo>
                  <a:pt x="558816" y="120224"/>
                </a:lnTo>
                <a:lnTo>
                  <a:pt x="559304" y="120248"/>
                </a:lnTo>
                <a:lnTo>
                  <a:pt x="559796" y="120266"/>
                </a:lnTo>
                <a:lnTo>
                  <a:pt x="560293" y="120276"/>
                </a:lnTo>
                <a:lnTo>
                  <a:pt x="560793" y="120280"/>
                </a:lnTo>
                <a:lnTo>
                  <a:pt x="561609" y="120274"/>
                </a:lnTo>
                <a:lnTo>
                  <a:pt x="562418" y="120257"/>
                </a:lnTo>
                <a:lnTo>
                  <a:pt x="563220" y="120228"/>
                </a:lnTo>
                <a:lnTo>
                  <a:pt x="564015" y="120187"/>
                </a:lnTo>
                <a:lnTo>
                  <a:pt x="564803" y="120135"/>
                </a:lnTo>
                <a:lnTo>
                  <a:pt x="565583" y="120071"/>
                </a:lnTo>
                <a:lnTo>
                  <a:pt x="566356" y="119995"/>
                </a:lnTo>
                <a:lnTo>
                  <a:pt x="567123" y="119908"/>
                </a:lnTo>
                <a:lnTo>
                  <a:pt x="567881" y="119809"/>
                </a:lnTo>
                <a:lnTo>
                  <a:pt x="568633" y="119699"/>
                </a:lnTo>
                <a:lnTo>
                  <a:pt x="569378" y="119577"/>
                </a:lnTo>
                <a:lnTo>
                  <a:pt x="570115" y="119443"/>
                </a:lnTo>
                <a:lnTo>
                  <a:pt x="570846" y="119298"/>
                </a:lnTo>
                <a:lnTo>
                  <a:pt x="571569" y="119141"/>
                </a:lnTo>
                <a:lnTo>
                  <a:pt x="572285" y="118972"/>
                </a:lnTo>
                <a:lnTo>
                  <a:pt x="572994" y="118792"/>
                </a:lnTo>
                <a:lnTo>
                  <a:pt x="573695" y="118600"/>
                </a:lnTo>
                <a:lnTo>
                  <a:pt x="574390" y="118397"/>
                </a:lnTo>
                <a:lnTo>
                  <a:pt x="575077" y="118182"/>
                </a:lnTo>
                <a:lnTo>
                  <a:pt x="575757" y="117955"/>
                </a:lnTo>
                <a:lnTo>
                  <a:pt x="576430" y="117717"/>
                </a:lnTo>
                <a:lnTo>
                  <a:pt x="577096" y="117467"/>
                </a:lnTo>
                <a:lnTo>
                  <a:pt x="577755" y="117206"/>
                </a:lnTo>
                <a:lnTo>
                  <a:pt x="578406" y="116933"/>
                </a:lnTo>
                <a:lnTo>
                  <a:pt x="576502" y="99572"/>
                </a:lnTo>
                <a:lnTo>
                  <a:pt x="576018" y="99747"/>
                </a:lnTo>
                <a:lnTo>
                  <a:pt x="575543" y="99914"/>
                </a:lnTo>
                <a:lnTo>
                  <a:pt x="575078" y="100074"/>
                </a:lnTo>
                <a:lnTo>
                  <a:pt x="574622" y="100227"/>
                </a:lnTo>
                <a:lnTo>
                  <a:pt x="574177" y="100372"/>
                </a:lnTo>
                <a:lnTo>
                  <a:pt x="573740" y="100509"/>
                </a:lnTo>
                <a:lnTo>
                  <a:pt x="573314" y="100639"/>
                </a:lnTo>
                <a:lnTo>
                  <a:pt x="572897" y="100762"/>
                </a:lnTo>
                <a:lnTo>
                  <a:pt x="572489" y="100877"/>
                </a:lnTo>
                <a:lnTo>
                  <a:pt x="572092" y="100985"/>
                </a:lnTo>
                <a:lnTo>
                  <a:pt x="571704" y="101086"/>
                </a:lnTo>
                <a:lnTo>
                  <a:pt x="571325" y="101179"/>
                </a:lnTo>
                <a:lnTo>
                  <a:pt x="570957" y="101264"/>
                </a:lnTo>
                <a:lnTo>
                  <a:pt x="570598" y="101342"/>
                </a:lnTo>
                <a:lnTo>
                  <a:pt x="570248" y="101413"/>
                </a:lnTo>
                <a:lnTo>
                  <a:pt x="569908" y="101476"/>
                </a:lnTo>
                <a:lnTo>
                  <a:pt x="569578" y="101532"/>
                </a:lnTo>
                <a:lnTo>
                  <a:pt x="569258" y="101580"/>
                </a:lnTo>
                <a:lnTo>
                  <a:pt x="568947" y="101621"/>
                </a:lnTo>
                <a:lnTo>
                  <a:pt x="568645" y="101655"/>
                </a:lnTo>
                <a:lnTo>
                  <a:pt x="568354" y="101681"/>
                </a:lnTo>
                <a:lnTo>
                  <a:pt x="568072" y="101699"/>
                </a:lnTo>
                <a:lnTo>
                  <a:pt x="567800" y="101711"/>
                </a:lnTo>
                <a:lnTo>
                  <a:pt x="567537" y="101714"/>
                </a:lnTo>
                <a:lnTo>
                  <a:pt x="567353" y="101712"/>
                </a:lnTo>
                <a:lnTo>
                  <a:pt x="567171" y="101707"/>
                </a:lnTo>
                <a:lnTo>
                  <a:pt x="566992" y="101697"/>
                </a:lnTo>
                <a:lnTo>
                  <a:pt x="566815" y="101683"/>
                </a:lnTo>
                <a:lnTo>
                  <a:pt x="566640" y="101666"/>
                </a:lnTo>
                <a:lnTo>
                  <a:pt x="566468" y="101645"/>
                </a:lnTo>
                <a:lnTo>
                  <a:pt x="566298" y="101620"/>
                </a:lnTo>
                <a:lnTo>
                  <a:pt x="566131" y="101591"/>
                </a:lnTo>
                <a:lnTo>
                  <a:pt x="565966" y="101558"/>
                </a:lnTo>
                <a:lnTo>
                  <a:pt x="565803" y="101522"/>
                </a:lnTo>
                <a:lnTo>
                  <a:pt x="565642" y="101481"/>
                </a:lnTo>
                <a:lnTo>
                  <a:pt x="565484" y="101437"/>
                </a:lnTo>
                <a:lnTo>
                  <a:pt x="565328" y="101389"/>
                </a:lnTo>
                <a:lnTo>
                  <a:pt x="565175" y="101337"/>
                </a:lnTo>
                <a:lnTo>
                  <a:pt x="565023" y="101281"/>
                </a:lnTo>
                <a:lnTo>
                  <a:pt x="564875" y="101222"/>
                </a:lnTo>
                <a:lnTo>
                  <a:pt x="564728" y="101158"/>
                </a:lnTo>
                <a:lnTo>
                  <a:pt x="564584" y="101091"/>
                </a:lnTo>
                <a:lnTo>
                  <a:pt x="564442" y="101020"/>
                </a:lnTo>
                <a:lnTo>
                  <a:pt x="564303" y="100945"/>
                </a:lnTo>
                <a:lnTo>
                  <a:pt x="564166" y="100866"/>
                </a:lnTo>
                <a:lnTo>
                  <a:pt x="564031" y="100783"/>
                </a:lnTo>
                <a:lnTo>
                  <a:pt x="563898" y="100696"/>
                </a:lnTo>
                <a:lnTo>
                  <a:pt x="563768" y="100606"/>
                </a:lnTo>
                <a:lnTo>
                  <a:pt x="563641" y="100512"/>
                </a:lnTo>
                <a:lnTo>
                  <a:pt x="563518" y="100417"/>
                </a:lnTo>
                <a:lnTo>
                  <a:pt x="563399" y="100319"/>
                </a:lnTo>
                <a:lnTo>
                  <a:pt x="563283" y="100219"/>
                </a:lnTo>
                <a:lnTo>
                  <a:pt x="563172" y="100118"/>
                </a:lnTo>
                <a:lnTo>
                  <a:pt x="563064" y="100014"/>
                </a:lnTo>
                <a:lnTo>
                  <a:pt x="562960" y="99908"/>
                </a:lnTo>
                <a:lnTo>
                  <a:pt x="562860" y="99800"/>
                </a:lnTo>
                <a:lnTo>
                  <a:pt x="562764" y="99690"/>
                </a:lnTo>
                <a:lnTo>
                  <a:pt x="562672" y="99578"/>
                </a:lnTo>
                <a:lnTo>
                  <a:pt x="562583" y="99464"/>
                </a:lnTo>
                <a:lnTo>
                  <a:pt x="562499" y="99348"/>
                </a:lnTo>
                <a:lnTo>
                  <a:pt x="562418" y="99229"/>
                </a:lnTo>
                <a:lnTo>
                  <a:pt x="562341" y="99109"/>
                </a:lnTo>
                <a:lnTo>
                  <a:pt x="562268" y="98987"/>
                </a:lnTo>
                <a:lnTo>
                  <a:pt x="562199" y="98863"/>
                </a:lnTo>
                <a:lnTo>
                  <a:pt x="562134" y="98736"/>
                </a:lnTo>
                <a:lnTo>
                  <a:pt x="562072" y="98608"/>
                </a:lnTo>
                <a:lnTo>
                  <a:pt x="562015" y="98477"/>
                </a:lnTo>
                <a:lnTo>
                  <a:pt x="561961" y="98345"/>
                </a:lnTo>
                <a:lnTo>
                  <a:pt x="561911" y="98210"/>
                </a:lnTo>
                <a:lnTo>
                  <a:pt x="561865" y="98074"/>
                </a:lnTo>
                <a:lnTo>
                  <a:pt x="561823" y="97935"/>
                </a:lnTo>
                <a:lnTo>
                  <a:pt x="561785" y="97794"/>
                </a:lnTo>
                <a:lnTo>
                  <a:pt x="561749" y="97637"/>
                </a:lnTo>
                <a:lnTo>
                  <a:pt x="561715" y="97451"/>
                </a:lnTo>
                <a:lnTo>
                  <a:pt x="561682" y="97234"/>
                </a:lnTo>
                <a:lnTo>
                  <a:pt x="561651" y="96988"/>
                </a:lnTo>
                <a:lnTo>
                  <a:pt x="561622" y="96712"/>
                </a:lnTo>
                <a:lnTo>
                  <a:pt x="561594" y="96405"/>
                </a:lnTo>
                <a:lnTo>
                  <a:pt x="561567" y="96069"/>
                </a:lnTo>
                <a:lnTo>
                  <a:pt x="561542" y="95704"/>
                </a:lnTo>
                <a:lnTo>
                  <a:pt x="561519" y="95308"/>
                </a:lnTo>
                <a:lnTo>
                  <a:pt x="561497" y="94883"/>
                </a:lnTo>
                <a:lnTo>
                  <a:pt x="561476" y="94427"/>
                </a:lnTo>
                <a:lnTo>
                  <a:pt x="561457" y="93942"/>
                </a:lnTo>
                <a:lnTo>
                  <a:pt x="561440" y="93427"/>
                </a:lnTo>
                <a:lnTo>
                  <a:pt x="561424" y="92882"/>
                </a:lnTo>
                <a:lnTo>
                  <a:pt x="561410" y="92307"/>
                </a:lnTo>
                <a:lnTo>
                  <a:pt x="561397" y="91703"/>
                </a:lnTo>
                <a:lnTo>
                  <a:pt x="561385" y="91068"/>
                </a:lnTo>
                <a:lnTo>
                  <a:pt x="561376" y="90404"/>
                </a:lnTo>
                <a:lnTo>
                  <a:pt x="561367" y="89710"/>
                </a:lnTo>
                <a:lnTo>
                  <a:pt x="561360" y="88986"/>
                </a:lnTo>
                <a:lnTo>
                  <a:pt x="561355" y="88232"/>
                </a:lnTo>
                <a:lnTo>
                  <a:pt x="561351" y="87449"/>
                </a:lnTo>
                <a:lnTo>
                  <a:pt x="561349" y="86635"/>
                </a:lnTo>
                <a:lnTo>
                  <a:pt x="561348" y="85792"/>
                </a:lnTo>
                <a:lnTo>
                  <a:pt x="561348" y="51889"/>
                </a:lnTo>
                <a:lnTo>
                  <a:pt x="576582" y="51889"/>
                </a:lnTo>
                <a:lnTo>
                  <a:pt x="576582" y="34116"/>
                </a:lnTo>
                <a:lnTo>
                  <a:pt x="561348" y="34116"/>
                </a:lnTo>
                <a:lnTo>
                  <a:pt x="561348" y="4126"/>
                </a:lnTo>
                <a:lnTo>
                  <a:pt x="538974" y="17296"/>
                </a:lnTo>
                <a:lnTo>
                  <a:pt x="538974" y="34116"/>
                </a:lnTo>
                <a:close/>
                <a:moveTo>
                  <a:pt x="179650" y="76485"/>
                </a:moveTo>
                <a:lnTo>
                  <a:pt x="179660" y="75510"/>
                </a:lnTo>
                <a:lnTo>
                  <a:pt x="179675" y="74560"/>
                </a:lnTo>
                <a:lnTo>
                  <a:pt x="179697" y="73633"/>
                </a:lnTo>
                <a:lnTo>
                  <a:pt x="179725" y="72731"/>
                </a:lnTo>
                <a:lnTo>
                  <a:pt x="179759" y="71852"/>
                </a:lnTo>
                <a:lnTo>
                  <a:pt x="179799" y="70997"/>
                </a:lnTo>
                <a:lnTo>
                  <a:pt x="179846" y="70166"/>
                </a:lnTo>
                <a:lnTo>
                  <a:pt x="179898" y="69359"/>
                </a:lnTo>
                <a:lnTo>
                  <a:pt x="179957" y="68576"/>
                </a:lnTo>
                <a:lnTo>
                  <a:pt x="180022" y="67817"/>
                </a:lnTo>
                <a:lnTo>
                  <a:pt x="180093" y="67082"/>
                </a:lnTo>
                <a:lnTo>
                  <a:pt x="180171" y="66371"/>
                </a:lnTo>
                <a:lnTo>
                  <a:pt x="180255" y="65684"/>
                </a:lnTo>
                <a:lnTo>
                  <a:pt x="180345" y="65020"/>
                </a:lnTo>
                <a:lnTo>
                  <a:pt x="180441" y="64381"/>
                </a:lnTo>
                <a:lnTo>
                  <a:pt x="180543" y="63766"/>
                </a:lnTo>
                <a:lnTo>
                  <a:pt x="180651" y="63174"/>
                </a:lnTo>
                <a:lnTo>
                  <a:pt x="180766" y="62606"/>
                </a:lnTo>
                <a:lnTo>
                  <a:pt x="180887" y="62063"/>
                </a:lnTo>
                <a:lnTo>
                  <a:pt x="181014" y="61543"/>
                </a:lnTo>
                <a:lnTo>
                  <a:pt x="181147" y="61047"/>
                </a:lnTo>
                <a:lnTo>
                  <a:pt x="181287" y="60575"/>
                </a:lnTo>
                <a:lnTo>
                  <a:pt x="181432" y="60128"/>
                </a:lnTo>
                <a:lnTo>
                  <a:pt x="181585" y="59696"/>
                </a:lnTo>
                <a:lnTo>
                  <a:pt x="181746" y="59273"/>
                </a:lnTo>
                <a:lnTo>
                  <a:pt x="181915" y="58858"/>
                </a:lnTo>
                <a:lnTo>
                  <a:pt x="182092" y="58452"/>
                </a:lnTo>
                <a:lnTo>
                  <a:pt x="182278" y="58054"/>
                </a:lnTo>
                <a:lnTo>
                  <a:pt x="182471" y="57666"/>
                </a:lnTo>
                <a:lnTo>
                  <a:pt x="182673" y="57285"/>
                </a:lnTo>
                <a:lnTo>
                  <a:pt x="182882" y="56913"/>
                </a:lnTo>
                <a:lnTo>
                  <a:pt x="183100" y="56550"/>
                </a:lnTo>
                <a:lnTo>
                  <a:pt x="183326" y="56195"/>
                </a:lnTo>
                <a:lnTo>
                  <a:pt x="183560" y="55849"/>
                </a:lnTo>
                <a:lnTo>
                  <a:pt x="183803" y="55511"/>
                </a:lnTo>
                <a:lnTo>
                  <a:pt x="184053" y="55182"/>
                </a:lnTo>
                <a:lnTo>
                  <a:pt x="184311" y="54861"/>
                </a:lnTo>
                <a:lnTo>
                  <a:pt x="184578" y="54549"/>
                </a:lnTo>
                <a:lnTo>
                  <a:pt x="184853" y="54245"/>
                </a:lnTo>
                <a:lnTo>
                  <a:pt x="185136" y="53950"/>
                </a:lnTo>
                <a:lnTo>
                  <a:pt x="185427" y="53664"/>
                </a:lnTo>
                <a:lnTo>
                  <a:pt x="185726" y="53386"/>
                </a:lnTo>
                <a:lnTo>
                  <a:pt x="186033" y="53116"/>
                </a:lnTo>
                <a:lnTo>
                  <a:pt x="186348" y="52856"/>
                </a:lnTo>
                <a:lnTo>
                  <a:pt x="186672" y="52603"/>
                </a:lnTo>
                <a:lnTo>
                  <a:pt x="187003" y="52359"/>
                </a:lnTo>
                <a:lnTo>
                  <a:pt x="187343" y="52124"/>
                </a:lnTo>
                <a:lnTo>
                  <a:pt x="187689" y="51898"/>
                </a:lnTo>
                <a:lnTo>
                  <a:pt x="188038" y="51681"/>
                </a:lnTo>
                <a:lnTo>
                  <a:pt x="188391" y="51474"/>
                </a:lnTo>
                <a:lnTo>
                  <a:pt x="188747" y="51276"/>
                </a:lnTo>
                <a:lnTo>
                  <a:pt x="189107" y="51088"/>
                </a:lnTo>
                <a:lnTo>
                  <a:pt x="189470" y="50910"/>
                </a:lnTo>
                <a:lnTo>
                  <a:pt x="189838" y="50742"/>
                </a:lnTo>
                <a:lnTo>
                  <a:pt x="190208" y="50583"/>
                </a:lnTo>
                <a:lnTo>
                  <a:pt x="190583" y="50433"/>
                </a:lnTo>
                <a:lnTo>
                  <a:pt x="190960" y="50294"/>
                </a:lnTo>
                <a:lnTo>
                  <a:pt x="191342" y="50164"/>
                </a:lnTo>
                <a:lnTo>
                  <a:pt x="191727" y="50043"/>
                </a:lnTo>
                <a:lnTo>
                  <a:pt x="192115" y="49932"/>
                </a:lnTo>
                <a:lnTo>
                  <a:pt x="192507" y="49831"/>
                </a:lnTo>
                <a:lnTo>
                  <a:pt x="192903" y="49740"/>
                </a:lnTo>
                <a:lnTo>
                  <a:pt x="193303" y="49658"/>
                </a:lnTo>
                <a:lnTo>
                  <a:pt x="193705" y="49586"/>
                </a:lnTo>
                <a:lnTo>
                  <a:pt x="194112" y="49523"/>
                </a:lnTo>
                <a:lnTo>
                  <a:pt x="194522" y="49470"/>
                </a:lnTo>
                <a:lnTo>
                  <a:pt x="194936" y="49427"/>
                </a:lnTo>
                <a:lnTo>
                  <a:pt x="195353" y="49393"/>
                </a:lnTo>
                <a:lnTo>
                  <a:pt x="195774" y="49369"/>
                </a:lnTo>
                <a:lnTo>
                  <a:pt x="196198" y="49354"/>
                </a:lnTo>
                <a:lnTo>
                  <a:pt x="196626" y="49350"/>
                </a:lnTo>
                <a:lnTo>
                  <a:pt x="196980" y="49353"/>
                </a:lnTo>
                <a:lnTo>
                  <a:pt x="197328" y="49362"/>
                </a:lnTo>
                <a:lnTo>
                  <a:pt x="197669" y="49377"/>
                </a:lnTo>
                <a:lnTo>
                  <a:pt x="198005" y="49398"/>
                </a:lnTo>
                <a:lnTo>
                  <a:pt x="198334" y="49425"/>
                </a:lnTo>
                <a:lnTo>
                  <a:pt x="198657" y="49459"/>
                </a:lnTo>
                <a:lnTo>
                  <a:pt x="198973" y="49498"/>
                </a:lnTo>
                <a:lnTo>
                  <a:pt x="199284" y="49543"/>
                </a:lnTo>
                <a:lnTo>
                  <a:pt x="199588" y="49595"/>
                </a:lnTo>
                <a:lnTo>
                  <a:pt x="199886" y="49652"/>
                </a:lnTo>
                <a:lnTo>
                  <a:pt x="200178" y="49716"/>
                </a:lnTo>
                <a:lnTo>
                  <a:pt x="200464" y="49785"/>
                </a:lnTo>
                <a:lnTo>
                  <a:pt x="200744" y="49861"/>
                </a:lnTo>
                <a:lnTo>
                  <a:pt x="201017" y="49943"/>
                </a:lnTo>
                <a:lnTo>
                  <a:pt x="201284" y="50031"/>
                </a:lnTo>
                <a:lnTo>
                  <a:pt x="201545" y="50124"/>
                </a:lnTo>
                <a:lnTo>
                  <a:pt x="201800" y="50224"/>
                </a:lnTo>
                <a:lnTo>
                  <a:pt x="202048" y="50330"/>
                </a:lnTo>
                <a:lnTo>
                  <a:pt x="202291" y="50442"/>
                </a:lnTo>
                <a:lnTo>
                  <a:pt x="202527" y="50560"/>
                </a:lnTo>
                <a:lnTo>
                  <a:pt x="202757" y="50684"/>
                </a:lnTo>
                <a:lnTo>
                  <a:pt x="202981" y="50814"/>
                </a:lnTo>
                <a:lnTo>
                  <a:pt x="203198" y="50950"/>
                </a:lnTo>
                <a:lnTo>
                  <a:pt x="203410" y="51093"/>
                </a:lnTo>
                <a:lnTo>
                  <a:pt x="203616" y="51241"/>
                </a:lnTo>
                <a:lnTo>
                  <a:pt x="203817" y="51396"/>
                </a:lnTo>
                <a:lnTo>
                  <a:pt x="204014" y="51557"/>
                </a:lnTo>
                <a:lnTo>
                  <a:pt x="204206" y="51724"/>
                </a:lnTo>
                <a:lnTo>
                  <a:pt x="204394" y="51898"/>
                </a:lnTo>
                <a:lnTo>
                  <a:pt x="204577" y="52078"/>
                </a:lnTo>
                <a:lnTo>
                  <a:pt x="204756" y="52265"/>
                </a:lnTo>
                <a:lnTo>
                  <a:pt x="204930" y="52457"/>
                </a:lnTo>
                <a:lnTo>
                  <a:pt x="205100" y="52657"/>
                </a:lnTo>
                <a:lnTo>
                  <a:pt x="205265" y="52862"/>
                </a:lnTo>
                <a:lnTo>
                  <a:pt x="205426" y="53074"/>
                </a:lnTo>
                <a:lnTo>
                  <a:pt x="205582" y="53292"/>
                </a:lnTo>
                <a:lnTo>
                  <a:pt x="205733" y="53516"/>
                </a:lnTo>
                <a:lnTo>
                  <a:pt x="205880" y="53747"/>
                </a:lnTo>
                <a:lnTo>
                  <a:pt x="206022" y="53984"/>
                </a:lnTo>
                <a:lnTo>
                  <a:pt x="206160" y="54228"/>
                </a:lnTo>
                <a:lnTo>
                  <a:pt x="206293" y="54477"/>
                </a:lnTo>
                <a:lnTo>
                  <a:pt x="206422" y="54734"/>
                </a:lnTo>
                <a:lnTo>
                  <a:pt x="206546" y="54996"/>
                </a:lnTo>
                <a:lnTo>
                  <a:pt x="206666" y="55265"/>
                </a:lnTo>
                <a:lnTo>
                  <a:pt x="206781" y="55540"/>
                </a:lnTo>
                <a:lnTo>
                  <a:pt x="206891" y="55822"/>
                </a:lnTo>
                <a:lnTo>
                  <a:pt x="206997" y="56109"/>
                </a:lnTo>
                <a:lnTo>
                  <a:pt x="207099" y="56403"/>
                </a:lnTo>
                <a:lnTo>
                  <a:pt x="207196" y="56716"/>
                </a:lnTo>
                <a:lnTo>
                  <a:pt x="207289" y="57058"/>
                </a:lnTo>
                <a:lnTo>
                  <a:pt x="207378" y="57431"/>
                </a:lnTo>
                <a:lnTo>
                  <a:pt x="207463" y="57834"/>
                </a:lnTo>
                <a:lnTo>
                  <a:pt x="207543" y="58267"/>
                </a:lnTo>
                <a:lnTo>
                  <a:pt x="207620" y="58731"/>
                </a:lnTo>
                <a:lnTo>
                  <a:pt x="207692" y="59225"/>
                </a:lnTo>
                <a:lnTo>
                  <a:pt x="207760" y="59749"/>
                </a:lnTo>
                <a:lnTo>
                  <a:pt x="207824" y="60303"/>
                </a:lnTo>
                <a:lnTo>
                  <a:pt x="207884" y="60888"/>
                </a:lnTo>
                <a:lnTo>
                  <a:pt x="207940" y="61503"/>
                </a:lnTo>
                <a:lnTo>
                  <a:pt x="207991" y="62148"/>
                </a:lnTo>
                <a:lnTo>
                  <a:pt x="208039" y="62824"/>
                </a:lnTo>
                <a:lnTo>
                  <a:pt x="208082" y="63529"/>
                </a:lnTo>
                <a:lnTo>
                  <a:pt x="208122" y="64265"/>
                </a:lnTo>
                <a:lnTo>
                  <a:pt x="208157" y="65032"/>
                </a:lnTo>
                <a:lnTo>
                  <a:pt x="208188" y="65828"/>
                </a:lnTo>
                <a:lnTo>
                  <a:pt x="208215" y="66655"/>
                </a:lnTo>
                <a:lnTo>
                  <a:pt x="208237" y="67512"/>
                </a:lnTo>
                <a:lnTo>
                  <a:pt x="208256" y="68400"/>
                </a:lnTo>
                <a:lnTo>
                  <a:pt x="208270" y="69317"/>
                </a:lnTo>
                <a:lnTo>
                  <a:pt x="208281" y="70265"/>
                </a:lnTo>
                <a:lnTo>
                  <a:pt x="208287" y="71243"/>
                </a:lnTo>
                <a:lnTo>
                  <a:pt x="208289" y="72252"/>
                </a:lnTo>
                <a:lnTo>
                  <a:pt x="208289" y="118376"/>
                </a:lnTo>
                <a:lnTo>
                  <a:pt x="230584" y="118376"/>
                </a:lnTo>
                <a:lnTo>
                  <a:pt x="230584" y="77959"/>
                </a:lnTo>
                <a:lnTo>
                  <a:pt x="230587" y="76980"/>
                </a:lnTo>
                <a:lnTo>
                  <a:pt x="230596" y="76022"/>
                </a:lnTo>
                <a:lnTo>
                  <a:pt x="230612" y="75087"/>
                </a:lnTo>
                <a:lnTo>
                  <a:pt x="230634" y="74174"/>
                </a:lnTo>
                <a:lnTo>
                  <a:pt x="230663" y="73283"/>
                </a:lnTo>
                <a:lnTo>
                  <a:pt x="230698" y="72414"/>
                </a:lnTo>
                <a:lnTo>
                  <a:pt x="230739" y="71567"/>
                </a:lnTo>
                <a:lnTo>
                  <a:pt x="230786" y="70743"/>
                </a:lnTo>
                <a:lnTo>
                  <a:pt x="230840" y="69940"/>
                </a:lnTo>
                <a:lnTo>
                  <a:pt x="230900" y="69160"/>
                </a:lnTo>
                <a:lnTo>
                  <a:pt x="230967" y="68402"/>
                </a:lnTo>
                <a:lnTo>
                  <a:pt x="231040" y="67666"/>
                </a:lnTo>
                <a:lnTo>
                  <a:pt x="231119" y="66952"/>
                </a:lnTo>
                <a:lnTo>
                  <a:pt x="231205" y="66261"/>
                </a:lnTo>
                <a:lnTo>
                  <a:pt x="231296" y="65591"/>
                </a:lnTo>
                <a:lnTo>
                  <a:pt x="231395" y="64944"/>
                </a:lnTo>
                <a:lnTo>
                  <a:pt x="231499" y="64319"/>
                </a:lnTo>
                <a:lnTo>
                  <a:pt x="231610" y="63716"/>
                </a:lnTo>
                <a:lnTo>
                  <a:pt x="231727" y="63135"/>
                </a:lnTo>
                <a:lnTo>
                  <a:pt x="231851" y="62577"/>
                </a:lnTo>
                <a:lnTo>
                  <a:pt x="231981" y="62040"/>
                </a:lnTo>
                <a:lnTo>
                  <a:pt x="232117" y="61526"/>
                </a:lnTo>
                <a:lnTo>
                  <a:pt x="232260" y="61034"/>
                </a:lnTo>
                <a:lnTo>
                  <a:pt x="232408" y="60564"/>
                </a:lnTo>
                <a:lnTo>
                  <a:pt x="232565" y="60109"/>
                </a:lnTo>
                <a:lnTo>
                  <a:pt x="232729" y="59664"/>
                </a:lnTo>
                <a:lnTo>
                  <a:pt x="232901" y="59228"/>
                </a:lnTo>
                <a:lnTo>
                  <a:pt x="233081" y="58801"/>
                </a:lnTo>
                <a:lnTo>
                  <a:pt x="233269" y="58384"/>
                </a:lnTo>
                <a:lnTo>
                  <a:pt x="233465" y="57975"/>
                </a:lnTo>
                <a:lnTo>
                  <a:pt x="233669" y="57576"/>
                </a:lnTo>
                <a:lnTo>
                  <a:pt x="233881" y="57186"/>
                </a:lnTo>
                <a:lnTo>
                  <a:pt x="234101" y="56806"/>
                </a:lnTo>
                <a:lnTo>
                  <a:pt x="234329" y="56434"/>
                </a:lnTo>
                <a:lnTo>
                  <a:pt x="234565" y="56072"/>
                </a:lnTo>
                <a:lnTo>
                  <a:pt x="234809" y="55719"/>
                </a:lnTo>
                <a:lnTo>
                  <a:pt x="235060" y="55375"/>
                </a:lnTo>
                <a:lnTo>
                  <a:pt x="235320" y="55041"/>
                </a:lnTo>
                <a:lnTo>
                  <a:pt x="235588" y="54716"/>
                </a:lnTo>
                <a:lnTo>
                  <a:pt x="235864" y="54400"/>
                </a:lnTo>
                <a:lnTo>
                  <a:pt x="236148" y="54093"/>
                </a:lnTo>
                <a:lnTo>
                  <a:pt x="236440" y="53795"/>
                </a:lnTo>
                <a:lnTo>
                  <a:pt x="236740" y="53507"/>
                </a:lnTo>
                <a:lnTo>
                  <a:pt x="237048" y="53228"/>
                </a:lnTo>
                <a:lnTo>
                  <a:pt x="237364" y="52958"/>
                </a:lnTo>
                <a:lnTo>
                  <a:pt x="237687" y="52697"/>
                </a:lnTo>
                <a:lnTo>
                  <a:pt x="238019" y="52446"/>
                </a:lnTo>
                <a:lnTo>
                  <a:pt x="238359" y="52203"/>
                </a:lnTo>
                <a:lnTo>
                  <a:pt x="238704" y="51971"/>
                </a:lnTo>
                <a:lnTo>
                  <a:pt x="239050" y="51748"/>
                </a:lnTo>
                <a:lnTo>
                  <a:pt x="239399" y="51535"/>
                </a:lnTo>
                <a:lnTo>
                  <a:pt x="239750" y="51331"/>
                </a:lnTo>
                <a:lnTo>
                  <a:pt x="240102" y="51138"/>
                </a:lnTo>
                <a:lnTo>
                  <a:pt x="240457" y="50955"/>
                </a:lnTo>
                <a:lnTo>
                  <a:pt x="240813" y="50781"/>
                </a:lnTo>
                <a:lnTo>
                  <a:pt x="241171" y="50618"/>
                </a:lnTo>
                <a:lnTo>
                  <a:pt x="241531" y="50464"/>
                </a:lnTo>
                <a:lnTo>
                  <a:pt x="241893" y="50321"/>
                </a:lnTo>
                <a:lnTo>
                  <a:pt x="242258" y="50187"/>
                </a:lnTo>
                <a:lnTo>
                  <a:pt x="242624" y="50063"/>
                </a:lnTo>
                <a:lnTo>
                  <a:pt x="242991" y="49949"/>
                </a:lnTo>
                <a:lnTo>
                  <a:pt x="243361" y="49845"/>
                </a:lnTo>
                <a:lnTo>
                  <a:pt x="243733" y="49751"/>
                </a:lnTo>
                <a:lnTo>
                  <a:pt x="244107" y="49667"/>
                </a:lnTo>
                <a:lnTo>
                  <a:pt x="244482" y="49592"/>
                </a:lnTo>
                <a:lnTo>
                  <a:pt x="244860" y="49528"/>
                </a:lnTo>
                <a:lnTo>
                  <a:pt x="245239" y="49474"/>
                </a:lnTo>
                <a:lnTo>
                  <a:pt x="245621" y="49429"/>
                </a:lnTo>
                <a:lnTo>
                  <a:pt x="246004" y="49394"/>
                </a:lnTo>
                <a:lnTo>
                  <a:pt x="246389" y="49369"/>
                </a:lnTo>
                <a:lnTo>
                  <a:pt x="246777" y="49355"/>
                </a:lnTo>
                <a:lnTo>
                  <a:pt x="247166" y="49350"/>
                </a:lnTo>
                <a:lnTo>
                  <a:pt x="247696" y="49358"/>
                </a:lnTo>
                <a:lnTo>
                  <a:pt x="248214" y="49383"/>
                </a:lnTo>
                <a:lnTo>
                  <a:pt x="248720" y="49424"/>
                </a:lnTo>
                <a:lnTo>
                  <a:pt x="249215" y="49482"/>
                </a:lnTo>
                <a:lnTo>
                  <a:pt x="249699" y="49556"/>
                </a:lnTo>
                <a:lnTo>
                  <a:pt x="250171" y="49647"/>
                </a:lnTo>
                <a:lnTo>
                  <a:pt x="250631" y="49754"/>
                </a:lnTo>
                <a:lnTo>
                  <a:pt x="251080" y="49878"/>
                </a:lnTo>
                <a:lnTo>
                  <a:pt x="251517" y="50018"/>
                </a:lnTo>
                <a:lnTo>
                  <a:pt x="251943" y="50175"/>
                </a:lnTo>
                <a:lnTo>
                  <a:pt x="252357" y="50349"/>
                </a:lnTo>
                <a:lnTo>
                  <a:pt x="252759" y="50539"/>
                </a:lnTo>
                <a:lnTo>
                  <a:pt x="253150" y="50745"/>
                </a:lnTo>
                <a:lnTo>
                  <a:pt x="253530" y="50968"/>
                </a:lnTo>
                <a:lnTo>
                  <a:pt x="253897" y="51207"/>
                </a:lnTo>
                <a:lnTo>
                  <a:pt x="254253" y="51463"/>
                </a:lnTo>
                <a:lnTo>
                  <a:pt x="254598" y="51736"/>
                </a:lnTo>
                <a:lnTo>
                  <a:pt x="254931" y="52025"/>
                </a:lnTo>
                <a:lnTo>
                  <a:pt x="255253" y="52330"/>
                </a:lnTo>
                <a:lnTo>
                  <a:pt x="255563" y="52652"/>
                </a:lnTo>
                <a:lnTo>
                  <a:pt x="255861" y="52991"/>
                </a:lnTo>
                <a:lnTo>
                  <a:pt x="256148" y="53346"/>
                </a:lnTo>
                <a:lnTo>
                  <a:pt x="256423" y="53717"/>
                </a:lnTo>
                <a:lnTo>
                  <a:pt x="256687" y="54105"/>
                </a:lnTo>
                <a:lnTo>
                  <a:pt x="256874" y="54424"/>
                </a:lnTo>
                <a:lnTo>
                  <a:pt x="257054" y="54774"/>
                </a:lnTo>
                <a:lnTo>
                  <a:pt x="257226" y="55155"/>
                </a:lnTo>
                <a:lnTo>
                  <a:pt x="257390" y="55567"/>
                </a:lnTo>
                <a:lnTo>
                  <a:pt x="257545" y="56009"/>
                </a:lnTo>
                <a:lnTo>
                  <a:pt x="257693" y="56482"/>
                </a:lnTo>
                <a:lnTo>
                  <a:pt x="257833" y="56986"/>
                </a:lnTo>
                <a:lnTo>
                  <a:pt x="257965" y="57521"/>
                </a:lnTo>
                <a:lnTo>
                  <a:pt x="258089" y="58087"/>
                </a:lnTo>
                <a:lnTo>
                  <a:pt x="258205" y="58683"/>
                </a:lnTo>
                <a:lnTo>
                  <a:pt x="258312" y="59311"/>
                </a:lnTo>
                <a:lnTo>
                  <a:pt x="258412" y="59969"/>
                </a:lnTo>
                <a:lnTo>
                  <a:pt x="258504" y="60658"/>
                </a:lnTo>
                <a:lnTo>
                  <a:pt x="258588" y="61378"/>
                </a:lnTo>
                <a:lnTo>
                  <a:pt x="258664" y="62128"/>
                </a:lnTo>
                <a:lnTo>
                  <a:pt x="258732" y="62910"/>
                </a:lnTo>
                <a:lnTo>
                  <a:pt x="258792" y="63722"/>
                </a:lnTo>
                <a:lnTo>
                  <a:pt x="258844" y="64565"/>
                </a:lnTo>
                <a:lnTo>
                  <a:pt x="258888" y="65439"/>
                </a:lnTo>
                <a:lnTo>
                  <a:pt x="258924" y="66344"/>
                </a:lnTo>
                <a:lnTo>
                  <a:pt x="258952" y="67279"/>
                </a:lnTo>
                <a:lnTo>
                  <a:pt x="258971" y="68246"/>
                </a:lnTo>
                <a:lnTo>
                  <a:pt x="258983" y="69243"/>
                </a:lnTo>
                <a:lnTo>
                  <a:pt x="258987" y="70271"/>
                </a:lnTo>
                <a:lnTo>
                  <a:pt x="258987" y="118376"/>
                </a:lnTo>
                <a:lnTo>
                  <a:pt x="281282" y="118376"/>
                </a:lnTo>
                <a:lnTo>
                  <a:pt x="281282" y="64504"/>
                </a:lnTo>
                <a:lnTo>
                  <a:pt x="281278" y="63510"/>
                </a:lnTo>
                <a:lnTo>
                  <a:pt x="281266" y="62540"/>
                </a:lnTo>
                <a:lnTo>
                  <a:pt x="281246" y="61593"/>
                </a:lnTo>
                <a:lnTo>
                  <a:pt x="281218" y="60669"/>
                </a:lnTo>
                <a:lnTo>
                  <a:pt x="281182" y="59768"/>
                </a:lnTo>
                <a:lnTo>
                  <a:pt x="281138" y="58890"/>
                </a:lnTo>
                <a:lnTo>
                  <a:pt x="281086" y="58036"/>
                </a:lnTo>
                <a:lnTo>
                  <a:pt x="281026" y="57204"/>
                </a:lnTo>
                <a:lnTo>
                  <a:pt x="280959" y="56396"/>
                </a:lnTo>
                <a:lnTo>
                  <a:pt x="280883" y="55611"/>
                </a:lnTo>
                <a:lnTo>
                  <a:pt x="280799" y="54849"/>
                </a:lnTo>
                <a:lnTo>
                  <a:pt x="280707" y="54110"/>
                </a:lnTo>
                <a:lnTo>
                  <a:pt x="280607" y="53394"/>
                </a:lnTo>
                <a:lnTo>
                  <a:pt x="280499" y="52702"/>
                </a:lnTo>
                <a:lnTo>
                  <a:pt x="280383" y="52032"/>
                </a:lnTo>
                <a:lnTo>
                  <a:pt x="280259" y="51386"/>
                </a:lnTo>
                <a:lnTo>
                  <a:pt x="280128" y="50763"/>
                </a:lnTo>
                <a:lnTo>
                  <a:pt x="279988" y="50163"/>
                </a:lnTo>
                <a:lnTo>
                  <a:pt x="279840" y="49586"/>
                </a:lnTo>
                <a:lnTo>
                  <a:pt x="279684" y="49032"/>
                </a:lnTo>
                <a:lnTo>
                  <a:pt x="279520" y="48502"/>
                </a:lnTo>
                <a:lnTo>
                  <a:pt x="279349" y="47994"/>
                </a:lnTo>
                <a:lnTo>
                  <a:pt x="279169" y="47510"/>
                </a:lnTo>
                <a:lnTo>
                  <a:pt x="278981" y="47049"/>
                </a:lnTo>
                <a:lnTo>
                  <a:pt x="278711" y="46447"/>
                </a:lnTo>
                <a:lnTo>
                  <a:pt x="278430" y="45857"/>
                </a:lnTo>
                <a:lnTo>
                  <a:pt x="278137" y="45279"/>
                </a:lnTo>
                <a:lnTo>
                  <a:pt x="277833" y="44714"/>
                </a:lnTo>
                <a:lnTo>
                  <a:pt x="277518" y="44161"/>
                </a:lnTo>
                <a:lnTo>
                  <a:pt x="277191" y="43620"/>
                </a:lnTo>
                <a:lnTo>
                  <a:pt x="276853" y="43091"/>
                </a:lnTo>
                <a:lnTo>
                  <a:pt x="276504" y="42575"/>
                </a:lnTo>
                <a:lnTo>
                  <a:pt x="276144" y="42071"/>
                </a:lnTo>
                <a:lnTo>
                  <a:pt x="275772" y="41579"/>
                </a:lnTo>
                <a:lnTo>
                  <a:pt x="275389" y="41099"/>
                </a:lnTo>
                <a:lnTo>
                  <a:pt x="274994" y="40632"/>
                </a:lnTo>
                <a:lnTo>
                  <a:pt x="274589" y="40177"/>
                </a:lnTo>
                <a:lnTo>
                  <a:pt x="274172" y="39734"/>
                </a:lnTo>
                <a:lnTo>
                  <a:pt x="273744" y="39304"/>
                </a:lnTo>
                <a:lnTo>
                  <a:pt x="273304" y="38886"/>
                </a:lnTo>
                <a:lnTo>
                  <a:pt x="272853" y="38480"/>
                </a:lnTo>
                <a:lnTo>
                  <a:pt x="272391" y="38086"/>
                </a:lnTo>
                <a:lnTo>
                  <a:pt x="271918" y="37704"/>
                </a:lnTo>
                <a:lnTo>
                  <a:pt x="271433" y="37335"/>
                </a:lnTo>
                <a:lnTo>
                  <a:pt x="270937" y="36978"/>
                </a:lnTo>
                <a:lnTo>
                  <a:pt x="270430" y="36633"/>
                </a:lnTo>
                <a:lnTo>
                  <a:pt x="269911" y="36301"/>
                </a:lnTo>
                <a:lnTo>
                  <a:pt x="269381" y="35981"/>
                </a:lnTo>
                <a:lnTo>
                  <a:pt x="268841" y="35673"/>
                </a:lnTo>
                <a:lnTo>
                  <a:pt x="268290" y="35379"/>
                </a:lnTo>
                <a:lnTo>
                  <a:pt x="267730" y="35098"/>
                </a:lnTo>
                <a:lnTo>
                  <a:pt x="267160" y="34829"/>
                </a:lnTo>
                <a:lnTo>
                  <a:pt x="266579" y="34574"/>
                </a:lnTo>
                <a:lnTo>
                  <a:pt x="265989" y="34332"/>
                </a:lnTo>
                <a:lnTo>
                  <a:pt x="265389" y="34103"/>
                </a:lnTo>
                <a:lnTo>
                  <a:pt x="264779" y="33887"/>
                </a:lnTo>
                <a:lnTo>
                  <a:pt x="264159" y="33684"/>
                </a:lnTo>
                <a:lnTo>
                  <a:pt x="263530" y="33495"/>
                </a:lnTo>
                <a:lnTo>
                  <a:pt x="262890" y="33318"/>
                </a:lnTo>
                <a:lnTo>
                  <a:pt x="262240" y="33154"/>
                </a:lnTo>
                <a:lnTo>
                  <a:pt x="261581" y="33004"/>
                </a:lnTo>
                <a:lnTo>
                  <a:pt x="260911" y="32866"/>
                </a:lnTo>
                <a:lnTo>
                  <a:pt x="260232" y="32742"/>
                </a:lnTo>
                <a:lnTo>
                  <a:pt x="259543" y="32631"/>
                </a:lnTo>
                <a:lnTo>
                  <a:pt x="258844" y="32533"/>
                </a:lnTo>
                <a:lnTo>
                  <a:pt x="258135" y="32448"/>
                </a:lnTo>
                <a:lnTo>
                  <a:pt x="257416" y="32376"/>
                </a:lnTo>
                <a:lnTo>
                  <a:pt x="256687" y="32317"/>
                </a:lnTo>
                <a:lnTo>
                  <a:pt x="255948" y="32271"/>
                </a:lnTo>
                <a:lnTo>
                  <a:pt x="255199" y="32238"/>
                </a:lnTo>
                <a:lnTo>
                  <a:pt x="254440" y="32219"/>
                </a:lnTo>
                <a:lnTo>
                  <a:pt x="253672" y="32212"/>
                </a:lnTo>
                <a:lnTo>
                  <a:pt x="253065" y="32218"/>
                </a:lnTo>
                <a:lnTo>
                  <a:pt x="252461" y="32235"/>
                </a:lnTo>
                <a:lnTo>
                  <a:pt x="251860" y="32264"/>
                </a:lnTo>
                <a:lnTo>
                  <a:pt x="251263" y="32305"/>
                </a:lnTo>
                <a:lnTo>
                  <a:pt x="250668" y="32357"/>
                </a:lnTo>
                <a:lnTo>
                  <a:pt x="250077" y="32421"/>
                </a:lnTo>
                <a:lnTo>
                  <a:pt x="249488" y="32497"/>
                </a:lnTo>
                <a:lnTo>
                  <a:pt x="248902" y="32584"/>
                </a:lnTo>
                <a:lnTo>
                  <a:pt x="248320" y="32683"/>
                </a:lnTo>
                <a:lnTo>
                  <a:pt x="247740" y="32793"/>
                </a:lnTo>
                <a:lnTo>
                  <a:pt x="247164" y="32915"/>
                </a:lnTo>
                <a:lnTo>
                  <a:pt x="246591" y="33049"/>
                </a:lnTo>
                <a:lnTo>
                  <a:pt x="246020" y="33194"/>
                </a:lnTo>
                <a:lnTo>
                  <a:pt x="245453" y="33351"/>
                </a:lnTo>
                <a:lnTo>
                  <a:pt x="244888" y="33520"/>
                </a:lnTo>
                <a:lnTo>
                  <a:pt x="244327" y="33700"/>
                </a:lnTo>
                <a:lnTo>
                  <a:pt x="243769" y="33892"/>
                </a:lnTo>
                <a:lnTo>
                  <a:pt x="243214" y="34095"/>
                </a:lnTo>
                <a:lnTo>
                  <a:pt x="242661" y="34310"/>
                </a:lnTo>
                <a:lnTo>
                  <a:pt x="242112" y="34537"/>
                </a:lnTo>
                <a:lnTo>
                  <a:pt x="241566" y="34775"/>
                </a:lnTo>
                <a:lnTo>
                  <a:pt x="241023" y="35025"/>
                </a:lnTo>
                <a:lnTo>
                  <a:pt x="240483" y="35286"/>
                </a:lnTo>
                <a:lnTo>
                  <a:pt x="239946" y="35559"/>
                </a:lnTo>
                <a:lnTo>
                  <a:pt x="239412" y="35844"/>
                </a:lnTo>
                <a:lnTo>
                  <a:pt x="238881" y="36141"/>
                </a:lnTo>
                <a:lnTo>
                  <a:pt x="238353" y="36450"/>
                </a:lnTo>
                <a:lnTo>
                  <a:pt x="237828" y="36770"/>
                </a:lnTo>
                <a:lnTo>
                  <a:pt x="237306" y="37103"/>
                </a:lnTo>
                <a:lnTo>
                  <a:pt x="236787" y="37447"/>
                </a:lnTo>
                <a:lnTo>
                  <a:pt x="236271" y="37804"/>
                </a:lnTo>
                <a:lnTo>
                  <a:pt x="235758" y="38172"/>
                </a:lnTo>
                <a:lnTo>
                  <a:pt x="235249" y="38552"/>
                </a:lnTo>
                <a:lnTo>
                  <a:pt x="234742" y="38944"/>
                </a:lnTo>
                <a:lnTo>
                  <a:pt x="234238" y="39348"/>
                </a:lnTo>
                <a:lnTo>
                  <a:pt x="233737" y="39764"/>
                </a:lnTo>
                <a:lnTo>
                  <a:pt x="233240" y="40191"/>
                </a:lnTo>
                <a:lnTo>
                  <a:pt x="232745" y="40631"/>
                </a:lnTo>
                <a:lnTo>
                  <a:pt x="232254" y="41083"/>
                </a:lnTo>
                <a:lnTo>
                  <a:pt x="231765" y="41546"/>
                </a:lnTo>
                <a:lnTo>
                  <a:pt x="231279" y="42022"/>
                </a:lnTo>
                <a:lnTo>
                  <a:pt x="230797" y="42509"/>
                </a:lnTo>
                <a:lnTo>
                  <a:pt x="230317" y="43008"/>
                </a:lnTo>
                <a:lnTo>
                  <a:pt x="229841" y="43519"/>
                </a:lnTo>
                <a:lnTo>
                  <a:pt x="229368" y="44042"/>
                </a:lnTo>
                <a:lnTo>
                  <a:pt x="228897" y="44577"/>
                </a:lnTo>
                <a:lnTo>
                  <a:pt x="228430" y="45124"/>
                </a:lnTo>
                <a:lnTo>
                  <a:pt x="227965" y="45683"/>
                </a:lnTo>
                <a:lnTo>
                  <a:pt x="227644" y="45124"/>
                </a:lnTo>
                <a:lnTo>
                  <a:pt x="227316" y="44577"/>
                </a:lnTo>
                <a:lnTo>
                  <a:pt x="226980" y="44042"/>
                </a:lnTo>
                <a:lnTo>
                  <a:pt x="226636" y="43519"/>
                </a:lnTo>
                <a:lnTo>
                  <a:pt x="226286" y="43008"/>
                </a:lnTo>
                <a:lnTo>
                  <a:pt x="225927" y="42509"/>
                </a:lnTo>
                <a:lnTo>
                  <a:pt x="225562" y="42022"/>
                </a:lnTo>
                <a:lnTo>
                  <a:pt x="225189" y="41546"/>
                </a:lnTo>
                <a:lnTo>
                  <a:pt x="224808" y="41083"/>
                </a:lnTo>
                <a:lnTo>
                  <a:pt x="224420" y="40631"/>
                </a:lnTo>
                <a:lnTo>
                  <a:pt x="224024" y="40191"/>
                </a:lnTo>
                <a:lnTo>
                  <a:pt x="223622" y="39764"/>
                </a:lnTo>
                <a:lnTo>
                  <a:pt x="223211" y="39348"/>
                </a:lnTo>
                <a:lnTo>
                  <a:pt x="222793" y="38944"/>
                </a:lnTo>
                <a:lnTo>
                  <a:pt x="222368" y="38552"/>
                </a:lnTo>
                <a:lnTo>
                  <a:pt x="221936" y="38172"/>
                </a:lnTo>
                <a:lnTo>
                  <a:pt x="221495" y="37804"/>
                </a:lnTo>
                <a:lnTo>
                  <a:pt x="221048" y="37447"/>
                </a:lnTo>
                <a:lnTo>
                  <a:pt x="220593" y="37103"/>
                </a:lnTo>
                <a:lnTo>
                  <a:pt x="220131" y="36770"/>
                </a:lnTo>
                <a:lnTo>
                  <a:pt x="219661" y="36450"/>
                </a:lnTo>
                <a:lnTo>
                  <a:pt x="219183" y="36141"/>
                </a:lnTo>
                <a:lnTo>
                  <a:pt x="218699" y="35844"/>
                </a:lnTo>
                <a:lnTo>
                  <a:pt x="218207" y="35559"/>
                </a:lnTo>
                <a:lnTo>
                  <a:pt x="217707" y="35286"/>
                </a:lnTo>
                <a:lnTo>
                  <a:pt x="217200" y="35025"/>
                </a:lnTo>
                <a:lnTo>
                  <a:pt x="216685" y="34775"/>
                </a:lnTo>
                <a:lnTo>
                  <a:pt x="216164" y="34537"/>
                </a:lnTo>
                <a:lnTo>
                  <a:pt x="215634" y="34310"/>
                </a:lnTo>
                <a:lnTo>
                  <a:pt x="215097" y="34095"/>
                </a:lnTo>
                <a:lnTo>
                  <a:pt x="214553" y="33892"/>
                </a:lnTo>
                <a:lnTo>
                  <a:pt x="214002" y="33700"/>
                </a:lnTo>
                <a:lnTo>
                  <a:pt x="213442" y="33520"/>
                </a:lnTo>
                <a:lnTo>
                  <a:pt x="212876" y="33351"/>
                </a:lnTo>
                <a:lnTo>
                  <a:pt x="212302" y="33194"/>
                </a:lnTo>
                <a:lnTo>
                  <a:pt x="211720" y="33049"/>
                </a:lnTo>
                <a:lnTo>
                  <a:pt x="211132" y="32915"/>
                </a:lnTo>
                <a:lnTo>
                  <a:pt x="210535" y="32793"/>
                </a:lnTo>
                <a:lnTo>
                  <a:pt x="209932" y="32683"/>
                </a:lnTo>
                <a:lnTo>
                  <a:pt x="209320" y="32584"/>
                </a:lnTo>
                <a:lnTo>
                  <a:pt x="208702" y="32497"/>
                </a:lnTo>
                <a:lnTo>
                  <a:pt x="208076" y="32421"/>
                </a:lnTo>
                <a:lnTo>
                  <a:pt x="207442" y="32357"/>
                </a:lnTo>
                <a:lnTo>
                  <a:pt x="206801" y="32305"/>
                </a:lnTo>
                <a:lnTo>
                  <a:pt x="206153" y="32264"/>
                </a:lnTo>
                <a:lnTo>
                  <a:pt x="205497" y="32235"/>
                </a:lnTo>
                <a:lnTo>
                  <a:pt x="204834" y="32218"/>
                </a:lnTo>
                <a:lnTo>
                  <a:pt x="204163" y="32212"/>
                </a:lnTo>
                <a:lnTo>
                  <a:pt x="202901" y="32235"/>
                </a:lnTo>
                <a:lnTo>
                  <a:pt x="201654" y="32305"/>
                </a:lnTo>
                <a:lnTo>
                  <a:pt x="200421" y="32422"/>
                </a:lnTo>
                <a:lnTo>
                  <a:pt x="199202" y="32585"/>
                </a:lnTo>
                <a:lnTo>
                  <a:pt x="197999" y="32794"/>
                </a:lnTo>
                <a:lnTo>
                  <a:pt x="196809" y="33050"/>
                </a:lnTo>
                <a:lnTo>
                  <a:pt x="195635" y="33353"/>
                </a:lnTo>
                <a:lnTo>
                  <a:pt x="194475" y="33702"/>
                </a:lnTo>
                <a:lnTo>
                  <a:pt x="193330" y="34098"/>
                </a:lnTo>
                <a:lnTo>
                  <a:pt x="192199" y="34540"/>
                </a:lnTo>
                <a:lnTo>
                  <a:pt x="191083" y="35029"/>
                </a:lnTo>
                <a:lnTo>
                  <a:pt x="189981" y="35564"/>
                </a:lnTo>
                <a:lnTo>
                  <a:pt x="188894" y="36146"/>
                </a:lnTo>
                <a:lnTo>
                  <a:pt x="187822" y="36775"/>
                </a:lnTo>
                <a:lnTo>
                  <a:pt x="186764" y="37450"/>
                </a:lnTo>
                <a:lnTo>
                  <a:pt x="185721" y="38171"/>
                </a:lnTo>
                <a:lnTo>
                  <a:pt x="184693" y="38940"/>
                </a:lnTo>
                <a:lnTo>
                  <a:pt x="183679" y="39754"/>
                </a:lnTo>
                <a:lnTo>
                  <a:pt x="182679" y="40616"/>
                </a:lnTo>
                <a:lnTo>
                  <a:pt x="181695" y="41524"/>
                </a:lnTo>
                <a:lnTo>
                  <a:pt x="180724" y="42478"/>
                </a:lnTo>
                <a:lnTo>
                  <a:pt x="179769" y="43479"/>
                </a:lnTo>
                <a:lnTo>
                  <a:pt x="178828" y="44527"/>
                </a:lnTo>
                <a:lnTo>
                  <a:pt x="177902" y="45621"/>
                </a:lnTo>
                <a:lnTo>
                  <a:pt x="177902" y="34116"/>
                </a:lnTo>
                <a:lnTo>
                  <a:pt x="157353" y="34116"/>
                </a:lnTo>
                <a:lnTo>
                  <a:pt x="157353" y="118376"/>
                </a:lnTo>
                <a:lnTo>
                  <a:pt x="179647" y="118376"/>
                </a:lnTo>
                <a:lnTo>
                  <a:pt x="179647" y="77483"/>
                </a:lnTo>
                <a:lnTo>
                  <a:pt x="179650" y="76485"/>
                </a:lnTo>
                <a:close/>
                <a:moveTo>
                  <a:pt x="464983" y="58239"/>
                </a:moveTo>
                <a:lnTo>
                  <a:pt x="465175" y="57796"/>
                </a:lnTo>
                <a:lnTo>
                  <a:pt x="465371" y="57364"/>
                </a:lnTo>
                <a:lnTo>
                  <a:pt x="465572" y="56946"/>
                </a:lnTo>
                <a:lnTo>
                  <a:pt x="465777" y="56539"/>
                </a:lnTo>
                <a:lnTo>
                  <a:pt x="465986" y="56146"/>
                </a:lnTo>
                <a:lnTo>
                  <a:pt x="466200" y="55765"/>
                </a:lnTo>
                <a:lnTo>
                  <a:pt x="466418" y="55396"/>
                </a:lnTo>
                <a:lnTo>
                  <a:pt x="466641" y="55040"/>
                </a:lnTo>
                <a:lnTo>
                  <a:pt x="466868" y="54696"/>
                </a:lnTo>
                <a:lnTo>
                  <a:pt x="467099" y="54365"/>
                </a:lnTo>
                <a:lnTo>
                  <a:pt x="467335" y="54047"/>
                </a:lnTo>
                <a:lnTo>
                  <a:pt x="467575" y="53741"/>
                </a:lnTo>
                <a:lnTo>
                  <a:pt x="467820" y="53448"/>
                </a:lnTo>
                <a:lnTo>
                  <a:pt x="468069" y="53167"/>
                </a:lnTo>
                <a:lnTo>
                  <a:pt x="468322" y="52898"/>
                </a:lnTo>
                <a:lnTo>
                  <a:pt x="468580" y="52643"/>
                </a:lnTo>
                <a:lnTo>
                  <a:pt x="468842" y="52399"/>
                </a:lnTo>
                <a:lnTo>
                  <a:pt x="469109" y="52169"/>
                </a:lnTo>
                <a:lnTo>
                  <a:pt x="469380" y="51950"/>
                </a:lnTo>
                <a:lnTo>
                  <a:pt x="469656" y="51745"/>
                </a:lnTo>
                <a:lnTo>
                  <a:pt x="469938" y="51549"/>
                </a:lnTo>
                <a:lnTo>
                  <a:pt x="470229" y="51362"/>
                </a:lnTo>
                <a:lnTo>
                  <a:pt x="470530" y="51183"/>
                </a:lnTo>
                <a:lnTo>
                  <a:pt x="470839" y="51013"/>
                </a:lnTo>
                <a:lnTo>
                  <a:pt x="471158" y="50851"/>
                </a:lnTo>
                <a:lnTo>
                  <a:pt x="471485" y="50697"/>
                </a:lnTo>
                <a:lnTo>
                  <a:pt x="471822" y="50551"/>
                </a:lnTo>
                <a:lnTo>
                  <a:pt x="472168" y="50414"/>
                </a:lnTo>
                <a:lnTo>
                  <a:pt x="472523" y="50285"/>
                </a:lnTo>
                <a:lnTo>
                  <a:pt x="472887" y="50165"/>
                </a:lnTo>
                <a:lnTo>
                  <a:pt x="473260" y="50052"/>
                </a:lnTo>
                <a:lnTo>
                  <a:pt x="473643" y="49948"/>
                </a:lnTo>
                <a:lnTo>
                  <a:pt x="474034" y="49853"/>
                </a:lnTo>
                <a:lnTo>
                  <a:pt x="474434" y="49765"/>
                </a:lnTo>
                <a:lnTo>
                  <a:pt x="474844" y="49686"/>
                </a:lnTo>
                <a:lnTo>
                  <a:pt x="475262" y="49616"/>
                </a:lnTo>
                <a:lnTo>
                  <a:pt x="475690" y="49553"/>
                </a:lnTo>
                <a:lnTo>
                  <a:pt x="476127" y="49499"/>
                </a:lnTo>
                <a:lnTo>
                  <a:pt x="476573" y="49454"/>
                </a:lnTo>
                <a:lnTo>
                  <a:pt x="477028" y="49416"/>
                </a:lnTo>
                <a:lnTo>
                  <a:pt x="477492" y="49387"/>
                </a:lnTo>
                <a:lnTo>
                  <a:pt x="477965" y="49366"/>
                </a:lnTo>
                <a:lnTo>
                  <a:pt x="478447" y="49354"/>
                </a:lnTo>
                <a:lnTo>
                  <a:pt x="478938" y="49350"/>
                </a:lnTo>
                <a:lnTo>
                  <a:pt x="479663" y="49354"/>
                </a:lnTo>
                <a:lnTo>
                  <a:pt x="480367" y="49369"/>
                </a:lnTo>
                <a:lnTo>
                  <a:pt x="481052" y="49393"/>
                </a:lnTo>
                <a:lnTo>
                  <a:pt x="481718" y="49427"/>
                </a:lnTo>
                <a:lnTo>
                  <a:pt x="482363" y="49470"/>
                </a:lnTo>
                <a:lnTo>
                  <a:pt x="482990" y="49523"/>
                </a:lnTo>
                <a:lnTo>
                  <a:pt x="483597" y="49585"/>
                </a:lnTo>
                <a:lnTo>
                  <a:pt x="484184" y="49657"/>
                </a:lnTo>
                <a:lnTo>
                  <a:pt x="484751" y="49739"/>
                </a:lnTo>
                <a:lnTo>
                  <a:pt x="485299" y="49830"/>
                </a:lnTo>
                <a:lnTo>
                  <a:pt x="485828" y="49931"/>
                </a:lnTo>
                <a:lnTo>
                  <a:pt x="486337" y="50042"/>
                </a:lnTo>
                <a:lnTo>
                  <a:pt x="486826" y="50162"/>
                </a:lnTo>
                <a:lnTo>
                  <a:pt x="487296" y="50292"/>
                </a:lnTo>
                <a:lnTo>
                  <a:pt x="487746" y="50431"/>
                </a:lnTo>
                <a:lnTo>
                  <a:pt x="488177" y="50581"/>
                </a:lnTo>
                <a:lnTo>
                  <a:pt x="488588" y="50739"/>
                </a:lnTo>
                <a:lnTo>
                  <a:pt x="488980" y="50907"/>
                </a:lnTo>
                <a:lnTo>
                  <a:pt x="489352" y="51085"/>
                </a:lnTo>
                <a:lnTo>
                  <a:pt x="489705" y="51273"/>
                </a:lnTo>
                <a:lnTo>
                  <a:pt x="490037" y="51470"/>
                </a:lnTo>
                <a:lnTo>
                  <a:pt x="490351" y="51677"/>
                </a:lnTo>
                <a:lnTo>
                  <a:pt x="490645" y="51893"/>
                </a:lnTo>
                <a:lnTo>
                  <a:pt x="490919" y="52119"/>
                </a:lnTo>
                <a:lnTo>
                  <a:pt x="491178" y="52356"/>
                </a:lnTo>
                <a:lnTo>
                  <a:pt x="491426" y="52606"/>
                </a:lnTo>
                <a:lnTo>
                  <a:pt x="491663" y="52869"/>
                </a:lnTo>
                <a:lnTo>
                  <a:pt x="491889" y="53145"/>
                </a:lnTo>
                <a:lnTo>
                  <a:pt x="492103" y="53434"/>
                </a:lnTo>
                <a:lnTo>
                  <a:pt x="492307" y="53736"/>
                </a:lnTo>
                <a:lnTo>
                  <a:pt x="492500" y="54051"/>
                </a:lnTo>
                <a:lnTo>
                  <a:pt x="492682" y="54378"/>
                </a:lnTo>
                <a:lnTo>
                  <a:pt x="492853" y="54719"/>
                </a:lnTo>
                <a:lnTo>
                  <a:pt x="493013" y="55073"/>
                </a:lnTo>
                <a:lnTo>
                  <a:pt x="493161" y="55439"/>
                </a:lnTo>
                <a:lnTo>
                  <a:pt x="493299" y="55819"/>
                </a:lnTo>
                <a:lnTo>
                  <a:pt x="493426" y="56212"/>
                </a:lnTo>
                <a:lnTo>
                  <a:pt x="493541" y="56617"/>
                </a:lnTo>
                <a:lnTo>
                  <a:pt x="493646" y="57035"/>
                </a:lnTo>
                <a:lnTo>
                  <a:pt x="493740" y="57467"/>
                </a:lnTo>
                <a:lnTo>
                  <a:pt x="493822" y="57911"/>
                </a:lnTo>
                <a:lnTo>
                  <a:pt x="493894" y="58369"/>
                </a:lnTo>
                <a:lnTo>
                  <a:pt x="493955" y="58839"/>
                </a:lnTo>
                <a:lnTo>
                  <a:pt x="494004" y="59322"/>
                </a:lnTo>
                <a:lnTo>
                  <a:pt x="494043" y="59818"/>
                </a:lnTo>
                <a:lnTo>
                  <a:pt x="494070" y="60327"/>
                </a:lnTo>
                <a:lnTo>
                  <a:pt x="494087" y="60850"/>
                </a:lnTo>
                <a:lnTo>
                  <a:pt x="494092" y="61385"/>
                </a:lnTo>
                <a:lnTo>
                  <a:pt x="494092" y="63631"/>
                </a:lnTo>
                <a:lnTo>
                  <a:pt x="493573" y="63842"/>
                </a:lnTo>
                <a:lnTo>
                  <a:pt x="493021" y="64055"/>
                </a:lnTo>
                <a:lnTo>
                  <a:pt x="492435" y="64269"/>
                </a:lnTo>
                <a:lnTo>
                  <a:pt x="491816" y="64485"/>
                </a:lnTo>
                <a:lnTo>
                  <a:pt x="491163" y="64702"/>
                </a:lnTo>
                <a:lnTo>
                  <a:pt x="490478" y="64920"/>
                </a:lnTo>
                <a:lnTo>
                  <a:pt x="489758" y="65140"/>
                </a:lnTo>
                <a:lnTo>
                  <a:pt x="489006" y="65361"/>
                </a:lnTo>
                <a:lnTo>
                  <a:pt x="488220" y="65583"/>
                </a:lnTo>
                <a:lnTo>
                  <a:pt x="487401" y="65807"/>
                </a:lnTo>
                <a:lnTo>
                  <a:pt x="486548" y="66032"/>
                </a:lnTo>
                <a:lnTo>
                  <a:pt x="485663" y="66258"/>
                </a:lnTo>
                <a:lnTo>
                  <a:pt x="484743" y="66486"/>
                </a:lnTo>
                <a:lnTo>
                  <a:pt x="483791" y="66716"/>
                </a:lnTo>
                <a:lnTo>
                  <a:pt x="482805" y="66946"/>
                </a:lnTo>
                <a:lnTo>
                  <a:pt x="481786" y="67178"/>
                </a:lnTo>
                <a:lnTo>
                  <a:pt x="480733" y="67411"/>
                </a:lnTo>
                <a:lnTo>
                  <a:pt x="479648" y="67646"/>
                </a:lnTo>
                <a:lnTo>
                  <a:pt x="478528" y="67882"/>
                </a:lnTo>
                <a:lnTo>
                  <a:pt x="477376" y="68120"/>
                </a:lnTo>
                <a:lnTo>
                  <a:pt x="476190" y="68358"/>
                </a:lnTo>
                <a:lnTo>
                  <a:pt x="474971" y="68599"/>
                </a:lnTo>
                <a:lnTo>
                  <a:pt x="473718" y="68840"/>
                </a:lnTo>
                <a:lnTo>
                  <a:pt x="472433" y="69083"/>
                </a:lnTo>
                <a:lnTo>
                  <a:pt x="471477" y="69269"/>
                </a:lnTo>
                <a:lnTo>
                  <a:pt x="470540" y="69457"/>
                </a:lnTo>
                <a:lnTo>
                  <a:pt x="469622" y="69648"/>
                </a:lnTo>
                <a:lnTo>
                  <a:pt x="468722" y="69841"/>
                </a:lnTo>
                <a:lnTo>
                  <a:pt x="467842" y="70037"/>
                </a:lnTo>
                <a:lnTo>
                  <a:pt x="466980" y="70236"/>
                </a:lnTo>
                <a:lnTo>
                  <a:pt x="466138" y="70437"/>
                </a:lnTo>
                <a:lnTo>
                  <a:pt x="465314" y="70641"/>
                </a:lnTo>
                <a:lnTo>
                  <a:pt x="464509" y="70847"/>
                </a:lnTo>
                <a:lnTo>
                  <a:pt x="463723" y="71057"/>
                </a:lnTo>
                <a:lnTo>
                  <a:pt x="462956" y="71268"/>
                </a:lnTo>
                <a:lnTo>
                  <a:pt x="462208" y="71482"/>
                </a:lnTo>
                <a:lnTo>
                  <a:pt x="461478" y="71699"/>
                </a:lnTo>
                <a:lnTo>
                  <a:pt x="460768" y="71919"/>
                </a:lnTo>
                <a:lnTo>
                  <a:pt x="460076" y="72141"/>
                </a:lnTo>
                <a:lnTo>
                  <a:pt x="459403" y="72366"/>
                </a:lnTo>
                <a:lnTo>
                  <a:pt x="458749" y="72593"/>
                </a:lnTo>
                <a:lnTo>
                  <a:pt x="458114" y="72823"/>
                </a:lnTo>
                <a:lnTo>
                  <a:pt x="457498" y="73056"/>
                </a:lnTo>
                <a:lnTo>
                  <a:pt x="456901" y="73291"/>
                </a:lnTo>
                <a:lnTo>
                  <a:pt x="456322" y="73529"/>
                </a:lnTo>
                <a:lnTo>
                  <a:pt x="455763" y="73769"/>
                </a:lnTo>
                <a:lnTo>
                  <a:pt x="455222" y="74012"/>
                </a:lnTo>
                <a:lnTo>
                  <a:pt x="454700" y="74258"/>
                </a:lnTo>
                <a:lnTo>
                  <a:pt x="454192" y="74509"/>
                </a:lnTo>
                <a:lnTo>
                  <a:pt x="453694" y="74769"/>
                </a:lnTo>
                <a:lnTo>
                  <a:pt x="453206" y="75039"/>
                </a:lnTo>
                <a:lnTo>
                  <a:pt x="452726" y="75318"/>
                </a:lnTo>
                <a:lnTo>
                  <a:pt x="452257" y="75605"/>
                </a:lnTo>
                <a:lnTo>
                  <a:pt x="451797" y="75902"/>
                </a:lnTo>
                <a:lnTo>
                  <a:pt x="451346" y="76208"/>
                </a:lnTo>
                <a:lnTo>
                  <a:pt x="450905" y="76523"/>
                </a:lnTo>
                <a:lnTo>
                  <a:pt x="450473" y="76846"/>
                </a:lnTo>
                <a:lnTo>
                  <a:pt x="450051" y="77179"/>
                </a:lnTo>
                <a:lnTo>
                  <a:pt x="449639" y="77521"/>
                </a:lnTo>
                <a:lnTo>
                  <a:pt x="449235" y="77872"/>
                </a:lnTo>
                <a:lnTo>
                  <a:pt x="448842" y="78233"/>
                </a:lnTo>
                <a:lnTo>
                  <a:pt x="448458" y="78602"/>
                </a:lnTo>
                <a:lnTo>
                  <a:pt x="448083" y="78980"/>
                </a:lnTo>
                <a:lnTo>
                  <a:pt x="447718" y="79367"/>
                </a:lnTo>
                <a:lnTo>
                  <a:pt x="447362" y="79764"/>
                </a:lnTo>
                <a:lnTo>
                  <a:pt x="447016" y="80169"/>
                </a:lnTo>
                <a:lnTo>
                  <a:pt x="446680" y="80583"/>
                </a:lnTo>
                <a:lnTo>
                  <a:pt x="446353" y="81007"/>
                </a:lnTo>
                <a:lnTo>
                  <a:pt x="446035" y="81440"/>
                </a:lnTo>
                <a:lnTo>
                  <a:pt x="445727" y="81881"/>
                </a:lnTo>
                <a:lnTo>
                  <a:pt x="445429" y="82332"/>
                </a:lnTo>
                <a:lnTo>
                  <a:pt x="445140" y="82792"/>
                </a:lnTo>
                <a:lnTo>
                  <a:pt x="444861" y="83258"/>
                </a:lnTo>
                <a:lnTo>
                  <a:pt x="444595" y="83730"/>
                </a:lnTo>
                <a:lnTo>
                  <a:pt x="444340" y="84208"/>
                </a:lnTo>
                <a:lnTo>
                  <a:pt x="444097" y="84691"/>
                </a:lnTo>
                <a:lnTo>
                  <a:pt x="443866" y="85179"/>
                </a:lnTo>
                <a:lnTo>
                  <a:pt x="443647" y="85672"/>
                </a:lnTo>
                <a:lnTo>
                  <a:pt x="443440" y="86171"/>
                </a:lnTo>
                <a:lnTo>
                  <a:pt x="443244" y="86675"/>
                </a:lnTo>
                <a:lnTo>
                  <a:pt x="443061" y="87185"/>
                </a:lnTo>
                <a:lnTo>
                  <a:pt x="442889" y="87700"/>
                </a:lnTo>
                <a:lnTo>
                  <a:pt x="442729" y="88220"/>
                </a:lnTo>
                <a:lnTo>
                  <a:pt x="442581" y="88746"/>
                </a:lnTo>
                <a:lnTo>
                  <a:pt x="442445" y="89277"/>
                </a:lnTo>
                <a:lnTo>
                  <a:pt x="442320" y="89813"/>
                </a:lnTo>
                <a:lnTo>
                  <a:pt x="442208" y="90355"/>
                </a:lnTo>
                <a:lnTo>
                  <a:pt x="442107" y="90902"/>
                </a:lnTo>
                <a:lnTo>
                  <a:pt x="442018" y="91454"/>
                </a:lnTo>
                <a:lnTo>
                  <a:pt x="441941" y="92012"/>
                </a:lnTo>
                <a:lnTo>
                  <a:pt x="441876" y="92575"/>
                </a:lnTo>
                <a:lnTo>
                  <a:pt x="441823" y="93144"/>
                </a:lnTo>
                <a:lnTo>
                  <a:pt x="441781" y="93718"/>
                </a:lnTo>
                <a:lnTo>
                  <a:pt x="441752" y="94297"/>
                </a:lnTo>
                <a:lnTo>
                  <a:pt x="441734" y="94881"/>
                </a:lnTo>
                <a:lnTo>
                  <a:pt x="441728" y="95471"/>
                </a:lnTo>
                <a:lnTo>
                  <a:pt x="441741" y="96360"/>
                </a:lnTo>
                <a:lnTo>
                  <a:pt x="441780" y="97236"/>
                </a:lnTo>
                <a:lnTo>
                  <a:pt x="441845" y="98100"/>
                </a:lnTo>
                <a:lnTo>
                  <a:pt x="441936" y="98950"/>
                </a:lnTo>
                <a:lnTo>
                  <a:pt x="442053" y="99787"/>
                </a:lnTo>
                <a:lnTo>
                  <a:pt x="442196" y="100612"/>
                </a:lnTo>
                <a:lnTo>
                  <a:pt x="442366" y="101423"/>
                </a:lnTo>
                <a:lnTo>
                  <a:pt x="442561" y="102222"/>
                </a:lnTo>
                <a:lnTo>
                  <a:pt x="442782" y="103008"/>
                </a:lnTo>
                <a:lnTo>
                  <a:pt x="443030" y="103781"/>
                </a:lnTo>
                <a:lnTo>
                  <a:pt x="443303" y="104541"/>
                </a:lnTo>
                <a:lnTo>
                  <a:pt x="443602" y="105288"/>
                </a:lnTo>
                <a:lnTo>
                  <a:pt x="443928" y="106023"/>
                </a:lnTo>
                <a:lnTo>
                  <a:pt x="444279" y="106744"/>
                </a:lnTo>
                <a:lnTo>
                  <a:pt x="444657" y="107452"/>
                </a:lnTo>
                <a:lnTo>
                  <a:pt x="445060" y="108148"/>
                </a:lnTo>
                <a:lnTo>
                  <a:pt x="445490" y="108831"/>
                </a:lnTo>
                <a:lnTo>
                  <a:pt x="445945" y="109500"/>
                </a:lnTo>
                <a:lnTo>
                  <a:pt x="446427" y="110157"/>
                </a:lnTo>
                <a:lnTo>
                  <a:pt x="446935" y="110801"/>
                </a:lnTo>
                <a:lnTo>
                  <a:pt x="447468" y="111432"/>
                </a:lnTo>
                <a:lnTo>
                  <a:pt x="448028" y="112051"/>
                </a:lnTo>
                <a:lnTo>
                  <a:pt x="448614" y="112656"/>
                </a:lnTo>
                <a:lnTo>
                  <a:pt x="449226" y="113248"/>
                </a:lnTo>
                <a:lnTo>
                  <a:pt x="449860" y="113822"/>
                </a:lnTo>
                <a:lnTo>
                  <a:pt x="450513" y="114371"/>
                </a:lnTo>
                <a:lnTo>
                  <a:pt x="451186" y="114896"/>
                </a:lnTo>
                <a:lnTo>
                  <a:pt x="451878" y="115397"/>
                </a:lnTo>
                <a:lnTo>
                  <a:pt x="452589" y="115873"/>
                </a:lnTo>
                <a:lnTo>
                  <a:pt x="453319" y="116325"/>
                </a:lnTo>
                <a:lnTo>
                  <a:pt x="454068" y="116752"/>
                </a:lnTo>
                <a:lnTo>
                  <a:pt x="454837" y="117155"/>
                </a:lnTo>
                <a:lnTo>
                  <a:pt x="455624" y="117533"/>
                </a:lnTo>
                <a:lnTo>
                  <a:pt x="456431" y="117887"/>
                </a:lnTo>
                <a:lnTo>
                  <a:pt x="457257" y="118217"/>
                </a:lnTo>
                <a:lnTo>
                  <a:pt x="458102" y="118522"/>
                </a:lnTo>
                <a:lnTo>
                  <a:pt x="458966" y="118803"/>
                </a:lnTo>
                <a:lnTo>
                  <a:pt x="459849" y="119059"/>
                </a:lnTo>
                <a:lnTo>
                  <a:pt x="460752" y="119291"/>
                </a:lnTo>
                <a:lnTo>
                  <a:pt x="461673" y="119499"/>
                </a:lnTo>
                <a:lnTo>
                  <a:pt x="462614" y="119682"/>
                </a:lnTo>
                <a:lnTo>
                  <a:pt x="463574" y="119840"/>
                </a:lnTo>
                <a:lnTo>
                  <a:pt x="464553" y="119975"/>
                </a:lnTo>
                <a:lnTo>
                  <a:pt x="465551" y="120085"/>
                </a:lnTo>
                <a:lnTo>
                  <a:pt x="466568" y="120170"/>
                </a:lnTo>
                <a:lnTo>
                  <a:pt x="467605" y="120231"/>
                </a:lnTo>
                <a:lnTo>
                  <a:pt x="468660" y="120268"/>
                </a:lnTo>
                <a:lnTo>
                  <a:pt x="469735" y="120280"/>
                </a:lnTo>
                <a:lnTo>
                  <a:pt x="470348" y="120275"/>
                </a:lnTo>
                <a:lnTo>
                  <a:pt x="470959" y="120261"/>
                </a:lnTo>
                <a:lnTo>
                  <a:pt x="471566" y="120236"/>
                </a:lnTo>
                <a:lnTo>
                  <a:pt x="472170" y="120203"/>
                </a:lnTo>
                <a:lnTo>
                  <a:pt x="472772" y="120159"/>
                </a:lnTo>
                <a:lnTo>
                  <a:pt x="473370" y="120106"/>
                </a:lnTo>
                <a:lnTo>
                  <a:pt x="473965" y="120044"/>
                </a:lnTo>
                <a:lnTo>
                  <a:pt x="474557" y="119971"/>
                </a:lnTo>
                <a:lnTo>
                  <a:pt x="475146" y="119889"/>
                </a:lnTo>
                <a:lnTo>
                  <a:pt x="475732" y="119798"/>
                </a:lnTo>
                <a:lnTo>
                  <a:pt x="476315" y="119697"/>
                </a:lnTo>
                <a:lnTo>
                  <a:pt x="476895" y="119586"/>
                </a:lnTo>
                <a:lnTo>
                  <a:pt x="477472" y="119465"/>
                </a:lnTo>
                <a:lnTo>
                  <a:pt x="478046" y="119335"/>
                </a:lnTo>
                <a:lnTo>
                  <a:pt x="478617" y="119195"/>
                </a:lnTo>
                <a:lnTo>
                  <a:pt x="479185" y="119046"/>
                </a:lnTo>
                <a:lnTo>
                  <a:pt x="479750" y="118887"/>
                </a:lnTo>
                <a:lnTo>
                  <a:pt x="480312" y="118718"/>
                </a:lnTo>
                <a:lnTo>
                  <a:pt x="480871" y="118539"/>
                </a:lnTo>
                <a:lnTo>
                  <a:pt x="481427" y="118351"/>
                </a:lnTo>
                <a:lnTo>
                  <a:pt x="481979" y="118154"/>
                </a:lnTo>
                <a:lnTo>
                  <a:pt x="482529" y="117946"/>
                </a:lnTo>
                <a:lnTo>
                  <a:pt x="483076" y="117730"/>
                </a:lnTo>
                <a:lnTo>
                  <a:pt x="483620" y="117503"/>
                </a:lnTo>
                <a:lnTo>
                  <a:pt x="484160" y="117267"/>
                </a:lnTo>
                <a:lnTo>
                  <a:pt x="484698" y="117021"/>
                </a:lnTo>
                <a:lnTo>
                  <a:pt x="485234" y="116765"/>
                </a:lnTo>
                <a:lnTo>
                  <a:pt x="485766" y="116500"/>
                </a:lnTo>
                <a:lnTo>
                  <a:pt x="486296" y="116225"/>
                </a:lnTo>
                <a:lnTo>
                  <a:pt x="486823" y="115941"/>
                </a:lnTo>
                <a:lnTo>
                  <a:pt x="487347" y="115647"/>
                </a:lnTo>
                <a:lnTo>
                  <a:pt x="487869" y="115343"/>
                </a:lnTo>
                <a:lnTo>
                  <a:pt x="488387" y="115030"/>
                </a:lnTo>
                <a:lnTo>
                  <a:pt x="488903" y="114707"/>
                </a:lnTo>
                <a:lnTo>
                  <a:pt x="489417" y="114374"/>
                </a:lnTo>
                <a:lnTo>
                  <a:pt x="489927" y="114032"/>
                </a:lnTo>
                <a:lnTo>
                  <a:pt x="490435" y="113680"/>
                </a:lnTo>
                <a:lnTo>
                  <a:pt x="490940" y="113318"/>
                </a:lnTo>
                <a:lnTo>
                  <a:pt x="491442" y="112947"/>
                </a:lnTo>
                <a:lnTo>
                  <a:pt x="491941" y="112566"/>
                </a:lnTo>
                <a:lnTo>
                  <a:pt x="492438" y="112176"/>
                </a:lnTo>
                <a:lnTo>
                  <a:pt x="492932" y="111776"/>
                </a:lnTo>
                <a:lnTo>
                  <a:pt x="493423" y="111366"/>
                </a:lnTo>
                <a:lnTo>
                  <a:pt x="493912" y="110946"/>
                </a:lnTo>
                <a:lnTo>
                  <a:pt x="494397" y="110517"/>
                </a:lnTo>
                <a:lnTo>
                  <a:pt x="494880" y="110079"/>
                </a:lnTo>
                <a:lnTo>
                  <a:pt x="495361" y="109630"/>
                </a:lnTo>
                <a:lnTo>
                  <a:pt x="495838" y="109172"/>
                </a:lnTo>
                <a:lnTo>
                  <a:pt x="495858" y="109227"/>
                </a:lnTo>
                <a:lnTo>
                  <a:pt x="495880" y="109287"/>
                </a:lnTo>
                <a:lnTo>
                  <a:pt x="495902" y="109352"/>
                </a:lnTo>
                <a:lnTo>
                  <a:pt x="495926" y="109421"/>
                </a:lnTo>
                <a:lnTo>
                  <a:pt x="495951" y="109495"/>
                </a:lnTo>
                <a:lnTo>
                  <a:pt x="495977" y="109574"/>
                </a:lnTo>
                <a:lnTo>
                  <a:pt x="496004" y="109657"/>
                </a:lnTo>
                <a:lnTo>
                  <a:pt x="496032" y="109745"/>
                </a:lnTo>
                <a:lnTo>
                  <a:pt x="496061" y="109838"/>
                </a:lnTo>
                <a:lnTo>
                  <a:pt x="496091" y="109935"/>
                </a:lnTo>
                <a:lnTo>
                  <a:pt x="496123" y="110037"/>
                </a:lnTo>
                <a:lnTo>
                  <a:pt x="496155" y="110144"/>
                </a:lnTo>
                <a:lnTo>
                  <a:pt x="496189" y="110256"/>
                </a:lnTo>
                <a:lnTo>
                  <a:pt x="496224" y="110372"/>
                </a:lnTo>
                <a:lnTo>
                  <a:pt x="496259" y="110492"/>
                </a:lnTo>
                <a:lnTo>
                  <a:pt x="496296" y="110618"/>
                </a:lnTo>
                <a:lnTo>
                  <a:pt x="496334" y="110748"/>
                </a:lnTo>
                <a:lnTo>
                  <a:pt x="496373" y="110883"/>
                </a:lnTo>
                <a:lnTo>
                  <a:pt x="496414" y="111023"/>
                </a:lnTo>
                <a:lnTo>
                  <a:pt x="496455" y="111167"/>
                </a:lnTo>
                <a:lnTo>
                  <a:pt x="496497" y="111316"/>
                </a:lnTo>
                <a:lnTo>
                  <a:pt x="496541" y="111469"/>
                </a:lnTo>
                <a:lnTo>
                  <a:pt x="496586" y="111628"/>
                </a:lnTo>
                <a:lnTo>
                  <a:pt x="496631" y="111790"/>
                </a:lnTo>
                <a:lnTo>
                  <a:pt x="496736" y="112150"/>
                </a:lnTo>
                <a:lnTo>
                  <a:pt x="496840" y="112503"/>
                </a:lnTo>
                <a:lnTo>
                  <a:pt x="496943" y="112848"/>
                </a:lnTo>
                <a:lnTo>
                  <a:pt x="497043" y="113186"/>
                </a:lnTo>
                <a:lnTo>
                  <a:pt x="497143" y="113516"/>
                </a:lnTo>
                <a:lnTo>
                  <a:pt x="497241" y="113838"/>
                </a:lnTo>
                <a:lnTo>
                  <a:pt x="497338" y="114154"/>
                </a:lnTo>
                <a:lnTo>
                  <a:pt x="497434" y="114462"/>
                </a:lnTo>
                <a:lnTo>
                  <a:pt x="497528" y="114762"/>
                </a:lnTo>
                <a:lnTo>
                  <a:pt x="497620" y="115055"/>
                </a:lnTo>
                <a:lnTo>
                  <a:pt x="497712" y="115341"/>
                </a:lnTo>
                <a:lnTo>
                  <a:pt x="497802" y="115619"/>
                </a:lnTo>
                <a:lnTo>
                  <a:pt x="497890" y="115889"/>
                </a:lnTo>
                <a:lnTo>
                  <a:pt x="497977" y="116153"/>
                </a:lnTo>
                <a:lnTo>
                  <a:pt x="498063" y="116408"/>
                </a:lnTo>
                <a:lnTo>
                  <a:pt x="498148" y="116657"/>
                </a:lnTo>
                <a:lnTo>
                  <a:pt x="498231" y="116898"/>
                </a:lnTo>
                <a:lnTo>
                  <a:pt x="498312" y="117131"/>
                </a:lnTo>
                <a:lnTo>
                  <a:pt x="498393" y="117357"/>
                </a:lnTo>
                <a:lnTo>
                  <a:pt x="498472" y="117576"/>
                </a:lnTo>
                <a:lnTo>
                  <a:pt x="498549" y="117787"/>
                </a:lnTo>
                <a:lnTo>
                  <a:pt x="498625" y="117991"/>
                </a:lnTo>
                <a:lnTo>
                  <a:pt x="498700" y="118187"/>
                </a:lnTo>
                <a:lnTo>
                  <a:pt x="498774" y="118376"/>
                </a:lnTo>
                <a:lnTo>
                  <a:pt x="520830" y="118376"/>
                </a:lnTo>
                <a:lnTo>
                  <a:pt x="520589" y="117875"/>
                </a:lnTo>
                <a:lnTo>
                  <a:pt x="520354" y="117376"/>
                </a:lnTo>
                <a:lnTo>
                  <a:pt x="520125" y="116880"/>
                </a:lnTo>
                <a:lnTo>
                  <a:pt x="519903" y="116387"/>
                </a:lnTo>
                <a:lnTo>
                  <a:pt x="519688" y="115896"/>
                </a:lnTo>
                <a:lnTo>
                  <a:pt x="519479" y="115408"/>
                </a:lnTo>
                <a:lnTo>
                  <a:pt x="519276" y="114922"/>
                </a:lnTo>
                <a:lnTo>
                  <a:pt x="519080" y="114440"/>
                </a:lnTo>
                <a:lnTo>
                  <a:pt x="518891" y="113959"/>
                </a:lnTo>
                <a:lnTo>
                  <a:pt x="518708" y="113482"/>
                </a:lnTo>
                <a:lnTo>
                  <a:pt x="518531" y="113007"/>
                </a:lnTo>
                <a:lnTo>
                  <a:pt x="518361" y="112534"/>
                </a:lnTo>
                <a:lnTo>
                  <a:pt x="518197" y="112064"/>
                </a:lnTo>
                <a:lnTo>
                  <a:pt x="518040" y="111597"/>
                </a:lnTo>
                <a:lnTo>
                  <a:pt x="517889" y="111133"/>
                </a:lnTo>
                <a:lnTo>
                  <a:pt x="517745" y="110671"/>
                </a:lnTo>
                <a:lnTo>
                  <a:pt x="517607" y="110212"/>
                </a:lnTo>
                <a:lnTo>
                  <a:pt x="517476" y="109755"/>
                </a:lnTo>
                <a:lnTo>
                  <a:pt x="517351" y="109301"/>
                </a:lnTo>
                <a:lnTo>
                  <a:pt x="517232" y="108849"/>
                </a:lnTo>
                <a:lnTo>
                  <a:pt x="517120" y="108401"/>
                </a:lnTo>
                <a:lnTo>
                  <a:pt x="517015" y="107954"/>
                </a:lnTo>
                <a:lnTo>
                  <a:pt x="516916" y="107511"/>
                </a:lnTo>
                <a:lnTo>
                  <a:pt x="516823" y="107070"/>
                </a:lnTo>
                <a:lnTo>
                  <a:pt x="516736" y="106620"/>
                </a:lnTo>
                <a:lnTo>
                  <a:pt x="516652" y="106150"/>
                </a:lnTo>
                <a:lnTo>
                  <a:pt x="516572" y="105660"/>
                </a:lnTo>
                <a:lnTo>
                  <a:pt x="516496" y="105149"/>
                </a:lnTo>
                <a:lnTo>
                  <a:pt x="516424" y="104618"/>
                </a:lnTo>
                <a:lnTo>
                  <a:pt x="516355" y="104067"/>
                </a:lnTo>
                <a:lnTo>
                  <a:pt x="516290" y="103496"/>
                </a:lnTo>
                <a:lnTo>
                  <a:pt x="516228" y="102904"/>
                </a:lnTo>
                <a:lnTo>
                  <a:pt x="516171" y="102293"/>
                </a:lnTo>
                <a:lnTo>
                  <a:pt x="516117" y="101661"/>
                </a:lnTo>
                <a:lnTo>
                  <a:pt x="516067" y="101008"/>
                </a:lnTo>
                <a:lnTo>
                  <a:pt x="516020" y="100336"/>
                </a:lnTo>
                <a:lnTo>
                  <a:pt x="515977" y="99643"/>
                </a:lnTo>
                <a:lnTo>
                  <a:pt x="515938" y="98930"/>
                </a:lnTo>
                <a:lnTo>
                  <a:pt x="515903" y="98197"/>
                </a:lnTo>
                <a:lnTo>
                  <a:pt x="515871" y="97443"/>
                </a:lnTo>
                <a:lnTo>
                  <a:pt x="515843" y="96669"/>
                </a:lnTo>
                <a:lnTo>
                  <a:pt x="515819" y="95875"/>
                </a:lnTo>
                <a:lnTo>
                  <a:pt x="515799" y="95061"/>
                </a:lnTo>
                <a:lnTo>
                  <a:pt x="515782" y="94226"/>
                </a:lnTo>
                <a:lnTo>
                  <a:pt x="515769" y="93372"/>
                </a:lnTo>
                <a:lnTo>
                  <a:pt x="515760" y="92497"/>
                </a:lnTo>
                <a:lnTo>
                  <a:pt x="515754" y="91601"/>
                </a:lnTo>
                <a:lnTo>
                  <a:pt x="515752" y="90686"/>
                </a:lnTo>
                <a:lnTo>
                  <a:pt x="515990" y="64662"/>
                </a:lnTo>
                <a:lnTo>
                  <a:pt x="515985" y="63468"/>
                </a:lnTo>
                <a:lnTo>
                  <a:pt x="515970" y="62306"/>
                </a:lnTo>
                <a:lnTo>
                  <a:pt x="515944" y="61174"/>
                </a:lnTo>
                <a:lnTo>
                  <a:pt x="515908" y="60075"/>
                </a:lnTo>
                <a:lnTo>
                  <a:pt x="515861" y="59007"/>
                </a:lnTo>
                <a:lnTo>
                  <a:pt x="515804" y="57970"/>
                </a:lnTo>
                <a:lnTo>
                  <a:pt x="515737" y="56966"/>
                </a:lnTo>
                <a:lnTo>
                  <a:pt x="515660" y="55992"/>
                </a:lnTo>
                <a:lnTo>
                  <a:pt x="515572" y="55050"/>
                </a:lnTo>
                <a:lnTo>
                  <a:pt x="515474" y="54140"/>
                </a:lnTo>
                <a:lnTo>
                  <a:pt x="515365" y="53261"/>
                </a:lnTo>
                <a:lnTo>
                  <a:pt x="515247" y="52414"/>
                </a:lnTo>
                <a:lnTo>
                  <a:pt x="515117" y="51599"/>
                </a:lnTo>
                <a:lnTo>
                  <a:pt x="514978" y="50814"/>
                </a:lnTo>
                <a:lnTo>
                  <a:pt x="514828" y="50062"/>
                </a:lnTo>
                <a:lnTo>
                  <a:pt x="514668" y="49341"/>
                </a:lnTo>
                <a:lnTo>
                  <a:pt x="514498" y="48651"/>
                </a:lnTo>
                <a:lnTo>
                  <a:pt x="514317" y="47993"/>
                </a:lnTo>
                <a:lnTo>
                  <a:pt x="514126" y="47367"/>
                </a:lnTo>
                <a:lnTo>
                  <a:pt x="513924" y="46772"/>
                </a:lnTo>
                <a:lnTo>
                  <a:pt x="513712" y="46209"/>
                </a:lnTo>
                <a:lnTo>
                  <a:pt x="513490" y="45677"/>
                </a:lnTo>
                <a:lnTo>
                  <a:pt x="513258" y="45177"/>
                </a:lnTo>
                <a:lnTo>
                  <a:pt x="513015" y="44708"/>
                </a:lnTo>
                <a:lnTo>
                  <a:pt x="512760" y="44259"/>
                </a:lnTo>
                <a:lnTo>
                  <a:pt x="512489" y="43816"/>
                </a:lnTo>
                <a:lnTo>
                  <a:pt x="512204" y="43379"/>
                </a:lnTo>
                <a:lnTo>
                  <a:pt x="511903" y="42950"/>
                </a:lnTo>
                <a:lnTo>
                  <a:pt x="511588" y="42526"/>
                </a:lnTo>
                <a:lnTo>
                  <a:pt x="511257" y="42110"/>
                </a:lnTo>
                <a:lnTo>
                  <a:pt x="510912" y="41700"/>
                </a:lnTo>
                <a:lnTo>
                  <a:pt x="510551" y="41297"/>
                </a:lnTo>
                <a:lnTo>
                  <a:pt x="510176" y="40900"/>
                </a:lnTo>
                <a:lnTo>
                  <a:pt x="509785" y="40510"/>
                </a:lnTo>
                <a:lnTo>
                  <a:pt x="509379" y="40126"/>
                </a:lnTo>
                <a:lnTo>
                  <a:pt x="508959" y="39749"/>
                </a:lnTo>
                <a:lnTo>
                  <a:pt x="508523" y="39379"/>
                </a:lnTo>
                <a:lnTo>
                  <a:pt x="508073" y="39016"/>
                </a:lnTo>
                <a:lnTo>
                  <a:pt x="507607" y="38659"/>
                </a:lnTo>
                <a:lnTo>
                  <a:pt x="507126" y="38308"/>
                </a:lnTo>
                <a:lnTo>
                  <a:pt x="506631" y="37964"/>
                </a:lnTo>
                <a:lnTo>
                  <a:pt x="506120" y="37627"/>
                </a:lnTo>
                <a:lnTo>
                  <a:pt x="505594" y="37297"/>
                </a:lnTo>
                <a:lnTo>
                  <a:pt x="505054" y="36973"/>
                </a:lnTo>
                <a:lnTo>
                  <a:pt x="504498" y="36655"/>
                </a:lnTo>
                <a:lnTo>
                  <a:pt x="503927" y="36344"/>
                </a:lnTo>
                <a:lnTo>
                  <a:pt x="503341" y="36040"/>
                </a:lnTo>
                <a:lnTo>
                  <a:pt x="502741" y="35743"/>
                </a:lnTo>
                <a:lnTo>
                  <a:pt x="502119" y="35455"/>
                </a:lnTo>
                <a:lnTo>
                  <a:pt x="501471" y="35179"/>
                </a:lnTo>
                <a:lnTo>
                  <a:pt x="500797" y="34915"/>
                </a:lnTo>
                <a:lnTo>
                  <a:pt x="500096" y="34664"/>
                </a:lnTo>
                <a:lnTo>
                  <a:pt x="499369" y="34425"/>
                </a:lnTo>
                <a:lnTo>
                  <a:pt x="498615" y="34198"/>
                </a:lnTo>
                <a:lnTo>
                  <a:pt x="497835" y="33984"/>
                </a:lnTo>
                <a:lnTo>
                  <a:pt x="497028" y="33781"/>
                </a:lnTo>
                <a:lnTo>
                  <a:pt x="496195" y="33591"/>
                </a:lnTo>
                <a:lnTo>
                  <a:pt x="495335" y="33414"/>
                </a:lnTo>
                <a:lnTo>
                  <a:pt x="494449" y="33248"/>
                </a:lnTo>
                <a:lnTo>
                  <a:pt x="493537" y="33095"/>
                </a:lnTo>
                <a:lnTo>
                  <a:pt x="492598" y="32954"/>
                </a:lnTo>
                <a:lnTo>
                  <a:pt x="491633" y="32825"/>
                </a:lnTo>
                <a:lnTo>
                  <a:pt x="490641" y="32709"/>
                </a:lnTo>
                <a:lnTo>
                  <a:pt x="489623" y="32604"/>
                </a:lnTo>
                <a:lnTo>
                  <a:pt x="488578" y="32512"/>
                </a:lnTo>
                <a:lnTo>
                  <a:pt x="487507" y="32433"/>
                </a:lnTo>
                <a:lnTo>
                  <a:pt x="486410" y="32365"/>
                </a:lnTo>
                <a:lnTo>
                  <a:pt x="485286" y="32310"/>
                </a:lnTo>
                <a:lnTo>
                  <a:pt x="484135" y="32267"/>
                </a:lnTo>
                <a:lnTo>
                  <a:pt x="482958" y="32237"/>
                </a:lnTo>
                <a:lnTo>
                  <a:pt x="481755" y="32218"/>
                </a:lnTo>
                <a:lnTo>
                  <a:pt x="480525" y="32212"/>
                </a:lnTo>
                <a:lnTo>
                  <a:pt x="479171" y="32222"/>
                </a:lnTo>
                <a:lnTo>
                  <a:pt x="477844" y="32253"/>
                </a:lnTo>
                <a:lnTo>
                  <a:pt x="476546" y="32305"/>
                </a:lnTo>
                <a:lnTo>
                  <a:pt x="475276" y="32377"/>
                </a:lnTo>
                <a:lnTo>
                  <a:pt x="474033" y="32470"/>
                </a:lnTo>
                <a:lnTo>
                  <a:pt x="472819" y="32584"/>
                </a:lnTo>
                <a:lnTo>
                  <a:pt x="471633" y="32718"/>
                </a:lnTo>
                <a:lnTo>
                  <a:pt x="470476" y="32873"/>
                </a:lnTo>
                <a:lnTo>
                  <a:pt x="469346" y="33049"/>
                </a:lnTo>
                <a:lnTo>
                  <a:pt x="468244" y="33245"/>
                </a:lnTo>
                <a:lnTo>
                  <a:pt x="467170" y="33462"/>
                </a:lnTo>
                <a:lnTo>
                  <a:pt x="466125" y="33700"/>
                </a:lnTo>
                <a:lnTo>
                  <a:pt x="465108" y="33958"/>
                </a:lnTo>
                <a:lnTo>
                  <a:pt x="464118" y="34237"/>
                </a:lnTo>
                <a:lnTo>
                  <a:pt x="463157" y="34537"/>
                </a:lnTo>
                <a:lnTo>
                  <a:pt x="462224" y="34857"/>
                </a:lnTo>
                <a:lnTo>
                  <a:pt x="461319" y="35198"/>
                </a:lnTo>
                <a:lnTo>
                  <a:pt x="460442" y="35559"/>
                </a:lnTo>
                <a:lnTo>
                  <a:pt x="459593" y="35942"/>
                </a:lnTo>
                <a:lnTo>
                  <a:pt x="458773" y="36344"/>
                </a:lnTo>
                <a:lnTo>
                  <a:pt x="457980" y="36768"/>
                </a:lnTo>
                <a:lnTo>
                  <a:pt x="457216" y="37212"/>
                </a:lnTo>
                <a:lnTo>
                  <a:pt x="456479" y="37677"/>
                </a:lnTo>
                <a:lnTo>
                  <a:pt x="455771" y="38163"/>
                </a:lnTo>
                <a:lnTo>
                  <a:pt x="455085" y="38670"/>
                </a:lnTo>
                <a:lnTo>
                  <a:pt x="454417" y="39199"/>
                </a:lnTo>
                <a:lnTo>
                  <a:pt x="453765" y="39750"/>
                </a:lnTo>
                <a:lnTo>
                  <a:pt x="453131" y="40324"/>
                </a:lnTo>
                <a:lnTo>
                  <a:pt x="452513" y="40920"/>
                </a:lnTo>
                <a:lnTo>
                  <a:pt x="451913" y="41539"/>
                </a:lnTo>
                <a:lnTo>
                  <a:pt x="451330" y="42179"/>
                </a:lnTo>
                <a:lnTo>
                  <a:pt x="450764" y="42843"/>
                </a:lnTo>
                <a:lnTo>
                  <a:pt x="450215" y="43528"/>
                </a:lnTo>
                <a:lnTo>
                  <a:pt x="449683" y="44236"/>
                </a:lnTo>
                <a:lnTo>
                  <a:pt x="449168" y="44966"/>
                </a:lnTo>
                <a:lnTo>
                  <a:pt x="448670" y="45719"/>
                </a:lnTo>
                <a:lnTo>
                  <a:pt x="448189" y="46493"/>
                </a:lnTo>
                <a:lnTo>
                  <a:pt x="447726" y="47291"/>
                </a:lnTo>
                <a:lnTo>
                  <a:pt x="447279" y="48110"/>
                </a:lnTo>
                <a:lnTo>
                  <a:pt x="446850" y="48952"/>
                </a:lnTo>
                <a:lnTo>
                  <a:pt x="446437" y="49816"/>
                </a:lnTo>
                <a:lnTo>
                  <a:pt x="446042" y="50702"/>
                </a:lnTo>
                <a:lnTo>
                  <a:pt x="445664" y="51611"/>
                </a:lnTo>
                <a:lnTo>
                  <a:pt x="445303" y="52542"/>
                </a:lnTo>
                <a:lnTo>
                  <a:pt x="444959" y="53496"/>
                </a:lnTo>
                <a:lnTo>
                  <a:pt x="444632" y="54472"/>
                </a:lnTo>
                <a:lnTo>
                  <a:pt x="444322" y="55470"/>
                </a:lnTo>
                <a:lnTo>
                  <a:pt x="444029" y="56490"/>
                </a:lnTo>
                <a:lnTo>
                  <a:pt x="464261" y="60140"/>
                </a:lnTo>
                <a:lnTo>
                  <a:pt x="464435" y="59646"/>
                </a:lnTo>
                <a:lnTo>
                  <a:pt x="464613" y="59165"/>
                </a:lnTo>
                <a:lnTo>
                  <a:pt x="464796" y="58696"/>
                </a:lnTo>
                <a:lnTo>
                  <a:pt x="464983" y="58239"/>
                </a:lnTo>
                <a:close/>
                <a:moveTo>
                  <a:pt x="494079" y="84520"/>
                </a:moveTo>
                <a:lnTo>
                  <a:pt x="494068" y="85118"/>
                </a:lnTo>
                <a:lnTo>
                  <a:pt x="494055" y="85698"/>
                </a:lnTo>
                <a:lnTo>
                  <a:pt x="494038" y="86260"/>
                </a:lnTo>
                <a:lnTo>
                  <a:pt x="494018" y="86805"/>
                </a:lnTo>
                <a:lnTo>
                  <a:pt x="493995" y="87332"/>
                </a:lnTo>
                <a:lnTo>
                  <a:pt x="493970" y="87842"/>
                </a:lnTo>
                <a:lnTo>
                  <a:pt x="493941" y="88333"/>
                </a:lnTo>
                <a:lnTo>
                  <a:pt x="493909" y="88807"/>
                </a:lnTo>
                <a:lnTo>
                  <a:pt x="493874" y="89263"/>
                </a:lnTo>
                <a:lnTo>
                  <a:pt x="493836" y="89702"/>
                </a:lnTo>
                <a:lnTo>
                  <a:pt x="493795" y="90123"/>
                </a:lnTo>
                <a:lnTo>
                  <a:pt x="493752" y="90526"/>
                </a:lnTo>
                <a:lnTo>
                  <a:pt x="493705" y="90912"/>
                </a:lnTo>
                <a:lnTo>
                  <a:pt x="493655" y="91279"/>
                </a:lnTo>
                <a:lnTo>
                  <a:pt x="493602" y="91629"/>
                </a:lnTo>
                <a:lnTo>
                  <a:pt x="493545" y="91962"/>
                </a:lnTo>
                <a:lnTo>
                  <a:pt x="493486" y="92277"/>
                </a:lnTo>
                <a:lnTo>
                  <a:pt x="493424" y="92574"/>
                </a:lnTo>
                <a:lnTo>
                  <a:pt x="493359" y="92853"/>
                </a:lnTo>
                <a:lnTo>
                  <a:pt x="493291" y="93115"/>
                </a:lnTo>
                <a:lnTo>
                  <a:pt x="493220" y="93359"/>
                </a:lnTo>
                <a:lnTo>
                  <a:pt x="493109" y="93716"/>
                </a:lnTo>
                <a:lnTo>
                  <a:pt x="492989" y="94068"/>
                </a:lnTo>
                <a:lnTo>
                  <a:pt x="492859" y="94416"/>
                </a:lnTo>
                <a:lnTo>
                  <a:pt x="492719" y="94760"/>
                </a:lnTo>
                <a:lnTo>
                  <a:pt x="492570" y="95098"/>
                </a:lnTo>
                <a:lnTo>
                  <a:pt x="492411" y="95432"/>
                </a:lnTo>
                <a:lnTo>
                  <a:pt x="492243" y="95762"/>
                </a:lnTo>
                <a:lnTo>
                  <a:pt x="492065" y="96086"/>
                </a:lnTo>
                <a:lnTo>
                  <a:pt x="491877" y="96406"/>
                </a:lnTo>
                <a:lnTo>
                  <a:pt x="491680" y="96722"/>
                </a:lnTo>
                <a:lnTo>
                  <a:pt x="491473" y="97033"/>
                </a:lnTo>
                <a:lnTo>
                  <a:pt x="491256" y="97339"/>
                </a:lnTo>
                <a:lnTo>
                  <a:pt x="491030" y="97640"/>
                </a:lnTo>
                <a:lnTo>
                  <a:pt x="490794" y="97937"/>
                </a:lnTo>
                <a:lnTo>
                  <a:pt x="490548" y="98229"/>
                </a:lnTo>
                <a:lnTo>
                  <a:pt x="490293" y="98517"/>
                </a:lnTo>
                <a:lnTo>
                  <a:pt x="490028" y="98800"/>
                </a:lnTo>
                <a:lnTo>
                  <a:pt x="489754" y="99078"/>
                </a:lnTo>
                <a:lnTo>
                  <a:pt x="489469" y="99352"/>
                </a:lnTo>
                <a:lnTo>
                  <a:pt x="489176" y="99621"/>
                </a:lnTo>
                <a:lnTo>
                  <a:pt x="488872" y="99885"/>
                </a:lnTo>
                <a:lnTo>
                  <a:pt x="488559" y="100145"/>
                </a:lnTo>
                <a:lnTo>
                  <a:pt x="488236" y="100400"/>
                </a:lnTo>
                <a:lnTo>
                  <a:pt x="487904" y="100651"/>
                </a:lnTo>
                <a:lnTo>
                  <a:pt x="487447" y="100970"/>
                </a:lnTo>
                <a:lnTo>
                  <a:pt x="486988" y="101277"/>
                </a:lnTo>
                <a:lnTo>
                  <a:pt x="486527" y="101569"/>
                </a:lnTo>
                <a:lnTo>
                  <a:pt x="486064" y="101848"/>
                </a:lnTo>
                <a:lnTo>
                  <a:pt x="485599" y="102114"/>
                </a:lnTo>
                <a:lnTo>
                  <a:pt x="485132" y="102366"/>
                </a:lnTo>
                <a:lnTo>
                  <a:pt x="484663" y="102604"/>
                </a:lnTo>
                <a:lnTo>
                  <a:pt x="484193" y="102828"/>
                </a:lnTo>
                <a:lnTo>
                  <a:pt x="483720" y="103039"/>
                </a:lnTo>
                <a:lnTo>
                  <a:pt x="483245" y="103237"/>
                </a:lnTo>
                <a:lnTo>
                  <a:pt x="482769" y="103420"/>
                </a:lnTo>
                <a:lnTo>
                  <a:pt x="482291" y="103591"/>
                </a:lnTo>
                <a:lnTo>
                  <a:pt x="481810" y="103747"/>
                </a:lnTo>
                <a:lnTo>
                  <a:pt x="481328" y="103890"/>
                </a:lnTo>
                <a:lnTo>
                  <a:pt x="480844" y="104019"/>
                </a:lnTo>
                <a:lnTo>
                  <a:pt x="480358" y="104135"/>
                </a:lnTo>
                <a:lnTo>
                  <a:pt x="479870" y="104237"/>
                </a:lnTo>
                <a:lnTo>
                  <a:pt x="479380" y="104325"/>
                </a:lnTo>
                <a:lnTo>
                  <a:pt x="478888" y="104400"/>
                </a:lnTo>
                <a:lnTo>
                  <a:pt x="478394" y="104462"/>
                </a:lnTo>
                <a:lnTo>
                  <a:pt x="477898" y="104509"/>
                </a:lnTo>
                <a:lnTo>
                  <a:pt x="477401" y="104543"/>
                </a:lnTo>
                <a:lnTo>
                  <a:pt x="476901" y="104564"/>
                </a:lnTo>
                <a:lnTo>
                  <a:pt x="476400" y="104570"/>
                </a:lnTo>
                <a:lnTo>
                  <a:pt x="475953" y="104565"/>
                </a:lnTo>
                <a:lnTo>
                  <a:pt x="475514" y="104547"/>
                </a:lnTo>
                <a:lnTo>
                  <a:pt x="475081" y="104518"/>
                </a:lnTo>
                <a:lnTo>
                  <a:pt x="474654" y="104477"/>
                </a:lnTo>
                <a:lnTo>
                  <a:pt x="474234" y="104424"/>
                </a:lnTo>
                <a:lnTo>
                  <a:pt x="473821" y="104360"/>
                </a:lnTo>
                <a:lnTo>
                  <a:pt x="473414" y="104284"/>
                </a:lnTo>
                <a:lnTo>
                  <a:pt x="473014" y="104196"/>
                </a:lnTo>
                <a:lnTo>
                  <a:pt x="472621" y="104097"/>
                </a:lnTo>
                <a:lnTo>
                  <a:pt x="472234" y="103986"/>
                </a:lnTo>
                <a:lnTo>
                  <a:pt x="471854" y="103863"/>
                </a:lnTo>
                <a:lnTo>
                  <a:pt x="471480" y="103728"/>
                </a:lnTo>
                <a:lnTo>
                  <a:pt x="471114" y="103582"/>
                </a:lnTo>
                <a:lnTo>
                  <a:pt x="470753" y="103424"/>
                </a:lnTo>
                <a:lnTo>
                  <a:pt x="470399" y="103254"/>
                </a:lnTo>
                <a:lnTo>
                  <a:pt x="470052" y="103073"/>
                </a:lnTo>
                <a:lnTo>
                  <a:pt x="469712" y="102880"/>
                </a:lnTo>
                <a:lnTo>
                  <a:pt x="469378" y="102675"/>
                </a:lnTo>
                <a:lnTo>
                  <a:pt x="469051" y="102459"/>
                </a:lnTo>
                <a:lnTo>
                  <a:pt x="468730" y="102231"/>
                </a:lnTo>
                <a:lnTo>
                  <a:pt x="468416" y="101991"/>
                </a:lnTo>
                <a:lnTo>
                  <a:pt x="468109" y="101739"/>
                </a:lnTo>
                <a:lnTo>
                  <a:pt x="467808" y="101476"/>
                </a:lnTo>
                <a:lnTo>
                  <a:pt x="467513" y="101201"/>
                </a:lnTo>
                <a:lnTo>
                  <a:pt x="467229" y="100918"/>
                </a:lnTo>
                <a:lnTo>
                  <a:pt x="466956" y="100630"/>
                </a:lnTo>
                <a:lnTo>
                  <a:pt x="466695" y="100338"/>
                </a:lnTo>
                <a:lnTo>
                  <a:pt x="466447" y="100042"/>
                </a:lnTo>
                <a:lnTo>
                  <a:pt x="466210" y="99742"/>
                </a:lnTo>
                <a:lnTo>
                  <a:pt x="465986" y="99437"/>
                </a:lnTo>
                <a:lnTo>
                  <a:pt x="465774" y="99127"/>
                </a:lnTo>
                <a:lnTo>
                  <a:pt x="465574" y="98814"/>
                </a:lnTo>
                <a:lnTo>
                  <a:pt x="465386" y="98496"/>
                </a:lnTo>
                <a:lnTo>
                  <a:pt x="465210" y="98173"/>
                </a:lnTo>
                <a:lnTo>
                  <a:pt x="465047" y="97846"/>
                </a:lnTo>
                <a:lnTo>
                  <a:pt x="464895" y="97515"/>
                </a:lnTo>
                <a:lnTo>
                  <a:pt x="464756" y="97180"/>
                </a:lnTo>
                <a:lnTo>
                  <a:pt x="464629" y="96840"/>
                </a:lnTo>
                <a:lnTo>
                  <a:pt x="464513" y="96496"/>
                </a:lnTo>
                <a:lnTo>
                  <a:pt x="464410" y="96147"/>
                </a:lnTo>
                <a:lnTo>
                  <a:pt x="464319" y="95795"/>
                </a:lnTo>
                <a:lnTo>
                  <a:pt x="464241" y="95437"/>
                </a:lnTo>
                <a:lnTo>
                  <a:pt x="464174" y="95076"/>
                </a:lnTo>
                <a:lnTo>
                  <a:pt x="464119" y="94710"/>
                </a:lnTo>
                <a:lnTo>
                  <a:pt x="464077" y="94340"/>
                </a:lnTo>
                <a:lnTo>
                  <a:pt x="464047" y="93965"/>
                </a:lnTo>
                <a:lnTo>
                  <a:pt x="464029" y="93586"/>
                </a:lnTo>
                <a:lnTo>
                  <a:pt x="464022" y="93203"/>
                </a:lnTo>
                <a:lnTo>
                  <a:pt x="464030" y="92813"/>
                </a:lnTo>
                <a:lnTo>
                  <a:pt x="464053" y="92430"/>
                </a:lnTo>
                <a:lnTo>
                  <a:pt x="464091" y="92052"/>
                </a:lnTo>
                <a:lnTo>
                  <a:pt x="464144" y="91680"/>
                </a:lnTo>
                <a:lnTo>
                  <a:pt x="464212" y="91314"/>
                </a:lnTo>
                <a:lnTo>
                  <a:pt x="464295" y="90954"/>
                </a:lnTo>
                <a:lnTo>
                  <a:pt x="464394" y="90599"/>
                </a:lnTo>
                <a:lnTo>
                  <a:pt x="464507" y="90250"/>
                </a:lnTo>
                <a:lnTo>
                  <a:pt x="464636" y="89906"/>
                </a:lnTo>
                <a:lnTo>
                  <a:pt x="464780" y="89569"/>
                </a:lnTo>
                <a:lnTo>
                  <a:pt x="464939" y="89237"/>
                </a:lnTo>
                <a:lnTo>
                  <a:pt x="465113" y="88911"/>
                </a:lnTo>
                <a:lnTo>
                  <a:pt x="465303" y="88590"/>
                </a:lnTo>
                <a:lnTo>
                  <a:pt x="465507" y="88275"/>
                </a:lnTo>
                <a:lnTo>
                  <a:pt x="465727" y="87966"/>
                </a:lnTo>
                <a:lnTo>
                  <a:pt x="465962" y="87663"/>
                </a:lnTo>
                <a:lnTo>
                  <a:pt x="466212" y="87365"/>
                </a:lnTo>
                <a:lnTo>
                  <a:pt x="466477" y="87073"/>
                </a:lnTo>
                <a:lnTo>
                  <a:pt x="466757" y="86787"/>
                </a:lnTo>
                <a:lnTo>
                  <a:pt x="467053" y="86507"/>
                </a:lnTo>
                <a:lnTo>
                  <a:pt x="467363" y="86232"/>
                </a:lnTo>
                <a:lnTo>
                  <a:pt x="467689" y="85963"/>
                </a:lnTo>
                <a:lnTo>
                  <a:pt x="468030" y="85700"/>
                </a:lnTo>
                <a:lnTo>
                  <a:pt x="468386" y="85442"/>
                </a:lnTo>
                <a:lnTo>
                  <a:pt x="468635" y="85285"/>
                </a:lnTo>
                <a:lnTo>
                  <a:pt x="468907" y="85128"/>
                </a:lnTo>
                <a:lnTo>
                  <a:pt x="469201" y="84970"/>
                </a:lnTo>
                <a:lnTo>
                  <a:pt x="469517" y="84813"/>
                </a:lnTo>
                <a:lnTo>
                  <a:pt x="469855" y="84655"/>
                </a:lnTo>
                <a:lnTo>
                  <a:pt x="470216" y="84496"/>
                </a:lnTo>
                <a:lnTo>
                  <a:pt x="470599" y="84338"/>
                </a:lnTo>
                <a:lnTo>
                  <a:pt x="471004" y="84179"/>
                </a:lnTo>
                <a:lnTo>
                  <a:pt x="471432" y="84020"/>
                </a:lnTo>
                <a:lnTo>
                  <a:pt x="471882" y="83860"/>
                </a:lnTo>
                <a:lnTo>
                  <a:pt x="472354" y="83701"/>
                </a:lnTo>
                <a:lnTo>
                  <a:pt x="472849" y="83541"/>
                </a:lnTo>
                <a:lnTo>
                  <a:pt x="473366" y="83381"/>
                </a:lnTo>
                <a:lnTo>
                  <a:pt x="473905" y="83220"/>
                </a:lnTo>
                <a:lnTo>
                  <a:pt x="474467" y="83060"/>
                </a:lnTo>
                <a:lnTo>
                  <a:pt x="475051" y="82899"/>
                </a:lnTo>
                <a:lnTo>
                  <a:pt x="475657" y="82738"/>
                </a:lnTo>
                <a:lnTo>
                  <a:pt x="476286" y="82576"/>
                </a:lnTo>
                <a:lnTo>
                  <a:pt x="476936" y="82414"/>
                </a:lnTo>
                <a:lnTo>
                  <a:pt x="477610" y="82252"/>
                </a:lnTo>
                <a:lnTo>
                  <a:pt x="478305" y="82090"/>
                </a:lnTo>
                <a:lnTo>
                  <a:pt x="479023" y="81927"/>
                </a:lnTo>
                <a:lnTo>
                  <a:pt x="479763" y="81765"/>
                </a:lnTo>
                <a:lnTo>
                  <a:pt x="480525" y="81601"/>
                </a:lnTo>
                <a:lnTo>
                  <a:pt x="481290" y="81439"/>
                </a:lnTo>
                <a:lnTo>
                  <a:pt x="482038" y="81278"/>
                </a:lnTo>
                <a:lnTo>
                  <a:pt x="482768" y="81120"/>
                </a:lnTo>
                <a:lnTo>
                  <a:pt x="483481" y="80963"/>
                </a:lnTo>
                <a:lnTo>
                  <a:pt x="484176" y="80808"/>
                </a:lnTo>
                <a:lnTo>
                  <a:pt x="484854" y="80655"/>
                </a:lnTo>
                <a:lnTo>
                  <a:pt x="485515" y="80504"/>
                </a:lnTo>
                <a:lnTo>
                  <a:pt x="486158" y="80355"/>
                </a:lnTo>
                <a:lnTo>
                  <a:pt x="486784" y="80208"/>
                </a:lnTo>
                <a:lnTo>
                  <a:pt x="487393" y="80063"/>
                </a:lnTo>
                <a:lnTo>
                  <a:pt x="487985" y="79919"/>
                </a:lnTo>
                <a:lnTo>
                  <a:pt x="488558" y="79778"/>
                </a:lnTo>
                <a:lnTo>
                  <a:pt x="489115" y="79638"/>
                </a:lnTo>
                <a:lnTo>
                  <a:pt x="489654" y="79501"/>
                </a:lnTo>
                <a:lnTo>
                  <a:pt x="490176" y="79365"/>
                </a:lnTo>
                <a:lnTo>
                  <a:pt x="490681" y="79231"/>
                </a:lnTo>
                <a:lnTo>
                  <a:pt x="491168" y="79099"/>
                </a:lnTo>
                <a:lnTo>
                  <a:pt x="491638" y="78969"/>
                </a:lnTo>
                <a:lnTo>
                  <a:pt x="492090" y="78841"/>
                </a:lnTo>
                <a:lnTo>
                  <a:pt x="492525" y="78715"/>
                </a:lnTo>
                <a:lnTo>
                  <a:pt x="492943" y="78591"/>
                </a:lnTo>
                <a:lnTo>
                  <a:pt x="493344" y="78468"/>
                </a:lnTo>
                <a:lnTo>
                  <a:pt x="493727" y="78348"/>
                </a:lnTo>
                <a:lnTo>
                  <a:pt x="494092" y="78230"/>
                </a:lnTo>
                <a:lnTo>
                  <a:pt x="494092" y="82621"/>
                </a:lnTo>
                <a:lnTo>
                  <a:pt x="494091" y="83271"/>
                </a:lnTo>
                <a:lnTo>
                  <a:pt x="494086" y="83905"/>
                </a:lnTo>
                <a:lnTo>
                  <a:pt x="494079" y="84520"/>
                </a:lnTo>
                <a:close/>
                <a:moveTo>
                  <a:pt x="640189" y="93577"/>
                </a:moveTo>
                <a:lnTo>
                  <a:pt x="640010" y="94052"/>
                </a:lnTo>
                <a:lnTo>
                  <a:pt x="639824" y="94514"/>
                </a:lnTo>
                <a:lnTo>
                  <a:pt x="639633" y="94964"/>
                </a:lnTo>
                <a:lnTo>
                  <a:pt x="639435" y="95402"/>
                </a:lnTo>
                <a:lnTo>
                  <a:pt x="639232" y="95828"/>
                </a:lnTo>
                <a:lnTo>
                  <a:pt x="639022" y="96242"/>
                </a:lnTo>
                <a:lnTo>
                  <a:pt x="638807" y="96644"/>
                </a:lnTo>
                <a:lnTo>
                  <a:pt x="638585" y="97033"/>
                </a:lnTo>
                <a:lnTo>
                  <a:pt x="638357" y="97411"/>
                </a:lnTo>
                <a:lnTo>
                  <a:pt x="638123" y="97776"/>
                </a:lnTo>
                <a:lnTo>
                  <a:pt x="637883" y="98129"/>
                </a:lnTo>
                <a:lnTo>
                  <a:pt x="637637" y="98470"/>
                </a:lnTo>
                <a:lnTo>
                  <a:pt x="637385" y="98799"/>
                </a:lnTo>
                <a:lnTo>
                  <a:pt x="637127" y="99116"/>
                </a:lnTo>
                <a:lnTo>
                  <a:pt x="636863" y="99421"/>
                </a:lnTo>
                <a:lnTo>
                  <a:pt x="636592" y="99713"/>
                </a:lnTo>
                <a:lnTo>
                  <a:pt x="636316" y="99994"/>
                </a:lnTo>
                <a:lnTo>
                  <a:pt x="636034" y="100262"/>
                </a:lnTo>
                <a:lnTo>
                  <a:pt x="635745" y="100518"/>
                </a:lnTo>
                <a:lnTo>
                  <a:pt x="635451" y="100762"/>
                </a:lnTo>
                <a:lnTo>
                  <a:pt x="635150" y="100995"/>
                </a:lnTo>
                <a:lnTo>
                  <a:pt x="634844" y="101218"/>
                </a:lnTo>
                <a:lnTo>
                  <a:pt x="634532" y="101432"/>
                </a:lnTo>
                <a:lnTo>
                  <a:pt x="634214" y="101635"/>
                </a:lnTo>
                <a:lnTo>
                  <a:pt x="633891" y="101828"/>
                </a:lnTo>
                <a:lnTo>
                  <a:pt x="633562" y="102012"/>
                </a:lnTo>
                <a:lnTo>
                  <a:pt x="633226" y="102185"/>
                </a:lnTo>
                <a:lnTo>
                  <a:pt x="632885" y="102349"/>
                </a:lnTo>
                <a:lnTo>
                  <a:pt x="632539" y="102503"/>
                </a:lnTo>
                <a:lnTo>
                  <a:pt x="632186" y="102646"/>
                </a:lnTo>
                <a:lnTo>
                  <a:pt x="631828" y="102780"/>
                </a:lnTo>
                <a:lnTo>
                  <a:pt x="631464" y="102904"/>
                </a:lnTo>
                <a:lnTo>
                  <a:pt x="631094" y="103018"/>
                </a:lnTo>
                <a:lnTo>
                  <a:pt x="630719" y="103123"/>
                </a:lnTo>
                <a:lnTo>
                  <a:pt x="630337" y="103217"/>
                </a:lnTo>
                <a:lnTo>
                  <a:pt x="629950" y="103301"/>
                </a:lnTo>
                <a:lnTo>
                  <a:pt x="629557" y="103375"/>
                </a:lnTo>
                <a:lnTo>
                  <a:pt x="629158" y="103440"/>
                </a:lnTo>
                <a:lnTo>
                  <a:pt x="628754" y="103494"/>
                </a:lnTo>
                <a:lnTo>
                  <a:pt x="628343" y="103539"/>
                </a:lnTo>
                <a:lnTo>
                  <a:pt x="627927" y="103574"/>
                </a:lnTo>
                <a:lnTo>
                  <a:pt x="627505" y="103599"/>
                </a:lnTo>
                <a:lnTo>
                  <a:pt x="627078" y="103613"/>
                </a:lnTo>
                <a:lnTo>
                  <a:pt x="626644" y="103618"/>
                </a:lnTo>
                <a:lnTo>
                  <a:pt x="626007" y="103609"/>
                </a:lnTo>
                <a:lnTo>
                  <a:pt x="625379" y="103580"/>
                </a:lnTo>
                <a:lnTo>
                  <a:pt x="624760" y="103532"/>
                </a:lnTo>
                <a:lnTo>
                  <a:pt x="624149" y="103465"/>
                </a:lnTo>
                <a:lnTo>
                  <a:pt x="623548" y="103379"/>
                </a:lnTo>
                <a:lnTo>
                  <a:pt x="622955" y="103274"/>
                </a:lnTo>
                <a:lnTo>
                  <a:pt x="622371" y="103149"/>
                </a:lnTo>
                <a:lnTo>
                  <a:pt x="621795" y="103006"/>
                </a:lnTo>
                <a:lnTo>
                  <a:pt x="621229" y="102843"/>
                </a:lnTo>
                <a:lnTo>
                  <a:pt x="620671" y="102661"/>
                </a:lnTo>
                <a:lnTo>
                  <a:pt x="620123" y="102460"/>
                </a:lnTo>
                <a:lnTo>
                  <a:pt x="619583" y="102240"/>
                </a:lnTo>
                <a:lnTo>
                  <a:pt x="619052" y="102001"/>
                </a:lnTo>
                <a:lnTo>
                  <a:pt x="618529" y="101742"/>
                </a:lnTo>
                <a:lnTo>
                  <a:pt x="618016" y="101464"/>
                </a:lnTo>
                <a:lnTo>
                  <a:pt x="617511" y="101168"/>
                </a:lnTo>
                <a:lnTo>
                  <a:pt x="617015" y="100852"/>
                </a:lnTo>
                <a:lnTo>
                  <a:pt x="616528" y="100517"/>
                </a:lnTo>
                <a:lnTo>
                  <a:pt x="616050" y="100162"/>
                </a:lnTo>
                <a:lnTo>
                  <a:pt x="615580" y="99789"/>
                </a:lnTo>
                <a:lnTo>
                  <a:pt x="615120" y="99397"/>
                </a:lnTo>
                <a:lnTo>
                  <a:pt x="614668" y="98985"/>
                </a:lnTo>
                <a:lnTo>
                  <a:pt x="614225" y="98554"/>
                </a:lnTo>
                <a:lnTo>
                  <a:pt x="613791" y="98104"/>
                </a:lnTo>
                <a:lnTo>
                  <a:pt x="613370" y="97637"/>
                </a:lnTo>
                <a:lnTo>
                  <a:pt x="612966" y="97155"/>
                </a:lnTo>
                <a:lnTo>
                  <a:pt x="612579" y="96657"/>
                </a:lnTo>
                <a:lnTo>
                  <a:pt x="612209" y="96144"/>
                </a:lnTo>
                <a:lnTo>
                  <a:pt x="611856" y="95616"/>
                </a:lnTo>
                <a:lnTo>
                  <a:pt x="611520" y="95072"/>
                </a:lnTo>
                <a:lnTo>
                  <a:pt x="611201" y="94513"/>
                </a:lnTo>
                <a:lnTo>
                  <a:pt x="610899" y="93939"/>
                </a:lnTo>
                <a:lnTo>
                  <a:pt x="610615" y="93349"/>
                </a:lnTo>
                <a:lnTo>
                  <a:pt x="610347" y="92745"/>
                </a:lnTo>
                <a:lnTo>
                  <a:pt x="610097" y="92125"/>
                </a:lnTo>
                <a:lnTo>
                  <a:pt x="609864" y="91489"/>
                </a:lnTo>
                <a:lnTo>
                  <a:pt x="609647" y="90839"/>
                </a:lnTo>
                <a:lnTo>
                  <a:pt x="609448" y="90173"/>
                </a:lnTo>
                <a:lnTo>
                  <a:pt x="609266" y="89491"/>
                </a:lnTo>
                <a:lnTo>
                  <a:pt x="609101" y="88795"/>
                </a:lnTo>
                <a:lnTo>
                  <a:pt x="608953" y="88083"/>
                </a:lnTo>
                <a:lnTo>
                  <a:pt x="608822" y="87356"/>
                </a:lnTo>
                <a:lnTo>
                  <a:pt x="608708" y="86614"/>
                </a:lnTo>
                <a:lnTo>
                  <a:pt x="608612" y="85856"/>
                </a:lnTo>
                <a:lnTo>
                  <a:pt x="608532" y="85083"/>
                </a:lnTo>
                <a:lnTo>
                  <a:pt x="608470" y="84295"/>
                </a:lnTo>
                <a:lnTo>
                  <a:pt x="608424" y="83491"/>
                </a:lnTo>
                <a:lnTo>
                  <a:pt x="608396" y="82673"/>
                </a:lnTo>
                <a:lnTo>
                  <a:pt x="664251" y="82673"/>
                </a:lnTo>
                <a:lnTo>
                  <a:pt x="664271" y="80560"/>
                </a:lnTo>
                <a:lnTo>
                  <a:pt x="664252" y="78493"/>
                </a:lnTo>
                <a:lnTo>
                  <a:pt x="664193" y="76472"/>
                </a:lnTo>
                <a:lnTo>
                  <a:pt x="664095" y="74497"/>
                </a:lnTo>
                <a:lnTo>
                  <a:pt x="663957" y="72568"/>
                </a:lnTo>
                <a:lnTo>
                  <a:pt x="663780" y="70685"/>
                </a:lnTo>
                <a:lnTo>
                  <a:pt x="663564" y="68847"/>
                </a:lnTo>
                <a:lnTo>
                  <a:pt x="663308" y="67056"/>
                </a:lnTo>
                <a:lnTo>
                  <a:pt x="663013" y="65310"/>
                </a:lnTo>
                <a:lnTo>
                  <a:pt x="662678" y="63610"/>
                </a:lnTo>
                <a:lnTo>
                  <a:pt x="662304" y="61956"/>
                </a:lnTo>
                <a:lnTo>
                  <a:pt x="661891" y="60348"/>
                </a:lnTo>
                <a:lnTo>
                  <a:pt x="661438" y="58786"/>
                </a:lnTo>
                <a:lnTo>
                  <a:pt x="660946" y="57270"/>
                </a:lnTo>
                <a:lnTo>
                  <a:pt x="660414" y="55799"/>
                </a:lnTo>
                <a:lnTo>
                  <a:pt x="659844" y="54375"/>
                </a:lnTo>
                <a:lnTo>
                  <a:pt x="659233" y="52996"/>
                </a:lnTo>
                <a:lnTo>
                  <a:pt x="658583" y="51663"/>
                </a:lnTo>
                <a:lnTo>
                  <a:pt x="657894" y="50376"/>
                </a:lnTo>
                <a:lnTo>
                  <a:pt x="657166" y="49135"/>
                </a:lnTo>
                <a:lnTo>
                  <a:pt x="656398" y="47939"/>
                </a:lnTo>
                <a:lnTo>
                  <a:pt x="655591" y="46790"/>
                </a:lnTo>
                <a:lnTo>
                  <a:pt x="654744" y="45687"/>
                </a:lnTo>
                <a:lnTo>
                  <a:pt x="653858" y="44629"/>
                </a:lnTo>
                <a:lnTo>
                  <a:pt x="652938" y="43616"/>
                </a:lnTo>
                <a:lnTo>
                  <a:pt x="651991" y="42646"/>
                </a:lnTo>
                <a:lnTo>
                  <a:pt x="651016" y="41719"/>
                </a:lnTo>
                <a:lnTo>
                  <a:pt x="650014" y="40835"/>
                </a:lnTo>
                <a:lnTo>
                  <a:pt x="648984" y="39994"/>
                </a:lnTo>
                <a:lnTo>
                  <a:pt x="647927" y="39197"/>
                </a:lnTo>
                <a:lnTo>
                  <a:pt x="646842" y="38442"/>
                </a:lnTo>
                <a:lnTo>
                  <a:pt x="645730" y="37731"/>
                </a:lnTo>
                <a:lnTo>
                  <a:pt x="644590" y="37062"/>
                </a:lnTo>
                <a:lnTo>
                  <a:pt x="643422" y="36437"/>
                </a:lnTo>
                <a:lnTo>
                  <a:pt x="642227" y="35855"/>
                </a:lnTo>
                <a:lnTo>
                  <a:pt x="641005" y="35316"/>
                </a:lnTo>
                <a:lnTo>
                  <a:pt x="639754" y="34821"/>
                </a:lnTo>
                <a:lnTo>
                  <a:pt x="638477" y="34368"/>
                </a:lnTo>
                <a:lnTo>
                  <a:pt x="637172" y="33958"/>
                </a:lnTo>
                <a:lnTo>
                  <a:pt x="635839" y="33592"/>
                </a:lnTo>
                <a:lnTo>
                  <a:pt x="634478" y="33268"/>
                </a:lnTo>
                <a:lnTo>
                  <a:pt x="633090" y="32988"/>
                </a:lnTo>
                <a:lnTo>
                  <a:pt x="631675" y="32751"/>
                </a:lnTo>
                <a:lnTo>
                  <a:pt x="630232" y="32557"/>
                </a:lnTo>
                <a:lnTo>
                  <a:pt x="628761" y="32406"/>
                </a:lnTo>
                <a:lnTo>
                  <a:pt x="627263" y="32298"/>
                </a:lnTo>
                <a:lnTo>
                  <a:pt x="625738" y="32234"/>
                </a:lnTo>
                <a:lnTo>
                  <a:pt x="624185" y="32212"/>
                </a:lnTo>
                <a:lnTo>
                  <a:pt x="622799" y="32233"/>
                </a:lnTo>
                <a:lnTo>
                  <a:pt x="621435" y="32295"/>
                </a:lnTo>
                <a:lnTo>
                  <a:pt x="620090" y="32397"/>
                </a:lnTo>
                <a:lnTo>
                  <a:pt x="618765" y="32542"/>
                </a:lnTo>
                <a:lnTo>
                  <a:pt x="617461" y="32727"/>
                </a:lnTo>
                <a:lnTo>
                  <a:pt x="616176" y="32953"/>
                </a:lnTo>
                <a:lnTo>
                  <a:pt x="614912" y="33221"/>
                </a:lnTo>
                <a:lnTo>
                  <a:pt x="613668" y="33530"/>
                </a:lnTo>
                <a:lnTo>
                  <a:pt x="612443" y="33880"/>
                </a:lnTo>
                <a:lnTo>
                  <a:pt x="611239" y="34271"/>
                </a:lnTo>
                <a:lnTo>
                  <a:pt x="610055" y="34704"/>
                </a:lnTo>
                <a:lnTo>
                  <a:pt x="608892" y="35177"/>
                </a:lnTo>
                <a:lnTo>
                  <a:pt x="607748" y="35692"/>
                </a:lnTo>
                <a:lnTo>
                  <a:pt x="606624" y="36248"/>
                </a:lnTo>
                <a:lnTo>
                  <a:pt x="605521" y="36845"/>
                </a:lnTo>
                <a:lnTo>
                  <a:pt x="604438" y="37484"/>
                </a:lnTo>
                <a:lnTo>
                  <a:pt x="603374" y="38163"/>
                </a:lnTo>
                <a:lnTo>
                  <a:pt x="602331" y="38884"/>
                </a:lnTo>
                <a:lnTo>
                  <a:pt x="601308" y="39646"/>
                </a:lnTo>
                <a:lnTo>
                  <a:pt x="600305" y="40449"/>
                </a:lnTo>
                <a:lnTo>
                  <a:pt x="599322" y="41294"/>
                </a:lnTo>
                <a:lnTo>
                  <a:pt x="598360" y="42179"/>
                </a:lnTo>
                <a:lnTo>
                  <a:pt x="597417" y="43106"/>
                </a:lnTo>
                <a:lnTo>
                  <a:pt x="596495" y="44074"/>
                </a:lnTo>
                <a:lnTo>
                  <a:pt x="595601" y="45078"/>
                </a:lnTo>
                <a:lnTo>
                  <a:pt x="594746" y="46114"/>
                </a:lnTo>
                <a:lnTo>
                  <a:pt x="593929" y="47181"/>
                </a:lnTo>
                <a:lnTo>
                  <a:pt x="593149" y="48280"/>
                </a:lnTo>
                <a:lnTo>
                  <a:pt x="592408" y="49410"/>
                </a:lnTo>
                <a:lnTo>
                  <a:pt x="591705" y="50572"/>
                </a:lnTo>
                <a:lnTo>
                  <a:pt x="591039" y="51765"/>
                </a:lnTo>
                <a:lnTo>
                  <a:pt x="590412" y="52990"/>
                </a:lnTo>
                <a:lnTo>
                  <a:pt x="589823" y="54247"/>
                </a:lnTo>
                <a:lnTo>
                  <a:pt x="589271" y="55535"/>
                </a:lnTo>
                <a:lnTo>
                  <a:pt x="588758" y="56855"/>
                </a:lnTo>
                <a:lnTo>
                  <a:pt x="588283" y="58206"/>
                </a:lnTo>
                <a:lnTo>
                  <a:pt x="587846" y="59589"/>
                </a:lnTo>
                <a:lnTo>
                  <a:pt x="587447" y="61003"/>
                </a:lnTo>
                <a:lnTo>
                  <a:pt x="587085" y="62449"/>
                </a:lnTo>
                <a:lnTo>
                  <a:pt x="586762" y="63926"/>
                </a:lnTo>
                <a:lnTo>
                  <a:pt x="586477" y="65435"/>
                </a:lnTo>
                <a:lnTo>
                  <a:pt x="586230" y="66976"/>
                </a:lnTo>
                <a:lnTo>
                  <a:pt x="586021" y="68548"/>
                </a:lnTo>
                <a:lnTo>
                  <a:pt x="585850" y="70151"/>
                </a:lnTo>
                <a:lnTo>
                  <a:pt x="585717" y="71786"/>
                </a:lnTo>
                <a:lnTo>
                  <a:pt x="585622" y="73453"/>
                </a:lnTo>
                <a:lnTo>
                  <a:pt x="585565" y="75151"/>
                </a:lnTo>
                <a:lnTo>
                  <a:pt x="585546" y="76881"/>
                </a:lnTo>
                <a:lnTo>
                  <a:pt x="585560" y="78331"/>
                </a:lnTo>
                <a:lnTo>
                  <a:pt x="585604" y="79761"/>
                </a:lnTo>
                <a:lnTo>
                  <a:pt x="585676" y="81170"/>
                </a:lnTo>
                <a:lnTo>
                  <a:pt x="585777" y="82558"/>
                </a:lnTo>
                <a:lnTo>
                  <a:pt x="585907" y="83925"/>
                </a:lnTo>
                <a:lnTo>
                  <a:pt x="586066" y="85271"/>
                </a:lnTo>
                <a:lnTo>
                  <a:pt x="586254" y="86596"/>
                </a:lnTo>
                <a:lnTo>
                  <a:pt x="586471" y="87900"/>
                </a:lnTo>
                <a:lnTo>
                  <a:pt x="586717" y="89183"/>
                </a:lnTo>
                <a:lnTo>
                  <a:pt x="586992" y="90446"/>
                </a:lnTo>
                <a:lnTo>
                  <a:pt x="587296" y="91687"/>
                </a:lnTo>
                <a:lnTo>
                  <a:pt x="587628" y="92907"/>
                </a:lnTo>
                <a:lnTo>
                  <a:pt x="587990" y="94107"/>
                </a:lnTo>
                <a:lnTo>
                  <a:pt x="588381" y="95285"/>
                </a:lnTo>
                <a:lnTo>
                  <a:pt x="588800" y="96443"/>
                </a:lnTo>
                <a:lnTo>
                  <a:pt x="589248" y="97580"/>
                </a:lnTo>
                <a:lnTo>
                  <a:pt x="589726" y="98695"/>
                </a:lnTo>
                <a:lnTo>
                  <a:pt x="590232" y="99790"/>
                </a:lnTo>
                <a:lnTo>
                  <a:pt x="590767" y="100864"/>
                </a:lnTo>
                <a:lnTo>
                  <a:pt x="591331" y="101917"/>
                </a:lnTo>
                <a:lnTo>
                  <a:pt x="591924" y="102949"/>
                </a:lnTo>
                <a:lnTo>
                  <a:pt x="592546" y="103960"/>
                </a:lnTo>
                <a:lnTo>
                  <a:pt x="593197" y="104950"/>
                </a:lnTo>
                <a:lnTo>
                  <a:pt x="593877" y="105919"/>
                </a:lnTo>
                <a:lnTo>
                  <a:pt x="594776" y="107091"/>
                </a:lnTo>
                <a:lnTo>
                  <a:pt x="595715" y="108213"/>
                </a:lnTo>
                <a:lnTo>
                  <a:pt x="596693" y="109285"/>
                </a:lnTo>
                <a:lnTo>
                  <a:pt x="597711" y="110307"/>
                </a:lnTo>
                <a:lnTo>
                  <a:pt x="598769" y="111280"/>
                </a:lnTo>
                <a:lnTo>
                  <a:pt x="599867" y="112202"/>
                </a:lnTo>
                <a:lnTo>
                  <a:pt x="601004" y="113075"/>
                </a:lnTo>
                <a:lnTo>
                  <a:pt x="602181" y="113897"/>
                </a:lnTo>
                <a:lnTo>
                  <a:pt x="603397" y="114670"/>
                </a:lnTo>
                <a:lnTo>
                  <a:pt x="604654" y="115393"/>
                </a:lnTo>
                <a:lnTo>
                  <a:pt x="605949" y="116066"/>
                </a:lnTo>
                <a:lnTo>
                  <a:pt x="607285" y="116690"/>
                </a:lnTo>
                <a:lnTo>
                  <a:pt x="608660" y="117263"/>
                </a:lnTo>
                <a:lnTo>
                  <a:pt x="610075" y="117787"/>
                </a:lnTo>
                <a:lnTo>
                  <a:pt x="611530" y="118260"/>
                </a:lnTo>
                <a:lnTo>
                  <a:pt x="613024" y="118684"/>
                </a:lnTo>
                <a:lnTo>
                  <a:pt x="614558" y="119058"/>
                </a:lnTo>
                <a:lnTo>
                  <a:pt x="616131" y="119382"/>
                </a:lnTo>
                <a:lnTo>
                  <a:pt x="617745" y="119657"/>
                </a:lnTo>
                <a:lnTo>
                  <a:pt x="619398" y="119881"/>
                </a:lnTo>
                <a:lnTo>
                  <a:pt x="621090" y="120055"/>
                </a:lnTo>
                <a:lnTo>
                  <a:pt x="622822" y="120180"/>
                </a:lnTo>
                <a:lnTo>
                  <a:pt x="624594" y="120255"/>
                </a:lnTo>
                <a:lnTo>
                  <a:pt x="626406" y="120280"/>
                </a:lnTo>
                <a:lnTo>
                  <a:pt x="627555" y="120269"/>
                </a:lnTo>
                <a:lnTo>
                  <a:pt x="628688" y="120236"/>
                </a:lnTo>
                <a:lnTo>
                  <a:pt x="629805" y="120180"/>
                </a:lnTo>
                <a:lnTo>
                  <a:pt x="630905" y="120103"/>
                </a:lnTo>
                <a:lnTo>
                  <a:pt x="631990" y="120004"/>
                </a:lnTo>
                <a:lnTo>
                  <a:pt x="633058" y="119882"/>
                </a:lnTo>
                <a:lnTo>
                  <a:pt x="634111" y="119738"/>
                </a:lnTo>
                <a:lnTo>
                  <a:pt x="635147" y="119572"/>
                </a:lnTo>
                <a:lnTo>
                  <a:pt x="636167" y="119384"/>
                </a:lnTo>
                <a:lnTo>
                  <a:pt x="637171" y="119174"/>
                </a:lnTo>
                <a:lnTo>
                  <a:pt x="638159" y="118942"/>
                </a:lnTo>
                <a:lnTo>
                  <a:pt x="639130" y="118688"/>
                </a:lnTo>
                <a:lnTo>
                  <a:pt x="640086" y="118412"/>
                </a:lnTo>
                <a:lnTo>
                  <a:pt x="641025" y="118113"/>
                </a:lnTo>
                <a:lnTo>
                  <a:pt x="641949" y="117793"/>
                </a:lnTo>
                <a:lnTo>
                  <a:pt x="642856" y="117450"/>
                </a:lnTo>
                <a:lnTo>
                  <a:pt x="643747" y="117085"/>
                </a:lnTo>
                <a:lnTo>
                  <a:pt x="644622" y="116698"/>
                </a:lnTo>
                <a:lnTo>
                  <a:pt x="645481" y="116289"/>
                </a:lnTo>
                <a:lnTo>
                  <a:pt x="646324" y="115858"/>
                </a:lnTo>
                <a:lnTo>
                  <a:pt x="647150" y="115405"/>
                </a:lnTo>
                <a:lnTo>
                  <a:pt x="647961" y="114930"/>
                </a:lnTo>
                <a:lnTo>
                  <a:pt x="648755" y="114432"/>
                </a:lnTo>
                <a:lnTo>
                  <a:pt x="649534" y="113913"/>
                </a:lnTo>
                <a:lnTo>
                  <a:pt x="650295" y="113372"/>
                </a:lnTo>
                <a:lnTo>
                  <a:pt x="651040" y="112811"/>
                </a:lnTo>
                <a:lnTo>
                  <a:pt x="651767" y="112230"/>
                </a:lnTo>
                <a:lnTo>
                  <a:pt x="652477" y="111629"/>
                </a:lnTo>
                <a:lnTo>
                  <a:pt x="653170" y="111008"/>
                </a:lnTo>
                <a:lnTo>
                  <a:pt x="653845" y="110366"/>
                </a:lnTo>
                <a:lnTo>
                  <a:pt x="654504" y="109704"/>
                </a:lnTo>
                <a:lnTo>
                  <a:pt x="655145" y="109022"/>
                </a:lnTo>
                <a:lnTo>
                  <a:pt x="655769" y="108320"/>
                </a:lnTo>
                <a:lnTo>
                  <a:pt x="656375" y="107598"/>
                </a:lnTo>
                <a:lnTo>
                  <a:pt x="656965" y="106855"/>
                </a:lnTo>
                <a:lnTo>
                  <a:pt x="657537" y="106093"/>
                </a:lnTo>
                <a:lnTo>
                  <a:pt x="658092" y="105310"/>
                </a:lnTo>
                <a:lnTo>
                  <a:pt x="658630" y="104507"/>
                </a:lnTo>
                <a:lnTo>
                  <a:pt x="659151" y="103684"/>
                </a:lnTo>
                <a:lnTo>
                  <a:pt x="659654" y="102840"/>
                </a:lnTo>
                <a:lnTo>
                  <a:pt x="660140" y="101977"/>
                </a:lnTo>
                <a:lnTo>
                  <a:pt x="660609" y="101093"/>
                </a:lnTo>
                <a:lnTo>
                  <a:pt x="661061" y="100189"/>
                </a:lnTo>
                <a:lnTo>
                  <a:pt x="661495" y="99265"/>
                </a:lnTo>
                <a:lnTo>
                  <a:pt x="661913" y="98321"/>
                </a:lnTo>
                <a:lnTo>
                  <a:pt x="662313" y="97356"/>
                </a:lnTo>
                <a:lnTo>
                  <a:pt x="662696" y="96372"/>
                </a:lnTo>
                <a:lnTo>
                  <a:pt x="663061" y="95367"/>
                </a:lnTo>
                <a:lnTo>
                  <a:pt x="640846" y="91559"/>
                </a:lnTo>
                <a:lnTo>
                  <a:pt x="640691" y="92082"/>
                </a:lnTo>
                <a:lnTo>
                  <a:pt x="640530" y="92592"/>
                </a:lnTo>
                <a:lnTo>
                  <a:pt x="640362" y="93091"/>
                </a:lnTo>
                <a:lnTo>
                  <a:pt x="640189" y="93577"/>
                </a:lnTo>
                <a:close/>
                <a:moveTo>
                  <a:pt x="608848" y="66814"/>
                </a:moveTo>
                <a:lnTo>
                  <a:pt x="608900" y="66102"/>
                </a:lnTo>
                <a:lnTo>
                  <a:pt x="608969" y="65404"/>
                </a:lnTo>
                <a:lnTo>
                  <a:pt x="609055" y="64720"/>
                </a:lnTo>
                <a:lnTo>
                  <a:pt x="609158" y="64048"/>
                </a:lnTo>
                <a:lnTo>
                  <a:pt x="609277" y="63389"/>
                </a:lnTo>
                <a:lnTo>
                  <a:pt x="609414" y="62744"/>
                </a:lnTo>
                <a:lnTo>
                  <a:pt x="609567" y="62112"/>
                </a:lnTo>
                <a:lnTo>
                  <a:pt x="609736" y="61493"/>
                </a:lnTo>
                <a:lnTo>
                  <a:pt x="609923" y="60887"/>
                </a:lnTo>
                <a:lnTo>
                  <a:pt x="610127" y="60294"/>
                </a:lnTo>
                <a:lnTo>
                  <a:pt x="610347" y="59715"/>
                </a:lnTo>
                <a:lnTo>
                  <a:pt x="610584" y="59148"/>
                </a:lnTo>
                <a:lnTo>
                  <a:pt x="610838" y="58595"/>
                </a:lnTo>
                <a:lnTo>
                  <a:pt x="611108" y="58055"/>
                </a:lnTo>
                <a:lnTo>
                  <a:pt x="611396" y="57528"/>
                </a:lnTo>
                <a:lnTo>
                  <a:pt x="611700" y="57014"/>
                </a:lnTo>
                <a:lnTo>
                  <a:pt x="612021" y="56514"/>
                </a:lnTo>
                <a:lnTo>
                  <a:pt x="612359" y="56026"/>
                </a:lnTo>
                <a:lnTo>
                  <a:pt x="612714" y="55552"/>
                </a:lnTo>
                <a:lnTo>
                  <a:pt x="613085" y="55091"/>
                </a:lnTo>
                <a:lnTo>
                  <a:pt x="613474" y="54643"/>
                </a:lnTo>
                <a:lnTo>
                  <a:pt x="613875" y="54211"/>
                </a:lnTo>
                <a:lnTo>
                  <a:pt x="614285" y="53798"/>
                </a:lnTo>
                <a:lnTo>
                  <a:pt x="614703" y="53402"/>
                </a:lnTo>
                <a:lnTo>
                  <a:pt x="615131" y="53026"/>
                </a:lnTo>
                <a:lnTo>
                  <a:pt x="615567" y="52667"/>
                </a:lnTo>
                <a:lnTo>
                  <a:pt x="616012" y="52327"/>
                </a:lnTo>
                <a:lnTo>
                  <a:pt x="616466" y="52006"/>
                </a:lnTo>
                <a:lnTo>
                  <a:pt x="616929" y="51702"/>
                </a:lnTo>
                <a:lnTo>
                  <a:pt x="617401" y="51417"/>
                </a:lnTo>
                <a:lnTo>
                  <a:pt x="617881" y="51151"/>
                </a:lnTo>
                <a:lnTo>
                  <a:pt x="618371" y="50903"/>
                </a:lnTo>
                <a:lnTo>
                  <a:pt x="618869" y="50673"/>
                </a:lnTo>
                <a:lnTo>
                  <a:pt x="619376" y="50462"/>
                </a:lnTo>
                <a:lnTo>
                  <a:pt x="619891" y="50269"/>
                </a:lnTo>
                <a:lnTo>
                  <a:pt x="620416" y="50094"/>
                </a:lnTo>
                <a:lnTo>
                  <a:pt x="620949" y="49938"/>
                </a:lnTo>
                <a:lnTo>
                  <a:pt x="621491" y="49800"/>
                </a:lnTo>
                <a:lnTo>
                  <a:pt x="622042" y="49680"/>
                </a:lnTo>
                <a:lnTo>
                  <a:pt x="622602" y="49579"/>
                </a:lnTo>
                <a:lnTo>
                  <a:pt x="623171" y="49497"/>
                </a:lnTo>
                <a:lnTo>
                  <a:pt x="623748" y="49432"/>
                </a:lnTo>
                <a:lnTo>
                  <a:pt x="624334" y="49386"/>
                </a:lnTo>
                <a:lnTo>
                  <a:pt x="624929" y="49359"/>
                </a:lnTo>
                <a:lnTo>
                  <a:pt x="625533" y="49350"/>
                </a:lnTo>
                <a:lnTo>
                  <a:pt x="626098" y="49358"/>
                </a:lnTo>
                <a:lnTo>
                  <a:pt x="626656" y="49384"/>
                </a:lnTo>
                <a:lnTo>
                  <a:pt x="627207" y="49428"/>
                </a:lnTo>
                <a:lnTo>
                  <a:pt x="627750" y="49489"/>
                </a:lnTo>
                <a:lnTo>
                  <a:pt x="628287" y="49567"/>
                </a:lnTo>
                <a:lnTo>
                  <a:pt x="628816" y="49663"/>
                </a:lnTo>
                <a:lnTo>
                  <a:pt x="629338" y="49777"/>
                </a:lnTo>
                <a:lnTo>
                  <a:pt x="629853" y="49907"/>
                </a:lnTo>
                <a:lnTo>
                  <a:pt x="630361" y="50055"/>
                </a:lnTo>
                <a:lnTo>
                  <a:pt x="630861" y="50221"/>
                </a:lnTo>
                <a:lnTo>
                  <a:pt x="631355" y="50404"/>
                </a:lnTo>
                <a:lnTo>
                  <a:pt x="631841" y="50604"/>
                </a:lnTo>
                <a:lnTo>
                  <a:pt x="632320" y="50822"/>
                </a:lnTo>
                <a:lnTo>
                  <a:pt x="632792" y="51057"/>
                </a:lnTo>
                <a:lnTo>
                  <a:pt x="633257" y="51310"/>
                </a:lnTo>
                <a:lnTo>
                  <a:pt x="633714" y="51580"/>
                </a:lnTo>
                <a:lnTo>
                  <a:pt x="634165" y="51867"/>
                </a:lnTo>
                <a:lnTo>
                  <a:pt x="634608" y="52172"/>
                </a:lnTo>
                <a:lnTo>
                  <a:pt x="635044" y="52495"/>
                </a:lnTo>
                <a:lnTo>
                  <a:pt x="635473" y="52835"/>
                </a:lnTo>
                <a:lnTo>
                  <a:pt x="635895" y="53192"/>
                </a:lnTo>
                <a:lnTo>
                  <a:pt x="636309" y="53566"/>
                </a:lnTo>
                <a:lnTo>
                  <a:pt x="636717" y="53958"/>
                </a:lnTo>
                <a:lnTo>
                  <a:pt x="637117" y="54368"/>
                </a:lnTo>
                <a:lnTo>
                  <a:pt x="637506" y="54794"/>
                </a:lnTo>
                <a:lnTo>
                  <a:pt x="637879" y="55236"/>
                </a:lnTo>
                <a:lnTo>
                  <a:pt x="638236" y="55695"/>
                </a:lnTo>
                <a:lnTo>
                  <a:pt x="638578" y="56169"/>
                </a:lnTo>
                <a:lnTo>
                  <a:pt x="638904" y="56659"/>
                </a:lnTo>
                <a:lnTo>
                  <a:pt x="639215" y="57166"/>
                </a:lnTo>
                <a:lnTo>
                  <a:pt x="639509" y="57688"/>
                </a:lnTo>
                <a:lnTo>
                  <a:pt x="639788" y="58227"/>
                </a:lnTo>
                <a:lnTo>
                  <a:pt x="640051" y="58782"/>
                </a:lnTo>
                <a:lnTo>
                  <a:pt x="640299" y="59352"/>
                </a:lnTo>
                <a:lnTo>
                  <a:pt x="640531" y="59939"/>
                </a:lnTo>
                <a:lnTo>
                  <a:pt x="640747" y="60542"/>
                </a:lnTo>
                <a:lnTo>
                  <a:pt x="640947" y="61160"/>
                </a:lnTo>
                <a:lnTo>
                  <a:pt x="641132" y="61795"/>
                </a:lnTo>
                <a:lnTo>
                  <a:pt x="641301" y="62446"/>
                </a:lnTo>
                <a:lnTo>
                  <a:pt x="641454" y="63113"/>
                </a:lnTo>
                <a:lnTo>
                  <a:pt x="641592" y="63796"/>
                </a:lnTo>
                <a:lnTo>
                  <a:pt x="641714" y="64495"/>
                </a:lnTo>
                <a:lnTo>
                  <a:pt x="641820" y="65210"/>
                </a:lnTo>
                <a:lnTo>
                  <a:pt x="641910" y="65941"/>
                </a:lnTo>
                <a:lnTo>
                  <a:pt x="641985" y="66688"/>
                </a:lnTo>
                <a:lnTo>
                  <a:pt x="642044" y="67451"/>
                </a:lnTo>
                <a:lnTo>
                  <a:pt x="642088" y="68231"/>
                </a:lnTo>
                <a:lnTo>
                  <a:pt x="642115" y="69026"/>
                </a:lnTo>
                <a:lnTo>
                  <a:pt x="608792" y="69026"/>
                </a:lnTo>
                <a:lnTo>
                  <a:pt x="608794" y="68275"/>
                </a:lnTo>
                <a:lnTo>
                  <a:pt x="608813" y="67538"/>
                </a:lnTo>
                <a:lnTo>
                  <a:pt x="608848" y="66814"/>
                </a:lnTo>
                <a:close/>
                <a:moveTo>
                  <a:pt x="114009" y="118376"/>
                </a:moveTo>
                <a:lnTo>
                  <a:pt x="136304" y="118376"/>
                </a:lnTo>
                <a:lnTo>
                  <a:pt x="136304" y="34116"/>
                </a:lnTo>
                <a:lnTo>
                  <a:pt x="114009" y="34116"/>
                </a:lnTo>
                <a:lnTo>
                  <a:pt x="114009" y="118376"/>
                </a:lnTo>
                <a:close/>
                <a:moveTo>
                  <a:pt x="357343" y="69579"/>
                </a:moveTo>
                <a:lnTo>
                  <a:pt x="357340" y="71060"/>
                </a:lnTo>
                <a:lnTo>
                  <a:pt x="357332" y="72494"/>
                </a:lnTo>
                <a:lnTo>
                  <a:pt x="357317" y="73881"/>
                </a:lnTo>
                <a:lnTo>
                  <a:pt x="357297" y="75222"/>
                </a:lnTo>
                <a:lnTo>
                  <a:pt x="357271" y="76516"/>
                </a:lnTo>
                <a:lnTo>
                  <a:pt x="357239" y="77764"/>
                </a:lnTo>
                <a:lnTo>
                  <a:pt x="357202" y="78965"/>
                </a:lnTo>
                <a:lnTo>
                  <a:pt x="357158" y="80120"/>
                </a:lnTo>
                <a:lnTo>
                  <a:pt x="357109" y="81228"/>
                </a:lnTo>
                <a:lnTo>
                  <a:pt x="357054" y="82289"/>
                </a:lnTo>
                <a:lnTo>
                  <a:pt x="356993" y="83304"/>
                </a:lnTo>
                <a:lnTo>
                  <a:pt x="356927" y="84272"/>
                </a:lnTo>
                <a:lnTo>
                  <a:pt x="356855" y="85194"/>
                </a:lnTo>
                <a:lnTo>
                  <a:pt x="356776" y="86069"/>
                </a:lnTo>
                <a:lnTo>
                  <a:pt x="356693" y="86898"/>
                </a:lnTo>
                <a:lnTo>
                  <a:pt x="356603" y="87680"/>
                </a:lnTo>
                <a:lnTo>
                  <a:pt x="356507" y="88415"/>
                </a:lnTo>
                <a:lnTo>
                  <a:pt x="356406" y="89104"/>
                </a:lnTo>
                <a:lnTo>
                  <a:pt x="356299" y="89746"/>
                </a:lnTo>
                <a:lnTo>
                  <a:pt x="356186" y="90341"/>
                </a:lnTo>
                <a:lnTo>
                  <a:pt x="356068" y="90890"/>
                </a:lnTo>
                <a:lnTo>
                  <a:pt x="355943" y="91393"/>
                </a:lnTo>
                <a:lnTo>
                  <a:pt x="355813" y="91849"/>
                </a:lnTo>
                <a:lnTo>
                  <a:pt x="355677" y="92258"/>
                </a:lnTo>
                <a:lnTo>
                  <a:pt x="355533" y="92641"/>
                </a:lnTo>
                <a:lnTo>
                  <a:pt x="355380" y="93019"/>
                </a:lnTo>
                <a:lnTo>
                  <a:pt x="355216" y="93392"/>
                </a:lnTo>
                <a:lnTo>
                  <a:pt x="355043" y="93760"/>
                </a:lnTo>
                <a:lnTo>
                  <a:pt x="354859" y="94122"/>
                </a:lnTo>
                <a:lnTo>
                  <a:pt x="354666" y="94480"/>
                </a:lnTo>
                <a:lnTo>
                  <a:pt x="354462" y="94832"/>
                </a:lnTo>
                <a:lnTo>
                  <a:pt x="354249" y="95178"/>
                </a:lnTo>
                <a:lnTo>
                  <a:pt x="354026" y="95520"/>
                </a:lnTo>
                <a:lnTo>
                  <a:pt x="353793" y="95856"/>
                </a:lnTo>
                <a:lnTo>
                  <a:pt x="353550" y="96187"/>
                </a:lnTo>
                <a:lnTo>
                  <a:pt x="353297" y="96513"/>
                </a:lnTo>
                <a:lnTo>
                  <a:pt x="353034" y="96834"/>
                </a:lnTo>
                <a:lnTo>
                  <a:pt x="352761" y="97149"/>
                </a:lnTo>
                <a:lnTo>
                  <a:pt x="352479" y="97459"/>
                </a:lnTo>
                <a:lnTo>
                  <a:pt x="352186" y="97764"/>
                </a:lnTo>
                <a:lnTo>
                  <a:pt x="351884" y="98064"/>
                </a:lnTo>
                <a:lnTo>
                  <a:pt x="351571" y="98359"/>
                </a:lnTo>
                <a:lnTo>
                  <a:pt x="351249" y="98648"/>
                </a:lnTo>
                <a:lnTo>
                  <a:pt x="350917" y="98932"/>
                </a:lnTo>
                <a:lnTo>
                  <a:pt x="350575" y="99211"/>
                </a:lnTo>
                <a:lnTo>
                  <a:pt x="350223" y="99484"/>
                </a:lnTo>
                <a:lnTo>
                  <a:pt x="349861" y="99753"/>
                </a:lnTo>
                <a:lnTo>
                  <a:pt x="349489" y="100016"/>
                </a:lnTo>
                <a:lnTo>
                  <a:pt x="349110" y="100271"/>
                </a:lnTo>
                <a:lnTo>
                  <a:pt x="348727" y="100515"/>
                </a:lnTo>
                <a:lnTo>
                  <a:pt x="348340" y="100749"/>
                </a:lnTo>
                <a:lnTo>
                  <a:pt x="347948" y="100971"/>
                </a:lnTo>
                <a:lnTo>
                  <a:pt x="347553" y="101183"/>
                </a:lnTo>
                <a:lnTo>
                  <a:pt x="347153" y="101384"/>
                </a:lnTo>
                <a:lnTo>
                  <a:pt x="346749" y="101574"/>
                </a:lnTo>
                <a:lnTo>
                  <a:pt x="346342" y="101753"/>
                </a:lnTo>
                <a:lnTo>
                  <a:pt x="345930" y="101921"/>
                </a:lnTo>
                <a:lnTo>
                  <a:pt x="345513" y="102078"/>
                </a:lnTo>
                <a:lnTo>
                  <a:pt x="345093" y="102225"/>
                </a:lnTo>
                <a:lnTo>
                  <a:pt x="344669" y="102361"/>
                </a:lnTo>
                <a:lnTo>
                  <a:pt x="344240" y="102486"/>
                </a:lnTo>
                <a:lnTo>
                  <a:pt x="343808" y="102600"/>
                </a:lnTo>
                <a:lnTo>
                  <a:pt x="343371" y="102703"/>
                </a:lnTo>
                <a:lnTo>
                  <a:pt x="342930" y="102795"/>
                </a:lnTo>
                <a:lnTo>
                  <a:pt x="342485" y="102876"/>
                </a:lnTo>
                <a:lnTo>
                  <a:pt x="342036" y="102947"/>
                </a:lnTo>
                <a:lnTo>
                  <a:pt x="341582" y="103007"/>
                </a:lnTo>
                <a:lnTo>
                  <a:pt x="341125" y="103056"/>
                </a:lnTo>
                <a:lnTo>
                  <a:pt x="340663" y="103094"/>
                </a:lnTo>
                <a:lnTo>
                  <a:pt x="340198" y="103121"/>
                </a:lnTo>
                <a:lnTo>
                  <a:pt x="339728" y="103137"/>
                </a:lnTo>
                <a:lnTo>
                  <a:pt x="339254" y="103142"/>
                </a:lnTo>
                <a:lnTo>
                  <a:pt x="338840" y="103138"/>
                </a:lnTo>
                <a:lnTo>
                  <a:pt x="338433" y="103126"/>
                </a:lnTo>
                <a:lnTo>
                  <a:pt x="338031" y="103106"/>
                </a:lnTo>
                <a:lnTo>
                  <a:pt x="337636" y="103077"/>
                </a:lnTo>
                <a:lnTo>
                  <a:pt x="337247" y="103041"/>
                </a:lnTo>
                <a:lnTo>
                  <a:pt x="336864" y="102996"/>
                </a:lnTo>
                <a:lnTo>
                  <a:pt x="336487" y="102944"/>
                </a:lnTo>
                <a:lnTo>
                  <a:pt x="336115" y="102883"/>
                </a:lnTo>
                <a:lnTo>
                  <a:pt x="335750" y="102814"/>
                </a:lnTo>
                <a:lnTo>
                  <a:pt x="335391" y="102737"/>
                </a:lnTo>
                <a:lnTo>
                  <a:pt x="335039" y="102652"/>
                </a:lnTo>
                <a:lnTo>
                  <a:pt x="334692" y="102558"/>
                </a:lnTo>
                <a:lnTo>
                  <a:pt x="334351" y="102457"/>
                </a:lnTo>
                <a:lnTo>
                  <a:pt x="334016" y="102348"/>
                </a:lnTo>
                <a:lnTo>
                  <a:pt x="333688" y="102230"/>
                </a:lnTo>
                <a:lnTo>
                  <a:pt x="333365" y="102104"/>
                </a:lnTo>
                <a:lnTo>
                  <a:pt x="333048" y="101971"/>
                </a:lnTo>
                <a:lnTo>
                  <a:pt x="332738" y="101829"/>
                </a:lnTo>
                <a:lnTo>
                  <a:pt x="332434" y="101679"/>
                </a:lnTo>
                <a:lnTo>
                  <a:pt x="332135" y="101520"/>
                </a:lnTo>
                <a:lnTo>
                  <a:pt x="331843" y="101354"/>
                </a:lnTo>
                <a:lnTo>
                  <a:pt x="331557" y="101180"/>
                </a:lnTo>
                <a:lnTo>
                  <a:pt x="331277" y="100997"/>
                </a:lnTo>
                <a:lnTo>
                  <a:pt x="331002" y="100807"/>
                </a:lnTo>
                <a:lnTo>
                  <a:pt x="330735" y="100609"/>
                </a:lnTo>
                <a:lnTo>
                  <a:pt x="330474" y="100406"/>
                </a:lnTo>
                <a:lnTo>
                  <a:pt x="330221" y="100197"/>
                </a:lnTo>
                <a:lnTo>
                  <a:pt x="329974" y="99982"/>
                </a:lnTo>
                <a:lnTo>
                  <a:pt x="329735" y="99762"/>
                </a:lnTo>
                <a:lnTo>
                  <a:pt x="329502" y="99535"/>
                </a:lnTo>
                <a:lnTo>
                  <a:pt x="329277" y="99303"/>
                </a:lnTo>
                <a:lnTo>
                  <a:pt x="329059" y="99065"/>
                </a:lnTo>
                <a:lnTo>
                  <a:pt x="328847" y="98821"/>
                </a:lnTo>
                <a:lnTo>
                  <a:pt x="328643" y="98572"/>
                </a:lnTo>
                <a:lnTo>
                  <a:pt x="328446" y="98317"/>
                </a:lnTo>
                <a:lnTo>
                  <a:pt x="328255" y="98056"/>
                </a:lnTo>
                <a:lnTo>
                  <a:pt x="328072" y="97789"/>
                </a:lnTo>
                <a:lnTo>
                  <a:pt x="327896" y="97517"/>
                </a:lnTo>
                <a:lnTo>
                  <a:pt x="327727" y="97238"/>
                </a:lnTo>
                <a:lnTo>
                  <a:pt x="327564" y="96954"/>
                </a:lnTo>
                <a:lnTo>
                  <a:pt x="327409" y="96665"/>
                </a:lnTo>
                <a:lnTo>
                  <a:pt x="327261" y="96369"/>
                </a:lnTo>
                <a:lnTo>
                  <a:pt x="327120" y="96068"/>
                </a:lnTo>
                <a:lnTo>
                  <a:pt x="326986" y="95761"/>
                </a:lnTo>
                <a:lnTo>
                  <a:pt x="326859" y="95448"/>
                </a:lnTo>
                <a:lnTo>
                  <a:pt x="326739" y="95129"/>
                </a:lnTo>
                <a:lnTo>
                  <a:pt x="326626" y="94805"/>
                </a:lnTo>
                <a:lnTo>
                  <a:pt x="326520" y="94474"/>
                </a:lnTo>
                <a:lnTo>
                  <a:pt x="326419" y="94118"/>
                </a:lnTo>
                <a:lnTo>
                  <a:pt x="326323" y="93713"/>
                </a:lnTo>
                <a:lnTo>
                  <a:pt x="326231" y="93261"/>
                </a:lnTo>
                <a:lnTo>
                  <a:pt x="326144" y="92761"/>
                </a:lnTo>
                <a:lnTo>
                  <a:pt x="326061" y="92213"/>
                </a:lnTo>
                <a:lnTo>
                  <a:pt x="325982" y="91618"/>
                </a:lnTo>
                <a:lnTo>
                  <a:pt x="325907" y="90974"/>
                </a:lnTo>
                <a:lnTo>
                  <a:pt x="325836" y="90284"/>
                </a:lnTo>
                <a:lnTo>
                  <a:pt x="325770" y="89545"/>
                </a:lnTo>
                <a:lnTo>
                  <a:pt x="325708" y="88759"/>
                </a:lnTo>
                <a:lnTo>
                  <a:pt x="325651" y="87925"/>
                </a:lnTo>
                <a:lnTo>
                  <a:pt x="325597" y="87044"/>
                </a:lnTo>
                <a:lnTo>
                  <a:pt x="325548" y="86114"/>
                </a:lnTo>
                <a:lnTo>
                  <a:pt x="325503" y="85138"/>
                </a:lnTo>
                <a:lnTo>
                  <a:pt x="325463" y="84113"/>
                </a:lnTo>
                <a:lnTo>
                  <a:pt x="325427" y="83041"/>
                </a:lnTo>
                <a:lnTo>
                  <a:pt x="325395" y="81921"/>
                </a:lnTo>
                <a:lnTo>
                  <a:pt x="325367" y="80753"/>
                </a:lnTo>
                <a:lnTo>
                  <a:pt x="325343" y="79538"/>
                </a:lnTo>
                <a:lnTo>
                  <a:pt x="325324" y="78274"/>
                </a:lnTo>
                <a:lnTo>
                  <a:pt x="325309" y="76964"/>
                </a:lnTo>
                <a:lnTo>
                  <a:pt x="325298" y="75605"/>
                </a:lnTo>
                <a:lnTo>
                  <a:pt x="325292" y="74199"/>
                </a:lnTo>
                <a:lnTo>
                  <a:pt x="325290" y="72745"/>
                </a:lnTo>
                <a:lnTo>
                  <a:pt x="325290" y="34116"/>
                </a:lnTo>
                <a:lnTo>
                  <a:pt x="302995" y="34116"/>
                </a:lnTo>
                <a:lnTo>
                  <a:pt x="302995" y="87433"/>
                </a:lnTo>
                <a:lnTo>
                  <a:pt x="303001" y="88416"/>
                </a:lnTo>
                <a:lnTo>
                  <a:pt x="303016" y="89381"/>
                </a:lnTo>
                <a:lnTo>
                  <a:pt x="303042" y="90328"/>
                </a:lnTo>
                <a:lnTo>
                  <a:pt x="303079" y="91257"/>
                </a:lnTo>
                <a:lnTo>
                  <a:pt x="303126" y="92168"/>
                </a:lnTo>
                <a:lnTo>
                  <a:pt x="303184" y="93061"/>
                </a:lnTo>
                <a:lnTo>
                  <a:pt x="303252" y="93937"/>
                </a:lnTo>
                <a:lnTo>
                  <a:pt x="303330" y="94794"/>
                </a:lnTo>
                <a:lnTo>
                  <a:pt x="303419" y="95634"/>
                </a:lnTo>
                <a:lnTo>
                  <a:pt x="303519" y="96455"/>
                </a:lnTo>
                <a:lnTo>
                  <a:pt x="303629" y="97259"/>
                </a:lnTo>
                <a:lnTo>
                  <a:pt x="303749" y="98045"/>
                </a:lnTo>
                <a:lnTo>
                  <a:pt x="303880" y="98813"/>
                </a:lnTo>
                <a:lnTo>
                  <a:pt x="304021" y="99563"/>
                </a:lnTo>
                <a:lnTo>
                  <a:pt x="304173" y="100295"/>
                </a:lnTo>
                <a:lnTo>
                  <a:pt x="304335" y="101009"/>
                </a:lnTo>
                <a:lnTo>
                  <a:pt x="304508" y="101705"/>
                </a:lnTo>
                <a:lnTo>
                  <a:pt x="304691" y="102384"/>
                </a:lnTo>
                <a:lnTo>
                  <a:pt x="304885" y="103044"/>
                </a:lnTo>
                <a:lnTo>
                  <a:pt x="305089" y="103687"/>
                </a:lnTo>
                <a:lnTo>
                  <a:pt x="305304" y="104311"/>
                </a:lnTo>
                <a:lnTo>
                  <a:pt x="305529" y="104918"/>
                </a:lnTo>
                <a:lnTo>
                  <a:pt x="305764" y="105507"/>
                </a:lnTo>
                <a:lnTo>
                  <a:pt x="306010" y="106078"/>
                </a:lnTo>
                <a:lnTo>
                  <a:pt x="306268" y="106635"/>
                </a:lnTo>
                <a:lnTo>
                  <a:pt x="306539" y="107181"/>
                </a:lnTo>
                <a:lnTo>
                  <a:pt x="306822" y="107717"/>
                </a:lnTo>
                <a:lnTo>
                  <a:pt x="307119" y="108242"/>
                </a:lnTo>
                <a:lnTo>
                  <a:pt x="307428" y="108757"/>
                </a:lnTo>
                <a:lnTo>
                  <a:pt x="307751" y="109261"/>
                </a:lnTo>
                <a:lnTo>
                  <a:pt x="308086" y="109755"/>
                </a:lnTo>
                <a:lnTo>
                  <a:pt x="308435" y="110239"/>
                </a:lnTo>
                <a:lnTo>
                  <a:pt x="308796" y="110712"/>
                </a:lnTo>
                <a:lnTo>
                  <a:pt x="309170" y="111174"/>
                </a:lnTo>
                <a:lnTo>
                  <a:pt x="309557" y="111627"/>
                </a:lnTo>
                <a:lnTo>
                  <a:pt x="309957" y="112068"/>
                </a:lnTo>
                <a:lnTo>
                  <a:pt x="310370" y="112499"/>
                </a:lnTo>
                <a:lnTo>
                  <a:pt x="310797" y="112920"/>
                </a:lnTo>
                <a:lnTo>
                  <a:pt x="311236" y="113330"/>
                </a:lnTo>
                <a:lnTo>
                  <a:pt x="311687" y="113730"/>
                </a:lnTo>
                <a:lnTo>
                  <a:pt x="312152" y="114119"/>
                </a:lnTo>
                <a:lnTo>
                  <a:pt x="312630" y="114498"/>
                </a:lnTo>
                <a:lnTo>
                  <a:pt x="313121" y="114866"/>
                </a:lnTo>
                <a:lnTo>
                  <a:pt x="313625" y="115224"/>
                </a:lnTo>
                <a:lnTo>
                  <a:pt x="314141" y="115572"/>
                </a:lnTo>
                <a:lnTo>
                  <a:pt x="314671" y="115908"/>
                </a:lnTo>
                <a:lnTo>
                  <a:pt x="315214" y="116235"/>
                </a:lnTo>
                <a:lnTo>
                  <a:pt x="315769" y="116551"/>
                </a:lnTo>
                <a:lnTo>
                  <a:pt x="316334" y="116855"/>
                </a:lnTo>
                <a:lnTo>
                  <a:pt x="316905" y="117146"/>
                </a:lnTo>
                <a:lnTo>
                  <a:pt x="317482" y="117425"/>
                </a:lnTo>
                <a:lnTo>
                  <a:pt x="318066" y="117690"/>
                </a:lnTo>
                <a:lnTo>
                  <a:pt x="318655" y="117943"/>
                </a:lnTo>
                <a:lnTo>
                  <a:pt x="319250" y="118182"/>
                </a:lnTo>
                <a:lnTo>
                  <a:pt x="319852" y="118409"/>
                </a:lnTo>
                <a:lnTo>
                  <a:pt x="320459" y="118623"/>
                </a:lnTo>
                <a:lnTo>
                  <a:pt x="321072" y="118823"/>
                </a:lnTo>
                <a:lnTo>
                  <a:pt x="321692" y="119011"/>
                </a:lnTo>
                <a:lnTo>
                  <a:pt x="322318" y="119186"/>
                </a:lnTo>
                <a:lnTo>
                  <a:pt x="322949" y="119348"/>
                </a:lnTo>
                <a:lnTo>
                  <a:pt x="323587" y="119497"/>
                </a:lnTo>
                <a:lnTo>
                  <a:pt x="324231" y="119632"/>
                </a:lnTo>
                <a:lnTo>
                  <a:pt x="324881" y="119755"/>
                </a:lnTo>
                <a:lnTo>
                  <a:pt x="325537" y="119866"/>
                </a:lnTo>
                <a:lnTo>
                  <a:pt x="326199" y="119963"/>
                </a:lnTo>
                <a:lnTo>
                  <a:pt x="326867" y="120047"/>
                </a:lnTo>
                <a:lnTo>
                  <a:pt x="327541" y="120118"/>
                </a:lnTo>
                <a:lnTo>
                  <a:pt x="328221" y="120176"/>
                </a:lnTo>
                <a:lnTo>
                  <a:pt x="328907" y="120222"/>
                </a:lnTo>
                <a:lnTo>
                  <a:pt x="329600" y="120254"/>
                </a:lnTo>
                <a:lnTo>
                  <a:pt x="330298" y="120273"/>
                </a:lnTo>
                <a:lnTo>
                  <a:pt x="331002" y="120280"/>
                </a:lnTo>
                <a:lnTo>
                  <a:pt x="331695" y="120273"/>
                </a:lnTo>
                <a:lnTo>
                  <a:pt x="332385" y="120253"/>
                </a:lnTo>
                <a:lnTo>
                  <a:pt x="333072" y="120219"/>
                </a:lnTo>
                <a:lnTo>
                  <a:pt x="333756" y="120172"/>
                </a:lnTo>
                <a:lnTo>
                  <a:pt x="334437" y="120111"/>
                </a:lnTo>
                <a:lnTo>
                  <a:pt x="335116" y="120037"/>
                </a:lnTo>
                <a:lnTo>
                  <a:pt x="335791" y="119949"/>
                </a:lnTo>
                <a:lnTo>
                  <a:pt x="336464" y="119848"/>
                </a:lnTo>
                <a:lnTo>
                  <a:pt x="337133" y="119733"/>
                </a:lnTo>
                <a:lnTo>
                  <a:pt x="337800" y="119605"/>
                </a:lnTo>
                <a:lnTo>
                  <a:pt x="338464" y="119463"/>
                </a:lnTo>
                <a:lnTo>
                  <a:pt x="339125" y="119308"/>
                </a:lnTo>
                <a:lnTo>
                  <a:pt x="339783" y="119139"/>
                </a:lnTo>
                <a:lnTo>
                  <a:pt x="340438" y="118957"/>
                </a:lnTo>
                <a:lnTo>
                  <a:pt x="341090" y="118761"/>
                </a:lnTo>
                <a:lnTo>
                  <a:pt x="341740" y="118552"/>
                </a:lnTo>
                <a:lnTo>
                  <a:pt x="342386" y="118329"/>
                </a:lnTo>
                <a:lnTo>
                  <a:pt x="343030" y="118093"/>
                </a:lnTo>
                <a:lnTo>
                  <a:pt x="343671" y="117843"/>
                </a:lnTo>
                <a:lnTo>
                  <a:pt x="344308" y="117580"/>
                </a:lnTo>
                <a:lnTo>
                  <a:pt x="344943" y="117303"/>
                </a:lnTo>
                <a:lnTo>
                  <a:pt x="345575" y="117013"/>
                </a:lnTo>
                <a:lnTo>
                  <a:pt x="346205" y="116709"/>
                </a:lnTo>
                <a:lnTo>
                  <a:pt x="346831" y="116392"/>
                </a:lnTo>
                <a:lnTo>
                  <a:pt x="347451" y="116063"/>
                </a:lnTo>
                <a:lnTo>
                  <a:pt x="348060" y="115724"/>
                </a:lnTo>
                <a:lnTo>
                  <a:pt x="348660" y="115376"/>
                </a:lnTo>
                <a:lnTo>
                  <a:pt x="349250" y="115017"/>
                </a:lnTo>
                <a:lnTo>
                  <a:pt x="349829" y="114648"/>
                </a:lnTo>
                <a:lnTo>
                  <a:pt x="350399" y="114270"/>
                </a:lnTo>
                <a:lnTo>
                  <a:pt x="350958" y="113881"/>
                </a:lnTo>
                <a:lnTo>
                  <a:pt x="351507" y="113483"/>
                </a:lnTo>
                <a:lnTo>
                  <a:pt x="352047" y="113075"/>
                </a:lnTo>
                <a:lnTo>
                  <a:pt x="352576" y="112657"/>
                </a:lnTo>
                <a:lnTo>
                  <a:pt x="353095" y="112228"/>
                </a:lnTo>
                <a:lnTo>
                  <a:pt x="353604" y="111790"/>
                </a:lnTo>
                <a:lnTo>
                  <a:pt x="354104" y="111343"/>
                </a:lnTo>
                <a:lnTo>
                  <a:pt x="354593" y="110885"/>
                </a:lnTo>
                <a:lnTo>
                  <a:pt x="355072" y="110417"/>
                </a:lnTo>
                <a:lnTo>
                  <a:pt x="355541" y="109939"/>
                </a:lnTo>
                <a:lnTo>
                  <a:pt x="355999" y="109452"/>
                </a:lnTo>
                <a:lnTo>
                  <a:pt x="356448" y="108954"/>
                </a:lnTo>
                <a:lnTo>
                  <a:pt x="356887" y="108447"/>
                </a:lnTo>
                <a:lnTo>
                  <a:pt x="357316" y="107929"/>
                </a:lnTo>
                <a:lnTo>
                  <a:pt x="357735" y="107402"/>
                </a:lnTo>
                <a:lnTo>
                  <a:pt x="358143" y="106865"/>
                </a:lnTo>
                <a:lnTo>
                  <a:pt x="358542" y="106318"/>
                </a:lnTo>
                <a:lnTo>
                  <a:pt x="358930" y="105761"/>
                </a:lnTo>
                <a:lnTo>
                  <a:pt x="358930" y="118376"/>
                </a:lnTo>
                <a:lnTo>
                  <a:pt x="379638" y="118376"/>
                </a:lnTo>
                <a:lnTo>
                  <a:pt x="379638" y="34116"/>
                </a:lnTo>
                <a:lnTo>
                  <a:pt x="357343" y="34116"/>
                </a:lnTo>
                <a:lnTo>
                  <a:pt x="357343" y="69579"/>
                </a:lnTo>
                <a:close/>
                <a:moveTo>
                  <a:pt x="821763" y="86869"/>
                </a:moveTo>
                <a:lnTo>
                  <a:pt x="822103" y="88353"/>
                </a:lnTo>
                <a:lnTo>
                  <a:pt x="822477" y="89805"/>
                </a:lnTo>
                <a:lnTo>
                  <a:pt x="822884" y="91223"/>
                </a:lnTo>
                <a:lnTo>
                  <a:pt x="823323" y="92610"/>
                </a:lnTo>
                <a:lnTo>
                  <a:pt x="823796" y="93964"/>
                </a:lnTo>
                <a:lnTo>
                  <a:pt x="824302" y="95286"/>
                </a:lnTo>
                <a:lnTo>
                  <a:pt x="824841" y="96575"/>
                </a:lnTo>
                <a:lnTo>
                  <a:pt x="825413" y="97832"/>
                </a:lnTo>
                <a:lnTo>
                  <a:pt x="826017" y="99056"/>
                </a:lnTo>
                <a:lnTo>
                  <a:pt x="826656" y="100248"/>
                </a:lnTo>
                <a:lnTo>
                  <a:pt x="827327" y="101407"/>
                </a:lnTo>
                <a:lnTo>
                  <a:pt x="828031" y="102534"/>
                </a:lnTo>
                <a:lnTo>
                  <a:pt x="828768" y="103629"/>
                </a:lnTo>
                <a:lnTo>
                  <a:pt x="829538" y="104691"/>
                </a:lnTo>
                <a:lnTo>
                  <a:pt x="830342" y="105720"/>
                </a:lnTo>
                <a:lnTo>
                  <a:pt x="831178" y="106718"/>
                </a:lnTo>
                <a:lnTo>
                  <a:pt x="832047" y="107682"/>
                </a:lnTo>
                <a:lnTo>
                  <a:pt x="832950" y="108615"/>
                </a:lnTo>
                <a:lnTo>
                  <a:pt x="833885" y="109515"/>
                </a:lnTo>
                <a:lnTo>
                  <a:pt x="834854" y="110382"/>
                </a:lnTo>
                <a:lnTo>
                  <a:pt x="835857" y="111216"/>
                </a:lnTo>
                <a:lnTo>
                  <a:pt x="836895" y="112014"/>
                </a:lnTo>
                <a:lnTo>
                  <a:pt x="837969" y="112776"/>
                </a:lnTo>
                <a:lnTo>
                  <a:pt x="839079" y="113503"/>
                </a:lnTo>
                <a:lnTo>
                  <a:pt x="840224" y="114195"/>
                </a:lnTo>
                <a:lnTo>
                  <a:pt x="841405" y="114851"/>
                </a:lnTo>
                <a:lnTo>
                  <a:pt x="842621" y="115472"/>
                </a:lnTo>
                <a:lnTo>
                  <a:pt x="843872" y="116057"/>
                </a:lnTo>
                <a:lnTo>
                  <a:pt x="845160" y="116607"/>
                </a:lnTo>
                <a:lnTo>
                  <a:pt x="846482" y="117121"/>
                </a:lnTo>
                <a:lnTo>
                  <a:pt x="847841" y="117600"/>
                </a:lnTo>
                <a:lnTo>
                  <a:pt x="849234" y="118043"/>
                </a:lnTo>
                <a:lnTo>
                  <a:pt x="850664" y="118451"/>
                </a:lnTo>
                <a:lnTo>
                  <a:pt x="852129" y="118824"/>
                </a:lnTo>
                <a:lnTo>
                  <a:pt x="853629" y="119161"/>
                </a:lnTo>
                <a:lnTo>
                  <a:pt x="855165" y="119462"/>
                </a:lnTo>
                <a:lnTo>
                  <a:pt x="856737" y="119728"/>
                </a:lnTo>
                <a:lnTo>
                  <a:pt x="858344" y="119959"/>
                </a:lnTo>
                <a:lnTo>
                  <a:pt x="859986" y="120154"/>
                </a:lnTo>
                <a:lnTo>
                  <a:pt x="861664" y="120313"/>
                </a:lnTo>
                <a:lnTo>
                  <a:pt x="863378" y="120438"/>
                </a:lnTo>
                <a:lnTo>
                  <a:pt x="865127" y="120526"/>
                </a:lnTo>
                <a:lnTo>
                  <a:pt x="866912" y="120579"/>
                </a:lnTo>
                <a:lnTo>
                  <a:pt x="868732" y="120597"/>
                </a:lnTo>
                <a:lnTo>
                  <a:pt x="869986" y="120590"/>
                </a:lnTo>
                <a:lnTo>
                  <a:pt x="871223" y="120568"/>
                </a:lnTo>
                <a:lnTo>
                  <a:pt x="872443" y="120531"/>
                </a:lnTo>
                <a:lnTo>
                  <a:pt x="873645" y="120479"/>
                </a:lnTo>
                <a:lnTo>
                  <a:pt x="874830" y="120413"/>
                </a:lnTo>
                <a:lnTo>
                  <a:pt x="875997" y="120331"/>
                </a:lnTo>
                <a:lnTo>
                  <a:pt x="877147" y="120235"/>
                </a:lnTo>
                <a:lnTo>
                  <a:pt x="878280" y="120125"/>
                </a:lnTo>
                <a:lnTo>
                  <a:pt x="879395" y="119999"/>
                </a:lnTo>
                <a:lnTo>
                  <a:pt x="880493" y="119859"/>
                </a:lnTo>
                <a:lnTo>
                  <a:pt x="881573" y="119704"/>
                </a:lnTo>
                <a:lnTo>
                  <a:pt x="882637" y="119534"/>
                </a:lnTo>
                <a:lnTo>
                  <a:pt x="883683" y="119350"/>
                </a:lnTo>
                <a:lnTo>
                  <a:pt x="884711" y="119150"/>
                </a:lnTo>
                <a:lnTo>
                  <a:pt x="885722" y="118936"/>
                </a:lnTo>
                <a:lnTo>
                  <a:pt x="886716" y="118707"/>
                </a:lnTo>
                <a:lnTo>
                  <a:pt x="887693" y="118464"/>
                </a:lnTo>
                <a:lnTo>
                  <a:pt x="888652" y="118205"/>
                </a:lnTo>
                <a:lnTo>
                  <a:pt x="889593" y="117932"/>
                </a:lnTo>
                <a:lnTo>
                  <a:pt x="890518" y="117644"/>
                </a:lnTo>
                <a:lnTo>
                  <a:pt x="891425" y="117342"/>
                </a:lnTo>
                <a:lnTo>
                  <a:pt x="892315" y="117024"/>
                </a:lnTo>
                <a:lnTo>
                  <a:pt x="893187" y="116692"/>
                </a:lnTo>
                <a:lnTo>
                  <a:pt x="894042" y="116345"/>
                </a:lnTo>
                <a:lnTo>
                  <a:pt x="894880" y="115983"/>
                </a:lnTo>
                <a:lnTo>
                  <a:pt x="895702" y="115605"/>
                </a:lnTo>
                <a:lnTo>
                  <a:pt x="896509" y="115212"/>
                </a:lnTo>
                <a:lnTo>
                  <a:pt x="897299" y="114803"/>
                </a:lnTo>
                <a:lnTo>
                  <a:pt x="898074" y="114378"/>
                </a:lnTo>
                <a:lnTo>
                  <a:pt x="898832" y="113938"/>
                </a:lnTo>
                <a:lnTo>
                  <a:pt x="899574" y="113482"/>
                </a:lnTo>
                <a:lnTo>
                  <a:pt x="900301" y="113011"/>
                </a:lnTo>
                <a:lnTo>
                  <a:pt x="901011" y="112524"/>
                </a:lnTo>
                <a:lnTo>
                  <a:pt x="901706" y="112022"/>
                </a:lnTo>
                <a:lnTo>
                  <a:pt x="902384" y="111504"/>
                </a:lnTo>
                <a:lnTo>
                  <a:pt x="903047" y="110970"/>
                </a:lnTo>
                <a:lnTo>
                  <a:pt x="903694" y="110420"/>
                </a:lnTo>
                <a:lnTo>
                  <a:pt x="904324" y="109856"/>
                </a:lnTo>
                <a:lnTo>
                  <a:pt x="904939" y="109275"/>
                </a:lnTo>
                <a:lnTo>
                  <a:pt x="905537" y="108679"/>
                </a:lnTo>
                <a:lnTo>
                  <a:pt x="906120" y="108067"/>
                </a:lnTo>
                <a:lnTo>
                  <a:pt x="906687" y="107440"/>
                </a:lnTo>
                <a:lnTo>
                  <a:pt x="907237" y="106797"/>
                </a:lnTo>
                <a:lnTo>
                  <a:pt x="907772" y="106138"/>
                </a:lnTo>
                <a:lnTo>
                  <a:pt x="908291" y="105464"/>
                </a:lnTo>
                <a:lnTo>
                  <a:pt x="908794" y="104774"/>
                </a:lnTo>
                <a:lnTo>
                  <a:pt x="909280" y="104069"/>
                </a:lnTo>
                <a:lnTo>
                  <a:pt x="909751" y="103348"/>
                </a:lnTo>
                <a:lnTo>
                  <a:pt x="910204" y="102617"/>
                </a:lnTo>
                <a:lnTo>
                  <a:pt x="910638" y="101882"/>
                </a:lnTo>
                <a:lnTo>
                  <a:pt x="911053" y="101142"/>
                </a:lnTo>
                <a:lnTo>
                  <a:pt x="911448" y="100398"/>
                </a:lnTo>
                <a:lnTo>
                  <a:pt x="911824" y="99649"/>
                </a:lnTo>
                <a:lnTo>
                  <a:pt x="912181" y="98896"/>
                </a:lnTo>
                <a:lnTo>
                  <a:pt x="912518" y="98139"/>
                </a:lnTo>
                <a:lnTo>
                  <a:pt x="912837" y="97377"/>
                </a:lnTo>
                <a:lnTo>
                  <a:pt x="913136" y="96611"/>
                </a:lnTo>
                <a:lnTo>
                  <a:pt x="913415" y="95840"/>
                </a:lnTo>
                <a:lnTo>
                  <a:pt x="913676" y="95065"/>
                </a:lnTo>
                <a:lnTo>
                  <a:pt x="913917" y="94286"/>
                </a:lnTo>
                <a:lnTo>
                  <a:pt x="914138" y="93502"/>
                </a:lnTo>
                <a:lnTo>
                  <a:pt x="914341" y="92714"/>
                </a:lnTo>
                <a:lnTo>
                  <a:pt x="914524" y="91921"/>
                </a:lnTo>
                <a:lnTo>
                  <a:pt x="914688" y="91124"/>
                </a:lnTo>
                <a:lnTo>
                  <a:pt x="914833" y="90323"/>
                </a:lnTo>
                <a:lnTo>
                  <a:pt x="914958" y="89517"/>
                </a:lnTo>
                <a:lnTo>
                  <a:pt x="915064" y="88707"/>
                </a:lnTo>
                <a:lnTo>
                  <a:pt x="915151" y="87892"/>
                </a:lnTo>
                <a:lnTo>
                  <a:pt x="915218" y="87073"/>
                </a:lnTo>
                <a:lnTo>
                  <a:pt x="915266" y="86249"/>
                </a:lnTo>
                <a:lnTo>
                  <a:pt x="915295" y="85421"/>
                </a:lnTo>
                <a:lnTo>
                  <a:pt x="915305" y="84589"/>
                </a:lnTo>
                <a:lnTo>
                  <a:pt x="915297" y="83674"/>
                </a:lnTo>
                <a:lnTo>
                  <a:pt x="915273" y="82772"/>
                </a:lnTo>
                <a:lnTo>
                  <a:pt x="915233" y="81882"/>
                </a:lnTo>
                <a:lnTo>
                  <a:pt x="915176" y="81004"/>
                </a:lnTo>
                <a:lnTo>
                  <a:pt x="915104" y="80138"/>
                </a:lnTo>
                <a:lnTo>
                  <a:pt x="915015" y="79285"/>
                </a:lnTo>
                <a:lnTo>
                  <a:pt x="914910" y="78444"/>
                </a:lnTo>
                <a:lnTo>
                  <a:pt x="914789" y="77615"/>
                </a:lnTo>
                <a:lnTo>
                  <a:pt x="914652" y="76799"/>
                </a:lnTo>
                <a:lnTo>
                  <a:pt x="914499" y="75995"/>
                </a:lnTo>
                <a:lnTo>
                  <a:pt x="914330" y="75203"/>
                </a:lnTo>
                <a:lnTo>
                  <a:pt x="914145" y="74424"/>
                </a:lnTo>
                <a:lnTo>
                  <a:pt x="913943" y="73656"/>
                </a:lnTo>
                <a:lnTo>
                  <a:pt x="913726" y="72902"/>
                </a:lnTo>
                <a:lnTo>
                  <a:pt x="913492" y="72159"/>
                </a:lnTo>
                <a:lnTo>
                  <a:pt x="913242" y="71429"/>
                </a:lnTo>
                <a:lnTo>
                  <a:pt x="912976" y="70711"/>
                </a:lnTo>
                <a:lnTo>
                  <a:pt x="912694" y="70005"/>
                </a:lnTo>
                <a:lnTo>
                  <a:pt x="912396" y="69311"/>
                </a:lnTo>
                <a:lnTo>
                  <a:pt x="912082" y="68630"/>
                </a:lnTo>
                <a:lnTo>
                  <a:pt x="911751" y="67961"/>
                </a:lnTo>
                <a:lnTo>
                  <a:pt x="911405" y="67305"/>
                </a:lnTo>
                <a:lnTo>
                  <a:pt x="911042" y="66660"/>
                </a:lnTo>
                <a:lnTo>
                  <a:pt x="910664" y="66028"/>
                </a:lnTo>
                <a:lnTo>
                  <a:pt x="910271" y="65408"/>
                </a:lnTo>
                <a:lnTo>
                  <a:pt x="909865" y="64798"/>
                </a:lnTo>
                <a:lnTo>
                  <a:pt x="909448" y="64200"/>
                </a:lnTo>
                <a:lnTo>
                  <a:pt x="909017" y="63613"/>
                </a:lnTo>
                <a:lnTo>
                  <a:pt x="908575" y="63036"/>
                </a:lnTo>
                <a:lnTo>
                  <a:pt x="908120" y="62471"/>
                </a:lnTo>
                <a:lnTo>
                  <a:pt x="907652" y="61917"/>
                </a:lnTo>
                <a:lnTo>
                  <a:pt x="907173" y="61374"/>
                </a:lnTo>
                <a:lnTo>
                  <a:pt x="906681" y="60841"/>
                </a:lnTo>
                <a:lnTo>
                  <a:pt x="906176" y="60320"/>
                </a:lnTo>
                <a:lnTo>
                  <a:pt x="905659" y="59810"/>
                </a:lnTo>
                <a:lnTo>
                  <a:pt x="905130" y="59311"/>
                </a:lnTo>
                <a:lnTo>
                  <a:pt x="904588" y="58823"/>
                </a:lnTo>
                <a:lnTo>
                  <a:pt x="904034" y="58346"/>
                </a:lnTo>
                <a:lnTo>
                  <a:pt x="903467" y="57880"/>
                </a:lnTo>
                <a:lnTo>
                  <a:pt x="902888" y="57426"/>
                </a:lnTo>
                <a:lnTo>
                  <a:pt x="902297" y="56982"/>
                </a:lnTo>
                <a:lnTo>
                  <a:pt x="901693" y="56549"/>
                </a:lnTo>
                <a:lnTo>
                  <a:pt x="901077" y="56127"/>
                </a:lnTo>
                <a:lnTo>
                  <a:pt x="900449" y="55717"/>
                </a:lnTo>
                <a:lnTo>
                  <a:pt x="899808" y="55317"/>
                </a:lnTo>
                <a:lnTo>
                  <a:pt x="899154" y="54928"/>
                </a:lnTo>
                <a:lnTo>
                  <a:pt x="898489" y="54551"/>
                </a:lnTo>
                <a:lnTo>
                  <a:pt x="897811" y="54184"/>
                </a:lnTo>
                <a:lnTo>
                  <a:pt x="897111" y="53824"/>
                </a:lnTo>
                <a:lnTo>
                  <a:pt x="896380" y="53464"/>
                </a:lnTo>
                <a:lnTo>
                  <a:pt x="895618" y="53105"/>
                </a:lnTo>
                <a:lnTo>
                  <a:pt x="894825" y="52748"/>
                </a:lnTo>
                <a:lnTo>
                  <a:pt x="894002" y="52391"/>
                </a:lnTo>
                <a:lnTo>
                  <a:pt x="893147" y="52035"/>
                </a:lnTo>
                <a:lnTo>
                  <a:pt x="892261" y="51680"/>
                </a:lnTo>
                <a:lnTo>
                  <a:pt x="891344" y="51326"/>
                </a:lnTo>
                <a:lnTo>
                  <a:pt x="890397" y="50973"/>
                </a:lnTo>
                <a:lnTo>
                  <a:pt x="889418" y="50621"/>
                </a:lnTo>
                <a:lnTo>
                  <a:pt x="888408" y="50271"/>
                </a:lnTo>
                <a:lnTo>
                  <a:pt x="887367" y="49921"/>
                </a:lnTo>
                <a:lnTo>
                  <a:pt x="886296" y="49572"/>
                </a:lnTo>
                <a:lnTo>
                  <a:pt x="885193" y="49223"/>
                </a:lnTo>
                <a:lnTo>
                  <a:pt x="884059" y="48876"/>
                </a:lnTo>
                <a:lnTo>
                  <a:pt x="882895" y="48530"/>
                </a:lnTo>
                <a:lnTo>
                  <a:pt x="881699" y="48185"/>
                </a:lnTo>
                <a:lnTo>
                  <a:pt x="880472" y="47841"/>
                </a:lnTo>
                <a:lnTo>
                  <a:pt x="879215" y="47498"/>
                </a:lnTo>
                <a:lnTo>
                  <a:pt x="877926" y="47156"/>
                </a:lnTo>
                <a:lnTo>
                  <a:pt x="876606" y="46815"/>
                </a:lnTo>
                <a:lnTo>
                  <a:pt x="875256" y="46474"/>
                </a:lnTo>
                <a:lnTo>
                  <a:pt x="873874" y="46135"/>
                </a:lnTo>
                <a:lnTo>
                  <a:pt x="872461" y="45797"/>
                </a:lnTo>
                <a:lnTo>
                  <a:pt x="871055" y="45459"/>
                </a:lnTo>
                <a:lnTo>
                  <a:pt x="869693" y="45123"/>
                </a:lnTo>
                <a:lnTo>
                  <a:pt x="868375" y="44788"/>
                </a:lnTo>
                <a:lnTo>
                  <a:pt x="867101" y="44454"/>
                </a:lnTo>
                <a:lnTo>
                  <a:pt x="865872" y="44122"/>
                </a:lnTo>
                <a:lnTo>
                  <a:pt x="864686" y="43790"/>
                </a:lnTo>
                <a:lnTo>
                  <a:pt x="863544" y="43459"/>
                </a:lnTo>
                <a:lnTo>
                  <a:pt x="862447" y="43130"/>
                </a:lnTo>
                <a:lnTo>
                  <a:pt x="861393" y="42802"/>
                </a:lnTo>
                <a:lnTo>
                  <a:pt x="860384" y="42474"/>
                </a:lnTo>
                <a:lnTo>
                  <a:pt x="859419" y="42148"/>
                </a:lnTo>
                <a:lnTo>
                  <a:pt x="858497" y="41823"/>
                </a:lnTo>
                <a:lnTo>
                  <a:pt x="857620" y="41500"/>
                </a:lnTo>
                <a:lnTo>
                  <a:pt x="856787" y="41177"/>
                </a:lnTo>
                <a:lnTo>
                  <a:pt x="855998" y="40855"/>
                </a:lnTo>
                <a:lnTo>
                  <a:pt x="855253" y="40535"/>
                </a:lnTo>
                <a:lnTo>
                  <a:pt x="854552" y="40216"/>
                </a:lnTo>
                <a:lnTo>
                  <a:pt x="853896" y="39897"/>
                </a:lnTo>
                <a:lnTo>
                  <a:pt x="853283" y="39580"/>
                </a:lnTo>
                <a:lnTo>
                  <a:pt x="852714" y="39264"/>
                </a:lnTo>
                <a:lnTo>
                  <a:pt x="852190" y="38949"/>
                </a:lnTo>
                <a:lnTo>
                  <a:pt x="851709" y="38636"/>
                </a:lnTo>
                <a:lnTo>
                  <a:pt x="851273" y="38323"/>
                </a:lnTo>
                <a:lnTo>
                  <a:pt x="850881" y="38011"/>
                </a:lnTo>
                <a:lnTo>
                  <a:pt x="850596" y="37765"/>
                </a:lnTo>
                <a:lnTo>
                  <a:pt x="850323" y="37514"/>
                </a:lnTo>
                <a:lnTo>
                  <a:pt x="850063" y="37259"/>
                </a:lnTo>
                <a:lnTo>
                  <a:pt x="849814" y="37000"/>
                </a:lnTo>
                <a:lnTo>
                  <a:pt x="849578" y="36737"/>
                </a:lnTo>
                <a:lnTo>
                  <a:pt x="849353" y="36469"/>
                </a:lnTo>
                <a:lnTo>
                  <a:pt x="849141" y="36198"/>
                </a:lnTo>
                <a:lnTo>
                  <a:pt x="848941" y="35922"/>
                </a:lnTo>
                <a:lnTo>
                  <a:pt x="848753" y="35642"/>
                </a:lnTo>
                <a:lnTo>
                  <a:pt x="848578" y="35358"/>
                </a:lnTo>
                <a:lnTo>
                  <a:pt x="848414" y="35070"/>
                </a:lnTo>
                <a:lnTo>
                  <a:pt x="848263" y="34778"/>
                </a:lnTo>
                <a:lnTo>
                  <a:pt x="848123" y="34481"/>
                </a:lnTo>
                <a:lnTo>
                  <a:pt x="847996" y="34181"/>
                </a:lnTo>
                <a:lnTo>
                  <a:pt x="847881" y="33876"/>
                </a:lnTo>
                <a:lnTo>
                  <a:pt x="847778" y="33567"/>
                </a:lnTo>
                <a:lnTo>
                  <a:pt x="847687" y="33254"/>
                </a:lnTo>
                <a:lnTo>
                  <a:pt x="847608" y="32937"/>
                </a:lnTo>
                <a:lnTo>
                  <a:pt x="847541" y="32616"/>
                </a:lnTo>
                <a:lnTo>
                  <a:pt x="847487" y="32291"/>
                </a:lnTo>
                <a:lnTo>
                  <a:pt x="847444" y="31961"/>
                </a:lnTo>
                <a:lnTo>
                  <a:pt x="847414" y="31627"/>
                </a:lnTo>
                <a:lnTo>
                  <a:pt x="847396" y="31290"/>
                </a:lnTo>
                <a:lnTo>
                  <a:pt x="847390" y="30948"/>
                </a:lnTo>
                <a:lnTo>
                  <a:pt x="847396" y="30574"/>
                </a:lnTo>
                <a:lnTo>
                  <a:pt x="847416" y="30206"/>
                </a:lnTo>
                <a:lnTo>
                  <a:pt x="847448" y="29845"/>
                </a:lnTo>
                <a:lnTo>
                  <a:pt x="847493" y="29490"/>
                </a:lnTo>
                <a:lnTo>
                  <a:pt x="847552" y="29142"/>
                </a:lnTo>
                <a:lnTo>
                  <a:pt x="847623" y="28799"/>
                </a:lnTo>
                <a:lnTo>
                  <a:pt x="847707" y="28464"/>
                </a:lnTo>
                <a:lnTo>
                  <a:pt x="847804" y="28134"/>
                </a:lnTo>
                <a:lnTo>
                  <a:pt x="847914" y="27811"/>
                </a:lnTo>
                <a:lnTo>
                  <a:pt x="848037" y="27494"/>
                </a:lnTo>
                <a:lnTo>
                  <a:pt x="848173" y="27184"/>
                </a:lnTo>
                <a:lnTo>
                  <a:pt x="848322" y="26880"/>
                </a:lnTo>
                <a:lnTo>
                  <a:pt x="848484" y="26582"/>
                </a:lnTo>
                <a:lnTo>
                  <a:pt x="848659" y="26290"/>
                </a:lnTo>
                <a:lnTo>
                  <a:pt x="848846" y="26005"/>
                </a:lnTo>
                <a:lnTo>
                  <a:pt x="849047" y="25727"/>
                </a:lnTo>
                <a:lnTo>
                  <a:pt x="849261" y="25454"/>
                </a:lnTo>
                <a:lnTo>
                  <a:pt x="849487" y="25188"/>
                </a:lnTo>
                <a:lnTo>
                  <a:pt x="849727" y="24929"/>
                </a:lnTo>
                <a:lnTo>
                  <a:pt x="849979" y="24675"/>
                </a:lnTo>
                <a:lnTo>
                  <a:pt x="850245" y="24428"/>
                </a:lnTo>
                <a:lnTo>
                  <a:pt x="850523" y="24187"/>
                </a:lnTo>
                <a:lnTo>
                  <a:pt x="850814" y="23953"/>
                </a:lnTo>
                <a:lnTo>
                  <a:pt x="851119" y="23725"/>
                </a:lnTo>
                <a:lnTo>
                  <a:pt x="851609" y="23382"/>
                </a:lnTo>
                <a:lnTo>
                  <a:pt x="852115" y="23053"/>
                </a:lnTo>
                <a:lnTo>
                  <a:pt x="852636" y="22739"/>
                </a:lnTo>
                <a:lnTo>
                  <a:pt x="853173" y="22440"/>
                </a:lnTo>
                <a:lnTo>
                  <a:pt x="853725" y="22155"/>
                </a:lnTo>
                <a:lnTo>
                  <a:pt x="854292" y="21884"/>
                </a:lnTo>
                <a:lnTo>
                  <a:pt x="854875" y="21629"/>
                </a:lnTo>
                <a:lnTo>
                  <a:pt x="855474" y="21388"/>
                </a:lnTo>
                <a:lnTo>
                  <a:pt x="856087" y="21161"/>
                </a:lnTo>
                <a:lnTo>
                  <a:pt x="856717" y="20949"/>
                </a:lnTo>
                <a:lnTo>
                  <a:pt x="857361" y="20752"/>
                </a:lnTo>
                <a:lnTo>
                  <a:pt x="858021" y="20570"/>
                </a:lnTo>
                <a:lnTo>
                  <a:pt x="858697" y="20402"/>
                </a:lnTo>
                <a:lnTo>
                  <a:pt x="859388" y="20248"/>
                </a:lnTo>
                <a:lnTo>
                  <a:pt x="860094" y="20109"/>
                </a:lnTo>
                <a:lnTo>
                  <a:pt x="860816" y="19985"/>
                </a:lnTo>
                <a:lnTo>
                  <a:pt x="861553" y="19876"/>
                </a:lnTo>
                <a:lnTo>
                  <a:pt x="862306" y="19781"/>
                </a:lnTo>
                <a:lnTo>
                  <a:pt x="863074" y="19700"/>
                </a:lnTo>
                <a:lnTo>
                  <a:pt x="863857" y="19635"/>
                </a:lnTo>
                <a:lnTo>
                  <a:pt x="864656" y="19583"/>
                </a:lnTo>
                <a:lnTo>
                  <a:pt x="865471" y="19547"/>
                </a:lnTo>
                <a:lnTo>
                  <a:pt x="866300" y="19525"/>
                </a:lnTo>
                <a:lnTo>
                  <a:pt x="867146" y="19518"/>
                </a:lnTo>
                <a:lnTo>
                  <a:pt x="867963" y="19525"/>
                </a:lnTo>
                <a:lnTo>
                  <a:pt x="868764" y="19545"/>
                </a:lnTo>
                <a:lnTo>
                  <a:pt x="869547" y="19579"/>
                </a:lnTo>
                <a:lnTo>
                  <a:pt x="870314" y="19627"/>
                </a:lnTo>
                <a:lnTo>
                  <a:pt x="871063" y="19688"/>
                </a:lnTo>
                <a:lnTo>
                  <a:pt x="871794" y="19763"/>
                </a:lnTo>
                <a:lnTo>
                  <a:pt x="872509" y="19852"/>
                </a:lnTo>
                <a:lnTo>
                  <a:pt x="873206" y="19954"/>
                </a:lnTo>
                <a:lnTo>
                  <a:pt x="873886" y="20070"/>
                </a:lnTo>
                <a:lnTo>
                  <a:pt x="874549" y="20200"/>
                </a:lnTo>
                <a:lnTo>
                  <a:pt x="875195" y="20343"/>
                </a:lnTo>
                <a:lnTo>
                  <a:pt x="875823" y="20500"/>
                </a:lnTo>
                <a:lnTo>
                  <a:pt x="876435" y="20670"/>
                </a:lnTo>
                <a:lnTo>
                  <a:pt x="877029" y="20854"/>
                </a:lnTo>
                <a:lnTo>
                  <a:pt x="877605" y="21052"/>
                </a:lnTo>
                <a:lnTo>
                  <a:pt x="878165" y="21263"/>
                </a:lnTo>
                <a:lnTo>
                  <a:pt x="878707" y="21488"/>
                </a:lnTo>
                <a:lnTo>
                  <a:pt x="879232" y="21727"/>
                </a:lnTo>
                <a:lnTo>
                  <a:pt x="879740" y="21979"/>
                </a:lnTo>
                <a:lnTo>
                  <a:pt x="880231" y="22245"/>
                </a:lnTo>
                <a:lnTo>
                  <a:pt x="880705" y="22525"/>
                </a:lnTo>
                <a:lnTo>
                  <a:pt x="881161" y="22818"/>
                </a:lnTo>
                <a:lnTo>
                  <a:pt x="881600" y="23125"/>
                </a:lnTo>
                <a:lnTo>
                  <a:pt x="882022" y="23445"/>
                </a:lnTo>
                <a:lnTo>
                  <a:pt x="882429" y="23781"/>
                </a:lnTo>
                <a:lnTo>
                  <a:pt x="882824" y="24135"/>
                </a:lnTo>
                <a:lnTo>
                  <a:pt x="883208" y="24506"/>
                </a:lnTo>
                <a:lnTo>
                  <a:pt x="883579" y="24894"/>
                </a:lnTo>
                <a:lnTo>
                  <a:pt x="883938" y="25300"/>
                </a:lnTo>
                <a:lnTo>
                  <a:pt x="884285" y="25724"/>
                </a:lnTo>
                <a:lnTo>
                  <a:pt x="884621" y="26165"/>
                </a:lnTo>
                <a:lnTo>
                  <a:pt x="884944" y="26623"/>
                </a:lnTo>
                <a:lnTo>
                  <a:pt x="885256" y="27099"/>
                </a:lnTo>
                <a:lnTo>
                  <a:pt x="885555" y="27593"/>
                </a:lnTo>
                <a:lnTo>
                  <a:pt x="885842" y="28103"/>
                </a:lnTo>
                <a:lnTo>
                  <a:pt x="886118" y="28632"/>
                </a:lnTo>
                <a:lnTo>
                  <a:pt x="886381" y="29178"/>
                </a:lnTo>
                <a:lnTo>
                  <a:pt x="886633" y="29741"/>
                </a:lnTo>
                <a:lnTo>
                  <a:pt x="886872" y="30322"/>
                </a:lnTo>
                <a:lnTo>
                  <a:pt x="887100" y="30921"/>
                </a:lnTo>
                <a:lnTo>
                  <a:pt x="887315" y="31537"/>
                </a:lnTo>
                <a:lnTo>
                  <a:pt x="887519" y="32170"/>
                </a:lnTo>
                <a:lnTo>
                  <a:pt x="887710" y="32821"/>
                </a:lnTo>
                <a:lnTo>
                  <a:pt x="887890" y="33489"/>
                </a:lnTo>
                <a:lnTo>
                  <a:pt x="888057" y="34175"/>
                </a:lnTo>
                <a:lnTo>
                  <a:pt x="888213" y="34879"/>
                </a:lnTo>
                <a:lnTo>
                  <a:pt x="888356" y="35599"/>
                </a:lnTo>
                <a:lnTo>
                  <a:pt x="888488" y="36338"/>
                </a:lnTo>
                <a:lnTo>
                  <a:pt x="911973" y="35386"/>
                </a:lnTo>
                <a:lnTo>
                  <a:pt x="911908" y="34055"/>
                </a:lnTo>
                <a:lnTo>
                  <a:pt x="911807" y="32747"/>
                </a:lnTo>
                <a:lnTo>
                  <a:pt x="911670" y="31462"/>
                </a:lnTo>
                <a:lnTo>
                  <a:pt x="911496" y="30199"/>
                </a:lnTo>
                <a:lnTo>
                  <a:pt x="911285" y="28958"/>
                </a:lnTo>
                <a:lnTo>
                  <a:pt x="911038" y="27740"/>
                </a:lnTo>
                <a:lnTo>
                  <a:pt x="910754" y="26544"/>
                </a:lnTo>
                <a:lnTo>
                  <a:pt x="910434" y="25371"/>
                </a:lnTo>
                <a:lnTo>
                  <a:pt x="910078" y="24220"/>
                </a:lnTo>
                <a:lnTo>
                  <a:pt x="909685" y="23091"/>
                </a:lnTo>
                <a:lnTo>
                  <a:pt x="909255" y="21985"/>
                </a:lnTo>
                <a:lnTo>
                  <a:pt x="908789" y="20901"/>
                </a:lnTo>
                <a:lnTo>
                  <a:pt x="908287" y="19840"/>
                </a:lnTo>
                <a:lnTo>
                  <a:pt x="907748" y="18801"/>
                </a:lnTo>
                <a:lnTo>
                  <a:pt x="907172" y="17784"/>
                </a:lnTo>
                <a:lnTo>
                  <a:pt x="906560" y="16790"/>
                </a:lnTo>
                <a:lnTo>
                  <a:pt x="905911" y="15819"/>
                </a:lnTo>
                <a:lnTo>
                  <a:pt x="905226" y="14869"/>
                </a:lnTo>
                <a:lnTo>
                  <a:pt x="904505" y="13943"/>
                </a:lnTo>
                <a:lnTo>
                  <a:pt x="903747" y="13038"/>
                </a:lnTo>
                <a:lnTo>
                  <a:pt x="902952" y="12156"/>
                </a:lnTo>
                <a:lnTo>
                  <a:pt x="902121" y="11297"/>
                </a:lnTo>
                <a:lnTo>
                  <a:pt x="901253" y="10460"/>
                </a:lnTo>
                <a:lnTo>
                  <a:pt x="900349" y="9645"/>
                </a:lnTo>
                <a:lnTo>
                  <a:pt x="899408" y="8858"/>
                </a:lnTo>
                <a:lnTo>
                  <a:pt x="898430" y="8104"/>
                </a:lnTo>
                <a:lnTo>
                  <a:pt x="897413" y="7384"/>
                </a:lnTo>
                <a:lnTo>
                  <a:pt x="896359" y="6698"/>
                </a:lnTo>
                <a:lnTo>
                  <a:pt x="895268" y="6045"/>
                </a:lnTo>
                <a:lnTo>
                  <a:pt x="894139" y="5425"/>
                </a:lnTo>
                <a:lnTo>
                  <a:pt x="892972" y="4839"/>
                </a:lnTo>
                <a:lnTo>
                  <a:pt x="891767" y="4287"/>
                </a:lnTo>
                <a:lnTo>
                  <a:pt x="890525" y="3767"/>
                </a:lnTo>
                <a:lnTo>
                  <a:pt x="889246" y="3282"/>
                </a:lnTo>
                <a:lnTo>
                  <a:pt x="887929" y="2830"/>
                </a:lnTo>
                <a:lnTo>
                  <a:pt x="886574" y="2411"/>
                </a:lnTo>
                <a:lnTo>
                  <a:pt x="885182" y="2026"/>
                </a:lnTo>
                <a:lnTo>
                  <a:pt x="883752" y="1674"/>
                </a:lnTo>
                <a:lnTo>
                  <a:pt x="882284" y="1356"/>
                </a:lnTo>
                <a:lnTo>
                  <a:pt x="880779" y="1072"/>
                </a:lnTo>
                <a:lnTo>
                  <a:pt x="879236" y="820"/>
                </a:lnTo>
                <a:lnTo>
                  <a:pt x="877656" y="603"/>
                </a:lnTo>
                <a:lnTo>
                  <a:pt x="876038" y="419"/>
                </a:lnTo>
                <a:lnTo>
                  <a:pt x="874382" y="268"/>
                </a:lnTo>
                <a:lnTo>
                  <a:pt x="872689" y="151"/>
                </a:lnTo>
                <a:lnTo>
                  <a:pt x="870958" y="67"/>
                </a:lnTo>
                <a:lnTo>
                  <a:pt x="869190" y="17"/>
                </a:lnTo>
                <a:lnTo>
                  <a:pt x="867384" y="0"/>
                </a:lnTo>
                <a:lnTo>
                  <a:pt x="866273" y="7"/>
                </a:lnTo>
                <a:lnTo>
                  <a:pt x="865176" y="28"/>
                </a:lnTo>
                <a:lnTo>
                  <a:pt x="864093" y="63"/>
                </a:lnTo>
                <a:lnTo>
                  <a:pt x="863023" y="113"/>
                </a:lnTo>
                <a:lnTo>
                  <a:pt x="861967" y="176"/>
                </a:lnTo>
                <a:lnTo>
                  <a:pt x="860925" y="254"/>
                </a:lnTo>
                <a:lnTo>
                  <a:pt x="859896" y="345"/>
                </a:lnTo>
                <a:lnTo>
                  <a:pt x="858881" y="451"/>
                </a:lnTo>
                <a:lnTo>
                  <a:pt x="857879" y="570"/>
                </a:lnTo>
                <a:lnTo>
                  <a:pt x="856892" y="704"/>
                </a:lnTo>
                <a:lnTo>
                  <a:pt x="855917" y="852"/>
                </a:lnTo>
                <a:lnTo>
                  <a:pt x="854957" y="1014"/>
                </a:lnTo>
                <a:lnTo>
                  <a:pt x="854010" y="1190"/>
                </a:lnTo>
                <a:lnTo>
                  <a:pt x="853077" y="1380"/>
                </a:lnTo>
                <a:lnTo>
                  <a:pt x="852157" y="1584"/>
                </a:lnTo>
                <a:lnTo>
                  <a:pt x="851251" y="1803"/>
                </a:lnTo>
                <a:lnTo>
                  <a:pt x="850359" y="2035"/>
                </a:lnTo>
                <a:lnTo>
                  <a:pt x="849480" y="2282"/>
                </a:lnTo>
                <a:lnTo>
                  <a:pt x="848615" y="2542"/>
                </a:lnTo>
                <a:lnTo>
                  <a:pt x="847763" y="2817"/>
                </a:lnTo>
                <a:lnTo>
                  <a:pt x="846926" y="3106"/>
                </a:lnTo>
                <a:lnTo>
                  <a:pt x="846101" y="3408"/>
                </a:lnTo>
                <a:lnTo>
                  <a:pt x="845291" y="3725"/>
                </a:lnTo>
                <a:lnTo>
                  <a:pt x="844494" y="4056"/>
                </a:lnTo>
                <a:lnTo>
                  <a:pt x="843711" y="4401"/>
                </a:lnTo>
                <a:lnTo>
                  <a:pt x="842945" y="4758"/>
                </a:lnTo>
                <a:lnTo>
                  <a:pt x="842193" y="5128"/>
                </a:lnTo>
                <a:lnTo>
                  <a:pt x="841457" y="5510"/>
                </a:lnTo>
                <a:lnTo>
                  <a:pt x="840736" y="5906"/>
                </a:lnTo>
                <a:lnTo>
                  <a:pt x="840031" y="6314"/>
                </a:lnTo>
                <a:lnTo>
                  <a:pt x="839341" y="6736"/>
                </a:lnTo>
                <a:lnTo>
                  <a:pt x="838667" y="7170"/>
                </a:lnTo>
                <a:lnTo>
                  <a:pt x="838008" y="7617"/>
                </a:lnTo>
                <a:lnTo>
                  <a:pt x="837364" y="8077"/>
                </a:lnTo>
                <a:lnTo>
                  <a:pt x="836736" y="8549"/>
                </a:lnTo>
                <a:lnTo>
                  <a:pt x="836123" y="9035"/>
                </a:lnTo>
                <a:lnTo>
                  <a:pt x="835526" y="9533"/>
                </a:lnTo>
                <a:lnTo>
                  <a:pt x="834944" y="10044"/>
                </a:lnTo>
                <a:lnTo>
                  <a:pt x="834378" y="10569"/>
                </a:lnTo>
                <a:lnTo>
                  <a:pt x="833827" y="11105"/>
                </a:lnTo>
                <a:lnTo>
                  <a:pt x="833291" y="11655"/>
                </a:lnTo>
                <a:lnTo>
                  <a:pt x="832771" y="12218"/>
                </a:lnTo>
                <a:lnTo>
                  <a:pt x="832267" y="12793"/>
                </a:lnTo>
                <a:lnTo>
                  <a:pt x="831777" y="13382"/>
                </a:lnTo>
                <a:lnTo>
                  <a:pt x="831304" y="13983"/>
                </a:lnTo>
                <a:lnTo>
                  <a:pt x="830845" y="14597"/>
                </a:lnTo>
                <a:lnTo>
                  <a:pt x="830402" y="15223"/>
                </a:lnTo>
                <a:lnTo>
                  <a:pt x="829975" y="15863"/>
                </a:lnTo>
                <a:lnTo>
                  <a:pt x="829563" y="16511"/>
                </a:lnTo>
                <a:lnTo>
                  <a:pt x="829170" y="17163"/>
                </a:lnTo>
                <a:lnTo>
                  <a:pt x="828794" y="17819"/>
                </a:lnTo>
                <a:lnTo>
                  <a:pt x="828435" y="18479"/>
                </a:lnTo>
                <a:lnTo>
                  <a:pt x="828094" y="19143"/>
                </a:lnTo>
                <a:lnTo>
                  <a:pt x="827770" y="19810"/>
                </a:lnTo>
                <a:lnTo>
                  <a:pt x="827464" y="20482"/>
                </a:lnTo>
                <a:lnTo>
                  <a:pt x="827176" y="21158"/>
                </a:lnTo>
                <a:lnTo>
                  <a:pt x="826904" y="21838"/>
                </a:lnTo>
                <a:lnTo>
                  <a:pt x="826651" y="22522"/>
                </a:lnTo>
                <a:lnTo>
                  <a:pt x="826415" y="23210"/>
                </a:lnTo>
                <a:lnTo>
                  <a:pt x="826196" y="23902"/>
                </a:lnTo>
                <a:lnTo>
                  <a:pt x="825995" y="24598"/>
                </a:lnTo>
                <a:lnTo>
                  <a:pt x="825811" y="25298"/>
                </a:lnTo>
                <a:lnTo>
                  <a:pt x="825645" y="26002"/>
                </a:lnTo>
                <a:lnTo>
                  <a:pt x="825496" y="26710"/>
                </a:lnTo>
                <a:lnTo>
                  <a:pt x="825365" y="27422"/>
                </a:lnTo>
                <a:lnTo>
                  <a:pt x="825251" y="28137"/>
                </a:lnTo>
                <a:lnTo>
                  <a:pt x="825155" y="28857"/>
                </a:lnTo>
                <a:lnTo>
                  <a:pt x="825076" y="29581"/>
                </a:lnTo>
                <a:lnTo>
                  <a:pt x="825015" y="30309"/>
                </a:lnTo>
                <a:lnTo>
                  <a:pt x="824971" y="31041"/>
                </a:lnTo>
                <a:lnTo>
                  <a:pt x="824945" y="31777"/>
                </a:lnTo>
                <a:lnTo>
                  <a:pt x="824936" y="32517"/>
                </a:lnTo>
                <a:lnTo>
                  <a:pt x="824955" y="33663"/>
                </a:lnTo>
                <a:lnTo>
                  <a:pt x="825011" y="34793"/>
                </a:lnTo>
                <a:lnTo>
                  <a:pt x="825104" y="35909"/>
                </a:lnTo>
                <a:lnTo>
                  <a:pt x="825234" y="37011"/>
                </a:lnTo>
                <a:lnTo>
                  <a:pt x="825401" y="38098"/>
                </a:lnTo>
                <a:lnTo>
                  <a:pt x="825606" y="39170"/>
                </a:lnTo>
                <a:lnTo>
                  <a:pt x="825848" y="40228"/>
                </a:lnTo>
                <a:lnTo>
                  <a:pt x="826127" y="41271"/>
                </a:lnTo>
                <a:lnTo>
                  <a:pt x="826443" y="42299"/>
                </a:lnTo>
                <a:lnTo>
                  <a:pt x="826796" y="43313"/>
                </a:lnTo>
                <a:lnTo>
                  <a:pt x="827187" y="44312"/>
                </a:lnTo>
                <a:lnTo>
                  <a:pt x="827614" y="45296"/>
                </a:lnTo>
                <a:lnTo>
                  <a:pt x="828079" y="46266"/>
                </a:lnTo>
                <a:lnTo>
                  <a:pt x="828581" y="47222"/>
                </a:lnTo>
                <a:lnTo>
                  <a:pt x="829120" y="48162"/>
                </a:lnTo>
                <a:lnTo>
                  <a:pt x="829697" y="49088"/>
                </a:lnTo>
                <a:lnTo>
                  <a:pt x="830311" y="50000"/>
                </a:lnTo>
                <a:lnTo>
                  <a:pt x="830961" y="50896"/>
                </a:lnTo>
                <a:lnTo>
                  <a:pt x="831649" y="51778"/>
                </a:lnTo>
                <a:lnTo>
                  <a:pt x="832375" y="52646"/>
                </a:lnTo>
                <a:lnTo>
                  <a:pt x="833137" y="53499"/>
                </a:lnTo>
                <a:lnTo>
                  <a:pt x="833937" y="54337"/>
                </a:lnTo>
                <a:lnTo>
                  <a:pt x="834773" y="55161"/>
                </a:lnTo>
                <a:lnTo>
                  <a:pt x="835647" y="55970"/>
                </a:lnTo>
                <a:lnTo>
                  <a:pt x="836302" y="56536"/>
                </a:lnTo>
                <a:lnTo>
                  <a:pt x="836995" y="57094"/>
                </a:lnTo>
                <a:lnTo>
                  <a:pt x="837728" y="57646"/>
                </a:lnTo>
                <a:lnTo>
                  <a:pt x="838499" y="58189"/>
                </a:lnTo>
                <a:lnTo>
                  <a:pt x="839310" y="58726"/>
                </a:lnTo>
                <a:lnTo>
                  <a:pt x="840160" y="59254"/>
                </a:lnTo>
                <a:lnTo>
                  <a:pt x="841049" y="59776"/>
                </a:lnTo>
                <a:lnTo>
                  <a:pt x="841977" y="60290"/>
                </a:lnTo>
                <a:lnTo>
                  <a:pt x="842944" y="60796"/>
                </a:lnTo>
                <a:lnTo>
                  <a:pt x="843951" y="61295"/>
                </a:lnTo>
                <a:lnTo>
                  <a:pt x="844996" y="61787"/>
                </a:lnTo>
                <a:lnTo>
                  <a:pt x="846081" y="62271"/>
                </a:lnTo>
                <a:lnTo>
                  <a:pt x="847204" y="62748"/>
                </a:lnTo>
                <a:lnTo>
                  <a:pt x="848367" y="63217"/>
                </a:lnTo>
                <a:lnTo>
                  <a:pt x="849569" y="63679"/>
                </a:lnTo>
                <a:lnTo>
                  <a:pt x="850810" y="64133"/>
                </a:lnTo>
                <a:lnTo>
                  <a:pt x="852090" y="64580"/>
                </a:lnTo>
                <a:lnTo>
                  <a:pt x="853410" y="65019"/>
                </a:lnTo>
                <a:lnTo>
                  <a:pt x="854768" y="65451"/>
                </a:lnTo>
                <a:lnTo>
                  <a:pt x="856166" y="65875"/>
                </a:lnTo>
                <a:lnTo>
                  <a:pt x="857602" y="66292"/>
                </a:lnTo>
                <a:lnTo>
                  <a:pt x="859078" y="66702"/>
                </a:lnTo>
                <a:lnTo>
                  <a:pt x="860593" y="67104"/>
                </a:lnTo>
                <a:lnTo>
                  <a:pt x="862147" y="67499"/>
                </a:lnTo>
                <a:lnTo>
                  <a:pt x="863352" y="67800"/>
                </a:lnTo>
                <a:lnTo>
                  <a:pt x="864520" y="68093"/>
                </a:lnTo>
                <a:lnTo>
                  <a:pt x="865652" y="68378"/>
                </a:lnTo>
                <a:lnTo>
                  <a:pt x="866747" y="68656"/>
                </a:lnTo>
                <a:lnTo>
                  <a:pt x="867805" y="68926"/>
                </a:lnTo>
                <a:lnTo>
                  <a:pt x="868827" y="69188"/>
                </a:lnTo>
                <a:lnTo>
                  <a:pt x="869812" y="69443"/>
                </a:lnTo>
                <a:lnTo>
                  <a:pt x="870760" y="69689"/>
                </a:lnTo>
                <a:lnTo>
                  <a:pt x="871672" y="69928"/>
                </a:lnTo>
                <a:lnTo>
                  <a:pt x="872547" y="70160"/>
                </a:lnTo>
                <a:lnTo>
                  <a:pt x="873385" y="70383"/>
                </a:lnTo>
                <a:lnTo>
                  <a:pt x="874187" y="70599"/>
                </a:lnTo>
                <a:lnTo>
                  <a:pt x="874952" y="70807"/>
                </a:lnTo>
                <a:lnTo>
                  <a:pt x="875681" y="71008"/>
                </a:lnTo>
                <a:lnTo>
                  <a:pt x="876373" y="71200"/>
                </a:lnTo>
                <a:lnTo>
                  <a:pt x="877028" y="71385"/>
                </a:lnTo>
                <a:lnTo>
                  <a:pt x="877646" y="71563"/>
                </a:lnTo>
                <a:lnTo>
                  <a:pt x="878228" y="71732"/>
                </a:lnTo>
                <a:lnTo>
                  <a:pt x="878774" y="71894"/>
                </a:lnTo>
                <a:lnTo>
                  <a:pt x="879282" y="72048"/>
                </a:lnTo>
                <a:lnTo>
                  <a:pt x="879754" y="72194"/>
                </a:lnTo>
                <a:lnTo>
                  <a:pt x="880190" y="72333"/>
                </a:lnTo>
                <a:lnTo>
                  <a:pt x="880589" y="72463"/>
                </a:lnTo>
                <a:lnTo>
                  <a:pt x="880951" y="72586"/>
                </a:lnTo>
                <a:lnTo>
                  <a:pt x="881447" y="72767"/>
                </a:lnTo>
                <a:lnTo>
                  <a:pt x="881931" y="72950"/>
                </a:lnTo>
                <a:lnTo>
                  <a:pt x="882402" y="73136"/>
                </a:lnTo>
                <a:lnTo>
                  <a:pt x="882860" y="73324"/>
                </a:lnTo>
                <a:lnTo>
                  <a:pt x="883306" y="73515"/>
                </a:lnTo>
                <a:lnTo>
                  <a:pt x="883740" y="73709"/>
                </a:lnTo>
                <a:lnTo>
                  <a:pt x="884161" y="73905"/>
                </a:lnTo>
                <a:lnTo>
                  <a:pt x="884570" y="74104"/>
                </a:lnTo>
                <a:lnTo>
                  <a:pt x="884965" y="74305"/>
                </a:lnTo>
                <a:lnTo>
                  <a:pt x="885349" y="74509"/>
                </a:lnTo>
                <a:lnTo>
                  <a:pt x="885720" y="74716"/>
                </a:lnTo>
                <a:lnTo>
                  <a:pt x="886078" y="74925"/>
                </a:lnTo>
                <a:lnTo>
                  <a:pt x="886424" y="75137"/>
                </a:lnTo>
                <a:lnTo>
                  <a:pt x="886757" y="75352"/>
                </a:lnTo>
                <a:lnTo>
                  <a:pt x="887078" y="75569"/>
                </a:lnTo>
                <a:lnTo>
                  <a:pt x="887386" y="75789"/>
                </a:lnTo>
                <a:lnTo>
                  <a:pt x="887682" y="76011"/>
                </a:lnTo>
                <a:lnTo>
                  <a:pt x="887965" y="76236"/>
                </a:lnTo>
                <a:lnTo>
                  <a:pt x="888235" y="76464"/>
                </a:lnTo>
                <a:lnTo>
                  <a:pt x="888494" y="76694"/>
                </a:lnTo>
                <a:lnTo>
                  <a:pt x="888739" y="76927"/>
                </a:lnTo>
                <a:lnTo>
                  <a:pt x="888972" y="77163"/>
                </a:lnTo>
                <a:lnTo>
                  <a:pt x="889193" y="77401"/>
                </a:lnTo>
                <a:lnTo>
                  <a:pt x="889400" y="77642"/>
                </a:lnTo>
                <a:lnTo>
                  <a:pt x="889598" y="77886"/>
                </a:lnTo>
                <a:lnTo>
                  <a:pt x="889787" y="78134"/>
                </a:lnTo>
                <a:lnTo>
                  <a:pt x="889968" y="78387"/>
                </a:lnTo>
                <a:lnTo>
                  <a:pt x="890140" y="78644"/>
                </a:lnTo>
                <a:lnTo>
                  <a:pt x="890304" y="78905"/>
                </a:lnTo>
                <a:lnTo>
                  <a:pt x="890459" y="79171"/>
                </a:lnTo>
                <a:lnTo>
                  <a:pt x="890606" y="79441"/>
                </a:lnTo>
                <a:lnTo>
                  <a:pt x="890745" y="79715"/>
                </a:lnTo>
                <a:lnTo>
                  <a:pt x="890875" y="79993"/>
                </a:lnTo>
                <a:lnTo>
                  <a:pt x="890997" y="80276"/>
                </a:lnTo>
                <a:lnTo>
                  <a:pt x="891110" y="80563"/>
                </a:lnTo>
                <a:lnTo>
                  <a:pt x="891215" y="80854"/>
                </a:lnTo>
                <a:lnTo>
                  <a:pt x="891312" y="81149"/>
                </a:lnTo>
                <a:lnTo>
                  <a:pt x="891400" y="81449"/>
                </a:lnTo>
                <a:lnTo>
                  <a:pt x="891480" y="81753"/>
                </a:lnTo>
                <a:lnTo>
                  <a:pt x="891551" y="82062"/>
                </a:lnTo>
                <a:lnTo>
                  <a:pt x="891614" y="82375"/>
                </a:lnTo>
                <a:lnTo>
                  <a:pt x="891669" y="82691"/>
                </a:lnTo>
                <a:lnTo>
                  <a:pt x="891715" y="83013"/>
                </a:lnTo>
                <a:lnTo>
                  <a:pt x="891753" y="83338"/>
                </a:lnTo>
                <a:lnTo>
                  <a:pt x="891783" y="83668"/>
                </a:lnTo>
                <a:lnTo>
                  <a:pt x="891804" y="84002"/>
                </a:lnTo>
                <a:lnTo>
                  <a:pt x="891816" y="84341"/>
                </a:lnTo>
                <a:lnTo>
                  <a:pt x="891820" y="84683"/>
                </a:lnTo>
                <a:lnTo>
                  <a:pt x="891810" y="85218"/>
                </a:lnTo>
                <a:lnTo>
                  <a:pt x="891780" y="85747"/>
                </a:lnTo>
                <a:lnTo>
                  <a:pt x="891730" y="86270"/>
                </a:lnTo>
                <a:lnTo>
                  <a:pt x="891661" y="86788"/>
                </a:lnTo>
                <a:lnTo>
                  <a:pt x="891571" y="87299"/>
                </a:lnTo>
                <a:lnTo>
                  <a:pt x="891461" y="87806"/>
                </a:lnTo>
                <a:lnTo>
                  <a:pt x="891331" y="88306"/>
                </a:lnTo>
                <a:lnTo>
                  <a:pt x="891181" y="88801"/>
                </a:lnTo>
                <a:lnTo>
                  <a:pt x="891011" y="89290"/>
                </a:lnTo>
                <a:lnTo>
                  <a:pt x="890822" y="89774"/>
                </a:lnTo>
                <a:lnTo>
                  <a:pt x="890612" y="90252"/>
                </a:lnTo>
                <a:lnTo>
                  <a:pt x="890382" y="90724"/>
                </a:lnTo>
                <a:lnTo>
                  <a:pt x="890133" y="91190"/>
                </a:lnTo>
                <a:lnTo>
                  <a:pt x="889863" y="91651"/>
                </a:lnTo>
                <a:lnTo>
                  <a:pt x="889573" y="92106"/>
                </a:lnTo>
                <a:lnTo>
                  <a:pt x="889264" y="92556"/>
                </a:lnTo>
                <a:lnTo>
                  <a:pt x="888934" y="92999"/>
                </a:lnTo>
                <a:lnTo>
                  <a:pt x="888585" y="93438"/>
                </a:lnTo>
                <a:lnTo>
                  <a:pt x="888215" y="93870"/>
                </a:lnTo>
                <a:lnTo>
                  <a:pt x="887826" y="94297"/>
                </a:lnTo>
                <a:lnTo>
                  <a:pt x="887416" y="94718"/>
                </a:lnTo>
                <a:lnTo>
                  <a:pt x="886987" y="95133"/>
                </a:lnTo>
                <a:lnTo>
                  <a:pt x="886538" y="95543"/>
                </a:lnTo>
                <a:lnTo>
                  <a:pt x="886068" y="95947"/>
                </a:lnTo>
                <a:lnTo>
                  <a:pt x="885579" y="96340"/>
                </a:lnTo>
                <a:lnTo>
                  <a:pt x="885071" y="96716"/>
                </a:lnTo>
                <a:lnTo>
                  <a:pt x="884543" y="97076"/>
                </a:lnTo>
                <a:lnTo>
                  <a:pt x="883995" y="97418"/>
                </a:lnTo>
                <a:lnTo>
                  <a:pt x="883429" y="97744"/>
                </a:lnTo>
                <a:lnTo>
                  <a:pt x="882842" y="98054"/>
                </a:lnTo>
                <a:lnTo>
                  <a:pt x="882237" y="98346"/>
                </a:lnTo>
                <a:lnTo>
                  <a:pt x="881612" y="98622"/>
                </a:lnTo>
                <a:lnTo>
                  <a:pt x="880967" y="98881"/>
                </a:lnTo>
                <a:lnTo>
                  <a:pt x="880304" y="99124"/>
                </a:lnTo>
                <a:lnTo>
                  <a:pt x="879620" y="99349"/>
                </a:lnTo>
                <a:lnTo>
                  <a:pt x="878918" y="99558"/>
                </a:lnTo>
                <a:lnTo>
                  <a:pt x="878195" y="99751"/>
                </a:lnTo>
                <a:lnTo>
                  <a:pt x="877454" y="99926"/>
                </a:lnTo>
                <a:lnTo>
                  <a:pt x="876693" y="100085"/>
                </a:lnTo>
                <a:lnTo>
                  <a:pt x="875913" y="100227"/>
                </a:lnTo>
                <a:lnTo>
                  <a:pt x="875113" y="100353"/>
                </a:lnTo>
                <a:lnTo>
                  <a:pt x="874294" y="100461"/>
                </a:lnTo>
                <a:lnTo>
                  <a:pt x="873455" y="100553"/>
                </a:lnTo>
                <a:lnTo>
                  <a:pt x="872597" y="100628"/>
                </a:lnTo>
                <a:lnTo>
                  <a:pt x="871719" y="100687"/>
                </a:lnTo>
                <a:lnTo>
                  <a:pt x="870822" y="100729"/>
                </a:lnTo>
                <a:lnTo>
                  <a:pt x="869906" y="100754"/>
                </a:lnTo>
                <a:lnTo>
                  <a:pt x="868970" y="100762"/>
                </a:lnTo>
                <a:lnTo>
                  <a:pt x="868085" y="100753"/>
                </a:lnTo>
                <a:lnTo>
                  <a:pt x="867216" y="100725"/>
                </a:lnTo>
                <a:lnTo>
                  <a:pt x="866361" y="100678"/>
                </a:lnTo>
                <a:lnTo>
                  <a:pt x="865522" y="100612"/>
                </a:lnTo>
                <a:lnTo>
                  <a:pt x="864699" y="100527"/>
                </a:lnTo>
                <a:lnTo>
                  <a:pt x="863890" y="100424"/>
                </a:lnTo>
                <a:lnTo>
                  <a:pt x="863097" y="100302"/>
                </a:lnTo>
                <a:lnTo>
                  <a:pt x="862319" y="100161"/>
                </a:lnTo>
                <a:lnTo>
                  <a:pt x="861556" y="100001"/>
                </a:lnTo>
                <a:lnTo>
                  <a:pt x="860809" y="99822"/>
                </a:lnTo>
                <a:lnTo>
                  <a:pt x="860077" y="99625"/>
                </a:lnTo>
                <a:lnTo>
                  <a:pt x="859360" y="99409"/>
                </a:lnTo>
                <a:lnTo>
                  <a:pt x="858659" y="99174"/>
                </a:lnTo>
                <a:lnTo>
                  <a:pt x="857973" y="98920"/>
                </a:lnTo>
                <a:lnTo>
                  <a:pt x="857302" y="98648"/>
                </a:lnTo>
                <a:lnTo>
                  <a:pt x="856646" y="98357"/>
                </a:lnTo>
                <a:lnTo>
                  <a:pt x="856006" y="98047"/>
                </a:lnTo>
                <a:lnTo>
                  <a:pt x="855381" y="97718"/>
                </a:lnTo>
                <a:lnTo>
                  <a:pt x="854771" y="97370"/>
                </a:lnTo>
                <a:lnTo>
                  <a:pt x="854177" y="97003"/>
                </a:lnTo>
                <a:lnTo>
                  <a:pt x="853598" y="96618"/>
                </a:lnTo>
                <a:lnTo>
                  <a:pt x="853034" y="96214"/>
                </a:lnTo>
                <a:lnTo>
                  <a:pt x="852485" y="95791"/>
                </a:lnTo>
                <a:lnTo>
                  <a:pt x="851952" y="95350"/>
                </a:lnTo>
                <a:lnTo>
                  <a:pt x="851434" y="94888"/>
                </a:lnTo>
                <a:lnTo>
                  <a:pt x="850930" y="94405"/>
                </a:lnTo>
                <a:lnTo>
                  <a:pt x="850441" y="93900"/>
                </a:lnTo>
                <a:lnTo>
                  <a:pt x="849967" y="93374"/>
                </a:lnTo>
                <a:lnTo>
                  <a:pt x="849508" y="92827"/>
                </a:lnTo>
                <a:lnTo>
                  <a:pt x="849063" y="92259"/>
                </a:lnTo>
                <a:lnTo>
                  <a:pt x="848634" y="91669"/>
                </a:lnTo>
                <a:lnTo>
                  <a:pt x="848218" y="91058"/>
                </a:lnTo>
                <a:lnTo>
                  <a:pt x="847818" y="90426"/>
                </a:lnTo>
                <a:lnTo>
                  <a:pt x="847432" y="89773"/>
                </a:lnTo>
                <a:lnTo>
                  <a:pt x="847062" y="89098"/>
                </a:lnTo>
                <a:lnTo>
                  <a:pt x="846705" y="88402"/>
                </a:lnTo>
                <a:lnTo>
                  <a:pt x="846364" y="87684"/>
                </a:lnTo>
                <a:lnTo>
                  <a:pt x="846037" y="86946"/>
                </a:lnTo>
                <a:lnTo>
                  <a:pt x="845725" y="86186"/>
                </a:lnTo>
                <a:lnTo>
                  <a:pt x="845428" y="85405"/>
                </a:lnTo>
                <a:lnTo>
                  <a:pt x="845146" y="84602"/>
                </a:lnTo>
                <a:lnTo>
                  <a:pt x="844878" y="83778"/>
                </a:lnTo>
                <a:lnTo>
                  <a:pt x="844625" y="82933"/>
                </a:lnTo>
                <a:lnTo>
                  <a:pt x="844387" y="82067"/>
                </a:lnTo>
                <a:lnTo>
                  <a:pt x="844163" y="81179"/>
                </a:lnTo>
                <a:lnTo>
                  <a:pt x="843955" y="80270"/>
                </a:lnTo>
                <a:lnTo>
                  <a:pt x="843761" y="79340"/>
                </a:lnTo>
                <a:lnTo>
                  <a:pt x="843581" y="78388"/>
                </a:lnTo>
                <a:lnTo>
                  <a:pt x="820731" y="80610"/>
                </a:lnTo>
                <a:lnTo>
                  <a:pt x="820940" y="82223"/>
                </a:lnTo>
                <a:lnTo>
                  <a:pt x="821181" y="83804"/>
                </a:lnTo>
                <a:lnTo>
                  <a:pt x="821455" y="85353"/>
                </a:lnTo>
                <a:lnTo>
                  <a:pt x="821763" y="86869"/>
                </a:lnTo>
                <a:close/>
                <a:moveTo>
                  <a:pt x="736512" y="42996"/>
                </a:moveTo>
                <a:lnTo>
                  <a:pt x="735633" y="42079"/>
                </a:lnTo>
                <a:lnTo>
                  <a:pt x="734740" y="41202"/>
                </a:lnTo>
                <a:lnTo>
                  <a:pt x="733834" y="40367"/>
                </a:lnTo>
                <a:lnTo>
                  <a:pt x="732915" y="39572"/>
                </a:lnTo>
                <a:lnTo>
                  <a:pt x="731983" y="38817"/>
                </a:lnTo>
                <a:lnTo>
                  <a:pt x="731038" y="38104"/>
                </a:lnTo>
                <a:lnTo>
                  <a:pt x="730079" y="37431"/>
                </a:lnTo>
                <a:lnTo>
                  <a:pt x="729107" y="36799"/>
                </a:lnTo>
                <a:lnTo>
                  <a:pt x="728122" y="36208"/>
                </a:lnTo>
                <a:lnTo>
                  <a:pt x="727124" y="35657"/>
                </a:lnTo>
                <a:lnTo>
                  <a:pt x="726112" y="35148"/>
                </a:lnTo>
                <a:lnTo>
                  <a:pt x="725087" y="34679"/>
                </a:lnTo>
                <a:lnTo>
                  <a:pt x="724049" y="34251"/>
                </a:lnTo>
                <a:lnTo>
                  <a:pt x="722998" y="33863"/>
                </a:lnTo>
                <a:lnTo>
                  <a:pt x="721933" y="33517"/>
                </a:lnTo>
                <a:lnTo>
                  <a:pt x="720856" y="33211"/>
                </a:lnTo>
                <a:lnTo>
                  <a:pt x="719765" y="32946"/>
                </a:lnTo>
                <a:lnTo>
                  <a:pt x="718661" y="32722"/>
                </a:lnTo>
                <a:lnTo>
                  <a:pt x="717543" y="32538"/>
                </a:lnTo>
                <a:lnTo>
                  <a:pt x="716413" y="32396"/>
                </a:lnTo>
                <a:lnTo>
                  <a:pt x="715269" y="32294"/>
                </a:lnTo>
                <a:lnTo>
                  <a:pt x="714112" y="32233"/>
                </a:lnTo>
                <a:lnTo>
                  <a:pt x="712942" y="32212"/>
                </a:lnTo>
                <a:lnTo>
                  <a:pt x="711668" y="32231"/>
                </a:lnTo>
                <a:lnTo>
                  <a:pt x="710413" y="32290"/>
                </a:lnTo>
                <a:lnTo>
                  <a:pt x="709177" y="32386"/>
                </a:lnTo>
                <a:lnTo>
                  <a:pt x="707959" y="32522"/>
                </a:lnTo>
                <a:lnTo>
                  <a:pt x="706759" y="32696"/>
                </a:lnTo>
                <a:lnTo>
                  <a:pt x="705578" y="32909"/>
                </a:lnTo>
                <a:lnTo>
                  <a:pt x="704415" y="33160"/>
                </a:lnTo>
                <a:lnTo>
                  <a:pt x="703271" y="33451"/>
                </a:lnTo>
                <a:lnTo>
                  <a:pt x="702145" y="33780"/>
                </a:lnTo>
                <a:lnTo>
                  <a:pt x="701038" y="34147"/>
                </a:lnTo>
                <a:lnTo>
                  <a:pt x="699949" y="34554"/>
                </a:lnTo>
                <a:lnTo>
                  <a:pt x="698878" y="34999"/>
                </a:lnTo>
                <a:lnTo>
                  <a:pt x="697827" y="35483"/>
                </a:lnTo>
                <a:lnTo>
                  <a:pt x="696793" y="36005"/>
                </a:lnTo>
                <a:lnTo>
                  <a:pt x="695778" y="36567"/>
                </a:lnTo>
                <a:lnTo>
                  <a:pt x="694781" y="37167"/>
                </a:lnTo>
                <a:lnTo>
                  <a:pt x="693803" y="37805"/>
                </a:lnTo>
                <a:lnTo>
                  <a:pt x="692844" y="38483"/>
                </a:lnTo>
                <a:lnTo>
                  <a:pt x="691902" y="39199"/>
                </a:lnTo>
                <a:lnTo>
                  <a:pt x="690980" y="39953"/>
                </a:lnTo>
                <a:lnTo>
                  <a:pt x="690075" y="40747"/>
                </a:lnTo>
                <a:lnTo>
                  <a:pt x="689190" y="41579"/>
                </a:lnTo>
                <a:lnTo>
                  <a:pt x="688322" y="42450"/>
                </a:lnTo>
                <a:lnTo>
                  <a:pt x="687473" y="43359"/>
                </a:lnTo>
                <a:lnTo>
                  <a:pt x="686651" y="44306"/>
                </a:lnTo>
                <a:lnTo>
                  <a:pt x="685864" y="45289"/>
                </a:lnTo>
                <a:lnTo>
                  <a:pt x="685112" y="46307"/>
                </a:lnTo>
                <a:lnTo>
                  <a:pt x="684394" y="47361"/>
                </a:lnTo>
                <a:lnTo>
                  <a:pt x="683712" y="48450"/>
                </a:lnTo>
                <a:lnTo>
                  <a:pt x="683065" y="49575"/>
                </a:lnTo>
                <a:lnTo>
                  <a:pt x="682453" y="50736"/>
                </a:lnTo>
                <a:lnTo>
                  <a:pt x="681875" y="51933"/>
                </a:lnTo>
                <a:lnTo>
                  <a:pt x="681333" y="53165"/>
                </a:lnTo>
                <a:lnTo>
                  <a:pt x="680826" y="54433"/>
                </a:lnTo>
                <a:lnTo>
                  <a:pt x="680354" y="55736"/>
                </a:lnTo>
                <a:lnTo>
                  <a:pt x="679916" y="57075"/>
                </a:lnTo>
                <a:lnTo>
                  <a:pt x="679514" y="58450"/>
                </a:lnTo>
                <a:lnTo>
                  <a:pt x="679146" y="59861"/>
                </a:lnTo>
                <a:lnTo>
                  <a:pt x="678814" y="61307"/>
                </a:lnTo>
                <a:lnTo>
                  <a:pt x="678517" y="62789"/>
                </a:lnTo>
                <a:lnTo>
                  <a:pt x="678254" y="64307"/>
                </a:lnTo>
                <a:lnTo>
                  <a:pt x="678027" y="65860"/>
                </a:lnTo>
                <a:lnTo>
                  <a:pt x="677834" y="67449"/>
                </a:lnTo>
                <a:lnTo>
                  <a:pt x="677677" y="69073"/>
                </a:lnTo>
                <a:lnTo>
                  <a:pt x="677555" y="70734"/>
                </a:lnTo>
                <a:lnTo>
                  <a:pt x="677467" y="72430"/>
                </a:lnTo>
                <a:lnTo>
                  <a:pt x="677415" y="74161"/>
                </a:lnTo>
                <a:lnTo>
                  <a:pt x="677397" y="75929"/>
                </a:lnTo>
                <a:lnTo>
                  <a:pt x="677415" y="77658"/>
                </a:lnTo>
                <a:lnTo>
                  <a:pt x="677469" y="79355"/>
                </a:lnTo>
                <a:lnTo>
                  <a:pt x="677559" y="81021"/>
                </a:lnTo>
                <a:lnTo>
                  <a:pt x="677685" y="82654"/>
                </a:lnTo>
                <a:lnTo>
                  <a:pt x="677846" y="84255"/>
                </a:lnTo>
                <a:lnTo>
                  <a:pt x="678044" y="85824"/>
                </a:lnTo>
                <a:lnTo>
                  <a:pt x="678278" y="87361"/>
                </a:lnTo>
                <a:lnTo>
                  <a:pt x="678548" y="88866"/>
                </a:lnTo>
                <a:lnTo>
                  <a:pt x="678853" y="90338"/>
                </a:lnTo>
                <a:lnTo>
                  <a:pt x="679195" y="91779"/>
                </a:lnTo>
                <a:lnTo>
                  <a:pt x="679572" y="93187"/>
                </a:lnTo>
                <a:lnTo>
                  <a:pt x="679986" y="94564"/>
                </a:lnTo>
                <a:lnTo>
                  <a:pt x="680435" y="95908"/>
                </a:lnTo>
                <a:lnTo>
                  <a:pt x="680920" y="97220"/>
                </a:lnTo>
                <a:lnTo>
                  <a:pt x="681442" y="98500"/>
                </a:lnTo>
                <a:lnTo>
                  <a:pt x="681999" y="99748"/>
                </a:lnTo>
                <a:lnTo>
                  <a:pt x="682592" y="100964"/>
                </a:lnTo>
                <a:lnTo>
                  <a:pt x="683221" y="102148"/>
                </a:lnTo>
                <a:lnTo>
                  <a:pt x="683886" y="103300"/>
                </a:lnTo>
                <a:lnTo>
                  <a:pt x="684587" y="104420"/>
                </a:lnTo>
                <a:lnTo>
                  <a:pt x="685324" y="105507"/>
                </a:lnTo>
                <a:lnTo>
                  <a:pt x="686097" y="106563"/>
                </a:lnTo>
                <a:lnTo>
                  <a:pt x="686906" y="107586"/>
                </a:lnTo>
                <a:lnTo>
                  <a:pt x="687751" y="108577"/>
                </a:lnTo>
                <a:lnTo>
                  <a:pt x="688621" y="109532"/>
                </a:lnTo>
                <a:lnTo>
                  <a:pt x="689506" y="110446"/>
                </a:lnTo>
                <a:lnTo>
                  <a:pt x="690405" y="111320"/>
                </a:lnTo>
                <a:lnTo>
                  <a:pt x="691318" y="112153"/>
                </a:lnTo>
                <a:lnTo>
                  <a:pt x="692246" y="112945"/>
                </a:lnTo>
                <a:lnTo>
                  <a:pt x="693188" y="113697"/>
                </a:lnTo>
                <a:lnTo>
                  <a:pt x="694145" y="114408"/>
                </a:lnTo>
                <a:lnTo>
                  <a:pt x="695116" y="115079"/>
                </a:lnTo>
                <a:lnTo>
                  <a:pt x="696102" y="115708"/>
                </a:lnTo>
                <a:lnTo>
                  <a:pt x="697102" y="116298"/>
                </a:lnTo>
                <a:lnTo>
                  <a:pt x="698117" y="116846"/>
                </a:lnTo>
                <a:lnTo>
                  <a:pt x="699146" y="117354"/>
                </a:lnTo>
                <a:lnTo>
                  <a:pt x="700190" y="117821"/>
                </a:lnTo>
                <a:lnTo>
                  <a:pt x="701248" y="118248"/>
                </a:lnTo>
                <a:lnTo>
                  <a:pt x="702320" y="118634"/>
                </a:lnTo>
                <a:lnTo>
                  <a:pt x="703407" y="118980"/>
                </a:lnTo>
                <a:lnTo>
                  <a:pt x="704509" y="119284"/>
                </a:lnTo>
                <a:lnTo>
                  <a:pt x="705625" y="119548"/>
                </a:lnTo>
                <a:lnTo>
                  <a:pt x="706755" y="119772"/>
                </a:lnTo>
                <a:lnTo>
                  <a:pt x="707900" y="119955"/>
                </a:lnTo>
                <a:lnTo>
                  <a:pt x="709059" y="120097"/>
                </a:lnTo>
                <a:lnTo>
                  <a:pt x="710233" y="120199"/>
                </a:lnTo>
                <a:lnTo>
                  <a:pt x="711421" y="120260"/>
                </a:lnTo>
                <a:lnTo>
                  <a:pt x="712624" y="120280"/>
                </a:lnTo>
                <a:lnTo>
                  <a:pt x="713219" y="120274"/>
                </a:lnTo>
                <a:lnTo>
                  <a:pt x="713813" y="120255"/>
                </a:lnTo>
                <a:lnTo>
                  <a:pt x="714407" y="120225"/>
                </a:lnTo>
                <a:lnTo>
                  <a:pt x="715001" y="120182"/>
                </a:lnTo>
                <a:lnTo>
                  <a:pt x="715594" y="120127"/>
                </a:lnTo>
                <a:lnTo>
                  <a:pt x="716187" y="120059"/>
                </a:lnTo>
                <a:lnTo>
                  <a:pt x="716779" y="119980"/>
                </a:lnTo>
                <a:lnTo>
                  <a:pt x="717371" y="119888"/>
                </a:lnTo>
                <a:lnTo>
                  <a:pt x="717963" y="119783"/>
                </a:lnTo>
                <a:lnTo>
                  <a:pt x="718554" y="119667"/>
                </a:lnTo>
                <a:lnTo>
                  <a:pt x="719145" y="119538"/>
                </a:lnTo>
                <a:lnTo>
                  <a:pt x="719735" y="119397"/>
                </a:lnTo>
                <a:lnTo>
                  <a:pt x="720325" y="119244"/>
                </a:lnTo>
                <a:lnTo>
                  <a:pt x="720914" y="119078"/>
                </a:lnTo>
                <a:lnTo>
                  <a:pt x="721503" y="118901"/>
                </a:lnTo>
                <a:lnTo>
                  <a:pt x="722092" y="118711"/>
                </a:lnTo>
                <a:lnTo>
                  <a:pt x="722680" y="118508"/>
                </a:lnTo>
                <a:lnTo>
                  <a:pt x="723268" y="118294"/>
                </a:lnTo>
                <a:lnTo>
                  <a:pt x="723856" y="118067"/>
                </a:lnTo>
                <a:lnTo>
                  <a:pt x="724443" y="117828"/>
                </a:lnTo>
                <a:lnTo>
                  <a:pt x="725029" y="117577"/>
                </a:lnTo>
                <a:lnTo>
                  <a:pt x="725615" y="117313"/>
                </a:lnTo>
                <a:lnTo>
                  <a:pt x="726201" y="117037"/>
                </a:lnTo>
                <a:lnTo>
                  <a:pt x="726786" y="116749"/>
                </a:lnTo>
                <a:lnTo>
                  <a:pt x="727368" y="116449"/>
                </a:lnTo>
                <a:lnTo>
                  <a:pt x="727944" y="116135"/>
                </a:lnTo>
                <a:lnTo>
                  <a:pt x="728513" y="115809"/>
                </a:lnTo>
                <a:lnTo>
                  <a:pt x="729075" y="115470"/>
                </a:lnTo>
                <a:lnTo>
                  <a:pt x="729631" y="115118"/>
                </a:lnTo>
                <a:lnTo>
                  <a:pt x="730181" y="114753"/>
                </a:lnTo>
                <a:lnTo>
                  <a:pt x="730724" y="114376"/>
                </a:lnTo>
                <a:lnTo>
                  <a:pt x="731260" y="113986"/>
                </a:lnTo>
                <a:lnTo>
                  <a:pt x="731790" y="113582"/>
                </a:lnTo>
                <a:lnTo>
                  <a:pt x="732314" y="113167"/>
                </a:lnTo>
                <a:lnTo>
                  <a:pt x="732831" y="112738"/>
                </a:lnTo>
                <a:lnTo>
                  <a:pt x="733342" y="112296"/>
                </a:lnTo>
                <a:lnTo>
                  <a:pt x="733846" y="111842"/>
                </a:lnTo>
                <a:lnTo>
                  <a:pt x="734344" y="111375"/>
                </a:lnTo>
                <a:lnTo>
                  <a:pt x="734835" y="110895"/>
                </a:lnTo>
                <a:lnTo>
                  <a:pt x="735320" y="110402"/>
                </a:lnTo>
                <a:lnTo>
                  <a:pt x="735798" y="109896"/>
                </a:lnTo>
                <a:lnTo>
                  <a:pt x="736270" y="109378"/>
                </a:lnTo>
                <a:lnTo>
                  <a:pt x="736735" y="108847"/>
                </a:lnTo>
                <a:lnTo>
                  <a:pt x="737194" y="108303"/>
                </a:lnTo>
                <a:lnTo>
                  <a:pt x="737647" y="107746"/>
                </a:lnTo>
                <a:lnTo>
                  <a:pt x="738093" y="107176"/>
                </a:lnTo>
                <a:lnTo>
                  <a:pt x="738532" y="106594"/>
                </a:lnTo>
                <a:lnTo>
                  <a:pt x="738965" y="105999"/>
                </a:lnTo>
                <a:lnTo>
                  <a:pt x="738965" y="118376"/>
                </a:lnTo>
                <a:lnTo>
                  <a:pt x="759673" y="118376"/>
                </a:lnTo>
                <a:lnTo>
                  <a:pt x="759673" y="2063"/>
                </a:lnTo>
                <a:lnTo>
                  <a:pt x="737378" y="2063"/>
                </a:lnTo>
                <a:lnTo>
                  <a:pt x="737378" y="43955"/>
                </a:lnTo>
                <a:lnTo>
                  <a:pt x="736512" y="42996"/>
                </a:lnTo>
                <a:close/>
                <a:moveTo>
                  <a:pt x="700317" y="70463"/>
                </a:moveTo>
                <a:lnTo>
                  <a:pt x="700400" y="69517"/>
                </a:lnTo>
                <a:lnTo>
                  <a:pt x="700502" y="68593"/>
                </a:lnTo>
                <a:lnTo>
                  <a:pt x="700623" y="67690"/>
                </a:lnTo>
                <a:lnTo>
                  <a:pt x="700763" y="66809"/>
                </a:lnTo>
                <a:lnTo>
                  <a:pt x="700921" y="65949"/>
                </a:lnTo>
                <a:lnTo>
                  <a:pt x="701098" y="65111"/>
                </a:lnTo>
                <a:lnTo>
                  <a:pt x="701293" y="64295"/>
                </a:lnTo>
                <a:lnTo>
                  <a:pt x="701507" y="63500"/>
                </a:lnTo>
                <a:lnTo>
                  <a:pt x="701739" y="62727"/>
                </a:lnTo>
                <a:lnTo>
                  <a:pt x="701990" y="61975"/>
                </a:lnTo>
                <a:lnTo>
                  <a:pt x="702260" y="61245"/>
                </a:lnTo>
                <a:lnTo>
                  <a:pt x="702548" y="60537"/>
                </a:lnTo>
                <a:lnTo>
                  <a:pt x="702855" y="59850"/>
                </a:lnTo>
                <a:lnTo>
                  <a:pt x="703180" y="59185"/>
                </a:lnTo>
                <a:lnTo>
                  <a:pt x="703524" y="58541"/>
                </a:lnTo>
                <a:lnTo>
                  <a:pt x="703887" y="57919"/>
                </a:lnTo>
                <a:lnTo>
                  <a:pt x="704268" y="57319"/>
                </a:lnTo>
                <a:lnTo>
                  <a:pt x="704668" y="56740"/>
                </a:lnTo>
                <a:lnTo>
                  <a:pt x="705086" y="56183"/>
                </a:lnTo>
                <a:lnTo>
                  <a:pt x="705523" y="55647"/>
                </a:lnTo>
                <a:lnTo>
                  <a:pt x="705974" y="55133"/>
                </a:lnTo>
                <a:lnTo>
                  <a:pt x="706434" y="54641"/>
                </a:lnTo>
                <a:lnTo>
                  <a:pt x="706902" y="54171"/>
                </a:lnTo>
                <a:lnTo>
                  <a:pt x="707380" y="53723"/>
                </a:lnTo>
                <a:lnTo>
                  <a:pt x="707867" y="53297"/>
                </a:lnTo>
                <a:lnTo>
                  <a:pt x="708362" y="52892"/>
                </a:lnTo>
                <a:lnTo>
                  <a:pt x="708867" y="52509"/>
                </a:lnTo>
                <a:lnTo>
                  <a:pt x="709380" y="52149"/>
                </a:lnTo>
                <a:lnTo>
                  <a:pt x="709902" y="51810"/>
                </a:lnTo>
                <a:lnTo>
                  <a:pt x="710434" y="51493"/>
                </a:lnTo>
                <a:lnTo>
                  <a:pt x="710974" y="51197"/>
                </a:lnTo>
                <a:lnTo>
                  <a:pt x="711523" y="50924"/>
                </a:lnTo>
                <a:lnTo>
                  <a:pt x="712082" y="50673"/>
                </a:lnTo>
                <a:lnTo>
                  <a:pt x="712649" y="50443"/>
                </a:lnTo>
                <a:lnTo>
                  <a:pt x="713225" y="50235"/>
                </a:lnTo>
                <a:lnTo>
                  <a:pt x="713810" y="50049"/>
                </a:lnTo>
                <a:lnTo>
                  <a:pt x="714404" y="49885"/>
                </a:lnTo>
                <a:lnTo>
                  <a:pt x="715007" y="49743"/>
                </a:lnTo>
                <a:lnTo>
                  <a:pt x="715619" y="49623"/>
                </a:lnTo>
                <a:lnTo>
                  <a:pt x="716240" y="49525"/>
                </a:lnTo>
                <a:lnTo>
                  <a:pt x="716870" y="49448"/>
                </a:lnTo>
                <a:lnTo>
                  <a:pt x="717508" y="49393"/>
                </a:lnTo>
                <a:lnTo>
                  <a:pt x="718156" y="49361"/>
                </a:lnTo>
                <a:lnTo>
                  <a:pt x="718813" y="49350"/>
                </a:lnTo>
                <a:lnTo>
                  <a:pt x="719489" y="49361"/>
                </a:lnTo>
                <a:lnTo>
                  <a:pt x="720154" y="49394"/>
                </a:lnTo>
                <a:lnTo>
                  <a:pt x="720810" y="49449"/>
                </a:lnTo>
                <a:lnTo>
                  <a:pt x="721455" y="49527"/>
                </a:lnTo>
                <a:lnTo>
                  <a:pt x="722090" y="49626"/>
                </a:lnTo>
                <a:lnTo>
                  <a:pt x="722715" y="49748"/>
                </a:lnTo>
                <a:lnTo>
                  <a:pt x="723330" y="49892"/>
                </a:lnTo>
                <a:lnTo>
                  <a:pt x="723935" y="50058"/>
                </a:lnTo>
                <a:lnTo>
                  <a:pt x="724529" y="50246"/>
                </a:lnTo>
                <a:lnTo>
                  <a:pt x="725113" y="50457"/>
                </a:lnTo>
                <a:lnTo>
                  <a:pt x="725687" y="50689"/>
                </a:lnTo>
                <a:lnTo>
                  <a:pt x="726251" y="50944"/>
                </a:lnTo>
                <a:lnTo>
                  <a:pt x="726804" y="51221"/>
                </a:lnTo>
                <a:lnTo>
                  <a:pt x="727348" y="51520"/>
                </a:lnTo>
                <a:lnTo>
                  <a:pt x="727881" y="51841"/>
                </a:lnTo>
                <a:lnTo>
                  <a:pt x="728404" y="52184"/>
                </a:lnTo>
                <a:lnTo>
                  <a:pt x="728917" y="52549"/>
                </a:lnTo>
                <a:lnTo>
                  <a:pt x="729420" y="52937"/>
                </a:lnTo>
                <a:lnTo>
                  <a:pt x="729912" y="53346"/>
                </a:lnTo>
                <a:lnTo>
                  <a:pt x="730394" y="53778"/>
                </a:lnTo>
                <a:lnTo>
                  <a:pt x="730866" y="54232"/>
                </a:lnTo>
                <a:lnTo>
                  <a:pt x="731328" y="54708"/>
                </a:lnTo>
                <a:lnTo>
                  <a:pt x="731780" y="55206"/>
                </a:lnTo>
                <a:lnTo>
                  <a:pt x="732221" y="55727"/>
                </a:lnTo>
                <a:lnTo>
                  <a:pt x="732649" y="56272"/>
                </a:lnTo>
                <a:lnTo>
                  <a:pt x="733058" y="56846"/>
                </a:lnTo>
                <a:lnTo>
                  <a:pt x="733449" y="57448"/>
                </a:lnTo>
                <a:lnTo>
                  <a:pt x="733821" y="58078"/>
                </a:lnTo>
                <a:lnTo>
                  <a:pt x="734176" y="58736"/>
                </a:lnTo>
                <a:lnTo>
                  <a:pt x="734512" y="59423"/>
                </a:lnTo>
                <a:lnTo>
                  <a:pt x="734830" y="60138"/>
                </a:lnTo>
                <a:lnTo>
                  <a:pt x="735130" y="60880"/>
                </a:lnTo>
                <a:lnTo>
                  <a:pt x="735412" y="61652"/>
                </a:lnTo>
                <a:lnTo>
                  <a:pt x="735676" y="62451"/>
                </a:lnTo>
                <a:lnTo>
                  <a:pt x="735921" y="63278"/>
                </a:lnTo>
                <a:lnTo>
                  <a:pt x="736149" y="64134"/>
                </a:lnTo>
                <a:lnTo>
                  <a:pt x="736358" y="65018"/>
                </a:lnTo>
                <a:lnTo>
                  <a:pt x="736549" y="65930"/>
                </a:lnTo>
                <a:lnTo>
                  <a:pt x="736721" y="66871"/>
                </a:lnTo>
                <a:lnTo>
                  <a:pt x="736876" y="67839"/>
                </a:lnTo>
                <a:lnTo>
                  <a:pt x="737012" y="68836"/>
                </a:lnTo>
                <a:lnTo>
                  <a:pt x="737130" y="69861"/>
                </a:lnTo>
                <a:lnTo>
                  <a:pt x="737230" y="70914"/>
                </a:lnTo>
                <a:lnTo>
                  <a:pt x="737312" y="71996"/>
                </a:lnTo>
                <a:lnTo>
                  <a:pt x="737376" y="73105"/>
                </a:lnTo>
                <a:lnTo>
                  <a:pt x="737421" y="74243"/>
                </a:lnTo>
                <a:lnTo>
                  <a:pt x="737449" y="75409"/>
                </a:lnTo>
                <a:lnTo>
                  <a:pt x="737458" y="76603"/>
                </a:lnTo>
                <a:lnTo>
                  <a:pt x="737448" y="77674"/>
                </a:lnTo>
                <a:lnTo>
                  <a:pt x="737420" y="78724"/>
                </a:lnTo>
                <a:lnTo>
                  <a:pt x="737373" y="79750"/>
                </a:lnTo>
                <a:lnTo>
                  <a:pt x="737308" y="80754"/>
                </a:lnTo>
                <a:lnTo>
                  <a:pt x="737224" y="81736"/>
                </a:lnTo>
                <a:lnTo>
                  <a:pt x="737121" y="82696"/>
                </a:lnTo>
                <a:lnTo>
                  <a:pt x="736999" y="83632"/>
                </a:lnTo>
                <a:lnTo>
                  <a:pt x="736858" y="84547"/>
                </a:lnTo>
                <a:lnTo>
                  <a:pt x="736699" y="85439"/>
                </a:lnTo>
                <a:lnTo>
                  <a:pt x="736521" y="86309"/>
                </a:lnTo>
                <a:lnTo>
                  <a:pt x="736324" y="87156"/>
                </a:lnTo>
                <a:lnTo>
                  <a:pt x="736109" y="87981"/>
                </a:lnTo>
                <a:lnTo>
                  <a:pt x="735875" y="88783"/>
                </a:lnTo>
                <a:lnTo>
                  <a:pt x="735622" y="89563"/>
                </a:lnTo>
                <a:lnTo>
                  <a:pt x="735350" y="90321"/>
                </a:lnTo>
                <a:lnTo>
                  <a:pt x="735060" y="91056"/>
                </a:lnTo>
                <a:lnTo>
                  <a:pt x="734751" y="91769"/>
                </a:lnTo>
                <a:lnTo>
                  <a:pt x="734423" y="92459"/>
                </a:lnTo>
                <a:lnTo>
                  <a:pt x="734076" y="93127"/>
                </a:lnTo>
                <a:lnTo>
                  <a:pt x="733711" y="93773"/>
                </a:lnTo>
                <a:lnTo>
                  <a:pt x="733327" y="94396"/>
                </a:lnTo>
                <a:lnTo>
                  <a:pt x="732924" y="94997"/>
                </a:lnTo>
                <a:lnTo>
                  <a:pt x="732503" y="95575"/>
                </a:lnTo>
                <a:lnTo>
                  <a:pt x="732063" y="96131"/>
                </a:lnTo>
                <a:lnTo>
                  <a:pt x="731609" y="96664"/>
                </a:lnTo>
                <a:lnTo>
                  <a:pt x="731147" y="97175"/>
                </a:lnTo>
                <a:lnTo>
                  <a:pt x="730678" y="97662"/>
                </a:lnTo>
                <a:lnTo>
                  <a:pt x="730200" y="98128"/>
                </a:lnTo>
                <a:lnTo>
                  <a:pt x="729715" y="98570"/>
                </a:lnTo>
                <a:lnTo>
                  <a:pt x="729221" y="98990"/>
                </a:lnTo>
                <a:lnTo>
                  <a:pt x="728720" y="99387"/>
                </a:lnTo>
                <a:lnTo>
                  <a:pt x="728210" y="99762"/>
                </a:lnTo>
                <a:lnTo>
                  <a:pt x="727693" y="100113"/>
                </a:lnTo>
                <a:lnTo>
                  <a:pt x="727167" y="100442"/>
                </a:lnTo>
                <a:lnTo>
                  <a:pt x="726634" y="100749"/>
                </a:lnTo>
                <a:lnTo>
                  <a:pt x="726092" y="101032"/>
                </a:lnTo>
                <a:lnTo>
                  <a:pt x="725543" y="101293"/>
                </a:lnTo>
                <a:lnTo>
                  <a:pt x="724985" y="101532"/>
                </a:lnTo>
                <a:lnTo>
                  <a:pt x="724420" y="101747"/>
                </a:lnTo>
                <a:lnTo>
                  <a:pt x="723846" y="101940"/>
                </a:lnTo>
                <a:lnTo>
                  <a:pt x="723265" y="102110"/>
                </a:lnTo>
                <a:lnTo>
                  <a:pt x="722676" y="102258"/>
                </a:lnTo>
                <a:lnTo>
                  <a:pt x="722078" y="102383"/>
                </a:lnTo>
                <a:lnTo>
                  <a:pt x="721473" y="102485"/>
                </a:lnTo>
                <a:lnTo>
                  <a:pt x="720859" y="102564"/>
                </a:lnTo>
                <a:lnTo>
                  <a:pt x="720238" y="102621"/>
                </a:lnTo>
                <a:lnTo>
                  <a:pt x="719609" y="102655"/>
                </a:lnTo>
                <a:lnTo>
                  <a:pt x="718971" y="102666"/>
                </a:lnTo>
                <a:lnTo>
                  <a:pt x="718172" y="102651"/>
                </a:lnTo>
                <a:lnTo>
                  <a:pt x="717388" y="102606"/>
                </a:lnTo>
                <a:lnTo>
                  <a:pt x="716618" y="102530"/>
                </a:lnTo>
                <a:lnTo>
                  <a:pt x="715864" y="102424"/>
                </a:lnTo>
                <a:lnTo>
                  <a:pt x="715124" y="102288"/>
                </a:lnTo>
                <a:lnTo>
                  <a:pt x="714399" y="102122"/>
                </a:lnTo>
                <a:lnTo>
                  <a:pt x="713690" y="101925"/>
                </a:lnTo>
                <a:lnTo>
                  <a:pt x="712994" y="101698"/>
                </a:lnTo>
                <a:lnTo>
                  <a:pt x="712314" y="101441"/>
                </a:lnTo>
                <a:lnTo>
                  <a:pt x="711649" y="101153"/>
                </a:lnTo>
                <a:lnTo>
                  <a:pt x="710999" y="100836"/>
                </a:lnTo>
                <a:lnTo>
                  <a:pt x="710363" y="100488"/>
                </a:lnTo>
                <a:lnTo>
                  <a:pt x="709742" y="100109"/>
                </a:lnTo>
                <a:lnTo>
                  <a:pt x="709137" y="99701"/>
                </a:lnTo>
                <a:lnTo>
                  <a:pt x="708546" y="99262"/>
                </a:lnTo>
                <a:lnTo>
                  <a:pt x="707970" y="98793"/>
                </a:lnTo>
                <a:lnTo>
                  <a:pt x="707408" y="98294"/>
                </a:lnTo>
                <a:lnTo>
                  <a:pt x="706862" y="97764"/>
                </a:lnTo>
                <a:lnTo>
                  <a:pt x="706331" y="97204"/>
                </a:lnTo>
                <a:lnTo>
                  <a:pt x="705814" y="96614"/>
                </a:lnTo>
                <a:lnTo>
                  <a:pt x="705312" y="95994"/>
                </a:lnTo>
                <a:lnTo>
                  <a:pt x="704826" y="95343"/>
                </a:lnTo>
                <a:lnTo>
                  <a:pt x="704354" y="94662"/>
                </a:lnTo>
                <a:lnTo>
                  <a:pt x="703897" y="93951"/>
                </a:lnTo>
                <a:lnTo>
                  <a:pt x="703592" y="93437"/>
                </a:lnTo>
                <a:lnTo>
                  <a:pt x="703301" y="92896"/>
                </a:lnTo>
                <a:lnTo>
                  <a:pt x="703023" y="92330"/>
                </a:lnTo>
                <a:lnTo>
                  <a:pt x="702757" y="91738"/>
                </a:lnTo>
                <a:lnTo>
                  <a:pt x="702505" y="91120"/>
                </a:lnTo>
                <a:lnTo>
                  <a:pt x="702265" y="90476"/>
                </a:lnTo>
                <a:lnTo>
                  <a:pt x="702039" y="89806"/>
                </a:lnTo>
                <a:lnTo>
                  <a:pt x="701825" y="89110"/>
                </a:lnTo>
                <a:lnTo>
                  <a:pt x="701624" y="88389"/>
                </a:lnTo>
                <a:lnTo>
                  <a:pt x="701437" y="87642"/>
                </a:lnTo>
                <a:lnTo>
                  <a:pt x="701262" y="86868"/>
                </a:lnTo>
                <a:lnTo>
                  <a:pt x="701100" y="86069"/>
                </a:lnTo>
                <a:lnTo>
                  <a:pt x="700951" y="85244"/>
                </a:lnTo>
                <a:lnTo>
                  <a:pt x="700815" y="84394"/>
                </a:lnTo>
                <a:lnTo>
                  <a:pt x="700692" y="83517"/>
                </a:lnTo>
                <a:lnTo>
                  <a:pt x="700582" y="82614"/>
                </a:lnTo>
                <a:lnTo>
                  <a:pt x="700485" y="81686"/>
                </a:lnTo>
                <a:lnTo>
                  <a:pt x="700401" y="80732"/>
                </a:lnTo>
                <a:lnTo>
                  <a:pt x="700330" y="79752"/>
                </a:lnTo>
                <a:lnTo>
                  <a:pt x="700271" y="78746"/>
                </a:lnTo>
                <a:lnTo>
                  <a:pt x="700226" y="77714"/>
                </a:lnTo>
                <a:lnTo>
                  <a:pt x="700194" y="76656"/>
                </a:lnTo>
                <a:lnTo>
                  <a:pt x="700174" y="75573"/>
                </a:lnTo>
                <a:lnTo>
                  <a:pt x="700168" y="74463"/>
                </a:lnTo>
                <a:lnTo>
                  <a:pt x="700177" y="73431"/>
                </a:lnTo>
                <a:lnTo>
                  <a:pt x="700205" y="72420"/>
                </a:lnTo>
                <a:lnTo>
                  <a:pt x="700251" y="71431"/>
                </a:lnTo>
                <a:lnTo>
                  <a:pt x="700317" y="70463"/>
                </a:lnTo>
                <a:close/>
                <a:moveTo>
                  <a:pt x="1076349" y="35132"/>
                </a:moveTo>
                <a:lnTo>
                  <a:pt x="1075752" y="34848"/>
                </a:lnTo>
                <a:lnTo>
                  <a:pt x="1075153" y="34577"/>
                </a:lnTo>
                <a:lnTo>
                  <a:pt x="1074552" y="34322"/>
                </a:lnTo>
                <a:lnTo>
                  <a:pt x="1073949" y="34081"/>
                </a:lnTo>
                <a:lnTo>
                  <a:pt x="1073344" y="33855"/>
                </a:lnTo>
                <a:lnTo>
                  <a:pt x="1072738" y="33643"/>
                </a:lnTo>
                <a:lnTo>
                  <a:pt x="1072129" y="33446"/>
                </a:lnTo>
                <a:lnTo>
                  <a:pt x="1071518" y="33263"/>
                </a:lnTo>
                <a:lnTo>
                  <a:pt x="1070906" y="33095"/>
                </a:lnTo>
                <a:lnTo>
                  <a:pt x="1070291" y="32942"/>
                </a:lnTo>
                <a:lnTo>
                  <a:pt x="1069675" y="32803"/>
                </a:lnTo>
                <a:lnTo>
                  <a:pt x="1069057" y="32679"/>
                </a:lnTo>
                <a:lnTo>
                  <a:pt x="1068436" y="32570"/>
                </a:lnTo>
                <a:lnTo>
                  <a:pt x="1067814" y="32475"/>
                </a:lnTo>
                <a:lnTo>
                  <a:pt x="1067190" y="32395"/>
                </a:lnTo>
                <a:lnTo>
                  <a:pt x="1066564" y="32329"/>
                </a:lnTo>
                <a:lnTo>
                  <a:pt x="1065936" y="32278"/>
                </a:lnTo>
                <a:lnTo>
                  <a:pt x="1065306" y="32241"/>
                </a:lnTo>
                <a:lnTo>
                  <a:pt x="1064674" y="32219"/>
                </a:lnTo>
                <a:lnTo>
                  <a:pt x="1064040" y="32212"/>
                </a:lnTo>
                <a:lnTo>
                  <a:pt x="1063593" y="32217"/>
                </a:lnTo>
                <a:lnTo>
                  <a:pt x="1063149" y="32231"/>
                </a:lnTo>
                <a:lnTo>
                  <a:pt x="1062710" y="32254"/>
                </a:lnTo>
                <a:lnTo>
                  <a:pt x="1062274" y="32287"/>
                </a:lnTo>
                <a:lnTo>
                  <a:pt x="1061842" y="32329"/>
                </a:lnTo>
                <a:lnTo>
                  <a:pt x="1061415" y="32381"/>
                </a:lnTo>
                <a:lnTo>
                  <a:pt x="1060991" y="32442"/>
                </a:lnTo>
                <a:lnTo>
                  <a:pt x="1060572" y="32512"/>
                </a:lnTo>
                <a:lnTo>
                  <a:pt x="1060156" y="32591"/>
                </a:lnTo>
                <a:lnTo>
                  <a:pt x="1059744" y="32680"/>
                </a:lnTo>
                <a:lnTo>
                  <a:pt x="1059337" y="32779"/>
                </a:lnTo>
                <a:lnTo>
                  <a:pt x="1058933" y="32887"/>
                </a:lnTo>
                <a:lnTo>
                  <a:pt x="1058533" y="33004"/>
                </a:lnTo>
                <a:lnTo>
                  <a:pt x="1058138" y="33130"/>
                </a:lnTo>
                <a:lnTo>
                  <a:pt x="1057746" y="33266"/>
                </a:lnTo>
                <a:lnTo>
                  <a:pt x="1057358" y="33411"/>
                </a:lnTo>
                <a:lnTo>
                  <a:pt x="1056975" y="33566"/>
                </a:lnTo>
                <a:lnTo>
                  <a:pt x="1056595" y="33730"/>
                </a:lnTo>
                <a:lnTo>
                  <a:pt x="1056219" y="33903"/>
                </a:lnTo>
                <a:lnTo>
                  <a:pt x="1055847" y="34085"/>
                </a:lnTo>
                <a:lnTo>
                  <a:pt x="1055480" y="34277"/>
                </a:lnTo>
                <a:lnTo>
                  <a:pt x="1055116" y="34479"/>
                </a:lnTo>
                <a:lnTo>
                  <a:pt x="1054756" y="34690"/>
                </a:lnTo>
                <a:lnTo>
                  <a:pt x="1054401" y="34910"/>
                </a:lnTo>
                <a:lnTo>
                  <a:pt x="1054045" y="35145"/>
                </a:lnTo>
                <a:lnTo>
                  <a:pt x="1053686" y="35400"/>
                </a:lnTo>
                <a:lnTo>
                  <a:pt x="1053323" y="35675"/>
                </a:lnTo>
                <a:lnTo>
                  <a:pt x="1052956" y="35970"/>
                </a:lnTo>
                <a:lnTo>
                  <a:pt x="1052585" y="36285"/>
                </a:lnTo>
                <a:lnTo>
                  <a:pt x="1052211" y="36620"/>
                </a:lnTo>
                <a:lnTo>
                  <a:pt x="1051833" y="36976"/>
                </a:lnTo>
                <a:lnTo>
                  <a:pt x="1051452" y="37352"/>
                </a:lnTo>
                <a:lnTo>
                  <a:pt x="1051066" y="37747"/>
                </a:lnTo>
                <a:lnTo>
                  <a:pt x="1050677" y="38163"/>
                </a:lnTo>
                <a:lnTo>
                  <a:pt x="1050285" y="38599"/>
                </a:lnTo>
                <a:lnTo>
                  <a:pt x="1049888" y="39055"/>
                </a:lnTo>
                <a:lnTo>
                  <a:pt x="1049488" y="39531"/>
                </a:lnTo>
                <a:lnTo>
                  <a:pt x="1049084" y="40028"/>
                </a:lnTo>
                <a:lnTo>
                  <a:pt x="1048676" y="40544"/>
                </a:lnTo>
                <a:lnTo>
                  <a:pt x="1048265" y="41081"/>
                </a:lnTo>
                <a:lnTo>
                  <a:pt x="1047850" y="41637"/>
                </a:lnTo>
                <a:lnTo>
                  <a:pt x="1047431" y="42214"/>
                </a:lnTo>
                <a:lnTo>
                  <a:pt x="1047009" y="42811"/>
                </a:lnTo>
                <a:lnTo>
                  <a:pt x="1046582" y="43428"/>
                </a:lnTo>
                <a:lnTo>
                  <a:pt x="1046152" y="44065"/>
                </a:lnTo>
                <a:lnTo>
                  <a:pt x="1045719" y="44722"/>
                </a:lnTo>
                <a:lnTo>
                  <a:pt x="1045281" y="45399"/>
                </a:lnTo>
                <a:lnTo>
                  <a:pt x="1044840" y="46097"/>
                </a:lnTo>
                <a:lnTo>
                  <a:pt x="1044840" y="34116"/>
                </a:lnTo>
                <a:lnTo>
                  <a:pt x="1024132" y="34116"/>
                </a:lnTo>
                <a:lnTo>
                  <a:pt x="1024132" y="118376"/>
                </a:lnTo>
                <a:lnTo>
                  <a:pt x="1046427" y="118376"/>
                </a:lnTo>
                <a:lnTo>
                  <a:pt x="1046427" y="92352"/>
                </a:lnTo>
                <a:lnTo>
                  <a:pt x="1046430" y="90586"/>
                </a:lnTo>
                <a:lnTo>
                  <a:pt x="1046440" y="88871"/>
                </a:lnTo>
                <a:lnTo>
                  <a:pt x="1046456" y="87207"/>
                </a:lnTo>
                <a:lnTo>
                  <a:pt x="1046479" y="85595"/>
                </a:lnTo>
                <a:lnTo>
                  <a:pt x="1046508" y="84034"/>
                </a:lnTo>
                <a:lnTo>
                  <a:pt x="1046543" y="82524"/>
                </a:lnTo>
                <a:lnTo>
                  <a:pt x="1046586" y="81065"/>
                </a:lnTo>
                <a:lnTo>
                  <a:pt x="1046634" y="79658"/>
                </a:lnTo>
                <a:lnTo>
                  <a:pt x="1046689" y="78301"/>
                </a:lnTo>
                <a:lnTo>
                  <a:pt x="1046751" y="76996"/>
                </a:lnTo>
                <a:lnTo>
                  <a:pt x="1046819" y="75743"/>
                </a:lnTo>
                <a:lnTo>
                  <a:pt x="1046893" y="74540"/>
                </a:lnTo>
                <a:lnTo>
                  <a:pt x="1046974" y="73389"/>
                </a:lnTo>
                <a:lnTo>
                  <a:pt x="1047061" y="72289"/>
                </a:lnTo>
                <a:lnTo>
                  <a:pt x="1047155" y="71240"/>
                </a:lnTo>
                <a:lnTo>
                  <a:pt x="1047256" y="70243"/>
                </a:lnTo>
                <a:lnTo>
                  <a:pt x="1047362" y="69296"/>
                </a:lnTo>
                <a:lnTo>
                  <a:pt x="1047476" y="68401"/>
                </a:lnTo>
                <a:lnTo>
                  <a:pt x="1047595" y="67557"/>
                </a:lnTo>
                <a:lnTo>
                  <a:pt x="1047722" y="66765"/>
                </a:lnTo>
                <a:lnTo>
                  <a:pt x="1047854" y="66024"/>
                </a:lnTo>
                <a:lnTo>
                  <a:pt x="1047994" y="65333"/>
                </a:lnTo>
                <a:lnTo>
                  <a:pt x="1048139" y="64695"/>
                </a:lnTo>
                <a:lnTo>
                  <a:pt x="1048291" y="64107"/>
                </a:lnTo>
                <a:lnTo>
                  <a:pt x="1048449" y="63552"/>
                </a:lnTo>
                <a:lnTo>
                  <a:pt x="1048612" y="63012"/>
                </a:lnTo>
                <a:lnTo>
                  <a:pt x="1048779" y="62486"/>
                </a:lnTo>
                <a:lnTo>
                  <a:pt x="1048951" y="61975"/>
                </a:lnTo>
                <a:lnTo>
                  <a:pt x="1049129" y="61478"/>
                </a:lnTo>
                <a:lnTo>
                  <a:pt x="1049310" y="60995"/>
                </a:lnTo>
                <a:lnTo>
                  <a:pt x="1049497" y="60527"/>
                </a:lnTo>
                <a:lnTo>
                  <a:pt x="1049689" y="60074"/>
                </a:lnTo>
                <a:lnTo>
                  <a:pt x="1049885" y="59635"/>
                </a:lnTo>
                <a:lnTo>
                  <a:pt x="1050086" y="59210"/>
                </a:lnTo>
                <a:lnTo>
                  <a:pt x="1050292" y="58800"/>
                </a:lnTo>
                <a:lnTo>
                  <a:pt x="1050503" y="58404"/>
                </a:lnTo>
                <a:lnTo>
                  <a:pt x="1050719" y="58023"/>
                </a:lnTo>
                <a:lnTo>
                  <a:pt x="1050939" y="57656"/>
                </a:lnTo>
                <a:lnTo>
                  <a:pt x="1051164" y="57304"/>
                </a:lnTo>
                <a:lnTo>
                  <a:pt x="1051394" y="56966"/>
                </a:lnTo>
                <a:lnTo>
                  <a:pt x="1051629" y="56643"/>
                </a:lnTo>
                <a:lnTo>
                  <a:pt x="1051869" y="56334"/>
                </a:lnTo>
                <a:lnTo>
                  <a:pt x="1052114" y="56040"/>
                </a:lnTo>
                <a:lnTo>
                  <a:pt x="1052363" y="55760"/>
                </a:lnTo>
                <a:lnTo>
                  <a:pt x="1052617" y="55494"/>
                </a:lnTo>
                <a:lnTo>
                  <a:pt x="1052876" y="55243"/>
                </a:lnTo>
                <a:lnTo>
                  <a:pt x="1053140" y="55007"/>
                </a:lnTo>
                <a:lnTo>
                  <a:pt x="1053409" y="54784"/>
                </a:lnTo>
                <a:lnTo>
                  <a:pt x="1053682" y="54574"/>
                </a:lnTo>
                <a:lnTo>
                  <a:pt x="1053961" y="54373"/>
                </a:lnTo>
                <a:lnTo>
                  <a:pt x="1054244" y="54180"/>
                </a:lnTo>
                <a:lnTo>
                  <a:pt x="1054533" y="53997"/>
                </a:lnTo>
                <a:lnTo>
                  <a:pt x="1054826" y="53822"/>
                </a:lnTo>
                <a:lnTo>
                  <a:pt x="1055125" y="53656"/>
                </a:lnTo>
                <a:lnTo>
                  <a:pt x="1055428" y="53500"/>
                </a:lnTo>
                <a:lnTo>
                  <a:pt x="1055736" y="53352"/>
                </a:lnTo>
                <a:lnTo>
                  <a:pt x="1056049" y="53213"/>
                </a:lnTo>
                <a:lnTo>
                  <a:pt x="1056368" y="53083"/>
                </a:lnTo>
                <a:lnTo>
                  <a:pt x="1056691" y="52962"/>
                </a:lnTo>
                <a:lnTo>
                  <a:pt x="1057019" y="52851"/>
                </a:lnTo>
                <a:lnTo>
                  <a:pt x="1057352" y="52748"/>
                </a:lnTo>
                <a:lnTo>
                  <a:pt x="1057690" y="52654"/>
                </a:lnTo>
                <a:lnTo>
                  <a:pt x="1058033" y="52569"/>
                </a:lnTo>
                <a:lnTo>
                  <a:pt x="1058381" y="52492"/>
                </a:lnTo>
                <a:lnTo>
                  <a:pt x="1058734" y="52425"/>
                </a:lnTo>
                <a:lnTo>
                  <a:pt x="1059092" y="52367"/>
                </a:lnTo>
                <a:lnTo>
                  <a:pt x="1059454" y="52318"/>
                </a:lnTo>
                <a:lnTo>
                  <a:pt x="1059822" y="52278"/>
                </a:lnTo>
                <a:lnTo>
                  <a:pt x="1060195" y="52246"/>
                </a:lnTo>
                <a:lnTo>
                  <a:pt x="1060573" y="52224"/>
                </a:lnTo>
                <a:lnTo>
                  <a:pt x="1060955" y="52210"/>
                </a:lnTo>
                <a:lnTo>
                  <a:pt x="1061343" y="52206"/>
                </a:lnTo>
                <a:lnTo>
                  <a:pt x="1061748" y="52212"/>
                </a:lnTo>
                <a:lnTo>
                  <a:pt x="1062155" y="52231"/>
                </a:lnTo>
                <a:lnTo>
                  <a:pt x="1062565" y="52263"/>
                </a:lnTo>
                <a:lnTo>
                  <a:pt x="1062978" y="52307"/>
                </a:lnTo>
                <a:lnTo>
                  <a:pt x="1063394" y="52364"/>
                </a:lnTo>
                <a:lnTo>
                  <a:pt x="1063812" y="52434"/>
                </a:lnTo>
                <a:lnTo>
                  <a:pt x="1064234" y="52516"/>
                </a:lnTo>
                <a:lnTo>
                  <a:pt x="1064658" y="52611"/>
                </a:lnTo>
                <a:lnTo>
                  <a:pt x="1065084" y="52719"/>
                </a:lnTo>
                <a:lnTo>
                  <a:pt x="1065514" y="52840"/>
                </a:lnTo>
                <a:lnTo>
                  <a:pt x="1065946" y="52973"/>
                </a:lnTo>
                <a:lnTo>
                  <a:pt x="1066381" y="53118"/>
                </a:lnTo>
                <a:lnTo>
                  <a:pt x="1066819" y="53277"/>
                </a:lnTo>
                <a:lnTo>
                  <a:pt x="1067259" y="53448"/>
                </a:lnTo>
                <a:lnTo>
                  <a:pt x="1067703" y="53632"/>
                </a:lnTo>
                <a:lnTo>
                  <a:pt x="1068149" y="53828"/>
                </a:lnTo>
                <a:lnTo>
                  <a:pt x="1068597" y="54037"/>
                </a:lnTo>
                <a:lnTo>
                  <a:pt x="1069049" y="54259"/>
                </a:lnTo>
                <a:lnTo>
                  <a:pt x="1069503" y="54493"/>
                </a:lnTo>
                <a:lnTo>
                  <a:pt x="1069960" y="54740"/>
                </a:lnTo>
                <a:lnTo>
                  <a:pt x="1070420" y="55000"/>
                </a:lnTo>
                <a:lnTo>
                  <a:pt x="1070882" y="55273"/>
                </a:lnTo>
                <a:lnTo>
                  <a:pt x="1071348" y="55558"/>
                </a:lnTo>
                <a:lnTo>
                  <a:pt x="1071816" y="55856"/>
                </a:lnTo>
                <a:lnTo>
                  <a:pt x="1078583" y="36799"/>
                </a:lnTo>
                <a:lnTo>
                  <a:pt x="1111460" y="118376"/>
                </a:lnTo>
                <a:lnTo>
                  <a:pt x="1131533" y="118376"/>
                </a:lnTo>
                <a:lnTo>
                  <a:pt x="1165014" y="34116"/>
                </a:lnTo>
                <a:lnTo>
                  <a:pt x="1142085" y="34116"/>
                </a:lnTo>
                <a:lnTo>
                  <a:pt x="1126058" y="77119"/>
                </a:lnTo>
                <a:lnTo>
                  <a:pt x="1125953" y="77416"/>
                </a:lnTo>
                <a:lnTo>
                  <a:pt x="1125848" y="77714"/>
                </a:lnTo>
                <a:lnTo>
                  <a:pt x="1125743" y="78011"/>
                </a:lnTo>
                <a:lnTo>
                  <a:pt x="1125640" y="78309"/>
                </a:lnTo>
                <a:lnTo>
                  <a:pt x="1125536" y="78606"/>
                </a:lnTo>
                <a:lnTo>
                  <a:pt x="1125433" y="78904"/>
                </a:lnTo>
                <a:lnTo>
                  <a:pt x="1125331" y="79201"/>
                </a:lnTo>
                <a:lnTo>
                  <a:pt x="1125230" y="79499"/>
                </a:lnTo>
                <a:lnTo>
                  <a:pt x="1125128" y="79796"/>
                </a:lnTo>
                <a:lnTo>
                  <a:pt x="1125028" y="80094"/>
                </a:lnTo>
                <a:lnTo>
                  <a:pt x="1124928" y="80392"/>
                </a:lnTo>
                <a:lnTo>
                  <a:pt x="1124828" y="80689"/>
                </a:lnTo>
                <a:lnTo>
                  <a:pt x="1124730" y="80987"/>
                </a:lnTo>
                <a:lnTo>
                  <a:pt x="1124631" y="81284"/>
                </a:lnTo>
                <a:lnTo>
                  <a:pt x="1124533" y="81582"/>
                </a:lnTo>
                <a:lnTo>
                  <a:pt x="1124436" y="81879"/>
                </a:lnTo>
                <a:lnTo>
                  <a:pt x="1124339" y="82177"/>
                </a:lnTo>
                <a:lnTo>
                  <a:pt x="1124243" y="82474"/>
                </a:lnTo>
                <a:lnTo>
                  <a:pt x="1124148" y="82772"/>
                </a:lnTo>
                <a:lnTo>
                  <a:pt x="1124053" y="83069"/>
                </a:lnTo>
                <a:lnTo>
                  <a:pt x="1123958" y="83367"/>
                </a:lnTo>
                <a:lnTo>
                  <a:pt x="1123864" y="83664"/>
                </a:lnTo>
                <a:lnTo>
                  <a:pt x="1123771" y="83962"/>
                </a:lnTo>
                <a:lnTo>
                  <a:pt x="1123678" y="84259"/>
                </a:lnTo>
                <a:lnTo>
                  <a:pt x="1123636" y="84411"/>
                </a:lnTo>
                <a:lnTo>
                  <a:pt x="1123589" y="84576"/>
                </a:lnTo>
                <a:lnTo>
                  <a:pt x="1123538" y="84754"/>
                </a:lnTo>
                <a:lnTo>
                  <a:pt x="1123482" y="84945"/>
                </a:lnTo>
                <a:lnTo>
                  <a:pt x="1123421" y="85149"/>
                </a:lnTo>
                <a:lnTo>
                  <a:pt x="1123356" y="85365"/>
                </a:lnTo>
                <a:lnTo>
                  <a:pt x="1123286" y="85595"/>
                </a:lnTo>
                <a:lnTo>
                  <a:pt x="1123211" y="85837"/>
                </a:lnTo>
                <a:lnTo>
                  <a:pt x="1123131" y="86093"/>
                </a:lnTo>
                <a:lnTo>
                  <a:pt x="1123047" y="86361"/>
                </a:lnTo>
                <a:lnTo>
                  <a:pt x="1122958" y="86643"/>
                </a:lnTo>
                <a:lnTo>
                  <a:pt x="1122865" y="86937"/>
                </a:lnTo>
                <a:lnTo>
                  <a:pt x="1122767" y="87244"/>
                </a:lnTo>
                <a:lnTo>
                  <a:pt x="1122664" y="87565"/>
                </a:lnTo>
                <a:lnTo>
                  <a:pt x="1122556" y="87898"/>
                </a:lnTo>
                <a:lnTo>
                  <a:pt x="1122444" y="88244"/>
                </a:lnTo>
                <a:lnTo>
                  <a:pt x="1122327" y="88603"/>
                </a:lnTo>
                <a:lnTo>
                  <a:pt x="1122205" y="88975"/>
                </a:lnTo>
                <a:lnTo>
                  <a:pt x="1122079" y="89360"/>
                </a:lnTo>
                <a:lnTo>
                  <a:pt x="1121948" y="89758"/>
                </a:lnTo>
                <a:lnTo>
                  <a:pt x="1121812" y="90169"/>
                </a:lnTo>
                <a:lnTo>
                  <a:pt x="1121672" y="90593"/>
                </a:lnTo>
                <a:lnTo>
                  <a:pt x="1121527" y="91030"/>
                </a:lnTo>
                <a:lnTo>
                  <a:pt x="1121377" y="91479"/>
                </a:lnTo>
                <a:lnTo>
                  <a:pt x="1116775" y="77119"/>
                </a:lnTo>
                <a:lnTo>
                  <a:pt x="1100907" y="34116"/>
                </a:lnTo>
                <a:lnTo>
                  <a:pt x="1077502" y="34116"/>
                </a:lnTo>
                <a:lnTo>
                  <a:pt x="1078341" y="36197"/>
                </a:lnTo>
                <a:lnTo>
                  <a:pt x="1078129" y="36074"/>
                </a:lnTo>
                <a:lnTo>
                  <a:pt x="1077538" y="35746"/>
                </a:lnTo>
                <a:lnTo>
                  <a:pt x="1076944" y="35432"/>
                </a:lnTo>
                <a:lnTo>
                  <a:pt x="1076349" y="35132"/>
                </a:lnTo>
                <a:close/>
                <a:moveTo>
                  <a:pt x="1290352" y="87207"/>
                </a:moveTo>
                <a:lnTo>
                  <a:pt x="1290374" y="85595"/>
                </a:lnTo>
                <a:lnTo>
                  <a:pt x="1290403" y="84034"/>
                </a:lnTo>
                <a:lnTo>
                  <a:pt x="1290439" y="82524"/>
                </a:lnTo>
                <a:lnTo>
                  <a:pt x="1290481" y="81065"/>
                </a:lnTo>
                <a:lnTo>
                  <a:pt x="1290530" y="79658"/>
                </a:lnTo>
                <a:lnTo>
                  <a:pt x="1290585" y="78301"/>
                </a:lnTo>
                <a:lnTo>
                  <a:pt x="1290646" y="76996"/>
                </a:lnTo>
                <a:lnTo>
                  <a:pt x="1290714" y="75743"/>
                </a:lnTo>
                <a:lnTo>
                  <a:pt x="1290789" y="74540"/>
                </a:lnTo>
                <a:lnTo>
                  <a:pt x="1290870" y="73389"/>
                </a:lnTo>
                <a:lnTo>
                  <a:pt x="1290957" y="72289"/>
                </a:lnTo>
                <a:lnTo>
                  <a:pt x="1291051" y="71240"/>
                </a:lnTo>
                <a:lnTo>
                  <a:pt x="1291151" y="70243"/>
                </a:lnTo>
                <a:lnTo>
                  <a:pt x="1291258" y="69296"/>
                </a:lnTo>
                <a:lnTo>
                  <a:pt x="1291371" y="68401"/>
                </a:lnTo>
                <a:lnTo>
                  <a:pt x="1291491" y="67557"/>
                </a:lnTo>
                <a:lnTo>
                  <a:pt x="1291617" y="66765"/>
                </a:lnTo>
                <a:lnTo>
                  <a:pt x="1291750" y="66024"/>
                </a:lnTo>
                <a:lnTo>
                  <a:pt x="1291889" y="65333"/>
                </a:lnTo>
                <a:lnTo>
                  <a:pt x="1292035" y="64695"/>
                </a:lnTo>
                <a:lnTo>
                  <a:pt x="1292187" y="64107"/>
                </a:lnTo>
                <a:lnTo>
                  <a:pt x="1292345" y="63552"/>
                </a:lnTo>
                <a:lnTo>
                  <a:pt x="1292507" y="63012"/>
                </a:lnTo>
                <a:lnTo>
                  <a:pt x="1292675" y="62486"/>
                </a:lnTo>
                <a:lnTo>
                  <a:pt x="1292847" y="61975"/>
                </a:lnTo>
                <a:lnTo>
                  <a:pt x="1293024" y="61478"/>
                </a:lnTo>
                <a:lnTo>
                  <a:pt x="1293206" y="60995"/>
                </a:lnTo>
                <a:lnTo>
                  <a:pt x="1293393" y="60527"/>
                </a:lnTo>
                <a:lnTo>
                  <a:pt x="1293584" y="60074"/>
                </a:lnTo>
                <a:lnTo>
                  <a:pt x="1293781" y="59635"/>
                </a:lnTo>
                <a:lnTo>
                  <a:pt x="1293982" y="59210"/>
                </a:lnTo>
                <a:lnTo>
                  <a:pt x="1294188" y="58800"/>
                </a:lnTo>
                <a:lnTo>
                  <a:pt x="1294399" y="58404"/>
                </a:lnTo>
                <a:lnTo>
                  <a:pt x="1294614" y="58023"/>
                </a:lnTo>
                <a:lnTo>
                  <a:pt x="1294835" y="57656"/>
                </a:lnTo>
                <a:lnTo>
                  <a:pt x="1295060" y="57304"/>
                </a:lnTo>
                <a:lnTo>
                  <a:pt x="1295290" y="56966"/>
                </a:lnTo>
                <a:lnTo>
                  <a:pt x="1295525" y="56643"/>
                </a:lnTo>
                <a:lnTo>
                  <a:pt x="1295765" y="56334"/>
                </a:lnTo>
                <a:lnTo>
                  <a:pt x="1296009" y="56040"/>
                </a:lnTo>
                <a:lnTo>
                  <a:pt x="1296259" y="55760"/>
                </a:lnTo>
                <a:lnTo>
                  <a:pt x="1296513" y="55494"/>
                </a:lnTo>
                <a:lnTo>
                  <a:pt x="1296772" y="55243"/>
                </a:lnTo>
                <a:lnTo>
                  <a:pt x="1297036" y="55007"/>
                </a:lnTo>
                <a:lnTo>
                  <a:pt x="1297304" y="54784"/>
                </a:lnTo>
                <a:lnTo>
                  <a:pt x="1297578" y="54574"/>
                </a:lnTo>
                <a:lnTo>
                  <a:pt x="1297857" y="54373"/>
                </a:lnTo>
                <a:lnTo>
                  <a:pt x="1298140" y="54180"/>
                </a:lnTo>
                <a:lnTo>
                  <a:pt x="1298428" y="53997"/>
                </a:lnTo>
                <a:lnTo>
                  <a:pt x="1298722" y="53822"/>
                </a:lnTo>
                <a:lnTo>
                  <a:pt x="1299020" y="53656"/>
                </a:lnTo>
                <a:lnTo>
                  <a:pt x="1299324" y="53500"/>
                </a:lnTo>
                <a:lnTo>
                  <a:pt x="1299632" y="53352"/>
                </a:lnTo>
                <a:lnTo>
                  <a:pt x="1299945" y="53213"/>
                </a:lnTo>
                <a:lnTo>
                  <a:pt x="1300263" y="53083"/>
                </a:lnTo>
                <a:lnTo>
                  <a:pt x="1300586" y="52962"/>
                </a:lnTo>
                <a:lnTo>
                  <a:pt x="1300914" y="52851"/>
                </a:lnTo>
                <a:lnTo>
                  <a:pt x="1301248" y="52748"/>
                </a:lnTo>
                <a:lnTo>
                  <a:pt x="1301586" y="52654"/>
                </a:lnTo>
                <a:lnTo>
                  <a:pt x="1301929" y="52569"/>
                </a:lnTo>
                <a:lnTo>
                  <a:pt x="1302276" y="52492"/>
                </a:lnTo>
                <a:lnTo>
                  <a:pt x="1302629" y="52425"/>
                </a:lnTo>
                <a:lnTo>
                  <a:pt x="1302987" y="52367"/>
                </a:lnTo>
                <a:lnTo>
                  <a:pt x="1303350" y="52318"/>
                </a:lnTo>
                <a:lnTo>
                  <a:pt x="1303718" y="52278"/>
                </a:lnTo>
                <a:lnTo>
                  <a:pt x="1304091" y="52246"/>
                </a:lnTo>
                <a:lnTo>
                  <a:pt x="1304468" y="52224"/>
                </a:lnTo>
                <a:lnTo>
                  <a:pt x="1304851" y="52210"/>
                </a:lnTo>
                <a:lnTo>
                  <a:pt x="1305239" y="52206"/>
                </a:lnTo>
                <a:lnTo>
                  <a:pt x="1305643" y="52212"/>
                </a:lnTo>
                <a:lnTo>
                  <a:pt x="1306051" y="52231"/>
                </a:lnTo>
                <a:lnTo>
                  <a:pt x="1306461" y="52263"/>
                </a:lnTo>
                <a:lnTo>
                  <a:pt x="1306874" y="52307"/>
                </a:lnTo>
                <a:lnTo>
                  <a:pt x="1307290" y="52364"/>
                </a:lnTo>
                <a:lnTo>
                  <a:pt x="1307708" y="52434"/>
                </a:lnTo>
                <a:lnTo>
                  <a:pt x="1308129" y="52516"/>
                </a:lnTo>
                <a:lnTo>
                  <a:pt x="1308553" y="52611"/>
                </a:lnTo>
                <a:lnTo>
                  <a:pt x="1308980" y="52719"/>
                </a:lnTo>
                <a:lnTo>
                  <a:pt x="1309409" y="52840"/>
                </a:lnTo>
                <a:lnTo>
                  <a:pt x="1309842" y="52973"/>
                </a:lnTo>
                <a:lnTo>
                  <a:pt x="1310277" y="53118"/>
                </a:lnTo>
                <a:lnTo>
                  <a:pt x="1310714" y="53277"/>
                </a:lnTo>
                <a:lnTo>
                  <a:pt x="1311155" y="53448"/>
                </a:lnTo>
                <a:lnTo>
                  <a:pt x="1311598" y="53632"/>
                </a:lnTo>
                <a:lnTo>
                  <a:pt x="1312044" y="53828"/>
                </a:lnTo>
                <a:lnTo>
                  <a:pt x="1312493" y="54037"/>
                </a:lnTo>
                <a:lnTo>
                  <a:pt x="1312944" y="54259"/>
                </a:lnTo>
                <a:lnTo>
                  <a:pt x="1313399" y="54493"/>
                </a:lnTo>
                <a:lnTo>
                  <a:pt x="1313856" y="54740"/>
                </a:lnTo>
                <a:lnTo>
                  <a:pt x="1314316" y="55000"/>
                </a:lnTo>
                <a:lnTo>
                  <a:pt x="1314778" y="55273"/>
                </a:lnTo>
                <a:lnTo>
                  <a:pt x="1315243" y="55558"/>
                </a:lnTo>
                <a:lnTo>
                  <a:pt x="1315711" y="55856"/>
                </a:lnTo>
                <a:lnTo>
                  <a:pt x="1322614" y="36417"/>
                </a:lnTo>
                <a:lnTo>
                  <a:pt x="1322025" y="36074"/>
                </a:lnTo>
                <a:lnTo>
                  <a:pt x="1321433" y="35746"/>
                </a:lnTo>
                <a:lnTo>
                  <a:pt x="1320840" y="35432"/>
                </a:lnTo>
                <a:lnTo>
                  <a:pt x="1320245" y="35132"/>
                </a:lnTo>
                <a:lnTo>
                  <a:pt x="1319648" y="34848"/>
                </a:lnTo>
                <a:lnTo>
                  <a:pt x="1319049" y="34577"/>
                </a:lnTo>
                <a:lnTo>
                  <a:pt x="1318448" y="34322"/>
                </a:lnTo>
                <a:lnTo>
                  <a:pt x="1317845" y="34081"/>
                </a:lnTo>
                <a:lnTo>
                  <a:pt x="1317240" y="33855"/>
                </a:lnTo>
                <a:lnTo>
                  <a:pt x="1316633" y="33643"/>
                </a:lnTo>
                <a:lnTo>
                  <a:pt x="1316025" y="33446"/>
                </a:lnTo>
                <a:lnTo>
                  <a:pt x="1315414" y="33263"/>
                </a:lnTo>
                <a:lnTo>
                  <a:pt x="1314801" y="33095"/>
                </a:lnTo>
                <a:lnTo>
                  <a:pt x="1314187" y="32942"/>
                </a:lnTo>
                <a:lnTo>
                  <a:pt x="1313570" y="32803"/>
                </a:lnTo>
                <a:lnTo>
                  <a:pt x="1312952" y="32679"/>
                </a:lnTo>
                <a:lnTo>
                  <a:pt x="1312332" y="32570"/>
                </a:lnTo>
                <a:lnTo>
                  <a:pt x="1311710" y="32475"/>
                </a:lnTo>
                <a:lnTo>
                  <a:pt x="1311086" y="32395"/>
                </a:lnTo>
                <a:lnTo>
                  <a:pt x="1310460" y="32329"/>
                </a:lnTo>
                <a:lnTo>
                  <a:pt x="1309832" y="32278"/>
                </a:lnTo>
                <a:lnTo>
                  <a:pt x="1309202" y="32241"/>
                </a:lnTo>
                <a:lnTo>
                  <a:pt x="1308570" y="32219"/>
                </a:lnTo>
                <a:lnTo>
                  <a:pt x="1307936" y="32212"/>
                </a:lnTo>
                <a:lnTo>
                  <a:pt x="1307488" y="32217"/>
                </a:lnTo>
                <a:lnTo>
                  <a:pt x="1307045" y="32231"/>
                </a:lnTo>
                <a:lnTo>
                  <a:pt x="1306605" y="32254"/>
                </a:lnTo>
                <a:lnTo>
                  <a:pt x="1306170" y="32287"/>
                </a:lnTo>
                <a:lnTo>
                  <a:pt x="1305738" y="32329"/>
                </a:lnTo>
                <a:lnTo>
                  <a:pt x="1305310" y="32381"/>
                </a:lnTo>
                <a:lnTo>
                  <a:pt x="1304887" y="32442"/>
                </a:lnTo>
                <a:lnTo>
                  <a:pt x="1304467" y="32512"/>
                </a:lnTo>
                <a:lnTo>
                  <a:pt x="1304052" y="32591"/>
                </a:lnTo>
                <a:lnTo>
                  <a:pt x="1303640" y="32680"/>
                </a:lnTo>
                <a:lnTo>
                  <a:pt x="1303232" y="32779"/>
                </a:lnTo>
                <a:lnTo>
                  <a:pt x="1302829" y="32887"/>
                </a:lnTo>
                <a:lnTo>
                  <a:pt x="1302429" y="33004"/>
                </a:lnTo>
                <a:lnTo>
                  <a:pt x="1302033" y="33130"/>
                </a:lnTo>
                <a:lnTo>
                  <a:pt x="1301642" y="33266"/>
                </a:lnTo>
                <a:lnTo>
                  <a:pt x="1301254" y="33411"/>
                </a:lnTo>
                <a:lnTo>
                  <a:pt x="1300870" y="33566"/>
                </a:lnTo>
                <a:lnTo>
                  <a:pt x="1300490" y="33730"/>
                </a:lnTo>
                <a:lnTo>
                  <a:pt x="1300115" y="33903"/>
                </a:lnTo>
                <a:lnTo>
                  <a:pt x="1299743" y="34085"/>
                </a:lnTo>
                <a:lnTo>
                  <a:pt x="1299375" y="34277"/>
                </a:lnTo>
                <a:lnTo>
                  <a:pt x="1299012" y="34479"/>
                </a:lnTo>
                <a:lnTo>
                  <a:pt x="1298652" y="34690"/>
                </a:lnTo>
                <a:lnTo>
                  <a:pt x="1298296" y="34910"/>
                </a:lnTo>
                <a:lnTo>
                  <a:pt x="1297941" y="35145"/>
                </a:lnTo>
                <a:lnTo>
                  <a:pt x="1297581" y="35400"/>
                </a:lnTo>
                <a:lnTo>
                  <a:pt x="1297218" y="35675"/>
                </a:lnTo>
                <a:lnTo>
                  <a:pt x="1296852" y="35970"/>
                </a:lnTo>
                <a:lnTo>
                  <a:pt x="1296481" y="36285"/>
                </a:lnTo>
                <a:lnTo>
                  <a:pt x="1296107" y="36620"/>
                </a:lnTo>
                <a:lnTo>
                  <a:pt x="1295729" y="36976"/>
                </a:lnTo>
                <a:lnTo>
                  <a:pt x="1295347" y="37352"/>
                </a:lnTo>
                <a:lnTo>
                  <a:pt x="1294962" y="37747"/>
                </a:lnTo>
                <a:lnTo>
                  <a:pt x="1294573" y="38163"/>
                </a:lnTo>
                <a:lnTo>
                  <a:pt x="1294180" y="38599"/>
                </a:lnTo>
                <a:lnTo>
                  <a:pt x="1293784" y="39055"/>
                </a:lnTo>
                <a:lnTo>
                  <a:pt x="1293384" y="39531"/>
                </a:lnTo>
                <a:lnTo>
                  <a:pt x="1292980" y="40028"/>
                </a:lnTo>
                <a:lnTo>
                  <a:pt x="1292572" y="40544"/>
                </a:lnTo>
                <a:lnTo>
                  <a:pt x="1292161" y="41081"/>
                </a:lnTo>
                <a:lnTo>
                  <a:pt x="1291746" y="41637"/>
                </a:lnTo>
                <a:lnTo>
                  <a:pt x="1291327" y="42214"/>
                </a:lnTo>
                <a:lnTo>
                  <a:pt x="1290904" y="42811"/>
                </a:lnTo>
                <a:lnTo>
                  <a:pt x="1290478" y="43428"/>
                </a:lnTo>
                <a:lnTo>
                  <a:pt x="1290048" y="44065"/>
                </a:lnTo>
                <a:lnTo>
                  <a:pt x="1289614" y="44722"/>
                </a:lnTo>
                <a:lnTo>
                  <a:pt x="1289177" y="45399"/>
                </a:lnTo>
                <a:lnTo>
                  <a:pt x="1288736" y="46097"/>
                </a:lnTo>
                <a:lnTo>
                  <a:pt x="1288736" y="34116"/>
                </a:lnTo>
                <a:lnTo>
                  <a:pt x="1268028" y="34116"/>
                </a:lnTo>
                <a:lnTo>
                  <a:pt x="1268028" y="118376"/>
                </a:lnTo>
                <a:lnTo>
                  <a:pt x="1290323" y="118376"/>
                </a:lnTo>
                <a:lnTo>
                  <a:pt x="1290323" y="92352"/>
                </a:lnTo>
                <a:lnTo>
                  <a:pt x="1290326" y="90586"/>
                </a:lnTo>
                <a:lnTo>
                  <a:pt x="1290335" y="88871"/>
                </a:lnTo>
                <a:lnTo>
                  <a:pt x="1290352" y="87207"/>
                </a:lnTo>
                <a:close/>
                <a:moveTo>
                  <a:pt x="982878" y="93577"/>
                </a:moveTo>
                <a:lnTo>
                  <a:pt x="982699" y="94052"/>
                </a:lnTo>
                <a:lnTo>
                  <a:pt x="982514" y="94514"/>
                </a:lnTo>
                <a:lnTo>
                  <a:pt x="982322" y="94964"/>
                </a:lnTo>
                <a:lnTo>
                  <a:pt x="982125" y="95402"/>
                </a:lnTo>
                <a:lnTo>
                  <a:pt x="981921" y="95828"/>
                </a:lnTo>
                <a:lnTo>
                  <a:pt x="981711" y="96242"/>
                </a:lnTo>
                <a:lnTo>
                  <a:pt x="981496" y="96644"/>
                </a:lnTo>
                <a:lnTo>
                  <a:pt x="981274" y="97033"/>
                </a:lnTo>
                <a:lnTo>
                  <a:pt x="981046" y="97411"/>
                </a:lnTo>
                <a:lnTo>
                  <a:pt x="980812" y="97776"/>
                </a:lnTo>
                <a:lnTo>
                  <a:pt x="980572" y="98129"/>
                </a:lnTo>
                <a:lnTo>
                  <a:pt x="980326" y="98470"/>
                </a:lnTo>
                <a:lnTo>
                  <a:pt x="980074" y="98799"/>
                </a:lnTo>
                <a:lnTo>
                  <a:pt x="979816" y="99116"/>
                </a:lnTo>
                <a:lnTo>
                  <a:pt x="979552" y="99421"/>
                </a:lnTo>
                <a:lnTo>
                  <a:pt x="979282" y="99713"/>
                </a:lnTo>
                <a:lnTo>
                  <a:pt x="979005" y="99994"/>
                </a:lnTo>
                <a:lnTo>
                  <a:pt x="978723" y="100262"/>
                </a:lnTo>
                <a:lnTo>
                  <a:pt x="978434" y="100518"/>
                </a:lnTo>
                <a:lnTo>
                  <a:pt x="978140" y="100762"/>
                </a:lnTo>
                <a:lnTo>
                  <a:pt x="977840" y="100995"/>
                </a:lnTo>
                <a:lnTo>
                  <a:pt x="977533" y="101218"/>
                </a:lnTo>
                <a:lnTo>
                  <a:pt x="977221" y="101432"/>
                </a:lnTo>
                <a:lnTo>
                  <a:pt x="976904" y="101635"/>
                </a:lnTo>
                <a:lnTo>
                  <a:pt x="976580" y="101828"/>
                </a:lnTo>
                <a:lnTo>
                  <a:pt x="976251" y="102012"/>
                </a:lnTo>
                <a:lnTo>
                  <a:pt x="975916" y="102185"/>
                </a:lnTo>
                <a:lnTo>
                  <a:pt x="975575" y="102349"/>
                </a:lnTo>
                <a:lnTo>
                  <a:pt x="975228" y="102503"/>
                </a:lnTo>
                <a:lnTo>
                  <a:pt x="974875" y="102646"/>
                </a:lnTo>
                <a:lnTo>
                  <a:pt x="974517" y="102780"/>
                </a:lnTo>
                <a:lnTo>
                  <a:pt x="974153" y="102904"/>
                </a:lnTo>
                <a:lnTo>
                  <a:pt x="973783" y="103018"/>
                </a:lnTo>
                <a:lnTo>
                  <a:pt x="973408" y="103123"/>
                </a:lnTo>
                <a:lnTo>
                  <a:pt x="973026" y="103217"/>
                </a:lnTo>
                <a:lnTo>
                  <a:pt x="972639" y="103301"/>
                </a:lnTo>
                <a:lnTo>
                  <a:pt x="972246" y="103375"/>
                </a:lnTo>
                <a:lnTo>
                  <a:pt x="971847" y="103440"/>
                </a:lnTo>
                <a:lnTo>
                  <a:pt x="971443" y="103494"/>
                </a:lnTo>
                <a:lnTo>
                  <a:pt x="971032" y="103539"/>
                </a:lnTo>
                <a:lnTo>
                  <a:pt x="970616" y="103574"/>
                </a:lnTo>
                <a:lnTo>
                  <a:pt x="970194" y="103599"/>
                </a:lnTo>
                <a:lnTo>
                  <a:pt x="969767" y="103613"/>
                </a:lnTo>
                <a:lnTo>
                  <a:pt x="969333" y="103618"/>
                </a:lnTo>
                <a:lnTo>
                  <a:pt x="968696" y="103609"/>
                </a:lnTo>
                <a:lnTo>
                  <a:pt x="968068" y="103580"/>
                </a:lnTo>
                <a:lnTo>
                  <a:pt x="967449" y="103532"/>
                </a:lnTo>
                <a:lnTo>
                  <a:pt x="966838" y="103465"/>
                </a:lnTo>
                <a:lnTo>
                  <a:pt x="966237" y="103379"/>
                </a:lnTo>
                <a:lnTo>
                  <a:pt x="965644" y="103274"/>
                </a:lnTo>
                <a:lnTo>
                  <a:pt x="965060" y="103149"/>
                </a:lnTo>
                <a:lnTo>
                  <a:pt x="964485" y="103006"/>
                </a:lnTo>
                <a:lnTo>
                  <a:pt x="963918" y="102843"/>
                </a:lnTo>
                <a:lnTo>
                  <a:pt x="963361" y="102661"/>
                </a:lnTo>
                <a:lnTo>
                  <a:pt x="962812" y="102460"/>
                </a:lnTo>
                <a:lnTo>
                  <a:pt x="962272" y="102240"/>
                </a:lnTo>
                <a:lnTo>
                  <a:pt x="961741" y="102001"/>
                </a:lnTo>
                <a:lnTo>
                  <a:pt x="961218" y="101742"/>
                </a:lnTo>
                <a:lnTo>
                  <a:pt x="960705" y="101464"/>
                </a:lnTo>
                <a:lnTo>
                  <a:pt x="960200" y="101168"/>
                </a:lnTo>
                <a:lnTo>
                  <a:pt x="959704" y="100852"/>
                </a:lnTo>
                <a:lnTo>
                  <a:pt x="959217" y="100517"/>
                </a:lnTo>
                <a:lnTo>
                  <a:pt x="958739" y="100162"/>
                </a:lnTo>
                <a:lnTo>
                  <a:pt x="958270" y="99789"/>
                </a:lnTo>
                <a:lnTo>
                  <a:pt x="957809" y="99397"/>
                </a:lnTo>
                <a:lnTo>
                  <a:pt x="957357" y="98985"/>
                </a:lnTo>
                <a:lnTo>
                  <a:pt x="956914" y="98554"/>
                </a:lnTo>
                <a:lnTo>
                  <a:pt x="956480" y="98104"/>
                </a:lnTo>
                <a:lnTo>
                  <a:pt x="956059" y="97637"/>
                </a:lnTo>
                <a:lnTo>
                  <a:pt x="955655" y="97155"/>
                </a:lnTo>
                <a:lnTo>
                  <a:pt x="955268" y="96657"/>
                </a:lnTo>
                <a:lnTo>
                  <a:pt x="954898" y="96144"/>
                </a:lnTo>
                <a:lnTo>
                  <a:pt x="954545" y="95616"/>
                </a:lnTo>
                <a:lnTo>
                  <a:pt x="954209" y="95072"/>
                </a:lnTo>
                <a:lnTo>
                  <a:pt x="953890" y="94513"/>
                </a:lnTo>
                <a:lnTo>
                  <a:pt x="953589" y="93939"/>
                </a:lnTo>
                <a:lnTo>
                  <a:pt x="953304" y="93349"/>
                </a:lnTo>
                <a:lnTo>
                  <a:pt x="953036" y="92745"/>
                </a:lnTo>
                <a:lnTo>
                  <a:pt x="952786" y="92125"/>
                </a:lnTo>
                <a:lnTo>
                  <a:pt x="952553" y="91489"/>
                </a:lnTo>
                <a:lnTo>
                  <a:pt x="952336" y="90839"/>
                </a:lnTo>
                <a:lnTo>
                  <a:pt x="952137" y="90173"/>
                </a:lnTo>
                <a:lnTo>
                  <a:pt x="951955" y="89491"/>
                </a:lnTo>
                <a:lnTo>
                  <a:pt x="951790" y="88795"/>
                </a:lnTo>
                <a:lnTo>
                  <a:pt x="951642" y="88083"/>
                </a:lnTo>
                <a:lnTo>
                  <a:pt x="951511" y="87356"/>
                </a:lnTo>
                <a:lnTo>
                  <a:pt x="951398" y="86614"/>
                </a:lnTo>
                <a:lnTo>
                  <a:pt x="951301" y="85856"/>
                </a:lnTo>
                <a:lnTo>
                  <a:pt x="951221" y="85083"/>
                </a:lnTo>
                <a:lnTo>
                  <a:pt x="951159" y="84295"/>
                </a:lnTo>
                <a:lnTo>
                  <a:pt x="951113" y="83491"/>
                </a:lnTo>
                <a:lnTo>
                  <a:pt x="951085" y="82673"/>
                </a:lnTo>
                <a:lnTo>
                  <a:pt x="1006940" y="82673"/>
                </a:lnTo>
                <a:lnTo>
                  <a:pt x="1006960" y="80560"/>
                </a:lnTo>
                <a:lnTo>
                  <a:pt x="1006941" y="78493"/>
                </a:lnTo>
                <a:lnTo>
                  <a:pt x="1006882" y="76472"/>
                </a:lnTo>
                <a:lnTo>
                  <a:pt x="1006784" y="74497"/>
                </a:lnTo>
                <a:lnTo>
                  <a:pt x="1006646" y="72568"/>
                </a:lnTo>
                <a:lnTo>
                  <a:pt x="1006469" y="70685"/>
                </a:lnTo>
                <a:lnTo>
                  <a:pt x="1006253" y="68847"/>
                </a:lnTo>
                <a:lnTo>
                  <a:pt x="1005997" y="67056"/>
                </a:lnTo>
                <a:lnTo>
                  <a:pt x="1005702" y="65310"/>
                </a:lnTo>
                <a:lnTo>
                  <a:pt x="1005367" y="63610"/>
                </a:lnTo>
                <a:lnTo>
                  <a:pt x="1004993" y="61956"/>
                </a:lnTo>
                <a:lnTo>
                  <a:pt x="1004580" y="60348"/>
                </a:lnTo>
                <a:lnTo>
                  <a:pt x="1004127" y="58786"/>
                </a:lnTo>
                <a:lnTo>
                  <a:pt x="1003635" y="57270"/>
                </a:lnTo>
                <a:lnTo>
                  <a:pt x="1003104" y="55799"/>
                </a:lnTo>
                <a:lnTo>
                  <a:pt x="1002533" y="54375"/>
                </a:lnTo>
                <a:lnTo>
                  <a:pt x="1001922" y="52996"/>
                </a:lnTo>
                <a:lnTo>
                  <a:pt x="1001273" y="51663"/>
                </a:lnTo>
                <a:lnTo>
                  <a:pt x="1000583" y="50376"/>
                </a:lnTo>
                <a:lnTo>
                  <a:pt x="999855" y="49135"/>
                </a:lnTo>
                <a:lnTo>
                  <a:pt x="999087" y="47939"/>
                </a:lnTo>
                <a:lnTo>
                  <a:pt x="998280" y="46790"/>
                </a:lnTo>
                <a:lnTo>
                  <a:pt x="997433" y="45687"/>
                </a:lnTo>
                <a:lnTo>
                  <a:pt x="996547" y="44629"/>
                </a:lnTo>
                <a:lnTo>
                  <a:pt x="995627" y="43616"/>
                </a:lnTo>
                <a:lnTo>
                  <a:pt x="994680" y="42646"/>
                </a:lnTo>
                <a:lnTo>
                  <a:pt x="993706" y="41719"/>
                </a:lnTo>
                <a:lnTo>
                  <a:pt x="992703" y="40835"/>
                </a:lnTo>
                <a:lnTo>
                  <a:pt x="991674" y="39994"/>
                </a:lnTo>
                <a:lnTo>
                  <a:pt x="990616" y="39197"/>
                </a:lnTo>
                <a:lnTo>
                  <a:pt x="989531" y="38442"/>
                </a:lnTo>
                <a:lnTo>
                  <a:pt x="988419" y="37731"/>
                </a:lnTo>
                <a:lnTo>
                  <a:pt x="987279" y="37062"/>
                </a:lnTo>
                <a:lnTo>
                  <a:pt x="986111" y="36437"/>
                </a:lnTo>
                <a:lnTo>
                  <a:pt x="984916" y="35855"/>
                </a:lnTo>
                <a:lnTo>
                  <a:pt x="983694" y="35316"/>
                </a:lnTo>
                <a:lnTo>
                  <a:pt x="982444" y="34821"/>
                </a:lnTo>
                <a:lnTo>
                  <a:pt x="981166" y="34368"/>
                </a:lnTo>
                <a:lnTo>
                  <a:pt x="979861" y="33958"/>
                </a:lnTo>
                <a:lnTo>
                  <a:pt x="978528" y="33592"/>
                </a:lnTo>
                <a:lnTo>
                  <a:pt x="977167" y="33268"/>
                </a:lnTo>
                <a:lnTo>
                  <a:pt x="975780" y="32988"/>
                </a:lnTo>
                <a:lnTo>
                  <a:pt x="974364" y="32751"/>
                </a:lnTo>
                <a:lnTo>
                  <a:pt x="972921" y="32557"/>
                </a:lnTo>
                <a:lnTo>
                  <a:pt x="971451" y="32406"/>
                </a:lnTo>
                <a:lnTo>
                  <a:pt x="969952" y="32298"/>
                </a:lnTo>
                <a:lnTo>
                  <a:pt x="968427" y="32234"/>
                </a:lnTo>
                <a:lnTo>
                  <a:pt x="966874" y="32212"/>
                </a:lnTo>
                <a:lnTo>
                  <a:pt x="965489" y="32233"/>
                </a:lnTo>
                <a:lnTo>
                  <a:pt x="964124" y="32295"/>
                </a:lnTo>
                <a:lnTo>
                  <a:pt x="962779" y="32397"/>
                </a:lnTo>
                <a:lnTo>
                  <a:pt x="961454" y="32542"/>
                </a:lnTo>
                <a:lnTo>
                  <a:pt x="960150" y="32727"/>
                </a:lnTo>
                <a:lnTo>
                  <a:pt x="958865" y="32953"/>
                </a:lnTo>
                <a:lnTo>
                  <a:pt x="957601" y="33221"/>
                </a:lnTo>
                <a:lnTo>
                  <a:pt x="956357" y="33530"/>
                </a:lnTo>
                <a:lnTo>
                  <a:pt x="955132" y="33880"/>
                </a:lnTo>
                <a:lnTo>
                  <a:pt x="953928" y="34271"/>
                </a:lnTo>
                <a:lnTo>
                  <a:pt x="952745" y="34704"/>
                </a:lnTo>
                <a:lnTo>
                  <a:pt x="951581" y="35177"/>
                </a:lnTo>
                <a:lnTo>
                  <a:pt x="950437" y="35692"/>
                </a:lnTo>
                <a:lnTo>
                  <a:pt x="949314" y="36248"/>
                </a:lnTo>
                <a:lnTo>
                  <a:pt x="948210" y="36845"/>
                </a:lnTo>
                <a:lnTo>
                  <a:pt x="947127" y="37484"/>
                </a:lnTo>
                <a:lnTo>
                  <a:pt x="946063" y="38163"/>
                </a:lnTo>
                <a:lnTo>
                  <a:pt x="945020" y="38884"/>
                </a:lnTo>
                <a:lnTo>
                  <a:pt x="943997" y="39646"/>
                </a:lnTo>
                <a:lnTo>
                  <a:pt x="942994" y="40449"/>
                </a:lnTo>
                <a:lnTo>
                  <a:pt x="942012" y="41294"/>
                </a:lnTo>
                <a:lnTo>
                  <a:pt x="941049" y="42179"/>
                </a:lnTo>
                <a:lnTo>
                  <a:pt x="940106" y="43106"/>
                </a:lnTo>
                <a:lnTo>
                  <a:pt x="939184" y="44074"/>
                </a:lnTo>
                <a:lnTo>
                  <a:pt x="938290" y="45078"/>
                </a:lnTo>
                <a:lnTo>
                  <a:pt x="937435" y="46114"/>
                </a:lnTo>
                <a:lnTo>
                  <a:pt x="936618" y="47181"/>
                </a:lnTo>
                <a:lnTo>
                  <a:pt x="935838" y="48280"/>
                </a:lnTo>
                <a:lnTo>
                  <a:pt x="935097" y="49410"/>
                </a:lnTo>
                <a:lnTo>
                  <a:pt x="934394" y="50572"/>
                </a:lnTo>
                <a:lnTo>
                  <a:pt x="933728" y="51765"/>
                </a:lnTo>
                <a:lnTo>
                  <a:pt x="933101" y="52990"/>
                </a:lnTo>
                <a:lnTo>
                  <a:pt x="932512" y="54247"/>
                </a:lnTo>
                <a:lnTo>
                  <a:pt x="931961" y="55535"/>
                </a:lnTo>
                <a:lnTo>
                  <a:pt x="931447" y="56855"/>
                </a:lnTo>
                <a:lnTo>
                  <a:pt x="930972" y="58206"/>
                </a:lnTo>
                <a:lnTo>
                  <a:pt x="930535" y="59589"/>
                </a:lnTo>
                <a:lnTo>
                  <a:pt x="930136" y="61003"/>
                </a:lnTo>
                <a:lnTo>
                  <a:pt x="929775" y="62449"/>
                </a:lnTo>
                <a:lnTo>
                  <a:pt x="929451" y="63926"/>
                </a:lnTo>
                <a:lnTo>
                  <a:pt x="929166" y="65435"/>
                </a:lnTo>
                <a:lnTo>
                  <a:pt x="928919" y="66976"/>
                </a:lnTo>
                <a:lnTo>
                  <a:pt x="928710" y="68548"/>
                </a:lnTo>
                <a:lnTo>
                  <a:pt x="928539" y="70151"/>
                </a:lnTo>
                <a:lnTo>
                  <a:pt x="928406" y="71786"/>
                </a:lnTo>
                <a:lnTo>
                  <a:pt x="928311" y="73453"/>
                </a:lnTo>
                <a:lnTo>
                  <a:pt x="928254" y="75151"/>
                </a:lnTo>
                <a:lnTo>
                  <a:pt x="928235" y="76881"/>
                </a:lnTo>
                <a:lnTo>
                  <a:pt x="928249" y="78331"/>
                </a:lnTo>
                <a:lnTo>
                  <a:pt x="928293" y="79761"/>
                </a:lnTo>
                <a:lnTo>
                  <a:pt x="928365" y="81170"/>
                </a:lnTo>
                <a:lnTo>
                  <a:pt x="928466" y="82558"/>
                </a:lnTo>
                <a:lnTo>
                  <a:pt x="928596" y="83925"/>
                </a:lnTo>
                <a:lnTo>
                  <a:pt x="928756" y="85271"/>
                </a:lnTo>
                <a:lnTo>
                  <a:pt x="928944" y="86596"/>
                </a:lnTo>
                <a:lnTo>
                  <a:pt x="929161" y="87900"/>
                </a:lnTo>
                <a:lnTo>
                  <a:pt x="929406" y="89183"/>
                </a:lnTo>
                <a:lnTo>
                  <a:pt x="929681" y="90446"/>
                </a:lnTo>
                <a:lnTo>
                  <a:pt x="929985" y="91687"/>
                </a:lnTo>
                <a:lnTo>
                  <a:pt x="930318" y="92907"/>
                </a:lnTo>
                <a:lnTo>
                  <a:pt x="930679" y="94107"/>
                </a:lnTo>
                <a:lnTo>
                  <a:pt x="931070" y="95285"/>
                </a:lnTo>
                <a:lnTo>
                  <a:pt x="931489" y="96443"/>
                </a:lnTo>
                <a:lnTo>
                  <a:pt x="931937" y="97580"/>
                </a:lnTo>
                <a:lnTo>
                  <a:pt x="932415" y="98695"/>
                </a:lnTo>
                <a:lnTo>
                  <a:pt x="932921" y="99790"/>
                </a:lnTo>
                <a:lnTo>
                  <a:pt x="933456" y="100864"/>
                </a:lnTo>
                <a:lnTo>
                  <a:pt x="934020" y="101917"/>
                </a:lnTo>
                <a:lnTo>
                  <a:pt x="934613" y="102949"/>
                </a:lnTo>
                <a:lnTo>
                  <a:pt x="935235" y="103960"/>
                </a:lnTo>
                <a:lnTo>
                  <a:pt x="935886" y="104950"/>
                </a:lnTo>
                <a:lnTo>
                  <a:pt x="936566" y="105919"/>
                </a:lnTo>
                <a:lnTo>
                  <a:pt x="937465" y="107091"/>
                </a:lnTo>
                <a:lnTo>
                  <a:pt x="938404" y="108213"/>
                </a:lnTo>
                <a:lnTo>
                  <a:pt x="939382" y="109285"/>
                </a:lnTo>
                <a:lnTo>
                  <a:pt x="940400" y="110307"/>
                </a:lnTo>
                <a:lnTo>
                  <a:pt x="941458" y="111280"/>
                </a:lnTo>
                <a:lnTo>
                  <a:pt x="942556" y="112202"/>
                </a:lnTo>
                <a:lnTo>
                  <a:pt x="943693" y="113075"/>
                </a:lnTo>
                <a:lnTo>
                  <a:pt x="944870" y="113897"/>
                </a:lnTo>
                <a:lnTo>
                  <a:pt x="946086" y="114670"/>
                </a:lnTo>
                <a:lnTo>
                  <a:pt x="947343" y="115393"/>
                </a:lnTo>
                <a:lnTo>
                  <a:pt x="948639" y="116066"/>
                </a:lnTo>
                <a:lnTo>
                  <a:pt x="949974" y="116690"/>
                </a:lnTo>
                <a:lnTo>
                  <a:pt x="951349" y="117263"/>
                </a:lnTo>
                <a:lnTo>
                  <a:pt x="952764" y="117787"/>
                </a:lnTo>
                <a:lnTo>
                  <a:pt x="954219" y="118260"/>
                </a:lnTo>
                <a:lnTo>
                  <a:pt x="955713" y="118684"/>
                </a:lnTo>
                <a:lnTo>
                  <a:pt x="957247" y="119058"/>
                </a:lnTo>
                <a:lnTo>
                  <a:pt x="958821" y="119382"/>
                </a:lnTo>
                <a:lnTo>
                  <a:pt x="960434" y="119657"/>
                </a:lnTo>
                <a:lnTo>
                  <a:pt x="962087" y="119881"/>
                </a:lnTo>
                <a:lnTo>
                  <a:pt x="963779" y="120055"/>
                </a:lnTo>
                <a:lnTo>
                  <a:pt x="965512" y="120180"/>
                </a:lnTo>
                <a:lnTo>
                  <a:pt x="967284" y="120255"/>
                </a:lnTo>
                <a:lnTo>
                  <a:pt x="969095" y="120280"/>
                </a:lnTo>
                <a:lnTo>
                  <a:pt x="970244" y="120269"/>
                </a:lnTo>
                <a:lnTo>
                  <a:pt x="971377" y="120236"/>
                </a:lnTo>
                <a:lnTo>
                  <a:pt x="972494" y="120180"/>
                </a:lnTo>
                <a:lnTo>
                  <a:pt x="973594" y="120103"/>
                </a:lnTo>
                <a:lnTo>
                  <a:pt x="974679" y="120004"/>
                </a:lnTo>
                <a:lnTo>
                  <a:pt x="975747" y="119882"/>
                </a:lnTo>
                <a:lnTo>
                  <a:pt x="976800" y="119738"/>
                </a:lnTo>
                <a:lnTo>
                  <a:pt x="977836" y="119572"/>
                </a:lnTo>
                <a:lnTo>
                  <a:pt x="978856" y="119384"/>
                </a:lnTo>
                <a:lnTo>
                  <a:pt x="979860" y="119174"/>
                </a:lnTo>
                <a:lnTo>
                  <a:pt x="980848" y="118942"/>
                </a:lnTo>
                <a:lnTo>
                  <a:pt x="981819" y="118688"/>
                </a:lnTo>
                <a:lnTo>
                  <a:pt x="982775" y="118412"/>
                </a:lnTo>
                <a:lnTo>
                  <a:pt x="983714" y="118113"/>
                </a:lnTo>
                <a:lnTo>
                  <a:pt x="984638" y="117793"/>
                </a:lnTo>
                <a:lnTo>
                  <a:pt x="985545" y="117450"/>
                </a:lnTo>
                <a:lnTo>
                  <a:pt x="986436" y="117085"/>
                </a:lnTo>
                <a:lnTo>
                  <a:pt x="987311" y="116698"/>
                </a:lnTo>
                <a:lnTo>
                  <a:pt x="988170" y="116289"/>
                </a:lnTo>
                <a:lnTo>
                  <a:pt x="989013" y="115858"/>
                </a:lnTo>
                <a:lnTo>
                  <a:pt x="989840" y="115405"/>
                </a:lnTo>
                <a:lnTo>
                  <a:pt x="990650" y="114930"/>
                </a:lnTo>
                <a:lnTo>
                  <a:pt x="991445" y="114432"/>
                </a:lnTo>
                <a:lnTo>
                  <a:pt x="992223" y="113913"/>
                </a:lnTo>
                <a:lnTo>
                  <a:pt x="992984" y="113372"/>
                </a:lnTo>
                <a:lnTo>
                  <a:pt x="993729" y="112811"/>
                </a:lnTo>
                <a:lnTo>
                  <a:pt x="994456" y="112230"/>
                </a:lnTo>
                <a:lnTo>
                  <a:pt x="995166" y="111629"/>
                </a:lnTo>
                <a:lnTo>
                  <a:pt x="995859" y="111008"/>
                </a:lnTo>
                <a:lnTo>
                  <a:pt x="996534" y="110366"/>
                </a:lnTo>
                <a:lnTo>
                  <a:pt x="997193" y="109704"/>
                </a:lnTo>
                <a:lnTo>
                  <a:pt x="997834" y="109022"/>
                </a:lnTo>
                <a:lnTo>
                  <a:pt x="998458" y="108320"/>
                </a:lnTo>
                <a:lnTo>
                  <a:pt x="999065" y="107598"/>
                </a:lnTo>
                <a:lnTo>
                  <a:pt x="999654" y="106855"/>
                </a:lnTo>
                <a:lnTo>
                  <a:pt x="1000226" y="106093"/>
                </a:lnTo>
                <a:lnTo>
                  <a:pt x="1000781" y="105310"/>
                </a:lnTo>
                <a:lnTo>
                  <a:pt x="1001319" y="104507"/>
                </a:lnTo>
                <a:lnTo>
                  <a:pt x="1001840" y="103684"/>
                </a:lnTo>
                <a:lnTo>
                  <a:pt x="1002343" y="102840"/>
                </a:lnTo>
                <a:lnTo>
                  <a:pt x="1002829" y="101977"/>
                </a:lnTo>
                <a:lnTo>
                  <a:pt x="1003298" y="101093"/>
                </a:lnTo>
                <a:lnTo>
                  <a:pt x="1003750" y="100189"/>
                </a:lnTo>
                <a:lnTo>
                  <a:pt x="1004184" y="99265"/>
                </a:lnTo>
                <a:lnTo>
                  <a:pt x="1004602" y="98321"/>
                </a:lnTo>
                <a:lnTo>
                  <a:pt x="1005002" y="97356"/>
                </a:lnTo>
                <a:lnTo>
                  <a:pt x="1005385" y="96372"/>
                </a:lnTo>
                <a:lnTo>
                  <a:pt x="1005750" y="95367"/>
                </a:lnTo>
                <a:lnTo>
                  <a:pt x="983535" y="91559"/>
                </a:lnTo>
                <a:lnTo>
                  <a:pt x="983380" y="92082"/>
                </a:lnTo>
                <a:lnTo>
                  <a:pt x="983219" y="92592"/>
                </a:lnTo>
                <a:lnTo>
                  <a:pt x="983052" y="93091"/>
                </a:lnTo>
                <a:lnTo>
                  <a:pt x="982878" y="93577"/>
                </a:lnTo>
                <a:close/>
                <a:moveTo>
                  <a:pt x="951537" y="66814"/>
                </a:moveTo>
                <a:lnTo>
                  <a:pt x="951590" y="66102"/>
                </a:lnTo>
                <a:lnTo>
                  <a:pt x="951659" y="65404"/>
                </a:lnTo>
                <a:lnTo>
                  <a:pt x="951744" y="64720"/>
                </a:lnTo>
                <a:lnTo>
                  <a:pt x="951847" y="64048"/>
                </a:lnTo>
                <a:lnTo>
                  <a:pt x="951966" y="63389"/>
                </a:lnTo>
                <a:lnTo>
                  <a:pt x="952103" y="62744"/>
                </a:lnTo>
                <a:lnTo>
                  <a:pt x="952256" y="62112"/>
                </a:lnTo>
                <a:lnTo>
                  <a:pt x="952426" y="61493"/>
                </a:lnTo>
                <a:lnTo>
                  <a:pt x="952612" y="60887"/>
                </a:lnTo>
                <a:lnTo>
                  <a:pt x="952816" y="60294"/>
                </a:lnTo>
                <a:lnTo>
                  <a:pt x="953036" y="59715"/>
                </a:lnTo>
                <a:lnTo>
                  <a:pt x="953273" y="59148"/>
                </a:lnTo>
                <a:lnTo>
                  <a:pt x="953527" y="58595"/>
                </a:lnTo>
                <a:lnTo>
                  <a:pt x="953797" y="58055"/>
                </a:lnTo>
                <a:lnTo>
                  <a:pt x="954085" y="57528"/>
                </a:lnTo>
                <a:lnTo>
                  <a:pt x="954389" y="57014"/>
                </a:lnTo>
                <a:lnTo>
                  <a:pt x="954710" y="56514"/>
                </a:lnTo>
                <a:lnTo>
                  <a:pt x="955048" y="56026"/>
                </a:lnTo>
                <a:lnTo>
                  <a:pt x="955403" y="55552"/>
                </a:lnTo>
                <a:lnTo>
                  <a:pt x="955774" y="55091"/>
                </a:lnTo>
                <a:lnTo>
                  <a:pt x="956163" y="54643"/>
                </a:lnTo>
                <a:lnTo>
                  <a:pt x="956564" y="54211"/>
                </a:lnTo>
                <a:lnTo>
                  <a:pt x="956974" y="53798"/>
                </a:lnTo>
                <a:lnTo>
                  <a:pt x="957392" y="53402"/>
                </a:lnTo>
                <a:lnTo>
                  <a:pt x="957820" y="53026"/>
                </a:lnTo>
                <a:lnTo>
                  <a:pt x="958256" y="52667"/>
                </a:lnTo>
                <a:lnTo>
                  <a:pt x="958702" y="52327"/>
                </a:lnTo>
                <a:lnTo>
                  <a:pt x="959156" y="52006"/>
                </a:lnTo>
                <a:lnTo>
                  <a:pt x="959618" y="51702"/>
                </a:lnTo>
                <a:lnTo>
                  <a:pt x="960090" y="51417"/>
                </a:lnTo>
                <a:lnTo>
                  <a:pt x="960570" y="51151"/>
                </a:lnTo>
                <a:lnTo>
                  <a:pt x="961060" y="50903"/>
                </a:lnTo>
                <a:lnTo>
                  <a:pt x="961558" y="50673"/>
                </a:lnTo>
                <a:lnTo>
                  <a:pt x="962065" y="50462"/>
                </a:lnTo>
                <a:lnTo>
                  <a:pt x="962580" y="50269"/>
                </a:lnTo>
                <a:lnTo>
                  <a:pt x="963105" y="50094"/>
                </a:lnTo>
                <a:lnTo>
                  <a:pt x="963638" y="49938"/>
                </a:lnTo>
                <a:lnTo>
                  <a:pt x="964180" y="49800"/>
                </a:lnTo>
                <a:lnTo>
                  <a:pt x="964731" y="49680"/>
                </a:lnTo>
                <a:lnTo>
                  <a:pt x="965291" y="49579"/>
                </a:lnTo>
                <a:lnTo>
                  <a:pt x="965860" y="49497"/>
                </a:lnTo>
                <a:lnTo>
                  <a:pt x="966437" y="49432"/>
                </a:lnTo>
                <a:lnTo>
                  <a:pt x="967023" y="49386"/>
                </a:lnTo>
                <a:lnTo>
                  <a:pt x="967619" y="49359"/>
                </a:lnTo>
                <a:lnTo>
                  <a:pt x="968222" y="49350"/>
                </a:lnTo>
                <a:lnTo>
                  <a:pt x="968787" y="49358"/>
                </a:lnTo>
                <a:lnTo>
                  <a:pt x="969345" y="49384"/>
                </a:lnTo>
                <a:lnTo>
                  <a:pt x="969896" y="49428"/>
                </a:lnTo>
                <a:lnTo>
                  <a:pt x="970440" y="49489"/>
                </a:lnTo>
                <a:lnTo>
                  <a:pt x="970976" y="49567"/>
                </a:lnTo>
                <a:lnTo>
                  <a:pt x="971505" y="49663"/>
                </a:lnTo>
                <a:lnTo>
                  <a:pt x="972027" y="49777"/>
                </a:lnTo>
                <a:lnTo>
                  <a:pt x="972542" y="49907"/>
                </a:lnTo>
                <a:lnTo>
                  <a:pt x="973050" y="50055"/>
                </a:lnTo>
                <a:lnTo>
                  <a:pt x="973550" y="50221"/>
                </a:lnTo>
                <a:lnTo>
                  <a:pt x="974044" y="50404"/>
                </a:lnTo>
                <a:lnTo>
                  <a:pt x="974530" y="50604"/>
                </a:lnTo>
                <a:lnTo>
                  <a:pt x="975009" y="50822"/>
                </a:lnTo>
                <a:lnTo>
                  <a:pt x="975481" y="51057"/>
                </a:lnTo>
                <a:lnTo>
                  <a:pt x="975946" y="51310"/>
                </a:lnTo>
                <a:lnTo>
                  <a:pt x="976403" y="51580"/>
                </a:lnTo>
                <a:lnTo>
                  <a:pt x="976854" y="51867"/>
                </a:lnTo>
                <a:lnTo>
                  <a:pt x="977297" y="52172"/>
                </a:lnTo>
                <a:lnTo>
                  <a:pt x="977733" y="52495"/>
                </a:lnTo>
                <a:lnTo>
                  <a:pt x="978162" y="52835"/>
                </a:lnTo>
                <a:lnTo>
                  <a:pt x="978584" y="53192"/>
                </a:lnTo>
                <a:lnTo>
                  <a:pt x="978998" y="53566"/>
                </a:lnTo>
                <a:lnTo>
                  <a:pt x="979406" y="53958"/>
                </a:lnTo>
                <a:lnTo>
                  <a:pt x="979806" y="54368"/>
                </a:lnTo>
                <a:lnTo>
                  <a:pt x="980195" y="54794"/>
                </a:lnTo>
                <a:lnTo>
                  <a:pt x="980568" y="55236"/>
                </a:lnTo>
                <a:lnTo>
                  <a:pt x="980926" y="55695"/>
                </a:lnTo>
                <a:lnTo>
                  <a:pt x="981267" y="56169"/>
                </a:lnTo>
                <a:lnTo>
                  <a:pt x="981593" y="56659"/>
                </a:lnTo>
                <a:lnTo>
                  <a:pt x="981904" y="57166"/>
                </a:lnTo>
                <a:lnTo>
                  <a:pt x="982198" y="57688"/>
                </a:lnTo>
                <a:lnTo>
                  <a:pt x="982477" y="58227"/>
                </a:lnTo>
                <a:lnTo>
                  <a:pt x="982740" y="58782"/>
                </a:lnTo>
                <a:lnTo>
                  <a:pt x="982988" y="59352"/>
                </a:lnTo>
                <a:lnTo>
                  <a:pt x="983220" y="59939"/>
                </a:lnTo>
                <a:lnTo>
                  <a:pt x="983436" y="60542"/>
                </a:lnTo>
                <a:lnTo>
                  <a:pt x="983636" y="61160"/>
                </a:lnTo>
                <a:lnTo>
                  <a:pt x="983821" y="61795"/>
                </a:lnTo>
                <a:lnTo>
                  <a:pt x="983990" y="62446"/>
                </a:lnTo>
                <a:lnTo>
                  <a:pt x="984143" y="63113"/>
                </a:lnTo>
                <a:lnTo>
                  <a:pt x="984281" y="63796"/>
                </a:lnTo>
                <a:lnTo>
                  <a:pt x="984403" y="64495"/>
                </a:lnTo>
                <a:lnTo>
                  <a:pt x="984509" y="65210"/>
                </a:lnTo>
                <a:lnTo>
                  <a:pt x="984600" y="65941"/>
                </a:lnTo>
                <a:lnTo>
                  <a:pt x="984674" y="66688"/>
                </a:lnTo>
                <a:lnTo>
                  <a:pt x="984733" y="67451"/>
                </a:lnTo>
                <a:lnTo>
                  <a:pt x="984777" y="68231"/>
                </a:lnTo>
                <a:lnTo>
                  <a:pt x="984805" y="69026"/>
                </a:lnTo>
                <a:lnTo>
                  <a:pt x="951482" y="69026"/>
                </a:lnTo>
                <a:lnTo>
                  <a:pt x="951483" y="68275"/>
                </a:lnTo>
                <a:lnTo>
                  <a:pt x="951502" y="67538"/>
                </a:lnTo>
                <a:lnTo>
                  <a:pt x="951537" y="66814"/>
                </a:lnTo>
                <a:close/>
                <a:moveTo>
                  <a:pt x="1226595" y="94052"/>
                </a:moveTo>
                <a:lnTo>
                  <a:pt x="1226409" y="94514"/>
                </a:lnTo>
                <a:lnTo>
                  <a:pt x="1226218" y="94964"/>
                </a:lnTo>
                <a:lnTo>
                  <a:pt x="1226020" y="95402"/>
                </a:lnTo>
                <a:lnTo>
                  <a:pt x="1225817" y="95828"/>
                </a:lnTo>
                <a:lnTo>
                  <a:pt x="1225607" y="96242"/>
                </a:lnTo>
                <a:lnTo>
                  <a:pt x="1225391" y="96644"/>
                </a:lnTo>
                <a:lnTo>
                  <a:pt x="1225170" y="97033"/>
                </a:lnTo>
                <a:lnTo>
                  <a:pt x="1224942" y="97411"/>
                </a:lnTo>
                <a:lnTo>
                  <a:pt x="1224708" y="97776"/>
                </a:lnTo>
                <a:lnTo>
                  <a:pt x="1224468" y="98129"/>
                </a:lnTo>
                <a:lnTo>
                  <a:pt x="1224222" y="98470"/>
                </a:lnTo>
                <a:lnTo>
                  <a:pt x="1223970" y="98799"/>
                </a:lnTo>
                <a:lnTo>
                  <a:pt x="1223712" y="99116"/>
                </a:lnTo>
                <a:lnTo>
                  <a:pt x="1223447" y="99421"/>
                </a:lnTo>
                <a:lnTo>
                  <a:pt x="1223177" y="99713"/>
                </a:lnTo>
                <a:lnTo>
                  <a:pt x="1222901" y="99994"/>
                </a:lnTo>
                <a:lnTo>
                  <a:pt x="1222618" y="100262"/>
                </a:lnTo>
                <a:lnTo>
                  <a:pt x="1222330" y="100518"/>
                </a:lnTo>
                <a:lnTo>
                  <a:pt x="1222036" y="100762"/>
                </a:lnTo>
                <a:lnTo>
                  <a:pt x="1221735" y="100995"/>
                </a:lnTo>
                <a:lnTo>
                  <a:pt x="1221429" y="101218"/>
                </a:lnTo>
                <a:lnTo>
                  <a:pt x="1221117" y="101432"/>
                </a:lnTo>
                <a:lnTo>
                  <a:pt x="1220799" y="101635"/>
                </a:lnTo>
                <a:lnTo>
                  <a:pt x="1220476" y="101828"/>
                </a:lnTo>
                <a:lnTo>
                  <a:pt x="1220146" y="102012"/>
                </a:lnTo>
                <a:lnTo>
                  <a:pt x="1219811" y="102185"/>
                </a:lnTo>
                <a:lnTo>
                  <a:pt x="1219470" y="102349"/>
                </a:lnTo>
                <a:lnTo>
                  <a:pt x="1219124" y="102503"/>
                </a:lnTo>
                <a:lnTo>
                  <a:pt x="1218771" y="102646"/>
                </a:lnTo>
                <a:lnTo>
                  <a:pt x="1218413" y="102780"/>
                </a:lnTo>
                <a:lnTo>
                  <a:pt x="1218049" y="102904"/>
                </a:lnTo>
                <a:lnTo>
                  <a:pt x="1217679" y="103018"/>
                </a:lnTo>
                <a:lnTo>
                  <a:pt x="1217303" y="103123"/>
                </a:lnTo>
                <a:lnTo>
                  <a:pt x="1216922" y="103217"/>
                </a:lnTo>
                <a:lnTo>
                  <a:pt x="1216535" y="103301"/>
                </a:lnTo>
                <a:lnTo>
                  <a:pt x="1216142" y="103375"/>
                </a:lnTo>
                <a:lnTo>
                  <a:pt x="1215743" y="103440"/>
                </a:lnTo>
                <a:lnTo>
                  <a:pt x="1215338" y="103494"/>
                </a:lnTo>
                <a:lnTo>
                  <a:pt x="1214928" y="103539"/>
                </a:lnTo>
                <a:lnTo>
                  <a:pt x="1214512" y="103574"/>
                </a:lnTo>
                <a:lnTo>
                  <a:pt x="1214090" y="103599"/>
                </a:lnTo>
                <a:lnTo>
                  <a:pt x="1213662" y="103613"/>
                </a:lnTo>
                <a:lnTo>
                  <a:pt x="1213229" y="103618"/>
                </a:lnTo>
                <a:lnTo>
                  <a:pt x="1212592" y="103609"/>
                </a:lnTo>
                <a:lnTo>
                  <a:pt x="1211964" y="103580"/>
                </a:lnTo>
                <a:lnTo>
                  <a:pt x="1211344" y="103532"/>
                </a:lnTo>
                <a:lnTo>
                  <a:pt x="1210734" y="103465"/>
                </a:lnTo>
                <a:lnTo>
                  <a:pt x="1210132" y="103379"/>
                </a:lnTo>
                <a:lnTo>
                  <a:pt x="1209539" y="103274"/>
                </a:lnTo>
                <a:lnTo>
                  <a:pt x="1208955" y="103149"/>
                </a:lnTo>
                <a:lnTo>
                  <a:pt x="1208380" y="103006"/>
                </a:lnTo>
                <a:lnTo>
                  <a:pt x="1207814" y="102843"/>
                </a:lnTo>
                <a:lnTo>
                  <a:pt x="1207256" y="102661"/>
                </a:lnTo>
                <a:lnTo>
                  <a:pt x="1206707" y="102460"/>
                </a:lnTo>
                <a:lnTo>
                  <a:pt x="1206168" y="102240"/>
                </a:lnTo>
                <a:lnTo>
                  <a:pt x="1205636" y="102001"/>
                </a:lnTo>
                <a:lnTo>
                  <a:pt x="1205114" y="101742"/>
                </a:lnTo>
                <a:lnTo>
                  <a:pt x="1204601" y="101464"/>
                </a:lnTo>
                <a:lnTo>
                  <a:pt x="1204096" y="101168"/>
                </a:lnTo>
                <a:lnTo>
                  <a:pt x="1203600" y="100852"/>
                </a:lnTo>
                <a:lnTo>
                  <a:pt x="1203113" y="100517"/>
                </a:lnTo>
                <a:lnTo>
                  <a:pt x="1202635" y="100162"/>
                </a:lnTo>
                <a:lnTo>
                  <a:pt x="1202165" y="99789"/>
                </a:lnTo>
                <a:lnTo>
                  <a:pt x="1201705" y="99397"/>
                </a:lnTo>
                <a:lnTo>
                  <a:pt x="1201253" y="98985"/>
                </a:lnTo>
                <a:lnTo>
                  <a:pt x="1200810" y="98554"/>
                </a:lnTo>
                <a:lnTo>
                  <a:pt x="1200376" y="98104"/>
                </a:lnTo>
                <a:lnTo>
                  <a:pt x="1199954" y="97637"/>
                </a:lnTo>
                <a:lnTo>
                  <a:pt x="1199550" y="97155"/>
                </a:lnTo>
                <a:lnTo>
                  <a:pt x="1199163" y="96657"/>
                </a:lnTo>
                <a:lnTo>
                  <a:pt x="1198793" y="96144"/>
                </a:lnTo>
                <a:lnTo>
                  <a:pt x="1198440" y="95616"/>
                </a:lnTo>
                <a:lnTo>
                  <a:pt x="1198105" y="95072"/>
                </a:lnTo>
                <a:lnTo>
                  <a:pt x="1197786" y="94513"/>
                </a:lnTo>
                <a:lnTo>
                  <a:pt x="1197484" y="93939"/>
                </a:lnTo>
                <a:lnTo>
                  <a:pt x="1197200" y="93349"/>
                </a:lnTo>
                <a:lnTo>
                  <a:pt x="1196932" y="92745"/>
                </a:lnTo>
                <a:lnTo>
                  <a:pt x="1196682" y="92125"/>
                </a:lnTo>
                <a:lnTo>
                  <a:pt x="1196448" y="91489"/>
                </a:lnTo>
                <a:lnTo>
                  <a:pt x="1196232" y="90839"/>
                </a:lnTo>
                <a:lnTo>
                  <a:pt x="1196033" y="90173"/>
                </a:lnTo>
                <a:lnTo>
                  <a:pt x="1195851" y="89491"/>
                </a:lnTo>
                <a:lnTo>
                  <a:pt x="1195686" y="88795"/>
                </a:lnTo>
                <a:lnTo>
                  <a:pt x="1195538" y="88083"/>
                </a:lnTo>
                <a:lnTo>
                  <a:pt x="1195407" y="87356"/>
                </a:lnTo>
                <a:lnTo>
                  <a:pt x="1195293" y="86614"/>
                </a:lnTo>
                <a:lnTo>
                  <a:pt x="1195197" y="85856"/>
                </a:lnTo>
                <a:lnTo>
                  <a:pt x="1195117" y="85083"/>
                </a:lnTo>
                <a:lnTo>
                  <a:pt x="1195054" y="84295"/>
                </a:lnTo>
                <a:lnTo>
                  <a:pt x="1195009" y="83491"/>
                </a:lnTo>
                <a:lnTo>
                  <a:pt x="1194981" y="82673"/>
                </a:lnTo>
                <a:lnTo>
                  <a:pt x="1250836" y="82673"/>
                </a:lnTo>
                <a:lnTo>
                  <a:pt x="1250856" y="80560"/>
                </a:lnTo>
                <a:lnTo>
                  <a:pt x="1250837" y="78493"/>
                </a:lnTo>
                <a:lnTo>
                  <a:pt x="1250778" y="76472"/>
                </a:lnTo>
                <a:lnTo>
                  <a:pt x="1250680" y="74497"/>
                </a:lnTo>
                <a:lnTo>
                  <a:pt x="1250542" y="72568"/>
                </a:lnTo>
                <a:lnTo>
                  <a:pt x="1250365" y="70685"/>
                </a:lnTo>
                <a:lnTo>
                  <a:pt x="1250149" y="68847"/>
                </a:lnTo>
                <a:lnTo>
                  <a:pt x="1249893" y="67056"/>
                </a:lnTo>
                <a:lnTo>
                  <a:pt x="1249598" y="65310"/>
                </a:lnTo>
                <a:lnTo>
                  <a:pt x="1249263" y="63610"/>
                </a:lnTo>
                <a:lnTo>
                  <a:pt x="1248889" y="61956"/>
                </a:lnTo>
                <a:lnTo>
                  <a:pt x="1248476" y="60348"/>
                </a:lnTo>
                <a:lnTo>
                  <a:pt x="1248023" y="58786"/>
                </a:lnTo>
                <a:lnTo>
                  <a:pt x="1247531" y="57270"/>
                </a:lnTo>
                <a:lnTo>
                  <a:pt x="1246999" y="55799"/>
                </a:lnTo>
                <a:lnTo>
                  <a:pt x="1246428" y="54375"/>
                </a:lnTo>
                <a:lnTo>
                  <a:pt x="1245818" y="52996"/>
                </a:lnTo>
                <a:lnTo>
                  <a:pt x="1245168" y="51663"/>
                </a:lnTo>
                <a:lnTo>
                  <a:pt x="1244479" y="50376"/>
                </a:lnTo>
                <a:lnTo>
                  <a:pt x="1243751" y="49135"/>
                </a:lnTo>
                <a:lnTo>
                  <a:pt x="1242983" y="47939"/>
                </a:lnTo>
                <a:lnTo>
                  <a:pt x="1242175" y="46790"/>
                </a:lnTo>
                <a:lnTo>
                  <a:pt x="1241329" y="45687"/>
                </a:lnTo>
                <a:lnTo>
                  <a:pt x="1240443" y="44629"/>
                </a:lnTo>
                <a:lnTo>
                  <a:pt x="1239523" y="43616"/>
                </a:lnTo>
                <a:lnTo>
                  <a:pt x="1238576" y="42646"/>
                </a:lnTo>
                <a:lnTo>
                  <a:pt x="1237601" y="41719"/>
                </a:lnTo>
                <a:lnTo>
                  <a:pt x="1236599" y="40835"/>
                </a:lnTo>
                <a:lnTo>
                  <a:pt x="1235569" y="39994"/>
                </a:lnTo>
                <a:lnTo>
                  <a:pt x="1234512" y="39197"/>
                </a:lnTo>
                <a:lnTo>
                  <a:pt x="1233427" y="38442"/>
                </a:lnTo>
                <a:lnTo>
                  <a:pt x="1232315" y="37731"/>
                </a:lnTo>
                <a:lnTo>
                  <a:pt x="1231175" y="37062"/>
                </a:lnTo>
                <a:lnTo>
                  <a:pt x="1230007" y="36437"/>
                </a:lnTo>
                <a:lnTo>
                  <a:pt x="1228812" y="35855"/>
                </a:lnTo>
                <a:lnTo>
                  <a:pt x="1227589" y="35316"/>
                </a:lnTo>
                <a:lnTo>
                  <a:pt x="1226339" y="34821"/>
                </a:lnTo>
                <a:lnTo>
                  <a:pt x="1225062" y="34368"/>
                </a:lnTo>
                <a:lnTo>
                  <a:pt x="1223756" y="33958"/>
                </a:lnTo>
                <a:lnTo>
                  <a:pt x="1222423" y="33592"/>
                </a:lnTo>
                <a:lnTo>
                  <a:pt x="1221063" y="33268"/>
                </a:lnTo>
                <a:lnTo>
                  <a:pt x="1219675" y="32988"/>
                </a:lnTo>
                <a:lnTo>
                  <a:pt x="1218260" y="32751"/>
                </a:lnTo>
                <a:lnTo>
                  <a:pt x="1216817" y="32557"/>
                </a:lnTo>
                <a:lnTo>
                  <a:pt x="1215346" y="32406"/>
                </a:lnTo>
                <a:lnTo>
                  <a:pt x="1213848" y="32298"/>
                </a:lnTo>
                <a:lnTo>
                  <a:pt x="1212322" y="32234"/>
                </a:lnTo>
                <a:lnTo>
                  <a:pt x="1210769" y="32212"/>
                </a:lnTo>
                <a:lnTo>
                  <a:pt x="1209384" y="32233"/>
                </a:lnTo>
                <a:lnTo>
                  <a:pt x="1208019" y="32295"/>
                </a:lnTo>
                <a:lnTo>
                  <a:pt x="1206675" y="32397"/>
                </a:lnTo>
                <a:lnTo>
                  <a:pt x="1205350" y="32542"/>
                </a:lnTo>
                <a:lnTo>
                  <a:pt x="1204045" y="32727"/>
                </a:lnTo>
                <a:lnTo>
                  <a:pt x="1202761" y="32953"/>
                </a:lnTo>
                <a:lnTo>
                  <a:pt x="1201496" y="33221"/>
                </a:lnTo>
                <a:lnTo>
                  <a:pt x="1200252" y="33530"/>
                </a:lnTo>
                <a:lnTo>
                  <a:pt x="1199028" y="33880"/>
                </a:lnTo>
                <a:lnTo>
                  <a:pt x="1197824" y="34271"/>
                </a:lnTo>
                <a:lnTo>
                  <a:pt x="1196640" y="34704"/>
                </a:lnTo>
                <a:lnTo>
                  <a:pt x="1195476" y="35177"/>
                </a:lnTo>
                <a:lnTo>
                  <a:pt x="1194333" y="35692"/>
                </a:lnTo>
                <a:lnTo>
                  <a:pt x="1193209" y="36248"/>
                </a:lnTo>
                <a:lnTo>
                  <a:pt x="1192106" y="36845"/>
                </a:lnTo>
                <a:lnTo>
                  <a:pt x="1191022" y="37484"/>
                </a:lnTo>
                <a:lnTo>
                  <a:pt x="1189959" y="38163"/>
                </a:lnTo>
                <a:lnTo>
                  <a:pt x="1188916" y="38884"/>
                </a:lnTo>
                <a:lnTo>
                  <a:pt x="1187893" y="39646"/>
                </a:lnTo>
                <a:lnTo>
                  <a:pt x="1186890" y="40449"/>
                </a:lnTo>
                <a:lnTo>
                  <a:pt x="1185907" y="41294"/>
                </a:lnTo>
                <a:lnTo>
                  <a:pt x="1184945" y="42179"/>
                </a:lnTo>
                <a:lnTo>
                  <a:pt x="1184002" y="43106"/>
                </a:lnTo>
                <a:lnTo>
                  <a:pt x="1183079" y="44074"/>
                </a:lnTo>
                <a:lnTo>
                  <a:pt x="1182186" y="45078"/>
                </a:lnTo>
                <a:lnTo>
                  <a:pt x="1181331" y="46114"/>
                </a:lnTo>
                <a:lnTo>
                  <a:pt x="1180513" y="47181"/>
                </a:lnTo>
                <a:lnTo>
                  <a:pt x="1179734" y="48280"/>
                </a:lnTo>
                <a:lnTo>
                  <a:pt x="1178993" y="49410"/>
                </a:lnTo>
                <a:lnTo>
                  <a:pt x="1178289" y="50572"/>
                </a:lnTo>
                <a:lnTo>
                  <a:pt x="1177624" y="51765"/>
                </a:lnTo>
                <a:lnTo>
                  <a:pt x="1176997" y="52990"/>
                </a:lnTo>
                <a:lnTo>
                  <a:pt x="1176407" y="54247"/>
                </a:lnTo>
                <a:lnTo>
                  <a:pt x="1175856" y="55535"/>
                </a:lnTo>
                <a:lnTo>
                  <a:pt x="1175343" y="56855"/>
                </a:lnTo>
                <a:lnTo>
                  <a:pt x="1174868" y="58206"/>
                </a:lnTo>
                <a:lnTo>
                  <a:pt x="1174431" y="59589"/>
                </a:lnTo>
                <a:lnTo>
                  <a:pt x="1174031" y="61003"/>
                </a:lnTo>
                <a:lnTo>
                  <a:pt x="1173670" y="62449"/>
                </a:lnTo>
                <a:lnTo>
                  <a:pt x="1173347" y="63926"/>
                </a:lnTo>
                <a:lnTo>
                  <a:pt x="1173062" y="65435"/>
                </a:lnTo>
                <a:lnTo>
                  <a:pt x="1172815" y="66976"/>
                </a:lnTo>
                <a:lnTo>
                  <a:pt x="1172606" y="68548"/>
                </a:lnTo>
                <a:lnTo>
                  <a:pt x="1172435" y="70151"/>
                </a:lnTo>
                <a:lnTo>
                  <a:pt x="1172302" y="71786"/>
                </a:lnTo>
                <a:lnTo>
                  <a:pt x="1172207" y="73453"/>
                </a:lnTo>
                <a:lnTo>
                  <a:pt x="1172150" y="75151"/>
                </a:lnTo>
                <a:lnTo>
                  <a:pt x="1172131" y="76881"/>
                </a:lnTo>
                <a:lnTo>
                  <a:pt x="1172145" y="78331"/>
                </a:lnTo>
                <a:lnTo>
                  <a:pt x="1172188" y="79761"/>
                </a:lnTo>
                <a:lnTo>
                  <a:pt x="1172261" y="81170"/>
                </a:lnTo>
                <a:lnTo>
                  <a:pt x="1172362" y="82558"/>
                </a:lnTo>
                <a:lnTo>
                  <a:pt x="1172492" y="83925"/>
                </a:lnTo>
                <a:lnTo>
                  <a:pt x="1172651" y="85271"/>
                </a:lnTo>
                <a:lnTo>
                  <a:pt x="1172839" y="86596"/>
                </a:lnTo>
                <a:lnTo>
                  <a:pt x="1173056" y="87900"/>
                </a:lnTo>
                <a:lnTo>
                  <a:pt x="1173302" y="89183"/>
                </a:lnTo>
                <a:lnTo>
                  <a:pt x="1173577" y="90446"/>
                </a:lnTo>
                <a:lnTo>
                  <a:pt x="1173881" y="91687"/>
                </a:lnTo>
                <a:lnTo>
                  <a:pt x="1174213" y="92907"/>
                </a:lnTo>
                <a:lnTo>
                  <a:pt x="1174575" y="94107"/>
                </a:lnTo>
                <a:lnTo>
                  <a:pt x="1174965" y="95285"/>
                </a:lnTo>
                <a:lnTo>
                  <a:pt x="1175385" y="96443"/>
                </a:lnTo>
                <a:lnTo>
                  <a:pt x="1175833" y="97580"/>
                </a:lnTo>
                <a:lnTo>
                  <a:pt x="1176310" y="98695"/>
                </a:lnTo>
                <a:lnTo>
                  <a:pt x="1176817" y="99790"/>
                </a:lnTo>
                <a:lnTo>
                  <a:pt x="1177352" y="100864"/>
                </a:lnTo>
                <a:lnTo>
                  <a:pt x="1177916" y="101917"/>
                </a:lnTo>
                <a:lnTo>
                  <a:pt x="1178509" y="102949"/>
                </a:lnTo>
                <a:lnTo>
                  <a:pt x="1179131" y="103960"/>
                </a:lnTo>
                <a:lnTo>
                  <a:pt x="1179781" y="104950"/>
                </a:lnTo>
                <a:lnTo>
                  <a:pt x="1180461" y="105919"/>
                </a:lnTo>
                <a:lnTo>
                  <a:pt x="1181360" y="107091"/>
                </a:lnTo>
                <a:lnTo>
                  <a:pt x="1182299" y="108213"/>
                </a:lnTo>
                <a:lnTo>
                  <a:pt x="1183278" y="109285"/>
                </a:lnTo>
                <a:lnTo>
                  <a:pt x="1184296" y="110307"/>
                </a:lnTo>
                <a:lnTo>
                  <a:pt x="1185354" y="111280"/>
                </a:lnTo>
                <a:lnTo>
                  <a:pt x="1186451" y="112202"/>
                </a:lnTo>
                <a:lnTo>
                  <a:pt x="1187589" y="113075"/>
                </a:lnTo>
                <a:lnTo>
                  <a:pt x="1188766" y="113897"/>
                </a:lnTo>
                <a:lnTo>
                  <a:pt x="1189982" y="114670"/>
                </a:lnTo>
                <a:lnTo>
                  <a:pt x="1191238" y="115393"/>
                </a:lnTo>
                <a:lnTo>
                  <a:pt x="1192534" y="116066"/>
                </a:lnTo>
                <a:lnTo>
                  <a:pt x="1193870" y="116690"/>
                </a:lnTo>
                <a:lnTo>
                  <a:pt x="1195245" y="117263"/>
                </a:lnTo>
                <a:lnTo>
                  <a:pt x="1196660" y="117787"/>
                </a:lnTo>
                <a:lnTo>
                  <a:pt x="1198114" y="118260"/>
                </a:lnTo>
                <a:lnTo>
                  <a:pt x="1199609" y="118684"/>
                </a:lnTo>
                <a:lnTo>
                  <a:pt x="1201143" y="119058"/>
                </a:lnTo>
                <a:lnTo>
                  <a:pt x="1202716" y="119382"/>
                </a:lnTo>
                <a:lnTo>
                  <a:pt x="1204329" y="119657"/>
                </a:lnTo>
                <a:lnTo>
                  <a:pt x="1205982" y="119881"/>
                </a:lnTo>
                <a:lnTo>
                  <a:pt x="1207675" y="120055"/>
                </a:lnTo>
                <a:lnTo>
                  <a:pt x="1209407" y="120180"/>
                </a:lnTo>
                <a:lnTo>
                  <a:pt x="1211179" y="120255"/>
                </a:lnTo>
                <a:lnTo>
                  <a:pt x="1212991" y="120280"/>
                </a:lnTo>
                <a:lnTo>
                  <a:pt x="1214140" y="120269"/>
                </a:lnTo>
                <a:lnTo>
                  <a:pt x="1215273" y="120236"/>
                </a:lnTo>
                <a:lnTo>
                  <a:pt x="1216389" y="120180"/>
                </a:lnTo>
                <a:lnTo>
                  <a:pt x="1217490" y="120103"/>
                </a:lnTo>
                <a:lnTo>
                  <a:pt x="1218575" y="120004"/>
                </a:lnTo>
                <a:lnTo>
                  <a:pt x="1219643" y="119882"/>
                </a:lnTo>
                <a:lnTo>
                  <a:pt x="1220695" y="119738"/>
                </a:lnTo>
                <a:lnTo>
                  <a:pt x="1221731" y="119572"/>
                </a:lnTo>
                <a:lnTo>
                  <a:pt x="1222751" y="119384"/>
                </a:lnTo>
                <a:lnTo>
                  <a:pt x="1223755" y="119174"/>
                </a:lnTo>
                <a:lnTo>
                  <a:pt x="1224743" y="118942"/>
                </a:lnTo>
                <a:lnTo>
                  <a:pt x="1225715" y="118688"/>
                </a:lnTo>
                <a:lnTo>
                  <a:pt x="1226671" y="118412"/>
                </a:lnTo>
                <a:lnTo>
                  <a:pt x="1227610" y="118113"/>
                </a:lnTo>
                <a:lnTo>
                  <a:pt x="1228533" y="117793"/>
                </a:lnTo>
                <a:lnTo>
                  <a:pt x="1229441" y="117450"/>
                </a:lnTo>
                <a:lnTo>
                  <a:pt x="1230332" y="117085"/>
                </a:lnTo>
                <a:lnTo>
                  <a:pt x="1231207" y="116698"/>
                </a:lnTo>
                <a:lnTo>
                  <a:pt x="1232066" y="116289"/>
                </a:lnTo>
                <a:lnTo>
                  <a:pt x="1232908" y="115858"/>
                </a:lnTo>
                <a:lnTo>
                  <a:pt x="1233735" y="115405"/>
                </a:lnTo>
                <a:lnTo>
                  <a:pt x="1234546" y="114930"/>
                </a:lnTo>
                <a:lnTo>
                  <a:pt x="1235340" y="114432"/>
                </a:lnTo>
                <a:lnTo>
                  <a:pt x="1236118" y="113913"/>
                </a:lnTo>
                <a:lnTo>
                  <a:pt x="1236880" y="113372"/>
                </a:lnTo>
                <a:lnTo>
                  <a:pt x="1237625" y="112811"/>
                </a:lnTo>
                <a:lnTo>
                  <a:pt x="1238352" y="112230"/>
                </a:lnTo>
                <a:lnTo>
                  <a:pt x="1239062" y="111629"/>
                </a:lnTo>
                <a:lnTo>
                  <a:pt x="1239755" y="111008"/>
                </a:lnTo>
                <a:lnTo>
                  <a:pt x="1240430" y="110366"/>
                </a:lnTo>
                <a:lnTo>
                  <a:pt x="1241088" y="109704"/>
                </a:lnTo>
                <a:lnTo>
                  <a:pt x="1241730" y="109022"/>
                </a:lnTo>
                <a:lnTo>
                  <a:pt x="1242353" y="108320"/>
                </a:lnTo>
                <a:lnTo>
                  <a:pt x="1242960" y="107598"/>
                </a:lnTo>
                <a:lnTo>
                  <a:pt x="1243550" y="106855"/>
                </a:lnTo>
                <a:lnTo>
                  <a:pt x="1244122" y="106093"/>
                </a:lnTo>
                <a:lnTo>
                  <a:pt x="1244677" y="105310"/>
                </a:lnTo>
                <a:lnTo>
                  <a:pt x="1245215" y="104507"/>
                </a:lnTo>
                <a:lnTo>
                  <a:pt x="1245735" y="103684"/>
                </a:lnTo>
                <a:lnTo>
                  <a:pt x="1246239" y="102840"/>
                </a:lnTo>
                <a:lnTo>
                  <a:pt x="1246725" y="101977"/>
                </a:lnTo>
                <a:lnTo>
                  <a:pt x="1247194" y="101093"/>
                </a:lnTo>
                <a:lnTo>
                  <a:pt x="1247646" y="100189"/>
                </a:lnTo>
                <a:lnTo>
                  <a:pt x="1248080" y="99265"/>
                </a:lnTo>
                <a:lnTo>
                  <a:pt x="1248497" y="98321"/>
                </a:lnTo>
                <a:lnTo>
                  <a:pt x="1248897" y="97356"/>
                </a:lnTo>
                <a:lnTo>
                  <a:pt x="1249280" y="96372"/>
                </a:lnTo>
                <a:lnTo>
                  <a:pt x="1249646" y="95367"/>
                </a:lnTo>
                <a:lnTo>
                  <a:pt x="1227431" y="91559"/>
                </a:lnTo>
                <a:lnTo>
                  <a:pt x="1227276" y="92082"/>
                </a:lnTo>
                <a:lnTo>
                  <a:pt x="1227114" y="92592"/>
                </a:lnTo>
                <a:lnTo>
                  <a:pt x="1226947" y="93091"/>
                </a:lnTo>
                <a:lnTo>
                  <a:pt x="1226774" y="93577"/>
                </a:lnTo>
                <a:lnTo>
                  <a:pt x="1226595" y="94052"/>
                </a:lnTo>
                <a:close/>
                <a:moveTo>
                  <a:pt x="1195485" y="66102"/>
                </a:moveTo>
                <a:lnTo>
                  <a:pt x="1195554" y="65404"/>
                </a:lnTo>
                <a:lnTo>
                  <a:pt x="1195640" y="64720"/>
                </a:lnTo>
                <a:lnTo>
                  <a:pt x="1195743" y="64048"/>
                </a:lnTo>
                <a:lnTo>
                  <a:pt x="1195862" y="63389"/>
                </a:lnTo>
                <a:lnTo>
                  <a:pt x="1195998" y="62744"/>
                </a:lnTo>
                <a:lnTo>
                  <a:pt x="1196151" y="62112"/>
                </a:lnTo>
                <a:lnTo>
                  <a:pt x="1196321" y="61493"/>
                </a:lnTo>
                <a:lnTo>
                  <a:pt x="1196508" y="60887"/>
                </a:lnTo>
                <a:lnTo>
                  <a:pt x="1196711" y="60294"/>
                </a:lnTo>
                <a:lnTo>
                  <a:pt x="1196932" y="59715"/>
                </a:lnTo>
                <a:lnTo>
                  <a:pt x="1197169" y="59148"/>
                </a:lnTo>
                <a:lnTo>
                  <a:pt x="1197422" y="58595"/>
                </a:lnTo>
                <a:lnTo>
                  <a:pt x="1197693" y="58055"/>
                </a:lnTo>
                <a:lnTo>
                  <a:pt x="1197981" y="57528"/>
                </a:lnTo>
                <a:lnTo>
                  <a:pt x="1198285" y="57014"/>
                </a:lnTo>
                <a:lnTo>
                  <a:pt x="1198606" y="56514"/>
                </a:lnTo>
                <a:lnTo>
                  <a:pt x="1198944" y="56026"/>
                </a:lnTo>
                <a:lnTo>
                  <a:pt x="1199299" y="55552"/>
                </a:lnTo>
                <a:lnTo>
                  <a:pt x="1199670" y="55091"/>
                </a:lnTo>
                <a:lnTo>
                  <a:pt x="1200058" y="54643"/>
                </a:lnTo>
                <a:lnTo>
                  <a:pt x="1200459" y="54211"/>
                </a:lnTo>
                <a:lnTo>
                  <a:pt x="1200869" y="53798"/>
                </a:lnTo>
                <a:lnTo>
                  <a:pt x="1201288" y="53402"/>
                </a:lnTo>
                <a:lnTo>
                  <a:pt x="1201716" y="53026"/>
                </a:lnTo>
                <a:lnTo>
                  <a:pt x="1202152" y="52667"/>
                </a:lnTo>
                <a:lnTo>
                  <a:pt x="1202597" y="52327"/>
                </a:lnTo>
                <a:lnTo>
                  <a:pt x="1203051" y="52006"/>
                </a:lnTo>
                <a:lnTo>
                  <a:pt x="1203514" y="51702"/>
                </a:lnTo>
                <a:lnTo>
                  <a:pt x="1203986" y="51417"/>
                </a:lnTo>
                <a:lnTo>
                  <a:pt x="1204466" y="51151"/>
                </a:lnTo>
                <a:lnTo>
                  <a:pt x="1204955" y="50903"/>
                </a:lnTo>
                <a:lnTo>
                  <a:pt x="1205453" y="50673"/>
                </a:lnTo>
                <a:lnTo>
                  <a:pt x="1205960" y="50462"/>
                </a:lnTo>
                <a:lnTo>
                  <a:pt x="1206476" y="50269"/>
                </a:lnTo>
                <a:lnTo>
                  <a:pt x="1207001" y="50094"/>
                </a:lnTo>
                <a:lnTo>
                  <a:pt x="1207534" y="49938"/>
                </a:lnTo>
                <a:lnTo>
                  <a:pt x="1208076" y="49800"/>
                </a:lnTo>
                <a:lnTo>
                  <a:pt x="1208627" y="49680"/>
                </a:lnTo>
                <a:lnTo>
                  <a:pt x="1209187" y="49579"/>
                </a:lnTo>
                <a:lnTo>
                  <a:pt x="1209755" y="49497"/>
                </a:lnTo>
                <a:lnTo>
                  <a:pt x="1210333" y="49432"/>
                </a:lnTo>
                <a:lnTo>
                  <a:pt x="1210919" y="49386"/>
                </a:lnTo>
                <a:lnTo>
                  <a:pt x="1211514" y="49359"/>
                </a:lnTo>
                <a:lnTo>
                  <a:pt x="1212118" y="49350"/>
                </a:lnTo>
                <a:lnTo>
                  <a:pt x="1212683" y="49358"/>
                </a:lnTo>
                <a:lnTo>
                  <a:pt x="1213241" y="49384"/>
                </a:lnTo>
                <a:lnTo>
                  <a:pt x="1213792" y="49428"/>
                </a:lnTo>
                <a:lnTo>
                  <a:pt x="1214335" y="49489"/>
                </a:lnTo>
                <a:lnTo>
                  <a:pt x="1214872" y="49567"/>
                </a:lnTo>
                <a:lnTo>
                  <a:pt x="1215401" y="49663"/>
                </a:lnTo>
                <a:lnTo>
                  <a:pt x="1215923" y="49777"/>
                </a:lnTo>
                <a:lnTo>
                  <a:pt x="1216438" y="49907"/>
                </a:lnTo>
                <a:lnTo>
                  <a:pt x="1216945" y="50055"/>
                </a:lnTo>
                <a:lnTo>
                  <a:pt x="1217446" y="50221"/>
                </a:lnTo>
                <a:lnTo>
                  <a:pt x="1217939" y="50404"/>
                </a:lnTo>
                <a:lnTo>
                  <a:pt x="1218426" y="50604"/>
                </a:lnTo>
                <a:lnTo>
                  <a:pt x="1218905" y="50822"/>
                </a:lnTo>
                <a:lnTo>
                  <a:pt x="1219377" y="51057"/>
                </a:lnTo>
                <a:lnTo>
                  <a:pt x="1219841" y="51310"/>
                </a:lnTo>
                <a:lnTo>
                  <a:pt x="1220299" y="51580"/>
                </a:lnTo>
                <a:lnTo>
                  <a:pt x="1220749" y="51867"/>
                </a:lnTo>
                <a:lnTo>
                  <a:pt x="1221193" y="52172"/>
                </a:lnTo>
                <a:lnTo>
                  <a:pt x="1221629" y="52495"/>
                </a:lnTo>
                <a:lnTo>
                  <a:pt x="1222058" y="52835"/>
                </a:lnTo>
                <a:lnTo>
                  <a:pt x="1222479" y="53192"/>
                </a:lnTo>
                <a:lnTo>
                  <a:pt x="1222894" y="53566"/>
                </a:lnTo>
                <a:lnTo>
                  <a:pt x="1223301" y="53958"/>
                </a:lnTo>
                <a:lnTo>
                  <a:pt x="1223702" y="54368"/>
                </a:lnTo>
                <a:lnTo>
                  <a:pt x="1224091" y="54794"/>
                </a:lnTo>
                <a:lnTo>
                  <a:pt x="1224464" y="55236"/>
                </a:lnTo>
                <a:lnTo>
                  <a:pt x="1224821" y="55695"/>
                </a:lnTo>
                <a:lnTo>
                  <a:pt x="1225163" y="56169"/>
                </a:lnTo>
                <a:lnTo>
                  <a:pt x="1225489" y="56659"/>
                </a:lnTo>
                <a:lnTo>
                  <a:pt x="1225799" y="57166"/>
                </a:lnTo>
                <a:lnTo>
                  <a:pt x="1226094" y="57688"/>
                </a:lnTo>
                <a:lnTo>
                  <a:pt x="1226373" y="58227"/>
                </a:lnTo>
                <a:lnTo>
                  <a:pt x="1226636" y="58782"/>
                </a:lnTo>
                <a:lnTo>
                  <a:pt x="1226884" y="59352"/>
                </a:lnTo>
                <a:lnTo>
                  <a:pt x="1227115" y="59939"/>
                </a:lnTo>
                <a:lnTo>
                  <a:pt x="1227332" y="60542"/>
                </a:lnTo>
                <a:lnTo>
                  <a:pt x="1227532" y="61160"/>
                </a:lnTo>
                <a:lnTo>
                  <a:pt x="1227717" y="61795"/>
                </a:lnTo>
                <a:lnTo>
                  <a:pt x="1227886" y="62446"/>
                </a:lnTo>
                <a:lnTo>
                  <a:pt x="1228039" y="63113"/>
                </a:lnTo>
                <a:lnTo>
                  <a:pt x="1228177" y="63796"/>
                </a:lnTo>
                <a:lnTo>
                  <a:pt x="1228298" y="64495"/>
                </a:lnTo>
                <a:lnTo>
                  <a:pt x="1228405" y="65210"/>
                </a:lnTo>
                <a:lnTo>
                  <a:pt x="1228495" y="65941"/>
                </a:lnTo>
                <a:lnTo>
                  <a:pt x="1228570" y="66688"/>
                </a:lnTo>
                <a:lnTo>
                  <a:pt x="1228629" y="67451"/>
                </a:lnTo>
                <a:lnTo>
                  <a:pt x="1228672" y="68231"/>
                </a:lnTo>
                <a:lnTo>
                  <a:pt x="1228700" y="69026"/>
                </a:lnTo>
                <a:lnTo>
                  <a:pt x="1195377" y="69026"/>
                </a:lnTo>
                <a:lnTo>
                  <a:pt x="1195379" y="68275"/>
                </a:lnTo>
                <a:lnTo>
                  <a:pt x="1195398" y="67538"/>
                </a:lnTo>
                <a:lnTo>
                  <a:pt x="1195433" y="66814"/>
                </a:lnTo>
                <a:lnTo>
                  <a:pt x="1195485" y="661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138621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2026-09-05T08:53:52.4400000Z</dcterms:created>
  <dcterms:modified xsi:type="dcterms:W3CDTF">2026-09-05T08:53:52.4400000Z</dcterms:modified>
</coreProperties>
</file>