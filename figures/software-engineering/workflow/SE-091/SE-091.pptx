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80860fc284a18" /><Relationship Type="http://schemas.openxmlformats.org/officeDocument/2006/relationships/extended-properties" Target="/docProps/app.xml" Id="R05f9cabb95164f50" /><Relationship Type="http://schemas.openxmlformats.org/officeDocument/2006/relationships/officeDocument" Target="/ppt/presentation.xml" Id="R9bcf3faaa56b46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cda3d01e74d3f"/>
  </p:sldMasterIdLst>
  <p:notesMasterIdLst>
    <p:notesMasterId xmlns:r="http://schemas.openxmlformats.org/officeDocument/2006/relationships" r:id="R3f1d6eb1373a4524"/>
  </p:notesMasterIdLst>
  <p:sldIdLst>
    <p:sldId xmlns:r="http://schemas.openxmlformats.org/officeDocument/2006/relationships" id="256" r:id="R59491726d4c14c02"/>
  </p:sldIdLst>
  <p:sldSz cx="12887325" cy="5743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dab23f9e8440fe" /><Relationship Type="http://schemas.openxmlformats.org/officeDocument/2006/relationships/slideMaster" Target="/ppt/slideMasters/slideMaster1.xml" Id="R2a8cda3d01e74d3f" /><Relationship Type="http://schemas.openxmlformats.org/officeDocument/2006/relationships/notesMaster" Target="/ppt/notesMasters/notesMaster1.xml" Id="R3f1d6eb1373a4524" /><Relationship Type="http://schemas.openxmlformats.org/officeDocument/2006/relationships/presProps" Target="/ppt/presProps.xml" Id="R83039fb2d0324a33" /><Relationship Type="http://schemas.openxmlformats.org/officeDocument/2006/relationships/tableStyles" Target="/ppt/tableStyles.xml" Id="R8c6b5501e5c64eaa" /><Relationship Type="http://schemas.openxmlformats.org/officeDocument/2006/relationships/slide" Target="/ppt/slides/slide1.xml" Id="R59491726d4c14c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a5b518802446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21928f73834364" /><Relationship Type="http://schemas.openxmlformats.org/officeDocument/2006/relationships/notesMaster" Target="/ppt/notesMasters/notesMaster1.xml" Id="R97dd14f87d6a402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素材ID：SE-091</ns1:t>
            </ns1:r>
          </ns1:p>
          <ns1:p>
            <ns1:r>
              <ns1:t>论文：GenderMag Improves Discoverability in the Field, Especially for Women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4，PDF第8页</ns1:t>
            </ns1:r>
          </ns1:p>
          <ns1:p>
            <ns1:r>
              <ns1:t>类型：研究流程</ns1:t>
            </ns1:r>
          </ns1:p>
          <ns1:p>
            <ns1:r>
              <ns1:t>借鉴点：六类个体记录横跨改版前、过渡期和改版后三个阶段，以空心/实心方块区分事件，用圈标出首次使用或删失点，明确哪些记录可以进入公平比较。</ns1:t>
            </ns1:r>
          </ns1:p>
          <ns1:p>
            <ns1:r>
              <ns1:t>论文URL：https://cmustrudel.github.io/papers/icse24gendermag.pdf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编辑与保真说明：["Original pencil icons retained as independent crops with appropriate white/gray backgrounds.", "Native Arial replaces source raster text; minor glyph width and marker antialiasing differences."]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65c9d33b645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d343181bd24454" /><Relationship Type="http://schemas.openxmlformats.org/officeDocument/2006/relationships/slideLayout" Target="/ppt/slideLayouts/slideLayout1.xml" Id="R6a3cb74bf3ba4a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3cb74bf3ba4a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68be04ecc40e0" /><Relationship Type="http://schemas.openxmlformats.org/officeDocument/2006/relationships/image" Target="/ppt/media/image.png" Id="Rf3f1e7df650f4557" /><Relationship Type="http://schemas.openxmlformats.org/officeDocument/2006/relationships/image" Target="/ppt/media/image2.png" Id="R0370f1ca3b86456a" /><Relationship Type="http://schemas.openxmlformats.org/officeDocument/2006/relationships/image" Target="/ppt/media/image3.png" Id="R35801bb122c44569" /><Relationship Type="http://schemas.openxmlformats.org/officeDocument/2006/relationships/image" Target="/ppt/media/image4.png" Id="R0934e6fc1f6b4c85" /><Relationship Type="http://schemas.openxmlformats.org/officeDocument/2006/relationships/image" Target="/ppt/media/image5.png" Id="Rfa63ee6107634563" /><Relationship Type="http://schemas.openxmlformats.org/officeDocument/2006/relationships/image" Target="/ppt/media/image6.png" Id="Ra2b5c58b06ff4dcc" /><Relationship Type="http://schemas.openxmlformats.org/officeDocument/2006/relationships/image" Target="/ppt/media/image7.png" Id="Ra5f1535d573947a3" /><Relationship Type="http://schemas.openxmlformats.org/officeDocument/2006/relationships/image" Target="/ppt/media/image8.png" Id="R22608db2a55b4dd2" /><Relationship Type="http://schemas.openxmlformats.org/officeDocument/2006/relationships/image" Target="/ppt/media/image9.png" Id="R83a1b0304c204ed3" /><Relationship Type="http://schemas.openxmlformats.org/officeDocument/2006/relationships/notesSlide" Target="/ppt/notesSlides/notesSlide1.xml" Id="Rf063d0e39e6449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SE-091-1">
            <a:extLst xmlns:a="http://schemas.openxmlformats.org/drawingml/2006/main">
              <a:ext uri="{FF2B5EF4-FFF2-40B4-BE49-F238E27FC236}">
                <a16:creationId xmlns:a16="http://schemas.microsoft.com/office/drawing/2014/main" id="{2A006DC8-C2FC-4248-9870-700D996B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4775"/>
            <a:ext cx="45720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noFill/>
          </a:ln>
        </p:spPr>
      </p:sp>
      <p:sp>
        <p:nvSpPr>
          <p:cNvPr id="2" name="SE-091-2">
            <a:extLst xmlns:a="http://schemas.openxmlformats.org/drawingml/2006/main">
              <a:ext uri="{FF2B5EF4-FFF2-40B4-BE49-F238E27FC236}">
                <a16:creationId xmlns:a16="http://schemas.microsoft.com/office/drawing/2014/main" id="{316D17E7-8D11-4861-BF11-88BCCC4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04775"/>
            <a:ext cx="45720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noFill/>
          </a:ln>
        </p:spPr>
      </p:sp>
      <p:sp>
        <p:nvSpPr>
          <p:cNvPr id="3" name="SE-091-path-3">
            <a:extLst xmlns:a="http://schemas.openxmlformats.org/drawingml/2006/main">
              <a:ext uri="{FF2B5EF4-FFF2-40B4-BE49-F238E27FC236}">
                <a16:creationId xmlns:a16="http://schemas.microsoft.com/office/drawing/2014/main" id="{6F5BE14A-293F-4A4C-9B73-7F8A45FF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4" name="SE-091-path-4">
            <a:extLst xmlns:a="http://schemas.openxmlformats.org/drawingml/2006/main">
              <a:ext uri="{FF2B5EF4-FFF2-40B4-BE49-F238E27FC236}">
                <a16:creationId xmlns:a16="http://schemas.microsoft.com/office/drawing/2014/main" id="{3D3FC060-2D5A-4A10-97E2-376F22CE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95350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5" name="SE-091-path-5">
            <a:extLst xmlns:a="http://schemas.openxmlformats.org/drawingml/2006/main">
              <a:ext uri="{FF2B5EF4-FFF2-40B4-BE49-F238E27FC236}">
                <a16:creationId xmlns:a16="http://schemas.microsoft.com/office/drawing/2014/main" id="{C893D518-247D-4AFE-A797-D2A9AB45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62100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6" name="SE-091-path-6">
            <a:extLst xmlns:a="http://schemas.openxmlformats.org/drawingml/2006/main">
              <a:ext uri="{FF2B5EF4-FFF2-40B4-BE49-F238E27FC236}">
                <a16:creationId xmlns:a16="http://schemas.microsoft.com/office/drawing/2014/main" id="{9D0D1061-98E8-4815-BCC3-A43E4B5C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62100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7" name="SE-091-path-7">
            <a:extLst xmlns:a="http://schemas.openxmlformats.org/drawingml/2006/main">
              <a:ext uri="{FF2B5EF4-FFF2-40B4-BE49-F238E27FC236}">
                <a16:creationId xmlns:a16="http://schemas.microsoft.com/office/drawing/2014/main" id="{E65CB744-A55D-410C-A18B-C1849E56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28850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8" name="SE-091-path-8">
            <a:extLst xmlns:a="http://schemas.openxmlformats.org/drawingml/2006/main">
              <a:ext uri="{FF2B5EF4-FFF2-40B4-BE49-F238E27FC236}">
                <a16:creationId xmlns:a16="http://schemas.microsoft.com/office/drawing/2014/main" id="{6F95CC78-F758-4935-B806-97BE3E44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28850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9" name="SE-091-path-9">
            <a:extLst xmlns:a="http://schemas.openxmlformats.org/drawingml/2006/main">
              <a:ext uri="{FF2B5EF4-FFF2-40B4-BE49-F238E27FC236}">
                <a16:creationId xmlns:a16="http://schemas.microsoft.com/office/drawing/2014/main" id="{36EF01C0-84F8-4DC4-B950-973F1D63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10" name="SE-091-path-10">
            <a:extLst xmlns:a="http://schemas.openxmlformats.org/drawingml/2006/main">
              <a:ext uri="{FF2B5EF4-FFF2-40B4-BE49-F238E27FC236}">
                <a16:creationId xmlns:a16="http://schemas.microsoft.com/office/drawing/2014/main" id="{D8C53A24-12C4-478D-9BAA-5D43723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05125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11" name="SE-091-path-11">
            <a:extLst xmlns:a="http://schemas.openxmlformats.org/drawingml/2006/main">
              <a:ext uri="{FF2B5EF4-FFF2-40B4-BE49-F238E27FC236}">
                <a16:creationId xmlns:a16="http://schemas.microsoft.com/office/drawing/2014/main" id="{4B737CAC-DC39-4714-847D-8B6142D0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81400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12" name="SE-091-path-12">
            <a:extLst xmlns:a="http://schemas.openxmlformats.org/drawingml/2006/main">
              <a:ext uri="{FF2B5EF4-FFF2-40B4-BE49-F238E27FC236}">
                <a16:creationId xmlns:a16="http://schemas.microsoft.com/office/drawing/2014/main" id="{77B2D6C7-0EF7-4A68-98FC-D5C35ED8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81400"/>
            <a:ext cx="4572000" cy="95"/>
          </a:xfrm>
          <a:custGeom xmlns:a="http://schemas.openxmlformats.org/drawingml/2006/main">
            <a:pathLst>
              <a:path w="4572000" h="9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AFAFA"/>
            </a:solidFill>
          </a:ln>
        </p:spPr>
      </p:sp>
      <p:sp>
        <p:nvSpPr>
          <p:cNvPr id="13" name="SE-091-13">
            <a:extLst xmlns:a="http://schemas.openxmlformats.org/drawingml/2006/main">
              <a:ext uri="{FF2B5EF4-FFF2-40B4-BE49-F238E27FC236}">
                <a16:creationId xmlns:a16="http://schemas.microsoft.com/office/drawing/2014/main" id="{F07FF876-6225-4AF1-95AE-FEF68B0C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048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SE-091-path-14">
            <a:extLst xmlns:a="http://schemas.openxmlformats.org/drawingml/2006/main">
              <a:ext uri="{FF2B5EF4-FFF2-40B4-BE49-F238E27FC236}">
                <a16:creationId xmlns:a16="http://schemas.microsoft.com/office/drawing/2014/main" id="{F5784503-5665-439C-9E23-02AA0878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"/>
            <a:ext cx="3933825" cy="95"/>
          </a:xfrm>
          <a:custGeom xmlns:a="http://schemas.openxmlformats.org/drawingml/2006/main">
            <a:pathLst>
              <a:path w="3933825" h="95">
                <a:moveTo>
                  <a:pt x="0" y="0"/>
                </a:moveTo>
                <a:lnTo>
                  <a:pt x="393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15" name="SE-091-path-15">
            <a:extLst xmlns:a="http://schemas.openxmlformats.org/drawingml/2006/main">
              <a:ext uri="{FF2B5EF4-FFF2-40B4-BE49-F238E27FC236}">
                <a16:creationId xmlns:a16="http://schemas.microsoft.com/office/drawing/2014/main" id="{BA1689DE-4B48-41CD-B421-5EEF2576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34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16" name="SE-091-path-16">
            <a:extLst xmlns:a="http://schemas.openxmlformats.org/drawingml/2006/main">
              <a:ext uri="{FF2B5EF4-FFF2-40B4-BE49-F238E27FC236}">
                <a16:creationId xmlns:a16="http://schemas.microsoft.com/office/drawing/2014/main" id="{8E3AF309-2685-4E38-9C7B-237D78F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17" name="SE-091-path-17">
            <a:extLst xmlns:a="http://schemas.openxmlformats.org/drawingml/2006/main">
              <a:ext uri="{FF2B5EF4-FFF2-40B4-BE49-F238E27FC236}">
                <a16:creationId xmlns:a16="http://schemas.microsoft.com/office/drawing/2014/main" id="{259E8572-F9E6-4544-97FA-8D4A2629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34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18" name="SE-091-path-18">
            <a:extLst xmlns:a="http://schemas.openxmlformats.org/drawingml/2006/main">
              <a:ext uri="{FF2B5EF4-FFF2-40B4-BE49-F238E27FC236}">
                <a16:creationId xmlns:a16="http://schemas.microsoft.com/office/drawing/2014/main" id="{CCB25690-ECB1-41A4-80B5-1A1AD4C9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34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19" name="SE-091-19">
            <a:extLst xmlns:a="http://schemas.openxmlformats.org/drawingml/2006/main">
              <a:ext uri="{FF2B5EF4-FFF2-40B4-BE49-F238E27FC236}">
                <a16:creationId xmlns:a16="http://schemas.microsoft.com/office/drawing/2014/main" id="{1F8BDE65-A050-4E25-A8D4-D653E985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4714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20" name="SE-091-20">
            <a:extLst xmlns:a="http://schemas.openxmlformats.org/drawingml/2006/main">
              <a:ext uri="{FF2B5EF4-FFF2-40B4-BE49-F238E27FC236}">
                <a16:creationId xmlns:a16="http://schemas.microsoft.com/office/drawing/2014/main" id="{29E2F9A8-6A7C-4FA2-899C-FD15690A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663" y="4714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21" name="SE-091-21">
            <a:extLst xmlns:a="http://schemas.openxmlformats.org/drawingml/2006/main">
              <a:ext uri="{FF2B5EF4-FFF2-40B4-BE49-F238E27FC236}">
                <a16:creationId xmlns:a16="http://schemas.microsoft.com/office/drawing/2014/main" id="{C55D095E-3AAB-4F62-AA21-06567D3B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4714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22" name="SE-091-22">
            <a:extLst xmlns:a="http://schemas.openxmlformats.org/drawingml/2006/main">
              <a:ext uri="{FF2B5EF4-FFF2-40B4-BE49-F238E27FC236}">
                <a16:creationId xmlns:a16="http://schemas.microsoft.com/office/drawing/2014/main" id="{0B2BE5FB-9A3A-4DE5-8612-C68A5BF8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4714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23" name="SE-091-23">
            <a:extLst xmlns:a="http://schemas.openxmlformats.org/drawingml/2006/main">
              <a:ext uri="{FF2B5EF4-FFF2-40B4-BE49-F238E27FC236}">
                <a16:creationId xmlns:a16="http://schemas.microsoft.com/office/drawing/2014/main" id="{60DC1B9E-0578-41C8-A580-9F890C36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714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24" name="SE-091-24">
            <a:extLst xmlns:a="http://schemas.openxmlformats.org/drawingml/2006/main">
              <a:ext uri="{FF2B5EF4-FFF2-40B4-BE49-F238E27FC236}">
                <a16:creationId xmlns:a16="http://schemas.microsoft.com/office/drawing/2014/main" id="{9C1AEEF5-6F86-4846-BF2D-375A2A81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713" y="4714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25" name="SE-091-25">
            <a:extLst xmlns:a="http://schemas.openxmlformats.org/drawingml/2006/main">
              <a:ext uri="{FF2B5EF4-FFF2-40B4-BE49-F238E27FC236}">
                <a16:creationId xmlns:a16="http://schemas.microsoft.com/office/drawing/2014/main" id="{C59605B7-43A8-41CF-B02E-88DF196A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9052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F4B3E"/>
            </a:solidFill>
          </a:ln>
        </p:spPr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1e7df650f4557"/>
          <a:stretch xmlns:a="http://schemas.openxmlformats.org/drawingml/2006/main"/>
        </p:blipFill>
        <p:spPr>
          <a:xfrm xmlns:a="http://schemas.openxmlformats.org/drawingml/2006/main">
            <a:off x="4238625" y="133350"/>
            <a:ext cx="276225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SE-091-26">
            <a:extLst xmlns:a="http://schemas.openxmlformats.org/drawingml/2006/main">
              <a:ext uri="{FF2B5EF4-FFF2-40B4-BE49-F238E27FC236}">
                <a16:creationId xmlns:a16="http://schemas.microsoft.com/office/drawing/2014/main" id="{2AEEA8E6-D2CA-4551-83D1-EF0EA33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09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8" name="SE-091-path-27">
            <a:extLst xmlns:a="http://schemas.openxmlformats.org/drawingml/2006/main">
              <a:ext uri="{FF2B5EF4-FFF2-40B4-BE49-F238E27FC236}">
                <a16:creationId xmlns:a16="http://schemas.microsoft.com/office/drawing/2014/main" id="{36F33A6A-AA5B-4CCC-BB44-85AAF056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238250"/>
            <a:ext cx="3714750" cy="95"/>
          </a:xfrm>
          <a:custGeom xmlns:a="http://schemas.openxmlformats.org/drawingml/2006/main">
            <a:pathLst>
              <a:path w="3714750" h="9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29" name="SE-091-28">
            <a:extLst xmlns:a="http://schemas.openxmlformats.org/drawingml/2006/main">
              <a:ext uri="{FF2B5EF4-FFF2-40B4-BE49-F238E27FC236}">
                <a16:creationId xmlns:a16="http://schemas.microsoft.com/office/drawing/2014/main" id="{0A27DC60-3C9F-45AE-8A1A-E0986978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11763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30" name="SE-091-29">
            <a:extLst xmlns:a="http://schemas.openxmlformats.org/drawingml/2006/main">
              <a:ext uri="{FF2B5EF4-FFF2-40B4-BE49-F238E27FC236}">
                <a16:creationId xmlns:a16="http://schemas.microsoft.com/office/drawing/2014/main" id="{0FCCED52-D39B-4F67-A69F-B4743BE3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713" y="11763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31" name="SE-091-30">
            <a:extLst xmlns:a="http://schemas.openxmlformats.org/drawingml/2006/main">
              <a:ext uri="{FF2B5EF4-FFF2-40B4-BE49-F238E27FC236}">
                <a16:creationId xmlns:a16="http://schemas.microsoft.com/office/drawing/2014/main" id="{FA121A28-C120-4353-8BC2-BB681132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063" y="11763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32" name="SE-091-31">
            <a:extLst xmlns:a="http://schemas.openxmlformats.org/drawingml/2006/main">
              <a:ext uri="{FF2B5EF4-FFF2-40B4-BE49-F238E27FC236}">
                <a16:creationId xmlns:a16="http://schemas.microsoft.com/office/drawing/2014/main" id="{8D3D8103-ECA2-45B2-B7F6-408EFB5A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9063" y="11763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33" name="SE-091-32">
            <a:extLst xmlns:a="http://schemas.openxmlformats.org/drawingml/2006/main">
              <a:ext uri="{FF2B5EF4-FFF2-40B4-BE49-F238E27FC236}">
                <a16:creationId xmlns:a16="http://schemas.microsoft.com/office/drawing/2014/main" id="{B37AC0BE-DD76-4CA0-B0AD-039735D5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838" y="11763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34" name="SE-091-33">
            <a:extLst xmlns:a="http://schemas.openxmlformats.org/drawingml/2006/main">
              <a:ext uri="{FF2B5EF4-FFF2-40B4-BE49-F238E27FC236}">
                <a16:creationId xmlns:a16="http://schemas.microsoft.com/office/drawing/2014/main" id="{582882F2-A485-4B08-A043-77EC1434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09537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F4B3E"/>
            </a:solidFill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0f1ca3b86456a"/>
          <a:stretch xmlns:a="http://schemas.openxmlformats.org/drawingml/2006/main"/>
        </p:blipFill>
        <p:spPr>
          <a:xfrm xmlns:a="http://schemas.openxmlformats.org/drawingml/2006/main">
            <a:off x="12487275" y="838200"/>
            <a:ext cx="276225" cy="247650"/>
          </a:xfrm>
          <a:prstGeom xmlns:a="http://schemas.openxmlformats.org/drawingml/2006/main" prst="rect">
            <a:avLst/>
          </a:prstGeom>
        </p:spPr>
      </p:pic>
      <p:sp>
        <p:nvSpPr>
          <p:cNvPr id="36" name="SE-091-34">
            <a:extLst xmlns:a="http://schemas.openxmlformats.org/drawingml/2006/main">
              <a:ext uri="{FF2B5EF4-FFF2-40B4-BE49-F238E27FC236}">
                <a16:creationId xmlns:a16="http://schemas.microsoft.com/office/drawing/2014/main" id="{E61127EF-A8D3-4BFE-B83F-FCEC5B87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6573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7" name="SE-091-path-35">
            <a:extLst xmlns:a="http://schemas.openxmlformats.org/drawingml/2006/main">
              <a:ext uri="{FF2B5EF4-FFF2-40B4-BE49-F238E27FC236}">
                <a16:creationId xmlns:a16="http://schemas.microsoft.com/office/drawing/2014/main" id="{10EE71A5-BD2E-421D-BF0E-DAA6A45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85950"/>
            <a:ext cx="3714750" cy="95"/>
          </a:xfrm>
          <a:custGeom xmlns:a="http://schemas.openxmlformats.org/drawingml/2006/main">
            <a:pathLst>
              <a:path w="3714750" h="9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38" name="SE-091-path-36">
            <a:extLst xmlns:a="http://schemas.openxmlformats.org/drawingml/2006/main">
              <a:ext uri="{FF2B5EF4-FFF2-40B4-BE49-F238E27FC236}">
                <a16:creationId xmlns:a16="http://schemas.microsoft.com/office/drawing/2014/main" id="{48A9B736-FD4E-4A4D-8F34-1A77EA04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859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39" name="SE-091-path-37">
            <a:extLst xmlns:a="http://schemas.openxmlformats.org/drawingml/2006/main">
              <a:ext uri="{FF2B5EF4-FFF2-40B4-BE49-F238E27FC236}">
                <a16:creationId xmlns:a16="http://schemas.microsoft.com/office/drawing/2014/main" id="{CAC85EB9-D00B-41C0-ADC4-9F0FF2BA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40" name="SE-091-path-38">
            <a:extLst xmlns:a="http://schemas.openxmlformats.org/drawingml/2006/main">
              <a:ext uri="{FF2B5EF4-FFF2-40B4-BE49-F238E27FC236}">
                <a16:creationId xmlns:a16="http://schemas.microsoft.com/office/drawing/2014/main" id="{6966EB17-51F5-44E1-912E-1E41DCAD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41" name="SE-091-path-39">
            <a:extLst xmlns:a="http://schemas.openxmlformats.org/drawingml/2006/main">
              <a:ext uri="{FF2B5EF4-FFF2-40B4-BE49-F238E27FC236}">
                <a16:creationId xmlns:a16="http://schemas.microsoft.com/office/drawing/2014/main" id="{2C2C8ED0-9467-45DE-A6F9-97C93139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59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42" name="SE-091-path-40">
            <a:extLst xmlns:a="http://schemas.openxmlformats.org/drawingml/2006/main">
              <a:ext uri="{FF2B5EF4-FFF2-40B4-BE49-F238E27FC236}">
                <a16:creationId xmlns:a16="http://schemas.microsoft.com/office/drawing/2014/main" id="{00EF4085-E897-406C-8E86-4092F491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859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43" name="SE-091-41">
            <a:extLst xmlns:a="http://schemas.openxmlformats.org/drawingml/2006/main">
              <a:ext uri="{FF2B5EF4-FFF2-40B4-BE49-F238E27FC236}">
                <a16:creationId xmlns:a16="http://schemas.microsoft.com/office/drawing/2014/main" id="{19BEEA04-9C12-43C2-B0D1-EC3EA7F9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3" y="18240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44" name="SE-091-42">
            <a:extLst xmlns:a="http://schemas.openxmlformats.org/drawingml/2006/main">
              <a:ext uri="{FF2B5EF4-FFF2-40B4-BE49-F238E27FC236}">
                <a16:creationId xmlns:a16="http://schemas.microsoft.com/office/drawing/2014/main" id="{59A5BFEB-04AD-47D7-84F0-42BF0FF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18240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45" name="SE-091-43">
            <a:extLst xmlns:a="http://schemas.openxmlformats.org/drawingml/2006/main">
              <a:ext uri="{FF2B5EF4-FFF2-40B4-BE49-F238E27FC236}">
                <a16:creationId xmlns:a16="http://schemas.microsoft.com/office/drawing/2014/main" id="{2B39708B-B91B-48F5-9807-56711FED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13" y="18240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46" name="SE-091-44">
            <a:extLst xmlns:a="http://schemas.openxmlformats.org/drawingml/2006/main">
              <a:ext uri="{FF2B5EF4-FFF2-40B4-BE49-F238E27FC236}">
                <a16:creationId xmlns:a16="http://schemas.microsoft.com/office/drawing/2014/main" id="{F2A127E5-F175-47AD-B39A-FA55AC69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238" y="18240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47" name="SE-091-45">
            <a:extLst xmlns:a="http://schemas.openxmlformats.org/drawingml/2006/main">
              <a:ext uri="{FF2B5EF4-FFF2-40B4-BE49-F238E27FC236}">
                <a16:creationId xmlns:a16="http://schemas.microsoft.com/office/drawing/2014/main" id="{16E8418A-1701-40F9-96F3-D90EAF04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82403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48" name="SE-091-46">
            <a:extLst xmlns:a="http://schemas.openxmlformats.org/drawingml/2006/main">
              <a:ext uri="{FF2B5EF4-FFF2-40B4-BE49-F238E27FC236}">
                <a16:creationId xmlns:a16="http://schemas.microsoft.com/office/drawing/2014/main" id="{5719BC69-F8A4-49D1-8F4C-E47A5AB0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74307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F4B3E"/>
            </a:solidFill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01bb122c44569"/>
          <a:stretch xmlns:a="http://schemas.openxmlformats.org/drawingml/2006/main"/>
        </p:blipFill>
        <p:spPr>
          <a:xfrm xmlns:a="http://schemas.openxmlformats.org/drawingml/2006/main">
            <a:off x="6286500" y="1485900"/>
            <a:ext cx="276225" cy="247650"/>
          </a:xfrm>
          <a:prstGeom xmlns:a="http://schemas.openxmlformats.org/drawingml/2006/main" prst="rect">
            <a:avLst/>
          </a:prstGeom>
        </p:spPr>
      </p:pic>
      <p:sp>
        <p:nvSpPr>
          <p:cNvPr id="50" name="SE-091-47">
            <a:extLst xmlns:a="http://schemas.openxmlformats.org/drawingml/2006/main">
              <a:ext uri="{FF2B5EF4-FFF2-40B4-BE49-F238E27FC236}">
                <a16:creationId xmlns:a16="http://schemas.microsoft.com/office/drawing/2014/main" id="{7502FC45-371F-42D5-9E9E-05BC3A81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1" name="SE-091-path-48">
            <a:extLst xmlns:a="http://schemas.openxmlformats.org/drawingml/2006/main">
              <a:ext uri="{FF2B5EF4-FFF2-40B4-BE49-F238E27FC236}">
                <a16:creationId xmlns:a16="http://schemas.microsoft.com/office/drawing/2014/main" id="{823A6162-204C-44A8-A135-35023BA2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81275"/>
            <a:ext cx="3733800" cy="95"/>
          </a:xfrm>
          <a:custGeom xmlns:a="http://schemas.openxmlformats.org/drawingml/2006/main">
            <a:pathLst>
              <a:path w="3733800" h="9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52" name="SE-091-49">
            <a:extLst xmlns:a="http://schemas.openxmlformats.org/drawingml/2006/main">
              <a:ext uri="{FF2B5EF4-FFF2-40B4-BE49-F238E27FC236}">
                <a16:creationId xmlns:a16="http://schemas.microsoft.com/office/drawing/2014/main" id="{52F01FA5-2377-4DA3-B4C1-9B38E055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963" y="2519363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53" name="SE-091-50">
            <a:extLst xmlns:a="http://schemas.openxmlformats.org/drawingml/2006/main">
              <a:ext uri="{FF2B5EF4-FFF2-40B4-BE49-F238E27FC236}">
                <a16:creationId xmlns:a16="http://schemas.microsoft.com/office/drawing/2014/main" id="{4CAA444D-130D-4E7E-A1DA-B91EAF2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2519363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54" name="SE-091-51">
            <a:extLst xmlns:a="http://schemas.openxmlformats.org/drawingml/2006/main">
              <a:ext uri="{FF2B5EF4-FFF2-40B4-BE49-F238E27FC236}">
                <a16:creationId xmlns:a16="http://schemas.microsoft.com/office/drawing/2014/main" id="{107DBC4B-C721-4EED-BD8D-428C14F2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2519363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55" name="SE-091-52">
            <a:extLst xmlns:a="http://schemas.openxmlformats.org/drawingml/2006/main">
              <a:ext uri="{FF2B5EF4-FFF2-40B4-BE49-F238E27FC236}">
                <a16:creationId xmlns:a16="http://schemas.microsoft.com/office/drawing/2014/main" id="{DBAD3CE7-2D4D-4091-9D9A-B6AFD02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313" y="2519363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56" name="SE-091-53">
            <a:extLst xmlns:a="http://schemas.openxmlformats.org/drawingml/2006/main">
              <a:ext uri="{FF2B5EF4-FFF2-40B4-BE49-F238E27FC236}">
                <a16:creationId xmlns:a16="http://schemas.microsoft.com/office/drawing/2014/main" id="{D2070B03-D4E0-4F36-A165-81045C68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238" y="2519363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57" name="SE-091-54">
            <a:extLst xmlns:a="http://schemas.openxmlformats.org/drawingml/2006/main">
              <a:ext uri="{FF2B5EF4-FFF2-40B4-BE49-F238E27FC236}">
                <a16:creationId xmlns:a16="http://schemas.microsoft.com/office/drawing/2014/main" id="{2F4ED0DE-CE04-4FDA-945F-249B8E96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4313" y="2519363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58" name="SE-091-55">
            <a:extLst xmlns:a="http://schemas.openxmlformats.org/drawingml/2006/main">
              <a:ext uri="{FF2B5EF4-FFF2-40B4-BE49-F238E27FC236}">
                <a16:creationId xmlns:a16="http://schemas.microsoft.com/office/drawing/2014/main" id="{8FBB2992-0DB1-4DCD-8B84-AF29FB7A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F4B3E"/>
            </a:solidFill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4e6fc1f6b4c85"/>
          <a:stretch xmlns:a="http://schemas.openxmlformats.org/drawingml/2006/main"/>
        </p:blipFill>
        <p:spPr>
          <a:xfrm xmlns:a="http://schemas.openxmlformats.org/drawingml/2006/main">
            <a:off x="8534400" y="2181225"/>
            <a:ext cx="276225" cy="247650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3ee6107634563"/>
          <a:stretch xmlns:a="http://schemas.openxmlformats.org/drawingml/2006/main"/>
        </p:blipFill>
        <p:spPr>
          <a:xfrm xmlns:a="http://schemas.openxmlformats.org/drawingml/2006/main">
            <a:off x="9677400" y="2181225"/>
            <a:ext cx="276225" cy="247650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5c58b06ff4dcc"/>
          <a:stretch xmlns:a="http://schemas.openxmlformats.org/drawingml/2006/main"/>
        </p:blipFill>
        <p:spPr>
          <a:xfrm xmlns:a="http://schemas.openxmlformats.org/drawingml/2006/main">
            <a:off x="11115675" y="2181225"/>
            <a:ext cx="276225" cy="247650"/>
          </a:xfrm>
          <a:prstGeom xmlns:a="http://schemas.openxmlformats.org/drawingml/2006/main" prst="rect">
            <a:avLst/>
          </a:prstGeom>
        </p:spPr>
      </p:pic>
      <p:sp>
        <p:nvSpPr>
          <p:cNvPr id="62" name="SE-091-56">
            <a:extLst xmlns:a="http://schemas.openxmlformats.org/drawingml/2006/main">
              <a:ext uri="{FF2B5EF4-FFF2-40B4-BE49-F238E27FC236}">
                <a16:creationId xmlns:a16="http://schemas.microsoft.com/office/drawing/2014/main" id="{CD6137FA-77FC-4594-B5C2-6949C596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0480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63" name="SE-091-path-57">
            <a:extLst xmlns:a="http://schemas.openxmlformats.org/drawingml/2006/main">
              <a:ext uri="{FF2B5EF4-FFF2-40B4-BE49-F238E27FC236}">
                <a16:creationId xmlns:a16="http://schemas.microsoft.com/office/drawing/2014/main" id="{8CBC93D1-4B64-4908-BF74-809B8EFC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76625" cy="95"/>
          </a:xfrm>
          <a:custGeom xmlns:a="http://schemas.openxmlformats.org/drawingml/2006/main">
            <a:pathLst>
              <a:path w="3476625" h="95">
                <a:moveTo>
                  <a:pt x="0" y="0"/>
                </a:moveTo>
                <a:lnTo>
                  <a:pt x="3476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64" name="SE-091-58">
            <a:extLst xmlns:a="http://schemas.openxmlformats.org/drawingml/2006/main">
              <a:ext uri="{FF2B5EF4-FFF2-40B4-BE49-F238E27FC236}">
                <a16:creationId xmlns:a16="http://schemas.microsoft.com/office/drawing/2014/main" id="{499AE10B-8F9C-4CF3-A31C-A4A02AEA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8" y="32146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65" name="SE-091-59">
            <a:extLst xmlns:a="http://schemas.openxmlformats.org/drawingml/2006/main">
              <a:ext uri="{FF2B5EF4-FFF2-40B4-BE49-F238E27FC236}">
                <a16:creationId xmlns:a16="http://schemas.microsoft.com/office/drawing/2014/main" id="{D435AF9A-A78B-429D-91CE-FC190DAA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963" y="32146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66" name="SE-091-60">
            <a:extLst xmlns:a="http://schemas.openxmlformats.org/drawingml/2006/main">
              <a:ext uri="{FF2B5EF4-FFF2-40B4-BE49-F238E27FC236}">
                <a16:creationId xmlns:a16="http://schemas.microsoft.com/office/drawing/2014/main" id="{3651B786-EDDA-475F-BA96-591CAFD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32146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67" name="SE-091-61">
            <a:extLst xmlns:a="http://schemas.openxmlformats.org/drawingml/2006/main">
              <a:ext uri="{FF2B5EF4-FFF2-40B4-BE49-F238E27FC236}">
                <a16:creationId xmlns:a16="http://schemas.microsoft.com/office/drawing/2014/main" id="{AD3090EF-0231-465E-A351-F03CF03D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32146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68" name="SE-091-62">
            <a:extLst xmlns:a="http://schemas.openxmlformats.org/drawingml/2006/main">
              <a:ext uri="{FF2B5EF4-FFF2-40B4-BE49-F238E27FC236}">
                <a16:creationId xmlns:a16="http://schemas.microsoft.com/office/drawing/2014/main" id="{7797B947-1FE8-46FC-9587-42D5F923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163" y="32146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69" name="SE-091-63">
            <a:extLst xmlns:a="http://schemas.openxmlformats.org/drawingml/2006/main">
              <a:ext uri="{FF2B5EF4-FFF2-40B4-BE49-F238E27FC236}">
                <a16:creationId xmlns:a16="http://schemas.microsoft.com/office/drawing/2014/main" id="{313E072E-208B-4C5C-B7E0-192F6211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6957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4D4D4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70" name="SE-091-path-64">
            <a:extLst xmlns:a="http://schemas.openxmlformats.org/drawingml/2006/main">
              <a:ext uri="{FF2B5EF4-FFF2-40B4-BE49-F238E27FC236}">
                <a16:creationId xmlns:a16="http://schemas.microsoft.com/office/drawing/2014/main" id="{7A00B0E0-34AB-4E6C-B596-28A1A1A0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924300"/>
            <a:ext cx="4343400" cy="95"/>
          </a:xfrm>
          <a:custGeom xmlns:a="http://schemas.openxmlformats.org/drawingml/2006/main">
            <a:pathLst>
              <a:path w="4343400" h="95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1" name="SE-091-path-65">
            <a:extLst xmlns:a="http://schemas.openxmlformats.org/drawingml/2006/main">
              <a:ext uri="{FF2B5EF4-FFF2-40B4-BE49-F238E27FC236}">
                <a16:creationId xmlns:a16="http://schemas.microsoft.com/office/drawing/2014/main" id="{014B2A16-AFAE-4845-9C8C-190DF4B9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924300"/>
            <a:ext cx="3171825" cy="95"/>
          </a:xfrm>
          <a:custGeom xmlns:a="http://schemas.openxmlformats.org/drawingml/2006/main">
            <a:pathLst>
              <a:path w="3171825" h="95">
                <a:moveTo>
                  <a:pt x="0" y="0"/>
                </a:moveTo>
                <a:lnTo>
                  <a:pt x="3171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2" name="SE-091-path-66">
            <a:extLst xmlns:a="http://schemas.openxmlformats.org/drawingml/2006/main">
              <a:ext uri="{FF2B5EF4-FFF2-40B4-BE49-F238E27FC236}">
                <a16:creationId xmlns:a16="http://schemas.microsoft.com/office/drawing/2014/main" id="{7369AF63-207A-4007-AE23-BE53983D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3" name="SE-091-path-67">
            <a:extLst xmlns:a="http://schemas.openxmlformats.org/drawingml/2006/main">
              <a:ext uri="{FF2B5EF4-FFF2-40B4-BE49-F238E27FC236}">
                <a16:creationId xmlns:a16="http://schemas.microsoft.com/office/drawing/2014/main" id="{23ED8C83-BC96-4D0A-B062-99FD2C3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4" name="SE-091-path-68">
            <a:extLst xmlns:a="http://schemas.openxmlformats.org/drawingml/2006/main">
              <a:ext uri="{FF2B5EF4-FFF2-40B4-BE49-F238E27FC236}">
                <a16:creationId xmlns:a16="http://schemas.microsoft.com/office/drawing/2014/main" id="{519238B8-1354-4946-9A85-8E11B54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5" name="SE-091-path-69">
            <a:extLst xmlns:a="http://schemas.openxmlformats.org/drawingml/2006/main">
              <a:ext uri="{FF2B5EF4-FFF2-40B4-BE49-F238E27FC236}">
                <a16:creationId xmlns:a16="http://schemas.microsoft.com/office/drawing/2014/main" id="{11D75C2E-BA96-4F76-9DFF-C08CFBFD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6" name="SE-091-path-70">
            <a:extLst xmlns:a="http://schemas.openxmlformats.org/drawingml/2006/main">
              <a:ext uri="{FF2B5EF4-FFF2-40B4-BE49-F238E27FC236}">
                <a16:creationId xmlns:a16="http://schemas.microsoft.com/office/drawing/2014/main" id="{BDEEC20A-D14C-4F7F-BDAA-2CDB500B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7" name="SE-091-path-71">
            <a:extLst xmlns:a="http://schemas.openxmlformats.org/drawingml/2006/main">
              <a:ext uri="{FF2B5EF4-FFF2-40B4-BE49-F238E27FC236}">
                <a16:creationId xmlns:a16="http://schemas.microsoft.com/office/drawing/2014/main" id="{10092B01-80BB-4126-AC91-5571135F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8" name="SE-091-path-72">
            <a:extLst xmlns:a="http://schemas.openxmlformats.org/drawingml/2006/main">
              <a:ext uri="{FF2B5EF4-FFF2-40B4-BE49-F238E27FC236}">
                <a16:creationId xmlns:a16="http://schemas.microsoft.com/office/drawing/2014/main" id="{D0308921-53F2-47E5-A7DF-10B41628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79" name="SE-091-path-73">
            <a:extLst xmlns:a="http://schemas.openxmlformats.org/drawingml/2006/main">
              <a:ext uri="{FF2B5EF4-FFF2-40B4-BE49-F238E27FC236}">
                <a16:creationId xmlns:a16="http://schemas.microsoft.com/office/drawing/2014/main" id="{CB153F1B-C187-4C8F-9667-2C07A914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80" name="SE-091-path-74">
            <a:extLst xmlns:a="http://schemas.openxmlformats.org/drawingml/2006/main">
              <a:ext uri="{FF2B5EF4-FFF2-40B4-BE49-F238E27FC236}">
                <a16:creationId xmlns:a16="http://schemas.microsoft.com/office/drawing/2014/main" id="{BE58DB6A-7768-4BAF-BE0E-C76F50A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9243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81" name="SE-091-path-75">
            <a:extLst xmlns:a="http://schemas.openxmlformats.org/drawingml/2006/main">
              <a:ext uri="{FF2B5EF4-FFF2-40B4-BE49-F238E27FC236}">
                <a16:creationId xmlns:a16="http://schemas.microsoft.com/office/drawing/2014/main" id="{669A80E8-23BD-4C9C-8558-6EA3E4F7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24300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6265"/>
            </a:solidFill>
          </a:ln>
        </p:spPr>
      </p:sp>
      <p:sp>
        <p:nvSpPr>
          <p:cNvPr id="82" name="SE-091-76">
            <a:extLst xmlns:a="http://schemas.openxmlformats.org/drawingml/2006/main">
              <a:ext uri="{FF2B5EF4-FFF2-40B4-BE49-F238E27FC236}">
                <a16:creationId xmlns:a16="http://schemas.microsoft.com/office/drawing/2014/main" id="{F84D6E24-5038-41B9-980C-21090670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83" name="SE-091-77">
            <a:extLst xmlns:a="http://schemas.openxmlformats.org/drawingml/2006/main">
              <a:ext uri="{FF2B5EF4-FFF2-40B4-BE49-F238E27FC236}">
                <a16:creationId xmlns:a16="http://schemas.microsoft.com/office/drawing/2014/main" id="{CE537C86-20DE-4D5D-9B87-9B13DFD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088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84" name="SE-091-78">
            <a:extLst xmlns:a="http://schemas.openxmlformats.org/drawingml/2006/main">
              <a:ext uri="{FF2B5EF4-FFF2-40B4-BE49-F238E27FC236}">
                <a16:creationId xmlns:a16="http://schemas.microsoft.com/office/drawing/2014/main" id="{8F14E8C2-CE27-41FD-A7AB-AB58EA4D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85" name="SE-091-79">
            <a:extLst xmlns:a="http://schemas.openxmlformats.org/drawingml/2006/main">
              <a:ext uri="{FF2B5EF4-FFF2-40B4-BE49-F238E27FC236}">
                <a16:creationId xmlns:a16="http://schemas.microsoft.com/office/drawing/2014/main" id="{AE9BFF0E-8CBA-4B3F-88DC-CEBD96ED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388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86" name="SE-091-80">
            <a:extLst xmlns:a="http://schemas.openxmlformats.org/drawingml/2006/main">
              <a:ext uri="{FF2B5EF4-FFF2-40B4-BE49-F238E27FC236}">
                <a16:creationId xmlns:a16="http://schemas.microsoft.com/office/drawing/2014/main" id="{7EF8DFC4-CE38-4883-8016-12EC094E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87" name="SE-091-81">
            <a:extLst xmlns:a="http://schemas.openxmlformats.org/drawingml/2006/main">
              <a:ext uri="{FF2B5EF4-FFF2-40B4-BE49-F238E27FC236}">
                <a16:creationId xmlns:a16="http://schemas.microsoft.com/office/drawing/2014/main" id="{1E5B5F28-3742-4953-9750-6591D690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88" name="SE-091-82">
            <a:extLst xmlns:a="http://schemas.openxmlformats.org/drawingml/2006/main">
              <a:ext uri="{FF2B5EF4-FFF2-40B4-BE49-F238E27FC236}">
                <a16:creationId xmlns:a16="http://schemas.microsoft.com/office/drawing/2014/main" id="{C6146B7C-FAEA-4F06-8EA7-AF086B1C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963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89" name="SE-091-83">
            <a:extLst xmlns:a="http://schemas.openxmlformats.org/drawingml/2006/main">
              <a:ext uri="{FF2B5EF4-FFF2-40B4-BE49-F238E27FC236}">
                <a16:creationId xmlns:a16="http://schemas.microsoft.com/office/drawing/2014/main" id="{F2F36EE3-76EC-4F85-B073-CFF977B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90" name="SE-091-84">
            <a:extLst xmlns:a="http://schemas.openxmlformats.org/drawingml/2006/main">
              <a:ext uri="{FF2B5EF4-FFF2-40B4-BE49-F238E27FC236}">
                <a16:creationId xmlns:a16="http://schemas.microsoft.com/office/drawing/2014/main" id="{6EECA493-FC42-465C-904C-6031555D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563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747A80"/>
            </a:solidFill>
          </a:ln>
        </p:spPr>
      </p:sp>
      <p:sp>
        <p:nvSpPr>
          <p:cNvPr id="91" name="SE-091-85">
            <a:extLst xmlns:a="http://schemas.openxmlformats.org/drawingml/2006/main">
              <a:ext uri="{FF2B5EF4-FFF2-40B4-BE49-F238E27FC236}">
                <a16:creationId xmlns:a16="http://schemas.microsoft.com/office/drawing/2014/main" id="{350BFE12-5E54-4E42-B804-B6DDE92C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88" y="3862388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1"/>
          </a:solidFill>
          <a:ln xmlns:a="http://schemas.openxmlformats.org/drawingml/2006/main" w="15240">
            <a:solidFill>
              <a:srgbClr val="393E41"/>
            </a:solidFill>
          </a:ln>
        </p:spPr>
      </p:sp>
      <p:sp>
        <p:nvSpPr>
          <p:cNvPr id="92" name="SE-091-86">
            <a:extLst xmlns:a="http://schemas.openxmlformats.org/drawingml/2006/main">
              <a:ext uri="{FF2B5EF4-FFF2-40B4-BE49-F238E27FC236}">
                <a16:creationId xmlns:a16="http://schemas.microsoft.com/office/drawing/2014/main" id="{5ABD48B9-263A-4A79-BA67-A4D26F8A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8142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F4B3E"/>
            </a:solidFill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1535d573947a3"/>
          <a:stretch xmlns:a="http://schemas.openxmlformats.org/drawingml/2006/main"/>
        </p:blipFill>
        <p:spPr>
          <a:xfrm xmlns:a="http://schemas.openxmlformats.org/drawingml/2006/main">
            <a:off x="4695825" y="3524250"/>
            <a:ext cx="276225" cy="247650"/>
          </a:xfrm>
          <a:prstGeom xmlns:a="http://schemas.openxmlformats.org/drawingml/2006/main" prst="rect">
            <a:avLst/>
          </a:prstGeom>
        </p:spPr>
      </p:pic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08db2a55b4dd2"/>
          <a:stretch xmlns:a="http://schemas.openxmlformats.org/drawingml/2006/main"/>
        </p:blipFill>
        <p:spPr>
          <a:xfrm xmlns:a="http://schemas.openxmlformats.org/drawingml/2006/main">
            <a:off x="5286375" y="3524250"/>
            <a:ext cx="276225" cy="247650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1b0304c204ed3"/>
          <a:stretch xmlns:a="http://schemas.openxmlformats.org/drawingml/2006/main"/>
        </p:blipFill>
        <p:spPr>
          <a:xfrm xmlns:a="http://schemas.openxmlformats.org/drawingml/2006/main">
            <a:off x="10106025" y="3524250"/>
            <a:ext cx="276225" cy="247650"/>
          </a:xfrm>
          <a:prstGeom xmlns:a="http://schemas.openxmlformats.org/drawingml/2006/main" prst="rect">
            <a:avLst/>
          </a:prstGeom>
        </p:spPr>
      </p:pic>
      <p:sp>
        <p:nvSpPr>
          <p:cNvPr id="96" name="SE-091-87">
            <a:extLst xmlns:a="http://schemas.openxmlformats.org/drawingml/2006/main">
              <a:ext uri="{FF2B5EF4-FFF2-40B4-BE49-F238E27FC236}">
                <a16:creationId xmlns:a16="http://schemas.microsoft.com/office/drawing/2014/main" id="{24FB6A83-F48A-4EEA-8EC2-25A4CC12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6675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4F525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4F5255"/>
                </a:solidFill>
                <a:latin typeface="Arial"/>
                <a:ea typeface="Arial"/>
                <a:cs typeface="Arial"/>
              </a:rPr>
              <a:t>Suggest edit</a:t>
            </a:r>
          </a:p>
        </p:txBody>
      </p:sp>
      <p:sp>
        <p:nvSpPr>
          <p:cNvPr id="97" name="SE-091-88">
            <a:extLst xmlns:a="http://schemas.openxmlformats.org/drawingml/2006/main">
              <a:ext uri="{FF2B5EF4-FFF2-40B4-BE49-F238E27FC236}">
                <a16:creationId xmlns:a16="http://schemas.microsoft.com/office/drawing/2014/main" id="{ECFE1D30-CD8F-47D2-8B33-F0C7A126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672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Start of</a:t>
            </a:r>
          </a:p>
        </p:txBody>
      </p:sp>
      <p:sp>
        <p:nvSpPr>
          <p:cNvPr id="98" name="SE-091-89">
            <a:extLst xmlns:a="http://schemas.openxmlformats.org/drawingml/2006/main">
              <a:ext uri="{FF2B5EF4-FFF2-40B4-BE49-F238E27FC236}">
                <a16:creationId xmlns:a16="http://schemas.microsoft.com/office/drawing/2014/main" id="{43C7AEAC-D5F5-417E-992A-FB9ECEBD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99" name="SE-091-90">
            <a:extLst xmlns:a="http://schemas.openxmlformats.org/drawingml/2006/main">
              <a:ext uri="{FF2B5EF4-FFF2-40B4-BE49-F238E27FC236}">
                <a16:creationId xmlns:a16="http://schemas.microsoft.com/office/drawing/2014/main" id="{DBDB77F9-363E-4E46-AD10-A1DE8A3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46722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End of</a:t>
            </a:r>
          </a:p>
        </p:txBody>
      </p:sp>
      <p:sp>
        <p:nvSpPr>
          <p:cNvPr id="100" name="SE-091-91">
            <a:extLst xmlns:a="http://schemas.openxmlformats.org/drawingml/2006/main">
              <a:ext uri="{FF2B5EF4-FFF2-40B4-BE49-F238E27FC236}">
                <a16:creationId xmlns:a16="http://schemas.microsoft.com/office/drawing/2014/main" id="{0A25AA84-5EB9-43A6-A75B-E571C6F8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7244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01" name="SE-091-92">
            <a:extLst xmlns:a="http://schemas.openxmlformats.org/drawingml/2006/main">
              <a:ext uri="{FF2B5EF4-FFF2-40B4-BE49-F238E27FC236}">
                <a16:creationId xmlns:a16="http://schemas.microsoft.com/office/drawing/2014/main" id="{13407399-D484-4685-800F-9A4CCA08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76800"/>
            <a:ext cx="3829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First period: 34 months</a:t>
            </a:r>
          </a:p>
        </p:txBody>
      </p:sp>
      <p:sp>
        <p:nvSpPr>
          <p:cNvPr id="102" name="SE-091-93">
            <a:extLst xmlns:a="http://schemas.openxmlformats.org/drawingml/2006/main">
              <a:ext uri="{FF2B5EF4-FFF2-40B4-BE49-F238E27FC236}">
                <a16:creationId xmlns:a16="http://schemas.microsoft.com/office/drawing/2014/main" id="{5E1D75BD-8866-4193-97E7-4C91E903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53025"/>
            <a:ext cx="4124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(only the original version was available)</a:t>
            </a:r>
          </a:p>
        </p:txBody>
      </p:sp>
      <p:sp>
        <p:nvSpPr>
          <p:cNvPr id="103" name="SE-091-94">
            <a:extLst xmlns:a="http://schemas.openxmlformats.org/drawingml/2006/main">
              <a:ext uri="{FF2B5EF4-FFF2-40B4-BE49-F238E27FC236}">
                <a16:creationId xmlns:a16="http://schemas.microsoft.com/office/drawing/2014/main" id="{3EF86AAC-F13D-4E98-AB96-40CC559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910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Transition period:</a:t>
            </a:r>
          </a:p>
        </p:txBody>
      </p:sp>
      <p:sp>
        <p:nvSpPr>
          <p:cNvPr id="104" name="SE-091-95">
            <a:extLst xmlns:a="http://schemas.openxmlformats.org/drawingml/2006/main">
              <a:ext uri="{FF2B5EF4-FFF2-40B4-BE49-F238E27FC236}">
                <a16:creationId xmlns:a16="http://schemas.microsoft.com/office/drawing/2014/main" id="{5BECFA01-ECEC-4401-86B2-7DFA4874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6101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10 months</a:t>
            </a:r>
          </a:p>
        </p:txBody>
      </p:sp>
      <p:sp>
        <p:nvSpPr>
          <p:cNvPr id="105" name="SE-091-96">
            <a:extLst xmlns:a="http://schemas.openxmlformats.org/drawingml/2006/main">
              <a:ext uri="{FF2B5EF4-FFF2-40B4-BE49-F238E27FC236}">
                <a16:creationId xmlns:a16="http://schemas.microsoft.com/office/drawing/2014/main" id="{32365456-05C4-4840-B9BF-355545B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(redesign &amp; gradual</a:t>
            </a:r>
          </a:p>
        </p:txBody>
      </p:sp>
      <p:sp>
        <p:nvSpPr>
          <p:cNvPr id="106" name="SE-091-97">
            <a:extLst xmlns:a="http://schemas.openxmlformats.org/drawingml/2006/main">
              <a:ext uri="{FF2B5EF4-FFF2-40B4-BE49-F238E27FC236}">
                <a16:creationId xmlns:a16="http://schemas.microsoft.com/office/drawing/2014/main" id="{4E075A50-346C-49C2-A1A8-4D76B72F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577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adoption)</a:t>
            </a:r>
          </a:p>
        </p:txBody>
      </p:sp>
      <p:sp>
        <p:nvSpPr>
          <p:cNvPr id="107" name="SE-091-98">
            <a:extLst xmlns:a="http://schemas.openxmlformats.org/drawingml/2006/main">
              <a:ext uri="{FF2B5EF4-FFF2-40B4-BE49-F238E27FC236}">
                <a16:creationId xmlns:a16="http://schemas.microsoft.com/office/drawing/2014/main" id="{69A0EABF-BE95-49E7-95C7-1153F016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76800"/>
            <a:ext cx="3695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Second period: 34 months</a:t>
            </a:r>
          </a:p>
        </p:txBody>
      </p:sp>
      <p:sp>
        <p:nvSpPr>
          <p:cNvPr id="108" name="SE-091-99">
            <a:extLst xmlns:a="http://schemas.openxmlformats.org/drawingml/2006/main">
              <a:ext uri="{FF2B5EF4-FFF2-40B4-BE49-F238E27FC236}">
                <a16:creationId xmlns:a16="http://schemas.microsoft.com/office/drawing/2014/main" id="{00CBDFDD-5DE4-4C94-8EF4-719CB550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53025"/>
            <a:ext cx="4200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75757"/>
                </a:solidFill>
                <a:latin typeface="Arial"/>
                <a:ea typeface="Arial"/>
                <a:cs typeface="Arial"/>
              </a:rPr>
              <a:t>(only the redesigned version was available)</a:t>
            </a:r>
          </a:p>
        </p:txBody>
      </p:sp>
      <p:sp>
        <p:nvSpPr>
          <p:cNvPr id="109" name="SE-091-path-100">
            <a:extLst xmlns:a="http://schemas.openxmlformats.org/drawingml/2006/main">
              <a:ext uri="{FF2B5EF4-FFF2-40B4-BE49-F238E27FC236}">
                <a16:creationId xmlns:a16="http://schemas.microsoft.com/office/drawing/2014/main" id="{52439D4D-1AEF-4B66-83F1-710FF9C8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9700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0" name="SE-091-path-101">
            <a:extLst xmlns:a="http://schemas.openxmlformats.org/drawingml/2006/main">
              <a:ext uri="{FF2B5EF4-FFF2-40B4-BE49-F238E27FC236}">
                <a16:creationId xmlns:a16="http://schemas.microsoft.com/office/drawing/2014/main" id="{B65A996F-7DC8-4ADC-B262-398B375F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1613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1" name="SE-091-path-102">
            <a:extLst xmlns:a="http://schemas.openxmlformats.org/drawingml/2006/main">
              <a:ext uri="{FF2B5EF4-FFF2-40B4-BE49-F238E27FC236}">
                <a16:creationId xmlns:a16="http://schemas.microsoft.com/office/drawing/2014/main" id="{20D1F81B-0CA7-41F3-8C90-3E0CE05C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43525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2" name="SE-091-path-103">
            <a:extLst xmlns:a="http://schemas.openxmlformats.org/drawingml/2006/main">
              <a:ext uri="{FF2B5EF4-FFF2-40B4-BE49-F238E27FC236}">
                <a16:creationId xmlns:a16="http://schemas.microsoft.com/office/drawing/2014/main" id="{FCDCB6BB-BF31-4629-B863-76F57FE2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05438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3" name="SE-091-path-104">
            <a:extLst xmlns:a="http://schemas.openxmlformats.org/drawingml/2006/main">
              <a:ext uri="{FF2B5EF4-FFF2-40B4-BE49-F238E27FC236}">
                <a16:creationId xmlns:a16="http://schemas.microsoft.com/office/drawing/2014/main" id="{75F1E99E-A27B-40AC-A2A4-741B824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67350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4" name="SE-091-path-105">
            <a:extLst xmlns:a="http://schemas.openxmlformats.org/drawingml/2006/main">
              <a:ext uri="{FF2B5EF4-FFF2-40B4-BE49-F238E27FC236}">
                <a16:creationId xmlns:a16="http://schemas.microsoft.com/office/drawing/2014/main" id="{6E7EB75F-B568-453D-A563-80241C0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9263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5" name="SE-091-path-106">
            <a:extLst xmlns:a="http://schemas.openxmlformats.org/drawingml/2006/main">
              <a:ext uri="{FF2B5EF4-FFF2-40B4-BE49-F238E27FC236}">
                <a16:creationId xmlns:a16="http://schemas.microsoft.com/office/drawing/2014/main" id="{8D9120D3-6B13-43CB-A117-07ADC4DD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91175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6" name="SE-091-path-107">
            <a:extLst xmlns:a="http://schemas.openxmlformats.org/drawingml/2006/main">
              <a:ext uri="{FF2B5EF4-FFF2-40B4-BE49-F238E27FC236}">
                <a16:creationId xmlns:a16="http://schemas.microsoft.com/office/drawing/2014/main" id="{CC5241A1-DDEA-4CA8-A2EF-91F47BFA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57825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7" name="SE-091-path-108">
            <a:extLst xmlns:a="http://schemas.openxmlformats.org/drawingml/2006/main">
              <a:ext uri="{FF2B5EF4-FFF2-40B4-BE49-F238E27FC236}">
                <a16:creationId xmlns:a16="http://schemas.microsoft.com/office/drawing/2014/main" id="{97C3C62C-B75E-4996-BD40-1C8F36B2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519738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8" name="SE-091-path-109">
            <a:extLst xmlns:a="http://schemas.openxmlformats.org/drawingml/2006/main">
              <a:ext uri="{FF2B5EF4-FFF2-40B4-BE49-F238E27FC236}">
                <a16:creationId xmlns:a16="http://schemas.microsoft.com/office/drawing/2014/main" id="{58C6213D-80EF-454B-A375-BBD5183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581650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19" name="SE-091-path-110">
            <a:extLst xmlns:a="http://schemas.openxmlformats.org/drawingml/2006/main">
              <a:ext uri="{FF2B5EF4-FFF2-40B4-BE49-F238E27FC236}">
                <a16:creationId xmlns:a16="http://schemas.microsoft.com/office/drawing/2014/main" id="{C6B279FD-AC86-47DC-A14F-A5DA311A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457825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0" name="SE-091-path-111">
            <a:extLst xmlns:a="http://schemas.openxmlformats.org/drawingml/2006/main">
              <a:ext uri="{FF2B5EF4-FFF2-40B4-BE49-F238E27FC236}">
                <a16:creationId xmlns:a16="http://schemas.microsoft.com/office/drawing/2014/main" id="{47EE26E3-486E-4DB5-8EF3-4C1A56B0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19738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1" name="SE-091-path-112">
            <a:extLst xmlns:a="http://schemas.openxmlformats.org/drawingml/2006/main">
              <a:ext uri="{FF2B5EF4-FFF2-40B4-BE49-F238E27FC236}">
                <a16:creationId xmlns:a16="http://schemas.microsoft.com/office/drawing/2014/main" id="{F368CA88-E79D-40BA-95BB-F643CA86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81650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2" name="SE-091-path-113">
            <a:extLst xmlns:a="http://schemas.openxmlformats.org/drawingml/2006/main">
              <a:ext uri="{FF2B5EF4-FFF2-40B4-BE49-F238E27FC236}">
                <a16:creationId xmlns:a16="http://schemas.microsoft.com/office/drawing/2014/main" id="{4E7B61C2-7C67-40B6-8B74-153E08D1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219700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3" name="SE-091-path-114">
            <a:extLst xmlns:a="http://schemas.openxmlformats.org/drawingml/2006/main">
              <a:ext uri="{FF2B5EF4-FFF2-40B4-BE49-F238E27FC236}">
                <a16:creationId xmlns:a16="http://schemas.microsoft.com/office/drawing/2014/main" id="{25FFDEA4-B638-43D2-847E-12A9182A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281613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4" name="SE-091-path-115">
            <a:extLst xmlns:a="http://schemas.openxmlformats.org/drawingml/2006/main">
              <a:ext uri="{FF2B5EF4-FFF2-40B4-BE49-F238E27FC236}">
                <a16:creationId xmlns:a16="http://schemas.microsoft.com/office/drawing/2014/main" id="{3B2EEC3E-F15A-47BE-8137-CFDD8F08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343525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5" name="SE-091-path-116">
            <a:extLst xmlns:a="http://schemas.openxmlformats.org/drawingml/2006/main">
              <a:ext uri="{FF2B5EF4-FFF2-40B4-BE49-F238E27FC236}">
                <a16:creationId xmlns:a16="http://schemas.microsoft.com/office/drawing/2014/main" id="{E1FB9726-0856-408B-8171-40156141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405438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6" name="SE-091-path-117">
            <a:extLst xmlns:a="http://schemas.openxmlformats.org/drawingml/2006/main">
              <a:ext uri="{FF2B5EF4-FFF2-40B4-BE49-F238E27FC236}">
                <a16:creationId xmlns:a16="http://schemas.microsoft.com/office/drawing/2014/main" id="{2D364B91-D6E0-4A35-B081-841BA366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467350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7" name="SE-091-path-118">
            <a:extLst xmlns:a="http://schemas.openxmlformats.org/drawingml/2006/main">
              <a:ext uri="{FF2B5EF4-FFF2-40B4-BE49-F238E27FC236}">
                <a16:creationId xmlns:a16="http://schemas.microsoft.com/office/drawing/2014/main" id="{A3398089-9CBC-4CA9-818D-2C901561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529263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8" name="SE-091-path-119">
            <a:extLst xmlns:a="http://schemas.openxmlformats.org/drawingml/2006/main">
              <a:ext uri="{FF2B5EF4-FFF2-40B4-BE49-F238E27FC236}">
                <a16:creationId xmlns:a16="http://schemas.microsoft.com/office/drawing/2014/main" id="{D4282B46-8C5B-447B-8B9E-A78539AE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591175"/>
            <a:ext cx="95" cy="14288"/>
          </a:xfrm>
          <a:custGeom xmlns:a="http://schemas.openxmlformats.org/drawingml/2006/main">
            <a:pathLst>
              <a:path w="95" h="14288">
                <a:moveTo>
                  <a:pt x="0" y="0"/>
                </a:moveTo>
                <a:lnTo>
                  <a:pt x="0" y="1428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58A"/>
            </a:solidFill>
          </a:ln>
        </p:spPr>
      </p:sp>
      <p:sp>
        <p:nvSpPr>
          <p:cNvPr id="129" name="SE-091-path-120">
            <a:extLst xmlns:a="http://schemas.openxmlformats.org/drawingml/2006/main">
              <a:ext uri="{FF2B5EF4-FFF2-40B4-BE49-F238E27FC236}">
                <a16:creationId xmlns:a16="http://schemas.microsoft.com/office/drawing/2014/main" id="{16982B72-E319-4926-B30A-1FBDECAA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505450"/>
            <a:ext cx="4400550" cy="95"/>
          </a:xfrm>
          <a:custGeom xmlns:a="http://schemas.openxmlformats.org/drawingml/2006/main">
            <a:pathLst>
              <a:path w="4400550" h="95">
                <a:moveTo>
                  <a:pt x="0" y="0"/>
                </a:moveTo>
                <a:lnTo>
                  <a:pt x="440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C0C6"/>
            </a:solidFill>
          </a:ln>
        </p:spPr>
      </p:sp>
      <p:sp>
        <p:nvSpPr>
          <p:cNvPr id="130" name="SE-091-path-121">
            <a:extLst xmlns:a="http://schemas.openxmlformats.org/drawingml/2006/main">
              <a:ext uri="{FF2B5EF4-FFF2-40B4-BE49-F238E27FC236}">
                <a16:creationId xmlns:a16="http://schemas.microsoft.com/office/drawing/2014/main" id="{DCA9BC1E-8A2F-432B-8E9F-3E6D0FB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448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close/>
              </a:path>
            </a:pathLst>
          </a:custGeom>
          <a:solidFill xmlns:a="http://schemas.openxmlformats.org/drawingml/2006/main">
            <a:srgbClr val="BBC0C6"/>
          </a:solidFill>
          <a:ln xmlns:a="http://schemas.openxmlformats.org/drawingml/2006/main" w="0">
            <a:noFill/>
          </a:ln>
        </p:spPr>
      </p:sp>
      <p:sp>
        <p:nvSpPr>
          <p:cNvPr id="131" name="SE-091-path-122">
            <a:extLst xmlns:a="http://schemas.openxmlformats.org/drawingml/2006/main">
              <a:ext uri="{FF2B5EF4-FFF2-40B4-BE49-F238E27FC236}">
                <a16:creationId xmlns:a16="http://schemas.microsoft.com/office/drawing/2014/main" id="{6E91A794-0311-4882-AE3A-3C0A223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48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BBC0C6"/>
          </a:solidFill>
          <a:ln xmlns:a="http://schemas.openxmlformats.org/drawingml/2006/main" w="0">
            <a:noFill/>
          </a:ln>
        </p:spPr>
      </p:sp>
      <p:sp>
        <p:nvSpPr>
          <p:cNvPr id="132" name="SE-091-path-123">
            <a:extLst xmlns:a="http://schemas.openxmlformats.org/drawingml/2006/main">
              <a:ext uri="{FF2B5EF4-FFF2-40B4-BE49-F238E27FC236}">
                <a16:creationId xmlns:a16="http://schemas.microsoft.com/office/drawing/2014/main" id="{109BDA41-0606-4450-B56D-0AE7D627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05450"/>
            <a:ext cx="4457700" cy="95"/>
          </a:xfrm>
          <a:custGeom xmlns:a="http://schemas.openxmlformats.org/drawingml/2006/main">
            <a:pathLst>
              <a:path w="4457700" h="95">
                <a:moveTo>
                  <a:pt x="0" y="0"/>
                </a:moveTo>
                <a:lnTo>
                  <a:pt x="445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BC0C6"/>
            </a:solidFill>
          </a:ln>
        </p:spPr>
      </p:sp>
      <p:sp>
        <p:nvSpPr>
          <p:cNvPr id="133" name="SE-091-path-124">
            <a:extLst xmlns:a="http://schemas.openxmlformats.org/drawingml/2006/main">
              <a:ext uri="{FF2B5EF4-FFF2-40B4-BE49-F238E27FC236}">
                <a16:creationId xmlns:a16="http://schemas.microsoft.com/office/drawing/2014/main" id="{ADEA18A5-3DE6-490A-9289-E9A20B86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448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close/>
              </a:path>
            </a:pathLst>
          </a:custGeom>
          <a:solidFill xmlns:a="http://schemas.openxmlformats.org/drawingml/2006/main">
            <a:srgbClr val="BBC0C6"/>
          </a:solidFill>
          <a:ln xmlns:a="http://schemas.openxmlformats.org/drawingml/2006/main" w="0">
            <a:noFill/>
          </a:ln>
        </p:spPr>
      </p:sp>
      <p:sp>
        <p:nvSpPr>
          <p:cNvPr id="134" name="SE-091-path-125">
            <a:extLst xmlns:a="http://schemas.openxmlformats.org/drawingml/2006/main">
              <a:ext uri="{FF2B5EF4-FFF2-40B4-BE49-F238E27FC236}">
                <a16:creationId xmlns:a16="http://schemas.microsoft.com/office/drawing/2014/main" id="{6F12833F-7DF1-4486-9CFD-4F4767B8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448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BBC0C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0494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2026-09-08T02:19:38.2290000Z</dcterms:created>
  <dcterms:modified xsi:type="dcterms:W3CDTF">2026-09-08T02:19:38.2290000Z</dcterms:modified>
</coreProperties>
</file>