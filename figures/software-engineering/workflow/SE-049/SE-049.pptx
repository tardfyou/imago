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082edfbc314bdf" /><Relationship Type="http://schemas.openxmlformats.org/officeDocument/2006/relationships/extended-properties" Target="/docProps/app.xml" Id="R2552c0ec34be4d0d" /><Relationship Type="http://schemas.openxmlformats.org/officeDocument/2006/relationships/officeDocument" Target="/ppt/presentation.xml" Id="R1781f2b726a144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d75a1eb1be4b07"/>
  </p:sldMasterIdLst>
  <p:notesMasterIdLst>
    <p:notesMasterId xmlns:r="http://schemas.openxmlformats.org/officeDocument/2006/relationships" r:id="Rb0dd1ffb326d4150"/>
  </p:notesMasterIdLst>
  <p:sldIdLst>
    <p:sldId xmlns:r="http://schemas.openxmlformats.org/officeDocument/2006/relationships" id="256" r:id="Rf80752d8058747aa"/>
  </p:sldIdLst>
  <p:sldSz cx="7143750" cy="4314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6c5523a27442f" /><Relationship Type="http://schemas.openxmlformats.org/officeDocument/2006/relationships/slideMaster" Target="/ppt/slideMasters/slideMaster1.xml" Id="Rcfd75a1eb1be4b07" /><Relationship Type="http://schemas.openxmlformats.org/officeDocument/2006/relationships/notesMaster" Target="/ppt/notesMasters/notesMaster1.xml" Id="Rb0dd1ffb326d4150" /><Relationship Type="http://schemas.openxmlformats.org/officeDocument/2006/relationships/presProps" Target="/ppt/presProps.xml" Id="Rd44be38a42844635" /><Relationship Type="http://schemas.openxmlformats.org/officeDocument/2006/relationships/tableStyles" Target="/ppt/tableStyles.xml" Id="Ra3899dabc49b4686" /><Relationship Type="http://schemas.openxmlformats.org/officeDocument/2006/relationships/slide" Target="/ppt/slides/slide1.xml" Id="Rf80752d8058747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3c4a9a33743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ee0655d9aa4618" /><Relationship Type="http://schemas.openxmlformats.org/officeDocument/2006/relationships/notesMaster" Target="/ppt/notesMasters/notesMaster1.xml" Id="Rbd82de639f18409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素材ID：SE-049</ns1:t>
            </ns1:r>
          </ns1:p>
          <ns1:p>
            <ns1:r>
              <ns1:t>论文：Does GenAI Make Usability Testing Obsolete?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3，PDF第3页</ns1:t>
            </ns1:r>
          </ns1:p>
          <ns1:p>
            <ns1:r>
              <ns1:t>类型：研究流程</ns1:t>
            </ns1:r>
          </ns1:p>
          <ns1:p>
            <ns1:r>
              <ns1:t>借鉴点：同一案例进入LLM、专家评审和用户测试三条证据线，连接性能分析、方法比较与焦点小组，并显式标出RQ1–RQ3。</ns1:t>
            </ns1:r>
          </ns1:p>
          <ns1:p>
            <ns1:r>
              <ns1:t>论文URL：https://arxiv.org/pdf/2411.00634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b2df722cd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c35ec4017240c7" /><Relationship Type="http://schemas.openxmlformats.org/officeDocument/2006/relationships/slideLayout" Target="/ppt/slideLayouts/slideLayout1.xml" Id="Re9237746ed0f4e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237746ed0f4e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101236765413b" /><Relationship Type="http://schemas.openxmlformats.org/officeDocument/2006/relationships/notesSlide" Target="/ppt/notesSlides/notesSlide1.xml" Id="Reb30560a347942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84560-E4A9-4103-AD60-BFDBE4B4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4285140"/>
          </a:xfrm>
          <a:custGeom xmlns:a="http://schemas.openxmlformats.org/drawingml/2006/main">
            <a:pathLst>
              <a:path w="7143750" h="4285140">
                <a:moveTo>
                  <a:pt x="7143750" y="4285140"/>
                </a:moveTo>
                <a:lnTo>
                  <a:pt x="7143750" y="0"/>
                </a:lnTo>
                <a:lnTo>
                  <a:pt x="0" y="0"/>
                </a:lnTo>
                <a:lnTo>
                  <a:pt x="0" y="4285140"/>
                </a:lnTo>
                <a:lnTo>
                  <a:pt x="7143750" y="42851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FA45D-5765-4C39-AAE3-DE251465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4287164"/>
          </a:xfrm>
          <a:custGeom xmlns:a="http://schemas.openxmlformats.org/drawingml/2006/main">
            <a:pathLst>
              <a:path w="7143750" h="4287164">
                <a:moveTo>
                  <a:pt x="0" y="4287164"/>
                </a:moveTo>
                <a:lnTo>
                  <a:pt x="7143750" y="4287164"/>
                </a:lnTo>
                <a:lnTo>
                  <a:pt x="7143750" y="0"/>
                </a:lnTo>
                <a:lnTo>
                  <a:pt x="0" y="0"/>
                </a:lnTo>
                <a:lnTo>
                  <a:pt x="0" y="42871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18E76-C91F-4EC0-95BC-8430C845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896" y="35409"/>
            <a:ext cx="2014158" cy="599277"/>
          </a:xfrm>
          <a:custGeom xmlns:a="http://schemas.openxmlformats.org/drawingml/2006/main">
            <a:pathLst>
              <a:path w="2014158" h="599277" fill="none">
                <a:moveTo>
                  <a:pt x="0" y="99882"/>
                </a:moveTo>
                <a:cubicBezTo>
                  <a:pt x="0" y="44719"/>
                  <a:pt x="44719" y="0"/>
                  <a:pt x="99882" y="0"/>
                </a:cubicBezTo>
                <a:lnTo>
                  <a:pt x="1914276" y="0"/>
                </a:lnTo>
                <a:cubicBezTo>
                  <a:pt x="1969440" y="0"/>
                  <a:pt x="2014158" y="44719"/>
                  <a:pt x="2014158" y="99882"/>
                </a:cubicBezTo>
                <a:lnTo>
                  <a:pt x="2014158" y="499395"/>
                </a:lnTo>
                <a:cubicBezTo>
                  <a:pt x="2014158" y="554558"/>
                  <a:pt x="1969440" y="599277"/>
                  <a:pt x="1914276" y="599277"/>
                </a:cubicBezTo>
                <a:lnTo>
                  <a:pt x="99882" y="599277"/>
                </a:lnTo>
                <a:cubicBezTo>
                  <a:pt x="44719" y="599277"/>
                  <a:pt x="0" y="554558"/>
                  <a:pt x="0" y="499395"/>
                </a:cubicBezTo>
                <a:lnTo>
                  <a:pt x="0" y="99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4" name="Text SelectOpenSource">
            <a:extLst xmlns:a="http://schemas.openxmlformats.org/drawingml/2006/main">
              <a:ext uri="{FF2B5EF4-FFF2-40B4-BE49-F238E27FC236}">
                <a16:creationId xmlns:a16="http://schemas.microsoft.com/office/drawing/2014/main" id="{6F659592-7085-4606-9702-1C402E40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913" y="140560"/>
            <a:ext cx="1633445" cy="181345"/>
          </a:xfrm>
          <a:custGeom xmlns:a="http://schemas.openxmlformats.org/drawingml/2006/main">
            <a:pathLst>
              <a:path w="1633445" h="181345">
                <a:moveTo>
                  <a:pt x="70484" y="29497"/>
                </a:moveTo>
                <a:cubicBezTo>
                  <a:pt x="67692" y="25610"/>
                  <a:pt x="64109" y="22484"/>
                  <a:pt x="59737" y="20118"/>
                </a:cubicBezTo>
                <a:cubicBezTo>
                  <a:pt x="55366" y="17750"/>
                  <a:pt x="50085" y="16566"/>
                  <a:pt x="43893" y="16566"/>
                </a:cubicBezTo>
                <a:cubicBezTo>
                  <a:pt x="40736" y="16566"/>
                  <a:pt x="37518" y="17052"/>
                  <a:pt x="34239" y="18022"/>
                </a:cubicBezTo>
                <a:cubicBezTo>
                  <a:pt x="30961" y="18993"/>
                  <a:pt x="27986" y="20480"/>
                  <a:pt x="25315" y="22483"/>
                </a:cubicBezTo>
                <a:cubicBezTo>
                  <a:pt x="22643" y="24484"/>
                  <a:pt x="20488" y="27002"/>
                  <a:pt x="18848" y="30037"/>
                </a:cubicBezTo>
                <a:cubicBezTo>
                  <a:pt x="17210" y="33069"/>
                  <a:pt x="16391" y="36649"/>
                  <a:pt x="16391" y="40775"/>
                </a:cubicBezTo>
                <a:cubicBezTo>
                  <a:pt x="16391" y="44901"/>
                  <a:pt x="17180" y="48299"/>
                  <a:pt x="18759" y="50969"/>
                </a:cubicBezTo>
                <a:cubicBezTo>
                  <a:pt x="20337" y="53639"/>
                  <a:pt x="22432" y="55915"/>
                  <a:pt x="25043" y="57797"/>
                </a:cubicBezTo>
                <a:cubicBezTo>
                  <a:pt x="27653" y="59678"/>
                  <a:pt x="30628" y="61225"/>
                  <a:pt x="33966" y="62438"/>
                </a:cubicBezTo>
                <a:cubicBezTo>
                  <a:pt x="37305" y="63652"/>
                  <a:pt x="40796" y="64865"/>
                  <a:pt x="44441" y="66079"/>
                </a:cubicBezTo>
                <a:cubicBezTo>
                  <a:pt x="48932" y="67535"/>
                  <a:pt x="53454" y="69113"/>
                  <a:pt x="58008" y="70812"/>
                </a:cubicBezTo>
                <a:cubicBezTo>
                  <a:pt x="62562" y="72511"/>
                  <a:pt x="66661" y="74725"/>
                  <a:pt x="70303" y="77456"/>
                </a:cubicBezTo>
                <a:cubicBezTo>
                  <a:pt x="73945" y="80185"/>
                  <a:pt x="76920" y="83644"/>
                  <a:pt x="79227" y="87831"/>
                </a:cubicBezTo>
                <a:cubicBezTo>
                  <a:pt x="81533" y="92018"/>
                  <a:pt x="82687" y="97327"/>
                  <a:pt x="82687" y="103758"/>
                </a:cubicBezTo>
                <a:cubicBezTo>
                  <a:pt x="82687" y="110191"/>
                  <a:pt x="81442" y="115743"/>
                  <a:pt x="78952" y="120416"/>
                </a:cubicBezTo>
                <a:cubicBezTo>
                  <a:pt x="76463" y="125087"/>
                  <a:pt x="73246" y="128939"/>
                  <a:pt x="69300" y="131974"/>
                </a:cubicBezTo>
                <a:cubicBezTo>
                  <a:pt x="65353" y="135007"/>
                  <a:pt x="60861" y="137252"/>
                  <a:pt x="55821" y="138708"/>
                </a:cubicBezTo>
                <a:cubicBezTo>
                  <a:pt x="50783" y="140164"/>
                  <a:pt x="45714" y="140892"/>
                  <a:pt x="40614" y="140892"/>
                </a:cubicBezTo>
                <a:cubicBezTo>
                  <a:pt x="36729" y="140892"/>
                  <a:pt x="32843" y="140494"/>
                  <a:pt x="28958" y="139697"/>
                </a:cubicBezTo>
                <a:cubicBezTo>
                  <a:pt x="25073" y="138902"/>
                  <a:pt x="21369" y="137709"/>
                  <a:pt x="17847" y="136118"/>
                </a:cubicBezTo>
                <a:cubicBezTo>
                  <a:pt x="14327" y="134526"/>
                  <a:pt x="11049" y="132511"/>
                  <a:pt x="8012" y="130073"/>
                </a:cubicBezTo>
                <a:cubicBezTo>
                  <a:pt x="4977" y="127633"/>
                  <a:pt x="2307" y="124835"/>
                  <a:pt x="0" y="121677"/>
                </a:cubicBezTo>
                <a:lnTo>
                  <a:pt x="11291" y="113301"/>
                </a:lnTo>
                <a:cubicBezTo>
                  <a:pt x="14084" y="117915"/>
                  <a:pt x="17999" y="121769"/>
                  <a:pt x="23039" y="124865"/>
                </a:cubicBezTo>
                <a:cubicBezTo>
                  <a:pt x="28078" y="127961"/>
                  <a:pt x="33998" y="129509"/>
                  <a:pt x="40797" y="129509"/>
                </a:cubicBezTo>
                <a:cubicBezTo>
                  <a:pt x="44075" y="129509"/>
                  <a:pt x="47413" y="128994"/>
                  <a:pt x="50813" y="127964"/>
                </a:cubicBezTo>
                <a:cubicBezTo>
                  <a:pt x="54213" y="126934"/>
                  <a:pt x="57278" y="125359"/>
                  <a:pt x="60009" y="123239"/>
                </a:cubicBezTo>
                <a:cubicBezTo>
                  <a:pt x="62742" y="121118"/>
                  <a:pt x="64988" y="118512"/>
                  <a:pt x="66749" y="115422"/>
                </a:cubicBezTo>
                <a:cubicBezTo>
                  <a:pt x="68510" y="112331"/>
                  <a:pt x="69391" y="108726"/>
                  <a:pt x="69391" y="104605"/>
                </a:cubicBezTo>
                <a:cubicBezTo>
                  <a:pt x="69391" y="100122"/>
                  <a:pt x="68510" y="96396"/>
                  <a:pt x="66749" y="93428"/>
                </a:cubicBezTo>
                <a:cubicBezTo>
                  <a:pt x="64988" y="90458"/>
                  <a:pt x="62651" y="87973"/>
                  <a:pt x="59737" y="85974"/>
                </a:cubicBezTo>
                <a:cubicBezTo>
                  <a:pt x="56824" y="83975"/>
                  <a:pt x="53486" y="82310"/>
                  <a:pt x="49721" y="80978"/>
                </a:cubicBezTo>
                <a:cubicBezTo>
                  <a:pt x="45956" y="79644"/>
                  <a:pt x="42010" y="78310"/>
                  <a:pt x="37882" y="76976"/>
                </a:cubicBezTo>
                <a:cubicBezTo>
                  <a:pt x="33632" y="75643"/>
                  <a:pt x="29443" y="74129"/>
                  <a:pt x="25315" y="72432"/>
                </a:cubicBezTo>
                <a:cubicBezTo>
                  <a:pt x="21187" y="70735"/>
                  <a:pt x="17483" y="68523"/>
                  <a:pt x="14204" y="65798"/>
                </a:cubicBezTo>
                <a:cubicBezTo>
                  <a:pt x="10927" y="63071"/>
                  <a:pt x="8285" y="59708"/>
                  <a:pt x="6281" y="55710"/>
                </a:cubicBezTo>
                <a:cubicBezTo>
                  <a:pt x="4278" y="51710"/>
                  <a:pt x="3277" y="46801"/>
                  <a:pt x="3277" y="40983"/>
                </a:cubicBezTo>
                <a:cubicBezTo>
                  <a:pt x="3277" y="34805"/>
                  <a:pt x="4521" y="29473"/>
                  <a:pt x="7009" y="24990"/>
                </a:cubicBezTo>
                <a:cubicBezTo>
                  <a:pt x="9499" y="20506"/>
                  <a:pt x="12747" y="16810"/>
                  <a:pt x="16752" y="13901"/>
                </a:cubicBezTo>
                <a:cubicBezTo>
                  <a:pt x="20760" y="10992"/>
                  <a:pt x="25192" y="8872"/>
                  <a:pt x="30048" y="7540"/>
                </a:cubicBezTo>
                <a:cubicBezTo>
                  <a:pt x="34906" y="6206"/>
                  <a:pt x="39702" y="5539"/>
                  <a:pt x="44438" y="5539"/>
                </a:cubicBezTo>
                <a:cubicBezTo>
                  <a:pt x="53181" y="5539"/>
                  <a:pt x="60648" y="7076"/>
                  <a:pt x="66840" y="10149"/>
                </a:cubicBezTo>
                <a:cubicBezTo>
                  <a:pt x="73034" y="13223"/>
                  <a:pt x="77709" y="16879"/>
                  <a:pt x="80866" y="21118"/>
                </a:cubicBezTo>
                <a:lnTo>
                  <a:pt x="70484" y="29497"/>
                </a:lnTo>
                <a:close/>
                <a:moveTo>
                  <a:pt x="174756" y="88601"/>
                </a:moveTo>
                <a:cubicBezTo>
                  <a:pt x="174391" y="80519"/>
                  <a:pt x="171810" y="73815"/>
                  <a:pt x="167013" y="68488"/>
                </a:cubicBezTo>
                <a:cubicBezTo>
                  <a:pt x="162218" y="63162"/>
                  <a:pt x="155389" y="60498"/>
                  <a:pt x="146525" y="60498"/>
                </a:cubicBezTo>
                <a:cubicBezTo>
                  <a:pt x="142398" y="60498"/>
                  <a:pt x="138573" y="61263"/>
                  <a:pt x="135051" y="62794"/>
                </a:cubicBezTo>
                <a:cubicBezTo>
                  <a:pt x="131530" y="64324"/>
                  <a:pt x="128434" y="66406"/>
                  <a:pt x="125763" y="69038"/>
                </a:cubicBezTo>
                <a:cubicBezTo>
                  <a:pt x="123091" y="71671"/>
                  <a:pt x="120966" y="74672"/>
                  <a:pt x="119388" y="78040"/>
                </a:cubicBezTo>
                <a:cubicBezTo>
                  <a:pt x="117809" y="81406"/>
                  <a:pt x="116898" y="84927"/>
                  <a:pt x="116656" y="88601"/>
                </a:cubicBezTo>
                <a:lnTo>
                  <a:pt x="174756" y="88601"/>
                </a:lnTo>
                <a:moveTo>
                  <a:pt x="187323" y="92541"/>
                </a:moveTo>
                <a:cubicBezTo>
                  <a:pt x="187323" y="93394"/>
                  <a:pt x="187323" y="94307"/>
                  <a:pt x="187323" y="95282"/>
                </a:cubicBezTo>
                <a:cubicBezTo>
                  <a:pt x="187323" y="96254"/>
                  <a:pt x="187262" y="97288"/>
                  <a:pt x="187139" y="98383"/>
                </a:cubicBezTo>
                <a:lnTo>
                  <a:pt x="116472" y="98383"/>
                </a:lnTo>
                <a:cubicBezTo>
                  <a:pt x="116595" y="102631"/>
                  <a:pt x="117444" y="106637"/>
                  <a:pt x="119021" y="110400"/>
                </a:cubicBezTo>
                <a:cubicBezTo>
                  <a:pt x="120599" y="114161"/>
                  <a:pt x="122785" y="117438"/>
                  <a:pt x="125577" y="120230"/>
                </a:cubicBezTo>
                <a:cubicBezTo>
                  <a:pt x="128371" y="123020"/>
                  <a:pt x="131649" y="125235"/>
                  <a:pt x="135412" y="126874"/>
                </a:cubicBezTo>
                <a:cubicBezTo>
                  <a:pt x="139177" y="128512"/>
                  <a:pt x="143245" y="129331"/>
                  <a:pt x="147618" y="129331"/>
                </a:cubicBezTo>
                <a:cubicBezTo>
                  <a:pt x="154052" y="129331"/>
                  <a:pt x="159607" y="127844"/>
                  <a:pt x="164281" y="124871"/>
                </a:cubicBezTo>
                <a:cubicBezTo>
                  <a:pt x="168956" y="121895"/>
                  <a:pt x="172507" y="118465"/>
                  <a:pt x="174936" y="114580"/>
                </a:cubicBezTo>
                <a:lnTo>
                  <a:pt x="184224" y="121864"/>
                </a:lnTo>
                <a:cubicBezTo>
                  <a:pt x="179125" y="128289"/>
                  <a:pt x="173510" y="132889"/>
                  <a:pt x="167377" y="135665"/>
                </a:cubicBezTo>
                <a:cubicBezTo>
                  <a:pt x="161246" y="138438"/>
                  <a:pt x="154660" y="139825"/>
                  <a:pt x="147618" y="139825"/>
                </a:cubicBezTo>
                <a:cubicBezTo>
                  <a:pt x="141304" y="139825"/>
                  <a:pt x="135444" y="138701"/>
                  <a:pt x="130040" y="136454"/>
                </a:cubicBezTo>
                <a:cubicBezTo>
                  <a:pt x="124637" y="134207"/>
                  <a:pt x="119993" y="131079"/>
                  <a:pt x="116108" y="127072"/>
                </a:cubicBezTo>
                <a:cubicBezTo>
                  <a:pt x="112223" y="123062"/>
                  <a:pt x="109157" y="118325"/>
                  <a:pt x="106909" y="112859"/>
                </a:cubicBezTo>
                <a:cubicBezTo>
                  <a:pt x="104664" y="107394"/>
                  <a:pt x="103541" y="101442"/>
                  <a:pt x="103541" y="95004"/>
                </a:cubicBezTo>
                <a:cubicBezTo>
                  <a:pt x="103541" y="88565"/>
                  <a:pt x="104633" y="82613"/>
                  <a:pt x="106818" y="77148"/>
                </a:cubicBezTo>
                <a:cubicBezTo>
                  <a:pt x="109004" y="71682"/>
                  <a:pt x="112040" y="66946"/>
                  <a:pt x="115925" y="62938"/>
                </a:cubicBezTo>
                <a:cubicBezTo>
                  <a:pt x="119812" y="58929"/>
                  <a:pt x="124366" y="55801"/>
                  <a:pt x="129587" y="53553"/>
                </a:cubicBezTo>
                <a:cubicBezTo>
                  <a:pt x="134808" y="51306"/>
                  <a:pt x="140454" y="50182"/>
                  <a:pt x="146525" y="50182"/>
                </a:cubicBezTo>
                <a:cubicBezTo>
                  <a:pt x="153203" y="50182"/>
                  <a:pt x="159091" y="51309"/>
                  <a:pt x="164189" y="53562"/>
                </a:cubicBezTo>
                <a:cubicBezTo>
                  <a:pt x="169290" y="55813"/>
                  <a:pt x="173540" y="58856"/>
                  <a:pt x="176940" y="62691"/>
                </a:cubicBezTo>
                <a:cubicBezTo>
                  <a:pt x="180340" y="66524"/>
                  <a:pt x="182920" y="70997"/>
                  <a:pt x="184680" y="76109"/>
                </a:cubicBezTo>
                <a:cubicBezTo>
                  <a:pt x="186442" y="81220"/>
                  <a:pt x="187323" y="86698"/>
                  <a:pt x="187323" y="92541"/>
                </a:cubicBezTo>
                <a:close/>
                <a:moveTo>
                  <a:pt x="226189" y="137691"/>
                </a:moveTo>
                <a:lnTo>
                  <a:pt x="213803" y="137691"/>
                </a:lnTo>
                <a:lnTo>
                  <a:pt x="213803" y="0"/>
                </a:lnTo>
                <a:lnTo>
                  <a:pt x="226189" y="0"/>
                </a:lnTo>
                <a:lnTo>
                  <a:pt x="226189" y="137691"/>
                </a:lnTo>
                <a:close/>
                <a:moveTo>
                  <a:pt x="323994" y="88601"/>
                </a:moveTo>
                <a:cubicBezTo>
                  <a:pt x="323629" y="80519"/>
                  <a:pt x="321048" y="73815"/>
                  <a:pt x="316251" y="68488"/>
                </a:cubicBezTo>
                <a:cubicBezTo>
                  <a:pt x="311457" y="63162"/>
                  <a:pt x="304627" y="60498"/>
                  <a:pt x="295764" y="60498"/>
                </a:cubicBezTo>
                <a:cubicBezTo>
                  <a:pt x="291636" y="60498"/>
                  <a:pt x="287811" y="61263"/>
                  <a:pt x="284289" y="62794"/>
                </a:cubicBezTo>
                <a:cubicBezTo>
                  <a:pt x="280769" y="64324"/>
                  <a:pt x="277673" y="66406"/>
                  <a:pt x="275001" y="69038"/>
                </a:cubicBezTo>
                <a:cubicBezTo>
                  <a:pt x="272330" y="71671"/>
                  <a:pt x="270204" y="74672"/>
                  <a:pt x="268626" y="78040"/>
                </a:cubicBezTo>
                <a:cubicBezTo>
                  <a:pt x="267047" y="81406"/>
                  <a:pt x="266137" y="84927"/>
                  <a:pt x="265894" y="88601"/>
                </a:cubicBezTo>
                <a:lnTo>
                  <a:pt x="323994" y="88601"/>
                </a:lnTo>
                <a:moveTo>
                  <a:pt x="336561" y="92541"/>
                </a:moveTo>
                <a:cubicBezTo>
                  <a:pt x="336561" y="93394"/>
                  <a:pt x="336561" y="94307"/>
                  <a:pt x="336561" y="95282"/>
                </a:cubicBezTo>
                <a:cubicBezTo>
                  <a:pt x="336561" y="96254"/>
                  <a:pt x="336500" y="97288"/>
                  <a:pt x="336378" y="98383"/>
                </a:cubicBezTo>
                <a:lnTo>
                  <a:pt x="265711" y="98383"/>
                </a:lnTo>
                <a:cubicBezTo>
                  <a:pt x="265833" y="102631"/>
                  <a:pt x="266682" y="106637"/>
                  <a:pt x="268259" y="110400"/>
                </a:cubicBezTo>
                <a:cubicBezTo>
                  <a:pt x="269838" y="114161"/>
                  <a:pt x="272023" y="117438"/>
                  <a:pt x="274815" y="120230"/>
                </a:cubicBezTo>
                <a:cubicBezTo>
                  <a:pt x="277609" y="123020"/>
                  <a:pt x="280887" y="125235"/>
                  <a:pt x="284650" y="126874"/>
                </a:cubicBezTo>
                <a:cubicBezTo>
                  <a:pt x="288415" y="128512"/>
                  <a:pt x="292484" y="129331"/>
                  <a:pt x="296856" y="129331"/>
                </a:cubicBezTo>
                <a:cubicBezTo>
                  <a:pt x="303291" y="129331"/>
                  <a:pt x="308845" y="127844"/>
                  <a:pt x="313520" y="124871"/>
                </a:cubicBezTo>
                <a:cubicBezTo>
                  <a:pt x="318194" y="121895"/>
                  <a:pt x="321746" y="118465"/>
                  <a:pt x="324175" y="114580"/>
                </a:cubicBezTo>
                <a:lnTo>
                  <a:pt x="333462" y="121864"/>
                </a:lnTo>
                <a:cubicBezTo>
                  <a:pt x="328364" y="128289"/>
                  <a:pt x="322748" y="132889"/>
                  <a:pt x="316615" y="135665"/>
                </a:cubicBezTo>
                <a:cubicBezTo>
                  <a:pt x="310485" y="138438"/>
                  <a:pt x="303898" y="139825"/>
                  <a:pt x="296856" y="139825"/>
                </a:cubicBezTo>
                <a:cubicBezTo>
                  <a:pt x="290542" y="139825"/>
                  <a:pt x="284683" y="138701"/>
                  <a:pt x="279278" y="136454"/>
                </a:cubicBezTo>
                <a:cubicBezTo>
                  <a:pt x="273876" y="134207"/>
                  <a:pt x="269232" y="131079"/>
                  <a:pt x="265347" y="127072"/>
                </a:cubicBezTo>
                <a:cubicBezTo>
                  <a:pt x="261461" y="123062"/>
                  <a:pt x="258395" y="118325"/>
                  <a:pt x="256148" y="112859"/>
                </a:cubicBezTo>
                <a:cubicBezTo>
                  <a:pt x="253902" y="107394"/>
                  <a:pt x="252779" y="101442"/>
                  <a:pt x="252779" y="95004"/>
                </a:cubicBezTo>
                <a:cubicBezTo>
                  <a:pt x="252779" y="88565"/>
                  <a:pt x="253872" y="82613"/>
                  <a:pt x="256056" y="77148"/>
                </a:cubicBezTo>
                <a:cubicBezTo>
                  <a:pt x="258242" y="71682"/>
                  <a:pt x="261278" y="66946"/>
                  <a:pt x="265163" y="62938"/>
                </a:cubicBezTo>
                <a:cubicBezTo>
                  <a:pt x="269050" y="58929"/>
                  <a:pt x="273604" y="55801"/>
                  <a:pt x="278825" y="53553"/>
                </a:cubicBezTo>
                <a:cubicBezTo>
                  <a:pt x="284046" y="51306"/>
                  <a:pt x="289692" y="50182"/>
                  <a:pt x="295764" y="50182"/>
                </a:cubicBezTo>
                <a:cubicBezTo>
                  <a:pt x="302441" y="50182"/>
                  <a:pt x="308329" y="51309"/>
                  <a:pt x="313428" y="53562"/>
                </a:cubicBezTo>
                <a:cubicBezTo>
                  <a:pt x="318528" y="55813"/>
                  <a:pt x="322779" y="58856"/>
                  <a:pt x="326178" y="62691"/>
                </a:cubicBezTo>
                <a:cubicBezTo>
                  <a:pt x="329578" y="66524"/>
                  <a:pt x="332158" y="70997"/>
                  <a:pt x="333918" y="76109"/>
                </a:cubicBezTo>
                <a:cubicBezTo>
                  <a:pt x="335680" y="81220"/>
                  <a:pt x="336561" y="86698"/>
                  <a:pt x="336561" y="92541"/>
                </a:cubicBezTo>
                <a:close/>
                <a:moveTo>
                  <a:pt x="424056" y="71793"/>
                </a:moveTo>
                <a:cubicBezTo>
                  <a:pt x="421992" y="68513"/>
                  <a:pt x="418987" y="65811"/>
                  <a:pt x="415041" y="63686"/>
                </a:cubicBezTo>
                <a:cubicBezTo>
                  <a:pt x="411095" y="61561"/>
                  <a:pt x="406815" y="60498"/>
                  <a:pt x="402201" y="60498"/>
                </a:cubicBezTo>
                <a:cubicBezTo>
                  <a:pt x="397223" y="60498"/>
                  <a:pt x="392730" y="61381"/>
                  <a:pt x="388723" y="63147"/>
                </a:cubicBezTo>
                <a:cubicBezTo>
                  <a:pt x="384715" y="64911"/>
                  <a:pt x="381285" y="67345"/>
                  <a:pt x="378432" y="70450"/>
                </a:cubicBezTo>
                <a:cubicBezTo>
                  <a:pt x="375579" y="73554"/>
                  <a:pt x="373393" y="77205"/>
                  <a:pt x="371876" y="81406"/>
                </a:cubicBezTo>
                <a:cubicBezTo>
                  <a:pt x="370358" y="85604"/>
                  <a:pt x="369600" y="90137"/>
                  <a:pt x="369600" y="95006"/>
                </a:cubicBezTo>
                <a:cubicBezTo>
                  <a:pt x="369600" y="99875"/>
                  <a:pt x="370358" y="104379"/>
                  <a:pt x="371876" y="108518"/>
                </a:cubicBezTo>
                <a:cubicBezTo>
                  <a:pt x="373393" y="112656"/>
                  <a:pt x="375548" y="116277"/>
                  <a:pt x="378340" y="119382"/>
                </a:cubicBezTo>
                <a:cubicBezTo>
                  <a:pt x="381134" y="122485"/>
                  <a:pt x="384534" y="124920"/>
                  <a:pt x="388539" y="126685"/>
                </a:cubicBezTo>
                <a:cubicBezTo>
                  <a:pt x="392547" y="128449"/>
                  <a:pt x="397040" y="129331"/>
                  <a:pt x="402018" y="129331"/>
                </a:cubicBezTo>
                <a:cubicBezTo>
                  <a:pt x="407482" y="129331"/>
                  <a:pt x="412095" y="128299"/>
                  <a:pt x="415858" y="126235"/>
                </a:cubicBezTo>
                <a:cubicBezTo>
                  <a:pt x="419623" y="124171"/>
                  <a:pt x="422720" y="121501"/>
                  <a:pt x="425149" y="118223"/>
                </a:cubicBezTo>
                <a:lnTo>
                  <a:pt x="434436" y="125143"/>
                </a:lnTo>
                <a:cubicBezTo>
                  <a:pt x="430794" y="129623"/>
                  <a:pt x="426331" y="133190"/>
                  <a:pt x="421049" y="135845"/>
                </a:cubicBezTo>
                <a:cubicBezTo>
                  <a:pt x="415769" y="138498"/>
                  <a:pt x="409425" y="139825"/>
                  <a:pt x="402018" y="139825"/>
                </a:cubicBezTo>
                <a:cubicBezTo>
                  <a:pt x="395096" y="139825"/>
                  <a:pt x="388842" y="138701"/>
                  <a:pt x="383256" y="136454"/>
                </a:cubicBezTo>
                <a:cubicBezTo>
                  <a:pt x="377672" y="134207"/>
                  <a:pt x="372907" y="131079"/>
                  <a:pt x="368961" y="127072"/>
                </a:cubicBezTo>
                <a:cubicBezTo>
                  <a:pt x="365016" y="123062"/>
                  <a:pt x="361951" y="118325"/>
                  <a:pt x="359765" y="112859"/>
                </a:cubicBezTo>
                <a:cubicBezTo>
                  <a:pt x="357578" y="107394"/>
                  <a:pt x="356485" y="101442"/>
                  <a:pt x="356485" y="95004"/>
                </a:cubicBezTo>
                <a:cubicBezTo>
                  <a:pt x="356485" y="88565"/>
                  <a:pt x="357578" y="82613"/>
                  <a:pt x="359765" y="77148"/>
                </a:cubicBezTo>
                <a:cubicBezTo>
                  <a:pt x="361951" y="71682"/>
                  <a:pt x="365016" y="66946"/>
                  <a:pt x="368961" y="62938"/>
                </a:cubicBezTo>
                <a:cubicBezTo>
                  <a:pt x="372907" y="58929"/>
                  <a:pt x="377672" y="55801"/>
                  <a:pt x="383256" y="53553"/>
                </a:cubicBezTo>
                <a:cubicBezTo>
                  <a:pt x="388842" y="51306"/>
                  <a:pt x="395096" y="50182"/>
                  <a:pt x="402018" y="50182"/>
                </a:cubicBezTo>
                <a:cubicBezTo>
                  <a:pt x="407724" y="50182"/>
                  <a:pt x="413522" y="51419"/>
                  <a:pt x="419410" y="53892"/>
                </a:cubicBezTo>
                <a:cubicBezTo>
                  <a:pt x="425300" y="56366"/>
                  <a:pt x="430066" y="60025"/>
                  <a:pt x="433708" y="64870"/>
                </a:cubicBezTo>
                <a:lnTo>
                  <a:pt x="424056" y="71793"/>
                </a:lnTo>
                <a:close/>
                <a:moveTo>
                  <a:pt x="492172" y="62811"/>
                </a:moveTo>
                <a:lnTo>
                  <a:pt x="468133" y="62811"/>
                </a:lnTo>
                <a:lnTo>
                  <a:pt x="468133" y="112584"/>
                </a:lnTo>
                <a:cubicBezTo>
                  <a:pt x="468133" y="115745"/>
                  <a:pt x="468436" y="118358"/>
                  <a:pt x="469041" y="120424"/>
                </a:cubicBezTo>
                <a:cubicBezTo>
                  <a:pt x="469649" y="122490"/>
                  <a:pt x="470529" y="124101"/>
                  <a:pt x="471682" y="125257"/>
                </a:cubicBezTo>
                <a:cubicBezTo>
                  <a:pt x="472836" y="126411"/>
                  <a:pt x="474202" y="127201"/>
                  <a:pt x="475781" y="127628"/>
                </a:cubicBezTo>
                <a:cubicBezTo>
                  <a:pt x="477359" y="128052"/>
                  <a:pt x="479059" y="128264"/>
                  <a:pt x="480880" y="128264"/>
                </a:cubicBezTo>
                <a:cubicBezTo>
                  <a:pt x="482581" y="128264"/>
                  <a:pt x="484372" y="128017"/>
                  <a:pt x="486252" y="127522"/>
                </a:cubicBezTo>
                <a:cubicBezTo>
                  <a:pt x="488135" y="127025"/>
                  <a:pt x="489926" y="126343"/>
                  <a:pt x="491627" y="125474"/>
                </a:cubicBezTo>
                <a:lnTo>
                  <a:pt x="492172" y="136209"/>
                </a:lnTo>
                <a:cubicBezTo>
                  <a:pt x="489988" y="137060"/>
                  <a:pt x="487711" y="137697"/>
                  <a:pt x="485344" y="138121"/>
                </a:cubicBezTo>
                <a:cubicBezTo>
                  <a:pt x="482976" y="138546"/>
                  <a:pt x="480395" y="138758"/>
                  <a:pt x="477601" y="138758"/>
                </a:cubicBezTo>
                <a:cubicBezTo>
                  <a:pt x="475294" y="138758"/>
                  <a:pt x="472866" y="138454"/>
                  <a:pt x="470317" y="137846"/>
                </a:cubicBezTo>
                <a:cubicBezTo>
                  <a:pt x="467768" y="137240"/>
                  <a:pt x="465400" y="136088"/>
                  <a:pt x="463214" y="134389"/>
                </a:cubicBezTo>
                <a:cubicBezTo>
                  <a:pt x="461029" y="132688"/>
                  <a:pt x="459239" y="130381"/>
                  <a:pt x="457842" y="127466"/>
                </a:cubicBezTo>
                <a:cubicBezTo>
                  <a:pt x="456445" y="124552"/>
                  <a:pt x="455746" y="120727"/>
                  <a:pt x="455746" y="115991"/>
                </a:cubicBezTo>
                <a:lnTo>
                  <a:pt x="455746" y="62811"/>
                </a:lnTo>
                <a:lnTo>
                  <a:pt x="438079" y="62811"/>
                </a:lnTo>
                <a:lnTo>
                  <a:pt x="438079" y="52494"/>
                </a:lnTo>
                <a:lnTo>
                  <a:pt x="455746" y="52494"/>
                </a:lnTo>
                <a:lnTo>
                  <a:pt x="455746" y="28452"/>
                </a:lnTo>
                <a:lnTo>
                  <a:pt x="468133" y="28452"/>
                </a:lnTo>
                <a:lnTo>
                  <a:pt x="468133" y="52494"/>
                </a:lnTo>
                <a:lnTo>
                  <a:pt x="492172" y="52494"/>
                </a:lnTo>
                <a:lnTo>
                  <a:pt x="492172" y="62811"/>
                </a:lnTo>
                <a:close/>
                <a:moveTo>
                  <a:pt x="685671" y="73215"/>
                </a:moveTo>
                <a:cubicBezTo>
                  <a:pt x="685671" y="83039"/>
                  <a:pt x="683971" y="92074"/>
                  <a:pt x="680571" y="100323"/>
                </a:cubicBezTo>
                <a:cubicBezTo>
                  <a:pt x="677171" y="108569"/>
                  <a:pt x="672466" y="115695"/>
                  <a:pt x="666456" y="121700"/>
                </a:cubicBezTo>
                <a:cubicBezTo>
                  <a:pt x="660446" y="127703"/>
                  <a:pt x="653342" y="132402"/>
                  <a:pt x="645146" y="135798"/>
                </a:cubicBezTo>
                <a:cubicBezTo>
                  <a:pt x="636949" y="139194"/>
                  <a:pt x="628055" y="140892"/>
                  <a:pt x="618463" y="140892"/>
                </a:cubicBezTo>
                <a:cubicBezTo>
                  <a:pt x="608872" y="140892"/>
                  <a:pt x="599978" y="139194"/>
                  <a:pt x="591781" y="135798"/>
                </a:cubicBezTo>
                <a:cubicBezTo>
                  <a:pt x="583585" y="132402"/>
                  <a:pt x="576481" y="127703"/>
                  <a:pt x="570471" y="121700"/>
                </a:cubicBezTo>
                <a:cubicBezTo>
                  <a:pt x="564461" y="115695"/>
                  <a:pt x="559756" y="108569"/>
                  <a:pt x="556356" y="100323"/>
                </a:cubicBezTo>
                <a:cubicBezTo>
                  <a:pt x="552956" y="92074"/>
                  <a:pt x="551256" y="83039"/>
                  <a:pt x="551256" y="73215"/>
                </a:cubicBezTo>
                <a:cubicBezTo>
                  <a:pt x="551256" y="63392"/>
                  <a:pt x="552956" y="54357"/>
                  <a:pt x="556356" y="46111"/>
                </a:cubicBezTo>
                <a:cubicBezTo>
                  <a:pt x="559756" y="37863"/>
                  <a:pt x="564461" y="30737"/>
                  <a:pt x="570471" y="24734"/>
                </a:cubicBezTo>
                <a:cubicBezTo>
                  <a:pt x="576481" y="18729"/>
                  <a:pt x="583585" y="14029"/>
                  <a:pt x="591781" y="10633"/>
                </a:cubicBezTo>
                <a:cubicBezTo>
                  <a:pt x="599978" y="7237"/>
                  <a:pt x="608872" y="5539"/>
                  <a:pt x="618463" y="5539"/>
                </a:cubicBezTo>
                <a:cubicBezTo>
                  <a:pt x="628055" y="5539"/>
                  <a:pt x="636949" y="7237"/>
                  <a:pt x="645146" y="10633"/>
                </a:cubicBezTo>
                <a:cubicBezTo>
                  <a:pt x="653342" y="14029"/>
                  <a:pt x="660446" y="18729"/>
                  <a:pt x="666456" y="24734"/>
                </a:cubicBezTo>
                <a:cubicBezTo>
                  <a:pt x="672466" y="30737"/>
                  <a:pt x="677171" y="37863"/>
                  <a:pt x="680571" y="46111"/>
                </a:cubicBezTo>
                <a:cubicBezTo>
                  <a:pt x="683971" y="54357"/>
                  <a:pt x="685671" y="63392"/>
                  <a:pt x="685671" y="73215"/>
                </a:cubicBezTo>
                <a:moveTo>
                  <a:pt x="671828" y="73218"/>
                </a:moveTo>
                <a:cubicBezTo>
                  <a:pt x="671828" y="65711"/>
                  <a:pt x="670613" y="58568"/>
                  <a:pt x="668184" y="51789"/>
                </a:cubicBezTo>
                <a:cubicBezTo>
                  <a:pt x="665757" y="45008"/>
                  <a:pt x="662236" y="39045"/>
                  <a:pt x="657621" y="33900"/>
                </a:cubicBezTo>
                <a:cubicBezTo>
                  <a:pt x="653008" y="28753"/>
                  <a:pt x="647392" y="24666"/>
                  <a:pt x="640774" y="21641"/>
                </a:cubicBezTo>
                <a:cubicBezTo>
                  <a:pt x="634156" y="18614"/>
                  <a:pt x="626719" y="17100"/>
                  <a:pt x="618463" y="17100"/>
                </a:cubicBezTo>
                <a:cubicBezTo>
                  <a:pt x="610208" y="17100"/>
                  <a:pt x="602771" y="18614"/>
                  <a:pt x="596153" y="21641"/>
                </a:cubicBezTo>
                <a:cubicBezTo>
                  <a:pt x="589535" y="24666"/>
                  <a:pt x="583918" y="28753"/>
                  <a:pt x="579303" y="33900"/>
                </a:cubicBezTo>
                <a:cubicBezTo>
                  <a:pt x="574690" y="39045"/>
                  <a:pt x="571169" y="45008"/>
                  <a:pt x="568740" y="51789"/>
                </a:cubicBezTo>
                <a:cubicBezTo>
                  <a:pt x="566313" y="58568"/>
                  <a:pt x="565099" y="65711"/>
                  <a:pt x="565099" y="73218"/>
                </a:cubicBezTo>
                <a:cubicBezTo>
                  <a:pt x="565099" y="80724"/>
                  <a:pt x="566313" y="87867"/>
                  <a:pt x="568740" y="94648"/>
                </a:cubicBezTo>
                <a:cubicBezTo>
                  <a:pt x="571169" y="101427"/>
                  <a:pt x="574690" y="107360"/>
                  <a:pt x="579303" y="112445"/>
                </a:cubicBezTo>
                <a:cubicBezTo>
                  <a:pt x="583918" y="117531"/>
                  <a:pt x="589535" y="121588"/>
                  <a:pt x="596153" y="124615"/>
                </a:cubicBezTo>
                <a:cubicBezTo>
                  <a:pt x="602771" y="127641"/>
                  <a:pt x="610208" y="129153"/>
                  <a:pt x="618463" y="129153"/>
                </a:cubicBezTo>
                <a:cubicBezTo>
                  <a:pt x="626719" y="129153"/>
                  <a:pt x="634156" y="127641"/>
                  <a:pt x="640774" y="124615"/>
                </a:cubicBezTo>
                <a:cubicBezTo>
                  <a:pt x="647392" y="121588"/>
                  <a:pt x="653008" y="117531"/>
                  <a:pt x="657621" y="112445"/>
                </a:cubicBezTo>
                <a:cubicBezTo>
                  <a:pt x="662236" y="107360"/>
                  <a:pt x="665757" y="101427"/>
                  <a:pt x="668184" y="94648"/>
                </a:cubicBezTo>
                <a:cubicBezTo>
                  <a:pt x="670613" y="87867"/>
                  <a:pt x="671828" y="80724"/>
                  <a:pt x="671828" y="73218"/>
                </a:cubicBezTo>
                <a:close/>
                <a:moveTo>
                  <a:pt x="724136" y="181345"/>
                </a:moveTo>
                <a:lnTo>
                  <a:pt x="711750" y="181345"/>
                </a:lnTo>
                <a:lnTo>
                  <a:pt x="711750" y="52372"/>
                </a:lnTo>
                <a:lnTo>
                  <a:pt x="724136" y="52372"/>
                </a:lnTo>
                <a:lnTo>
                  <a:pt x="724136" y="67126"/>
                </a:lnTo>
                <a:lnTo>
                  <a:pt x="724681" y="67126"/>
                </a:lnTo>
                <a:cubicBezTo>
                  <a:pt x="728203" y="61539"/>
                  <a:pt x="732908" y="57318"/>
                  <a:pt x="738796" y="54465"/>
                </a:cubicBezTo>
                <a:cubicBezTo>
                  <a:pt x="744686" y="51610"/>
                  <a:pt x="750665" y="50182"/>
                  <a:pt x="756735" y="50182"/>
                </a:cubicBezTo>
                <a:cubicBezTo>
                  <a:pt x="763414" y="50182"/>
                  <a:pt x="769455" y="51337"/>
                  <a:pt x="774857" y="53645"/>
                </a:cubicBezTo>
                <a:cubicBezTo>
                  <a:pt x="780260" y="55952"/>
                  <a:pt x="784873" y="59110"/>
                  <a:pt x="788697" y="63119"/>
                </a:cubicBezTo>
                <a:cubicBezTo>
                  <a:pt x="792523" y="67126"/>
                  <a:pt x="795499" y="71864"/>
                  <a:pt x="797624" y="77331"/>
                </a:cubicBezTo>
                <a:cubicBezTo>
                  <a:pt x="799749" y="82797"/>
                  <a:pt x="800812" y="88688"/>
                  <a:pt x="800812" y="95004"/>
                </a:cubicBezTo>
                <a:cubicBezTo>
                  <a:pt x="800812" y="101320"/>
                  <a:pt x="799749" y="107211"/>
                  <a:pt x="797624" y="112679"/>
                </a:cubicBezTo>
                <a:cubicBezTo>
                  <a:pt x="795499" y="118144"/>
                  <a:pt x="792523" y="122882"/>
                  <a:pt x="788697" y="126891"/>
                </a:cubicBezTo>
                <a:cubicBezTo>
                  <a:pt x="784873" y="130899"/>
                  <a:pt x="780260" y="134057"/>
                  <a:pt x="774857" y="136365"/>
                </a:cubicBezTo>
                <a:cubicBezTo>
                  <a:pt x="769455" y="138672"/>
                  <a:pt x="763414" y="139825"/>
                  <a:pt x="756735" y="139825"/>
                </a:cubicBezTo>
                <a:cubicBezTo>
                  <a:pt x="750665" y="139825"/>
                  <a:pt x="744686" y="138398"/>
                  <a:pt x="738796" y="135545"/>
                </a:cubicBezTo>
                <a:cubicBezTo>
                  <a:pt x="732908" y="132690"/>
                  <a:pt x="728203" y="128590"/>
                  <a:pt x="724681" y="123245"/>
                </a:cubicBezTo>
                <a:lnTo>
                  <a:pt x="724136" y="123245"/>
                </a:lnTo>
                <a:lnTo>
                  <a:pt x="724136" y="181345"/>
                </a:lnTo>
                <a:moveTo>
                  <a:pt x="787700" y="95006"/>
                </a:moveTo>
                <a:cubicBezTo>
                  <a:pt x="787700" y="90260"/>
                  <a:pt x="786971" y="85787"/>
                  <a:pt x="785513" y="81589"/>
                </a:cubicBezTo>
                <a:cubicBezTo>
                  <a:pt x="784056" y="77389"/>
                  <a:pt x="781962" y="73737"/>
                  <a:pt x="779229" y="70634"/>
                </a:cubicBezTo>
                <a:cubicBezTo>
                  <a:pt x="776498" y="67529"/>
                  <a:pt x="773129" y="65063"/>
                  <a:pt x="769121" y="63239"/>
                </a:cubicBezTo>
                <a:cubicBezTo>
                  <a:pt x="765114" y="61412"/>
                  <a:pt x="760561" y="60498"/>
                  <a:pt x="755462" y="60498"/>
                </a:cubicBezTo>
                <a:cubicBezTo>
                  <a:pt x="750727" y="60498"/>
                  <a:pt x="746355" y="61381"/>
                  <a:pt x="742348" y="63147"/>
                </a:cubicBezTo>
                <a:cubicBezTo>
                  <a:pt x="738342" y="64911"/>
                  <a:pt x="734882" y="67345"/>
                  <a:pt x="731968" y="70450"/>
                </a:cubicBezTo>
                <a:cubicBezTo>
                  <a:pt x="729053" y="73554"/>
                  <a:pt x="726776" y="77205"/>
                  <a:pt x="725137" y="81406"/>
                </a:cubicBezTo>
                <a:cubicBezTo>
                  <a:pt x="723497" y="85604"/>
                  <a:pt x="722677" y="90137"/>
                  <a:pt x="722677" y="95006"/>
                </a:cubicBezTo>
                <a:cubicBezTo>
                  <a:pt x="722677" y="99875"/>
                  <a:pt x="723497" y="104410"/>
                  <a:pt x="725137" y="108610"/>
                </a:cubicBezTo>
                <a:cubicBezTo>
                  <a:pt x="726776" y="112808"/>
                  <a:pt x="729053" y="116430"/>
                  <a:pt x="731968" y="119474"/>
                </a:cubicBezTo>
                <a:cubicBezTo>
                  <a:pt x="734882" y="122516"/>
                  <a:pt x="738342" y="124920"/>
                  <a:pt x="742348" y="126685"/>
                </a:cubicBezTo>
                <a:cubicBezTo>
                  <a:pt x="746355" y="128449"/>
                  <a:pt x="750727" y="129331"/>
                  <a:pt x="755462" y="129331"/>
                </a:cubicBezTo>
                <a:cubicBezTo>
                  <a:pt x="760561" y="129331"/>
                  <a:pt x="765114" y="128449"/>
                  <a:pt x="769121" y="126685"/>
                </a:cubicBezTo>
                <a:cubicBezTo>
                  <a:pt x="773129" y="124920"/>
                  <a:pt x="776498" y="122485"/>
                  <a:pt x="779229" y="119382"/>
                </a:cubicBezTo>
                <a:cubicBezTo>
                  <a:pt x="781962" y="116277"/>
                  <a:pt x="784056" y="112625"/>
                  <a:pt x="785513" y="108427"/>
                </a:cubicBezTo>
                <a:cubicBezTo>
                  <a:pt x="786971" y="104227"/>
                  <a:pt x="787700" y="99753"/>
                  <a:pt x="787700" y="95006"/>
                </a:cubicBezTo>
                <a:close/>
                <a:moveTo>
                  <a:pt x="891861" y="88601"/>
                </a:moveTo>
                <a:cubicBezTo>
                  <a:pt x="891496" y="80519"/>
                  <a:pt x="888915" y="73815"/>
                  <a:pt x="884119" y="68488"/>
                </a:cubicBezTo>
                <a:cubicBezTo>
                  <a:pt x="879324" y="63162"/>
                  <a:pt x="872495" y="60498"/>
                  <a:pt x="863631" y="60498"/>
                </a:cubicBezTo>
                <a:cubicBezTo>
                  <a:pt x="859503" y="60498"/>
                  <a:pt x="855678" y="61263"/>
                  <a:pt x="852156" y="62794"/>
                </a:cubicBezTo>
                <a:cubicBezTo>
                  <a:pt x="848636" y="64324"/>
                  <a:pt x="845540" y="66406"/>
                  <a:pt x="842868" y="69038"/>
                </a:cubicBezTo>
                <a:cubicBezTo>
                  <a:pt x="840197" y="71671"/>
                  <a:pt x="838072" y="74672"/>
                  <a:pt x="836493" y="78040"/>
                </a:cubicBezTo>
                <a:cubicBezTo>
                  <a:pt x="834915" y="81406"/>
                  <a:pt x="834004" y="84927"/>
                  <a:pt x="833761" y="88601"/>
                </a:cubicBezTo>
                <a:lnTo>
                  <a:pt x="891861" y="88601"/>
                </a:lnTo>
                <a:moveTo>
                  <a:pt x="904428" y="92541"/>
                </a:moveTo>
                <a:cubicBezTo>
                  <a:pt x="904428" y="93394"/>
                  <a:pt x="904428" y="94307"/>
                  <a:pt x="904428" y="95282"/>
                </a:cubicBezTo>
                <a:cubicBezTo>
                  <a:pt x="904428" y="96254"/>
                  <a:pt x="904367" y="97288"/>
                  <a:pt x="904245" y="98383"/>
                </a:cubicBezTo>
                <a:lnTo>
                  <a:pt x="833578" y="98383"/>
                </a:lnTo>
                <a:cubicBezTo>
                  <a:pt x="833700" y="102631"/>
                  <a:pt x="834550" y="106637"/>
                  <a:pt x="836126" y="110400"/>
                </a:cubicBezTo>
                <a:cubicBezTo>
                  <a:pt x="837705" y="114161"/>
                  <a:pt x="839890" y="117438"/>
                  <a:pt x="842682" y="120230"/>
                </a:cubicBezTo>
                <a:cubicBezTo>
                  <a:pt x="845476" y="123020"/>
                  <a:pt x="848755" y="125235"/>
                  <a:pt x="852517" y="126874"/>
                </a:cubicBezTo>
                <a:cubicBezTo>
                  <a:pt x="856282" y="128512"/>
                  <a:pt x="860351" y="129331"/>
                  <a:pt x="864723" y="129331"/>
                </a:cubicBezTo>
                <a:cubicBezTo>
                  <a:pt x="871158" y="129331"/>
                  <a:pt x="876712" y="127844"/>
                  <a:pt x="881387" y="124871"/>
                </a:cubicBezTo>
                <a:cubicBezTo>
                  <a:pt x="886061" y="121895"/>
                  <a:pt x="889613" y="118465"/>
                  <a:pt x="892042" y="114580"/>
                </a:cubicBezTo>
                <a:lnTo>
                  <a:pt x="901330" y="121864"/>
                </a:lnTo>
                <a:cubicBezTo>
                  <a:pt x="896231" y="128289"/>
                  <a:pt x="890615" y="132889"/>
                  <a:pt x="884483" y="135665"/>
                </a:cubicBezTo>
                <a:cubicBezTo>
                  <a:pt x="878352" y="138438"/>
                  <a:pt x="871766" y="139825"/>
                  <a:pt x="864723" y="139825"/>
                </a:cubicBezTo>
                <a:cubicBezTo>
                  <a:pt x="858409" y="139825"/>
                  <a:pt x="852550" y="138701"/>
                  <a:pt x="847145" y="136454"/>
                </a:cubicBezTo>
                <a:cubicBezTo>
                  <a:pt x="841743" y="134207"/>
                  <a:pt x="837099" y="131079"/>
                  <a:pt x="833214" y="127072"/>
                </a:cubicBezTo>
                <a:cubicBezTo>
                  <a:pt x="829329" y="123062"/>
                  <a:pt x="826262" y="118325"/>
                  <a:pt x="824015" y="112859"/>
                </a:cubicBezTo>
                <a:cubicBezTo>
                  <a:pt x="821769" y="107394"/>
                  <a:pt x="820647" y="101442"/>
                  <a:pt x="820647" y="95004"/>
                </a:cubicBezTo>
                <a:cubicBezTo>
                  <a:pt x="820647" y="88565"/>
                  <a:pt x="821739" y="82613"/>
                  <a:pt x="823923" y="77148"/>
                </a:cubicBezTo>
                <a:cubicBezTo>
                  <a:pt x="826109" y="71682"/>
                  <a:pt x="829145" y="66946"/>
                  <a:pt x="833030" y="62938"/>
                </a:cubicBezTo>
                <a:cubicBezTo>
                  <a:pt x="836917" y="58929"/>
                  <a:pt x="841471" y="55801"/>
                  <a:pt x="846692" y="53553"/>
                </a:cubicBezTo>
                <a:cubicBezTo>
                  <a:pt x="851913" y="51306"/>
                  <a:pt x="857560" y="50182"/>
                  <a:pt x="863631" y="50182"/>
                </a:cubicBezTo>
                <a:cubicBezTo>
                  <a:pt x="870308" y="50182"/>
                  <a:pt x="876196" y="51309"/>
                  <a:pt x="881295" y="53562"/>
                </a:cubicBezTo>
                <a:cubicBezTo>
                  <a:pt x="886396" y="55813"/>
                  <a:pt x="890646" y="58856"/>
                  <a:pt x="894046" y="62691"/>
                </a:cubicBezTo>
                <a:cubicBezTo>
                  <a:pt x="897445" y="66524"/>
                  <a:pt x="900025" y="70997"/>
                  <a:pt x="901785" y="76109"/>
                </a:cubicBezTo>
                <a:cubicBezTo>
                  <a:pt x="903547" y="81220"/>
                  <a:pt x="904428" y="86698"/>
                  <a:pt x="904428" y="92541"/>
                </a:cubicBezTo>
                <a:close/>
                <a:moveTo>
                  <a:pt x="941655" y="52383"/>
                </a:moveTo>
                <a:cubicBezTo>
                  <a:pt x="941898" y="54690"/>
                  <a:pt x="942079" y="57240"/>
                  <a:pt x="942200" y="60034"/>
                </a:cubicBezTo>
                <a:cubicBezTo>
                  <a:pt x="942322" y="62826"/>
                  <a:pt x="942383" y="65133"/>
                  <a:pt x="942383" y="66954"/>
                </a:cubicBezTo>
                <a:lnTo>
                  <a:pt x="942747" y="66954"/>
                </a:lnTo>
                <a:cubicBezTo>
                  <a:pt x="945176" y="61970"/>
                  <a:pt x="949122" y="57929"/>
                  <a:pt x="954586" y="54832"/>
                </a:cubicBezTo>
                <a:cubicBezTo>
                  <a:pt x="960050" y="51732"/>
                  <a:pt x="965817" y="50182"/>
                  <a:pt x="971889" y="50182"/>
                </a:cubicBezTo>
                <a:cubicBezTo>
                  <a:pt x="982694" y="50182"/>
                  <a:pt x="990798" y="53403"/>
                  <a:pt x="996200" y="59845"/>
                </a:cubicBezTo>
                <a:cubicBezTo>
                  <a:pt x="1001605" y="66287"/>
                  <a:pt x="1004307" y="74795"/>
                  <a:pt x="1004307" y="85369"/>
                </a:cubicBezTo>
                <a:lnTo>
                  <a:pt x="1004307" y="137691"/>
                </a:lnTo>
                <a:lnTo>
                  <a:pt x="991923" y="137691"/>
                </a:lnTo>
                <a:lnTo>
                  <a:pt x="991923" y="90426"/>
                </a:lnTo>
                <a:cubicBezTo>
                  <a:pt x="991923" y="85924"/>
                  <a:pt x="991559" y="81849"/>
                  <a:pt x="990831" y="78201"/>
                </a:cubicBezTo>
                <a:cubicBezTo>
                  <a:pt x="990103" y="74551"/>
                  <a:pt x="988858" y="71418"/>
                  <a:pt x="987096" y="68802"/>
                </a:cubicBezTo>
                <a:cubicBezTo>
                  <a:pt x="985336" y="66186"/>
                  <a:pt x="982968" y="64148"/>
                  <a:pt x="979993" y="62688"/>
                </a:cubicBezTo>
                <a:cubicBezTo>
                  <a:pt x="977019" y="61228"/>
                  <a:pt x="973286" y="60498"/>
                  <a:pt x="968793" y="60498"/>
                </a:cubicBezTo>
                <a:cubicBezTo>
                  <a:pt x="965515" y="60498"/>
                  <a:pt x="962328" y="61168"/>
                  <a:pt x="959230" y="62508"/>
                </a:cubicBezTo>
                <a:cubicBezTo>
                  <a:pt x="956134" y="63845"/>
                  <a:pt x="953372" y="65883"/>
                  <a:pt x="950943" y="68622"/>
                </a:cubicBezTo>
                <a:cubicBezTo>
                  <a:pt x="948516" y="71358"/>
                  <a:pt x="946573" y="74825"/>
                  <a:pt x="945115" y="79021"/>
                </a:cubicBezTo>
                <a:cubicBezTo>
                  <a:pt x="943659" y="83217"/>
                  <a:pt x="942931" y="88175"/>
                  <a:pt x="942931" y="93895"/>
                </a:cubicBezTo>
                <a:lnTo>
                  <a:pt x="942931" y="137691"/>
                </a:lnTo>
                <a:lnTo>
                  <a:pt x="930544" y="137691"/>
                </a:lnTo>
                <a:lnTo>
                  <a:pt x="930544" y="71148"/>
                </a:lnTo>
                <a:cubicBezTo>
                  <a:pt x="930544" y="68837"/>
                  <a:pt x="930483" y="65861"/>
                  <a:pt x="930361" y="62219"/>
                </a:cubicBezTo>
                <a:cubicBezTo>
                  <a:pt x="930240" y="58576"/>
                  <a:pt x="930059" y="55298"/>
                  <a:pt x="929816" y="52383"/>
                </a:cubicBezTo>
                <a:lnTo>
                  <a:pt x="941655" y="52383"/>
                </a:lnTo>
                <a:close/>
                <a:moveTo>
                  <a:pt x="1145514" y="29497"/>
                </a:moveTo>
                <a:cubicBezTo>
                  <a:pt x="1142722" y="25610"/>
                  <a:pt x="1139139" y="22484"/>
                  <a:pt x="1134767" y="20118"/>
                </a:cubicBezTo>
                <a:cubicBezTo>
                  <a:pt x="1130396" y="17750"/>
                  <a:pt x="1125115" y="16566"/>
                  <a:pt x="1118923" y="16566"/>
                </a:cubicBezTo>
                <a:cubicBezTo>
                  <a:pt x="1115766" y="16566"/>
                  <a:pt x="1112548" y="17052"/>
                  <a:pt x="1109269" y="18022"/>
                </a:cubicBezTo>
                <a:cubicBezTo>
                  <a:pt x="1105991" y="18993"/>
                  <a:pt x="1103017" y="20480"/>
                  <a:pt x="1100345" y="22483"/>
                </a:cubicBezTo>
                <a:cubicBezTo>
                  <a:pt x="1097673" y="24484"/>
                  <a:pt x="1095518" y="27002"/>
                  <a:pt x="1093878" y="30037"/>
                </a:cubicBezTo>
                <a:cubicBezTo>
                  <a:pt x="1092240" y="33069"/>
                  <a:pt x="1091421" y="36649"/>
                  <a:pt x="1091421" y="40775"/>
                </a:cubicBezTo>
                <a:cubicBezTo>
                  <a:pt x="1091421" y="44901"/>
                  <a:pt x="1092211" y="48299"/>
                  <a:pt x="1093789" y="50969"/>
                </a:cubicBezTo>
                <a:cubicBezTo>
                  <a:pt x="1095368" y="53639"/>
                  <a:pt x="1097462" y="55915"/>
                  <a:pt x="1100073" y="57797"/>
                </a:cubicBezTo>
                <a:cubicBezTo>
                  <a:pt x="1102683" y="59678"/>
                  <a:pt x="1105658" y="61225"/>
                  <a:pt x="1108996" y="62438"/>
                </a:cubicBezTo>
                <a:cubicBezTo>
                  <a:pt x="1112335" y="63652"/>
                  <a:pt x="1115826" y="64865"/>
                  <a:pt x="1119471" y="66079"/>
                </a:cubicBezTo>
                <a:cubicBezTo>
                  <a:pt x="1123962" y="67535"/>
                  <a:pt x="1128484" y="69113"/>
                  <a:pt x="1133038" y="70812"/>
                </a:cubicBezTo>
                <a:cubicBezTo>
                  <a:pt x="1137592" y="72511"/>
                  <a:pt x="1141691" y="74725"/>
                  <a:pt x="1145333" y="77456"/>
                </a:cubicBezTo>
                <a:cubicBezTo>
                  <a:pt x="1148976" y="80185"/>
                  <a:pt x="1151950" y="83644"/>
                  <a:pt x="1154257" y="87831"/>
                </a:cubicBezTo>
                <a:cubicBezTo>
                  <a:pt x="1156563" y="92018"/>
                  <a:pt x="1157717" y="97327"/>
                  <a:pt x="1157717" y="103758"/>
                </a:cubicBezTo>
                <a:cubicBezTo>
                  <a:pt x="1157717" y="110191"/>
                  <a:pt x="1156472" y="115743"/>
                  <a:pt x="1153982" y="120416"/>
                </a:cubicBezTo>
                <a:cubicBezTo>
                  <a:pt x="1151493" y="125087"/>
                  <a:pt x="1148276" y="128939"/>
                  <a:pt x="1144330" y="131974"/>
                </a:cubicBezTo>
                <a:cubicBezTo>
                  <a:pt x="1140384" y="135007"/>
                  <a:pt x="1135891" y="137252"/>
                  <a:pt x="1130851" y="138708"/>
                </a:cubicBezTo>
                <a:cubicBezTo>
                  <a:pt x="1125814" y="140164"/>
                  <a:pt x="1120745" y="140892"/>
                  <a:pt x="1115644" y="140892"/>
                </a:cubicBezTo>
                <a:cubicBezTo>
                  <a:pt x="1111759" y="140892"/>
                  <a:pt x="1107874" y="140494"/>
                  <a:pt x="1103988" y="139697"/>
                </a:cubicBezTo>
                <a:cubicBezTo>
                  <a:pt x="1100103" y="138902"/>
                  <a:pt x="1096400" y="137709"/>
                  <a:pt x="1092878" y="136118"/>
                </a:cubicBezTo>
                <a:cubicBezTo>
                  <a:pt x="1089357" y="134526"/>
                  <a:pt x="1086079" y="132511"/>
                  <a:pt x="1083042" y="130073"/>
                </a:cubicBezTo>
                <a:cubicBezTo>
                  <a:pt x="1080008" y="127633"/>
                  <a:pt x="1077337" y="124835"/>
                  <a:pt x="1075030" y="121677"/>
                </a:cubicBezTo>
                <a:lnTo>
                  <a:pt x="1086322" y="113301"/>
                </a:lnTo>
                <a:cubicBezTo>
                  <a:pt x="1089114" y="117915"/>
                  <a:pt x="1093029" y="121769"/>
                  <a:pt x="1098069" y="124865"/>
                </a:cubicBezTo>
                <a:cubicBezTo>
                  <a:pt x="1103108" y="127961"/>
                  <a:pt x="1109028" y="129509"/>
                  <a:pt x="1115827" y="129509"/>
                </a:cubicBezTo>
                <a:cubicBezTo>
                  <a:pt x="1119105" y="129509"/>
                  <a:pt x="1122443" y="128994"/>
                  <a:pt x="1125843" y="127964"/>
                </a:cubicBezTo>
                <a:cubicBezTo>
                  <a:pt x="1129243" y="126934"/>
                  <a:pt x="1132308" y="125359"/>
                  <a:pt x="1135039" y="123239"/>
                </a:cubicBezTo>
                <a:cubicBezTo>
                  <a:pt x="1137772" y="121118"/>
                  <a:pt x="1140019" y="118512"/>
                  <a:pt x="1141779" y="115422"/>
                </a:cubicBezTo>
                <a:cubicBezTo>
                  <a:pt x="1143541" y="112331"/>
                  <a:pt x="1144422" y="108726"/>
                  <a:pt x="1144422" y="104605"/>
                </a:cubicBezTo>
                <a:cubicBezTo>
                  <a:pt x="1144422" y="100122"/>
                  <a:pt x="1143541" y="96396"/>
                  <a:pt x="1141779" y="93428"/>
                </a:cubicBezTo>
                <a:cubicBezTo>
                  <a:pt x="1140019" y="90458"/>
                  <a:pt x="1137681" y="87973"/>
                  <a:pt x="1134767" y="85974"/>
                </a:cubicBezTo>
                <a:cubicBezTo>
                  <a:pt x="1131854" y="83975"/>
                  <a:pt x="1128516" y="82310"/>
                  <a:pt x="1124751" y="80978"/>
                </a:cubicBezTo>
                <a:cubicBezTo>
                  <a:pt x="1120986" y="79644"/>
                  <a:pt x="1117040" y="78310"/>
                  <a:pt x="1112912" y="76976"/>
                </a:cubicBezTo>
                <a:cubicBezTo>
                  <a:pt x="1108662" y="75643"/>
                  <a:pt x="1104473" y="74129"/>
                  <a:pt x="1100345" y="72432"/>
                </a:cubicBezTo>
                <a:cubicBezTo>
                  <a:pt x="1096217" y="70735"/>
                  <a:pt x="1092513" y="68523"/>
                  <a:pt x="1089234" y="65798"/>
                </a:cubicBezTo>
                <a:cubicBezTo>
                  <a:pt x="1085957" y="63071"/>
                  <a:pt x="1083316" y="59708"/>
                  <a:pt x="1081311" y="55710"/>
                </a:cubicBezTo>
                <a:cubicBezTo>
                  <a:pt x="1079308" y="51710"/>
                  <a:pt x="1078307" y="46801"/>
                  <a:pt x="1078307" y="40983"/>
                </a:cubicBezTo>
                <a:cubicBezTo>
                  <a:pt x="1078307" y="34805"/>
                  <a:pt x="1079551" y="29473"/>
                  <a:pt x="1082039" y="24990"/>
                </a:cubicBezTo>
                <a:cubicBezTo>
                  <a:pt x="1084529" y="20506"/>
                  <a:pt x="1087777" y="16810"/>
                  <a:pt x="1091783" y="13901"/>
                </a:cubicBezTo>
                <a:cubicBezTo>
                  <a:pt x="1095790" y="10992"/>
                  <a:pt x="1100222" y="8872"/>
                  <a:pt x="1105078" y="7540"/>
                </a:cubicBezTo>
                <a:cubicBezTo>
                  <a:pt x="1109936" y="6206"/>
                  <a:pt x="1114732" y="5539"/>
                  <a:pt x="1119468" y="5539"/>
                </a:cubicBezTo>
                <a:cubicBezTo>
                  <a:pt x="1128211" y="5539"/>
                  <a:pt x="1135679" y="7076"/>
                  <a:pt x="1141870" y="10149"/>
                </a:cubicBezTo>
                <a:cubicBezTo>
                  <a:pt x="1148064" y="13223"/>
                  <a:pt x="1152739" y="16879"/>
                  <a:pt x="1155896" y="21118"/>
                </a:cubicBezTo>
                <a:lnTo>
                  <a:pt x="1145514" y="29497"/>
                </a:lnTo>
                <a:close/>
                <a:moveTo>
                  <a:pt x="1269453" y="95004"/>
                </a:moveTo>
                <a:cubicBezTo>
                  <a:pt x="1269453" y="101442"/>
                  <a:pt x="1268330" y="107394"/>
                  <a:pt x="1266082" y="112859"/>
                </a:cubicBezTo>
                <a:cubicBezTo>
                  <a:pt x="1263837" y="118325"/>
                  <a:pt x="1260710" y="123062"/>
                  <a:pt x="1256703" y="127072"/>
                </a:cubicBezTo>
                <a:cubicBezTo>
                  <a:pt x="1252697" y="131079"/>
                  <a:pt x="1247901" y="134207"/>
                  <a:pt x="1242315" y="136454"/>
                </a:cubicBezTo>
                <a:cubicBezTo>
                  <a:pt x="1236731" y="138701"/>
                  <a:pt x="1230600" y="139825"/>
                  <a:pt x="1223920" y="139825"/>
                </a:cubicBezTo>
                <a:cubicBezTo>
                  <a:pt x="1217364" y="139825"/>
                  <a:pt x="1211292" y="138701"/>
                  <a:pt x="1205706" y="136454"/>
                </a:cubicBezTo>
                <a:cubicBezTo>
                  <a:pt x="1200122" y="134207"/>
                  <a:pt x="1195326" y="131079"/>
                  <a:pt x="1191319" y="127072"/>
                </a:cubicBezTo>
                <a:cubicBezTo>
                  <a:pt x="1187313" y="123062"/>
                  <a:pt x="1184187" y="118325"/>
                  <a:pt x="1181939" y="112859"/>
                </a:cubicBezTo>
                <a:cubicBezTo>
                  <a:pt x="1179694" y="107394"/>
                  <a:pt x="1178571" y="101442"/>
                  <a:pt x="1178571" y="95004"/>
                </a:cubicBezTo>
                <a:cubicBezTo>
                  <a:pt x="1178571" y="88565"/>
                  <a:pt x="1179694" y="82613"/>
                  <a:pt x="1181939" y="77148"/>
                </a:cubicBezTo>
                <a:cubicBezTo>
                  <a:pt x="1184187" y="71682"/>
                  <a:pt x="1187313" y="66946"/>
                  <a:pt x="1191319" y="62938"/>
                </a:cubicBezTo>
                <a:cubicBezTo>
                  <a:pt x="1195326" y="58929"/>
                  <a:pt x="1200122" y="55801"/>
                  <a:pt x="1205706" y="53553"/>
                </a:cubicBezTo>
                <a:cubicBezTo>
                  <a:pt x="1211292" y="51306"/>
                  <a:pt x="1217364" y="50182"/>
                  <a:pt x="1223920" y="50182"/>
                </a:cubicBezTo>
                <a:cubicBezTo>
                  <a:pt x="1230600" y="50182"/>
                  <a:pt x="1236731" y="51306"/>
                  <a:pt x="1242315" y="53553"/>
                </a:cubicBezTo>
                <a:cubicBezTo>
                  <a:pt x="1247901" y="55801"/>
                  <a:pt x="1252697" y="58929"/>
                  <a:pt x="1256703" y="62938"/>
                </a:cubicBezTo>
                <a:cubicBezTo>
                  <a:pt x="1260710" y="66946"/>
                  <a:pt x="1263837" y="71682"/>
                  <a:pt x="1266082" y="77148"/>
                </a:cubicBezTo>
                <a:cubicBezTo>
                  <a:pt x="1268330" y="82613"/>
                  <a:pt x="1269453" y="88565"/>
                  <a:pt x="1269453" y="95004"/>
                </a:cubicBezTo>
                <a:moveTo>
                  <a:pt x="1256342" y="95006"/>
                </a:moveTo>
                <a:cubicBezTo>
                  <a:pt x="1256342" y="90260"/>
                  <a:pt x="1255583" y="85787"/>
                  <a:pt x="1254065" y="81589"/>
                </a:cubicBezTo>
                <a:cubicBezTo>
                  <a:pt x="1252548" y="77389"/>
                  <a:pt x="1250392" y="73737"/>
                  <a:pt x="1247598" y="70634"/>
                </a:cubicBezTo>
                <a:cubicBezTo>
                  <a:pt x="1244806" y="67529"/>
                  <a:pt x="1241407" y="65063"/>
                  <a:pt x="1237399" y="63239"/>
                </a:cubicBezTo>
                <a:cubicBezTo>
                  <a:pt x="1233394" y="61412"/>
                  <a:pt x="1228902" y="60498"/>
                  <a:pt x="1223923" y="60498"/>
                </a:cubicBezTo>
                <a:cubicBezTo>
                  <a:pt x="1218945" y="60498"/>
                  <a:pt x="1214483" y="61412"/>
                  <a:pt x="1210536" y="63239"/>
                </a:cubicBezTo>
                <a:cubicBezTo>
                  <a:pt x="1206590" y="65063"/>
                  <a:pt x="1203220" y="67529"/>
                  <a:pt x="1200426" y="70634"/>
                </a:cubicBezTo>
                <a:cubicBezTo>
                  <a:pt x="1197634" y="73737"/>
                  <a:pt x="1195479" y="77389"/>
                  <a:pt x="1193962" y="81589"/>
                </a:cubicBezTo>
                <a:cubicBezTo>
                  <a:pt x="1192444" y="85787"/>
                  <a:pt x="1191686" y="90260"/>
                  <a:pt x="1191686" y="95006"/>
                </a:cubicBezTo>
                <a:cubicBezTo>
                  <a:pt x="1191686" y="99753"/>
                  <a:pt x="1192444" y="104227"/>
                  <a:pt x="1193962" y="108427"/>
                </a:cubicBezTo>
                <a:cubicBezTo>
                  <a:pt x="1195479" y="112625"/>
                  <a:pt x="1197634" y="116277"/>
                  <a:pt x="1200426" y="119382"/>
                </a:cubicBezTo>
                <a:cubicBezTo>
                  <a:pt x="1203220" y="122485"/>
                  <a:pt x="1206590" y="124920"/>
                  <a:pt x="1210536" y="126685"/>
                </a:cubicBezTo>
                <a:cubicBezTo>
                  <a:pt x="1214483" y="128449"/>
                  <a:pt x="1218945" y="129331"/>
                  <a:pt x="1223923" y="129331"/>
                </a:cubicBezTo>
                <a:cubicBezTo>
                  <a:pt x="1228902" y="129331"/>
                  <a:pt x="1233394" y="128449"/>
                  <a:pt x="1237399" y="126685"/>
                </a:cubicBezTo>
                <a:cubicBezTo>
                  <a:pt x="1241407" y="124920"/>
                  <a:pt x="1244806" y="122485"/>
                  <a:pt x="1247598" y="119382"/>
                </a:cubicBezTo>
                <a:cubicBezTo>
                  <a:pt x="1250392" y="116277"/>
                  <a:pt x="1252548" y="112625"/>
                  <a:pt x="1254065" y="108427"/>
                </a:cubicBezTo>
                <a:cubicBezTo>
                  <a:pt x="1255583" y="104227"/>
                  <a:pt x="1256342" y="99753"/>
                  <a:pt x="1256342" y="95006"/>
                </a:cubicBezTo>
                <a:close/>
                <a:moveTo>
                  <a:pt x="1357987" y="137691"/>
                </a:moveTo>
                <a:cubicBezTo>
                  <a:pt x="1357745" y="135384"/>
                  <a:pt x="1357562" y="132835"/>
                  <a:pt x="1357440" y="130043"/>
                </a:cubicBezTo>
                <a:cubicBezTo>
                  <a:pt x="1357320" y="127249"/>
                  <a:pt x="1357259" y="124941"/>
                  <a:pt x="1357259" y="123120"/>
                </a:cubicBezTo>
                <a:lnTo>
                  <a:pt x="1356895" y="123120"/>
                </a:lnTo>
                <a:cubicBezTo>
                  <a:pt x="1354466" y="128098"/>
                  <a:pt x="1350520" y="132127"/>
                  <a:pt x="1345056" y="135206"/>
                </a:cubicBezTo>
                <a:cubicBezTo>
                  <a:pt x="1339593" y="138285"/>
                  <a:pt x="1333825" y="139825"/>
                  <a:pt x="1327754" y="139825"/>
                </a:cubicBezTo>
                <a:cubicBezTo>
                  <a:pt x="1316948" y="139825"/>
                  <a:pt x="1308844" y="136619"/>
                  <a:pt x="1303439" y="130207"/>
                </a:cubicBezTo>
                <a:cubicBezTo>
                  <a:pt x="1298037" y="123792"/>
                  <a:pt x="1295335" y="115303"/>
                  <a:pt x="1295335" y="104739"/>
                </a:cubicBezTo>
                <a:lnTo>
                  <a:pt x="1295335" y="52467"/>
                </a:lnTo>
                <a:lnTo>
                  <a:pt x="1307722" y="52467"/>
                </a:lnTo>
                <a:lnTo>
                  <a:pt x="1307722" y="99639"/>
                </a:lnTo>
                <a:cubicBezTo>
                  <a:pt x="1307722" y="104132"/>
                  <a:pt x="1308086" y="108200"/>
                  <a:pt x="1308814" y="111842"/>
                </a:cubicBezTo>
                <a:cubicBezTo>
                  <a:pt x="1309542" y="115485"/>
                  <a:pt x="1310786" y="118611"/>
                  <a:pt x="1312546" y="121222"/>
                </a:cubicBezTo>
                <a:cubicBezTo>
                  <a:pt x="1314308" y="123832"/>
                  <a:pt x="1316676" y="125867"/>
                  <a:pt x="1319650" y="127325"/>
                </a:cubicBezTo>
                <a:cubicBezTo>
                  <a:pt x="1322625" y="128781"/>
                  <a:pt x="1326359" y="129509"/>
                  <a:pt x="1330852" y="129509"/>
                </a:cubicBezTo>
                <a:cubicBezTo>
                  <a:pt x="1334130" y="129509"/>
                  <a:pt x="1337316" y="128841"/>
                  <a:pt x="1340412" y="127505"/>
                </a:cubicBezTo>
                <a:cubicBezTo>
                  <a:pt x="1343510" y="126169"/>
                  <a:pt x="1346273" y="124136"/>
                  <a:pt x="1348700" y="121405"/>
                </a:cubicBezTo>
                <a:cubicBezTo>
                  <a:pt x="1351129" y="118672"/>
                  <a:pt x="1353071" y="115211"/>
                  <a:pt x="1354527" y="111022"/>
                </a:cubicBezTo>
                <a:cubicBezTo>
                  <a:pt x="1355986" y="106833"/>
                  <a:pt x="1356715" y="101886"/>
                  <a:pt x="1356715" y="96179"/>
                </a:cubicBezTo>
                <a:lnTo>
                  <a:pt x="1356715" y="52467"/>
                </a:lnTo>
                <a:lnTo>
                  <a:pt x="1369098" y="52467"/>
                </a:lnTo>
                <a:lnTo>
                  <a:pt x="1369098" y="118946"/>
                </a:lnTo>
                <a:cubicBezTo>
                  <a:pt x="1369098" y="121252"/>
                  <a:pt x="1369159" y="124226"/>
                  <a:pt x="1369279" y="127867"/>
                </a:cubicBezTo>
                <a:cubicBezTo>
                  <a:pt x="1369401" y="131507"/>
                  <a:pt x="1369584" y="134782"/>
                  <a:pt x="1369826" y="137691"/>
                </a:cubicBezTo>
                <a:lnTo>
                  <a:pt x="1357987" y="137691"/>
                </a:lnTo>
                <a:close/>
                <a:moveTo>
                  <a:pt x="1402300" y="71148"/>
                </a:moveTo>
                <a:cubicBezTo>
                  <a:pt x="1402300" y="68837"/>
                  <a:pt x="1402239" y="65861"/>
                  <a:pt x="1402117" y="62219"/>
                </a:cubicBezTo>
                <a:cubicBezTo>
                  <a:pt x="1401997" y="58576"/>
                  <a:pt x="1401815" y="55298"/>
                  <a:pt x="1401572" y="52383"/>
                </a:cubicBezTo>
                <a:lnTo>
                  <a:pt x="1413411" y="52383"/>
                </a:lnTo>
                <a:cubicBezTo>
                  <a:pt x="1413654" y="54690"/>
                  <a:pt x="1413836" y="57240"/>
                  <a:pt x="1413956" y="60034"/>
                </a:cubicBezTo>
                <a:cubicBezTo>
                  <a:pt x="1414078" y="62826"/>
                  <a:pt x="1414139" y="65133"/>
                  <a:pt x="1414139" y="66954"/>
                </a:cubicBezTo>
                <a:lnTo>
                  <a:pt x="1414504" y="66954"/>
                </a:lnTo>
                <a:cubicBezTo>
                  <a:pt x="1416932" y="61970"/>
                  <a:pt x="1420575" y="57929"/>
                  <a:pt x="1425431" y="54832"/>
                </a:cubicBezTo>
                <a:cubicBezTo>
                  <a:pt x="1430289" y="51732"/>
                  <a:pt x="1435753" y="50182"/>
                  <a:pt x="1441825" y="50182"/>
                </a:cubicBezTo>
                <a:cubicBezTo>
                  <a:pt x="1443403" y="50182"/>
                  <a:pt x="1444830" y="50254"/>
                  <a:pt x="1446105" y="50396"/>
                </a:cubicBezTo>
                <a:cubicBezTo>
                  <a:pt x="1447379" y="50539"/>
                  <a:pt x="1448685" y="50823"/>
                  <a:pt x="1450020" y="51249"/>
                </a:cubicBezTo>
                <a:lnTo>
                  <a:pt x="1448381" y="62838"/>
                </a:lnTo>
                <a:cubicBezTo>
                  <a:pt x="1447653" y="62596"/>
                  <a:pt x="1446438" y="62353"/>
                  <a:pt x="1444737" y="62110"/>
                </a:cubicBezTo>
                <a:cubicBezTo>
                  <a:pt x="1443038" y="61866"/>
                  <a:pt x="1441339" y="61743"/>
                  <a:pt x="1439638" y="61743"/>
                </a:cubicBezTo>
                <a:cubicBezTo>
                  <a:pt x="1436360" y="61743"/>
                  <a:pt x="1433203" y="62351"/>
                  <a:pt x="1430167" y="63566"/>
                </a:cubicBezTo>
                <a:cubicBezTo>
                  <a:pt x="1427132" y="64780"/>
                  <a:pt x="1424491" y="66692"/>
                  <a:pt x="1422243" y="69303"/>
                </a:cubicBezTo>
                <a:cubicBezTo>
                  <a:pt x="1419998" y="71913"/>
                  <a:pt x="1418177" y="75253"/>
                  <a:pt x="1416780" y="79321"/>
                </a:cubicBezTo>
                <a:cubicBezTo>
                  <a:pt x="1415384" y="83388"/>
                  <a:pt x="1414687" y="88275"/>
                  <a:pt x="1414687" y="93981"/>
                </a:cubicBezTo>
                <a:lnTo>
                  <a:pt x="1414687" y="137691"/>
                </a:lnTo>
                <a:lnTo>
                  <a:pt x="1402300" y="137691"/>
                </a:lnTo>
                <a:lnTo>
                  <a:pt x="1402300" y="71148"/>
                </a:lnTo>
                <a:close/>
                <a:moveTo>
                  <a:pt x="1526169" y="71793"/>
                </a:moveTo>
                <a:cubicBezTo>
                  <a:pt x="1524105" y="68513"/>
                  <a:pt x="1521100" y="65811"/>
                  <a:pt x="1517154" y="63686"/>
                </a:cubicBezTo>
                <a:cubicBezTo>
                  <a:pt x="1513207" y="61561"/>
                  <a:pt x="1508928" y="60498"/>
                  <a:pt x="1504314" y="60498"/>
                </a:cubicBezTo>
                <a:cubicBezTo>
                  <a:pt x="1499336" y="60498"/>
                  <a:pt x="1494843" y="61381"/>
                  <a:pt x="1490836" y="63147"/>
                </a:cubicBezTo>
                <a:cubicBezTo>
                  <a:pt x="1486828" y="64911"/>
                  <a:pt x="1483398" y="67345"/>
                  <a:pt x="1480545" y="70450"/>
                </a:cubicBezTo>
                <a:cubicBezTo>
                  <a:pt x="1477691" y="73554"/>
                  <a:pt x="1475506" y="77205"/>
                  <a:pt x="1473989" y="81406"/>
                </a:cubicBezTo>
                <a:cubicBezTo>
                  <a:pt x="1472471" y="85604"/>
                  <a:pt x="1471713" y="90137"/>
                  <a:pt x="1471713" y="95006"/>
                </a:cubicBezTo>
                <a:cubicBezTo>
                  <a:pt x="1471713" y="99875"/>
                  <a:pt x="1472471" y="104379"/>
                  <a:pt x="1473989" y="108518"/>
                </a:cubicBezTo>
                <a:cubicBezTo>
                  <a:pt x="1475506" y="112656"/>
                  <a:pt x="1477661" y="116277"/>
                  <a:pt x="1480453" y="119382"/>
                </a:cubicBezTo>
                <a:cubicBezTo>
                  <a:pt x="1483247" y="122485"/>
                  <a:pt x="1486647" y="124920"/>
                  <a:pt x="1490652" y="126685"/>
                </a:cubicBezTo>
                <a:cubicBezTo>
                  <a:pt x="1494660" y="128449"/>
                  <a:pt x="1499153" y="129331"/>
                  <a:pt x="1504131" y="129331"/>
                </a:cubicBezTo>
                <a:cubicBezTo>
                  <a:pt x="1509595" y="129331"/>
                  <a:pt x="1514208" y="128299"/>
                  <a:pt x="1517971" y="126235"/>
                </a:cubicBezTo>
                <a:cubicBezTo>
                  <a:pt x="1521736" y="124171"/>
                  <a:pt x="1524832" y="121501"/>
                  <a:pt x="1527261" y="118223"/>
                </a:cubicBezTo>
                <a:lnTo>
                  <a:pt x="1536549" y="125143"/>
                </a:lnTo>
                <a:cubicBezTo>
                  <a:pt x="1532907" y="129623"/>
                  <a:pt x="1528444" y="133190"/>
                  <a:pt x="1523162" y="135845"/>
                </a:cubicBezTo>
                <a:cubicBezTo>
                  <a:pt x="1517882" y="138498"/>
                  <a:pt x="1511538" y="139825"/>
                  <a:pt x="1504131" y="139825"/>
                </a:cubicBezTo>
                <a:cubicBezTo>
                  <a:pt x="1497209" y="139825"/>
                  <a:pt x="1490955" y="138701"/>
                  <a:pt x="1485369" y="136454"/>
                </a:cubicBezTo>
                <a:cubicBezTo>
                  <a:pt x="1479785" y="134207"/>
                  <a:pt x="1475020" y="131079"/>
                  <a:pt x="1471073" y="127072"/>
                </a:cubicBezTo>
                <a:cubicBezTo>
                  <a:pt x="1467129" y="123062"/>
                  <a:pt x="1464064" y="118325"/>
                  <a:pt x="1461877" y="112859"/>
                </a:cubicBezTo>
                <a:cubicBezTo>
                  <a:pt x="1459691" y="107394"/>
                  <a:pt x="1458598" y="101442"/>
                  <a:pt x="1458598" y="95004"/>
                </a:cubicBezTo>
                <a:cubicBezTo>
                  <a:pt x="1458598" y="88565"/>
                  <a:pt x="1459691" y="82613"/>
                  <a:pt x="1461877" y="77148"/>
                </a:cubicBezTo>
                <a:cubicBezTo>
                  <a:pt x="1464064" y="71682"/>
                  <a:pt x="1467129" y="66946"/>
                  <a:pt x="1471073" y="62938"/>
                </a:cubicBezTo>
                <a:cubicBezTo>
                  <a:pt x="1475020" y="58929"/>
                  <a:pt x="1479785" y="55801"/>
                  <a:pt x="1485369" y="53553"/>
                </a:cubicBezTo>
                <a:cubicBezTo>
                  <a:pt x="1490955" y="51306"/>
                  <a:pt x="1497209" y="50182"/>
                  <a:pt x="1504131" y="50182"/>
                </a:cubicBezTo>
                <a:cubicBezTo>
                  <a:pt x="1509837" y="50182"/>
                  <a:pt x="1515635" y="51419"/>
                  <a:pt x="1521523" y="53892"/>
                </a:cubicBezTo>
                <a:cubicBezTo>
                  <a:pt x="1527412" y="56366"/>
                  <a:pt x="1532179" y="60025"/>
                  <a:pt x="1535821" y="64870"/>
                </a:cubicBezTo>
                <a:lnTo>
                  <a:pt x="1526169" y="71793"/>
                </a:lnTo>
                <a:close/>
                <a:moveTo>
                  <a:pt x="1620878" y="88601"/>
                </a:moveTo>
                <a:cubicBezTo>
                  <a:pt x="1620513" y="80519"/>
                  <a:pt x="1617932" y="73815"/>
                  <a:pt x="1613135" y="68488"/>
                </a:cubicBezTo>
                <a:cubicBezTo>
                  <a:pt x="1608341" y="63162"/>
                  <a:pt x="1601511" y="60498"/>
                  <a:pt x="1592648" y="60498"/>
                </a:cubicBezTo>
                <a:cubicBezTo>
                  <a:pt x="1588520" y="60498"/>
                  <a:pt x="1584695" y="61263"/>
                  <a:pt x="1581173" y="62794"/>
                </a:cubicBezTo>
                <a:cubicBezTo>
                  <a:pt x="1577653" y="64324"/>
                  <a:pt x="1574557" y="66406"/>
                  <a:pt x="1571885" y="69038"/>
                </a:cubicBezTo>
                <a:cubicBezTo>
                  <a:pt x="1569214" y="71671"/>
                  <a:pt x="1567089" y="74672"/>
                  <a:pt x="1565510" y="78040"/>
                </a:cubicBezTo>
                <a:cubicBezTo>
                  <a:pt x="1563931" y="81406"/>
                  <a:pt x="1563021" y="84927"/>
                  <a:pt x="1562778" y="88601"/>
                </a:cubicBezTo>
                <a:lnTo>
                  <a:pt x="1620878" y="88601"/>
                </a:lnTo>
                <a:moveTo>
                  <a:pt x="1633445" y="92541"/>
                </a:moveTo>
                <a:cubicBezTo>
                  <a:pt x="1633445" y="93394"/>
                  <a:pt x="1633445" y="94307"/>
                  <a:pt x="1633445" y="95282"/>
                </a:cubicBezTo>
                <a:cubicBezTo>
                  <a:pt x="1633445" y="96254"/>
                  <a:pt x="1633384" y="97288"/>
                  <a:pt x="1633262" y="98383"/>
                </a:cubicBezTo>
                <a:lnTo>
                  <a:pt x="1562595" y="98383"/>
                </a:lnTo>
                <a:cubicBezTo>
                  <a:pt x="1562717" y="102631"/>
                  <a:pt x="1563566" y="106637"/>
                  <a:pt x="1565143" y="110400"/>
                </a:cubicBezTo>
                <a:cubicBezTo>
                  <a:pt x="1566722" y="114161"/>
                  <a:pt x="1568907" y="117438"/>
                  <a:pt x="1571699" y="120230"/>
                </a:cubicBezTo>
                <a:cubicBezTo>
                  <a:pt x="1574493" y="123020"/>
                  <a:pt x="1577771" y="125235"/>
                  <a:pt x="1581534" y="126874"/>
                </a:cubicBezTo>
                <a:cubicBezTo>
                  <a:pt x="1585299" y="128512"/>
                  <a:pt x="1589368" y="129331"/>
                  <a:pt x="1593740" y="129331"/>
                </a:cubicBezTo>
                <a:cubicBezTo>
                  <a:pt x="1600175" y="129331"/>
                  <a:pt x="1605729" y="127844"/>
                  <a:pt x="1610404" y="124871"/>
                </a:cubicBezTo>
                <a:cubicBezTo>
                  <a:pt x="1615078" y="121895"/>
                  <a:pt x="1618630" y="118465"/>
                  <a:pt x="1621059" y="114580"/>
                </a:cubicBezTo>
                <a:lnTo>
                  <a:pt x="1630346" y="121864"/>
                </a:lnTo>
                <a:cubicBezTo>
                  <a:pt x="1625248" y="128289"/>
                  <a:pt x="1619632" y="132889"/>
                  <a:pt x="1613500" y="135665"/>
                </a:cubicBezTo>
                <a:cubicBezTo>
                  <a:pt x="1607369" y="138438"/>
                  <a:pt x="1600782" y="139825"/>
                  <a:pt x="1593740" y="139825"/>
                </a:cubicBezTo>
                <a:cubicBezTo>
                  <a:pt x="1587426" y="139825"/>
                  <a:pt x="1581567" y="138701"/>
                  <a:pt x="1576162" y="136454"/>
                </a:cubicBezTo>
                <a:cubicBezTo>
                  <a:pt x="1570760" y="134207"/>
                  <a:pt x="1566116" y="131079"/>
                  <a:pt x="1562231" y="127072"/>
                </a:cubicBezTo>
                <a:cubicBezTo>
                  <a:pt x="1558345" y="123062"/>
                  <a:pt x="1555279" y="118325"/>
                  <a:pt x="1553032" y="112859"/>
                </a:cubicBezTo>
                <a:cubicBezTo>
                  <a:pt x="1550786" y="107394"/>
                  <a:pt x="1549664" y="101442"/>
                  <a:pt x="1549664" y="95004"/>
                </a:cubicBezTo>
                <a:cubicBezTo>
                  <a:pt x="1549664" y="88565"/>
                  <a:pt x="1550756" y="82613"/>
                  <a:pt x="1552940" y="77148"/>
                </a:cubicBezTo>
                <a:cubicBezTo>
                  <a:pt x="1555126" y="71682"/>
                  <a:pt x="1558162" y="66946"/>
                  <a:pt x="1562047" y="62938"/>
                </a:cubicBezTo>
                <a:cubicBezTo>
                  <a:pt x="1565934" y="58929"/>
                  <a:pt x="1570488" y="55801"/>
                  <a:pt x="1575709" y="53553"/>
                </a:cubicBezTo>
                <a:cubicBezTo>
                  <a:pt x="1580930" y="51306"/>
                  <a:pt x="1586577" y="50182"/>
                  <a:pt x="1592648" y="50182"/>
                </a:cubicBezTo>
                <a:cubicBezTo>
                  <a:pt x="1599325" y="50182"/>
                  <a:pt x="1605213" y="51309"/>
                  <a:pt x="1610312" y="53562"/>
                </a:cubicBezTo>
                <a:cubicBezTo>
                  <a:pt x="1615412" y="55813"/>
                  <a:pt x="1619663" y="58856"/>
                  <a:pt x="1623062" y="62691"/>
                </a:cubicBezTo>
                <a:cubicBezTo>
                  <a:pt x="1626462" y="66524"/>
                  <a:pt x="1629042" y="70997"/>
                  <a:pt x="1630802" y="76109"/>
                </a:cubicBezTo>
                <a:cubicBezTo>
                  <a:pt x="1632564" y="81220"/>
                  <a:pt x="1633445" y="86698"/>
                  <a:pt x="1633445" y="925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Apps">
            <a:extLst xmlns:a="http://schemas.openxmlformats.org/drawingml/2006/main">
              <a:ext uri="{FF2B5EF4-FFF2-40B4-BE49-F238E27FC236}">
                <a16:creationId xmlns:a16="http://schemas.microsoft.com/office/drawing/2014/main" id="{DFBC718C-98D7-4058-913B-2CB7EF9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376" y="363001"/>
            <a:ext cx="428593" cy="172605"/>
          </a:xfrm>
          <a:custGeom xmlns:a="http://schemas.openxmlformats.org/drawingml/2006/main">
            <a:pathLst>
              <a:path w="428593" h="172605">
                <a:moveTo>
                  <a:pt x="14390" y="128950"/>
                </a:moveTo>
                <a:lnTo>
                  <a:pt x="0" y="128950"/>
                </a:lnTo>
                <a:lnTo>
                  <a:pt x="55732" y="0"/>
                </a:lnTo>
                <a:lnTo>
                  <a:pt x="68483" y="0"/>
                </a:lnTo>
                <a:lnTo>
                  <a:pt x="123851" y="128950"/>
                </a:lnTo>
                <a:lnTo>
                  <a:pt x="109280" y="128950"/>
                </a:lnTo>
                <a:lnTo>
                  <a:pt x="95073" y="95157"/>
                </a:lnTo>
                <a:lnTo>
                  <a:pt x="28414" y="95157"/>
                </a:lnTo>
                <a:lnTo>
                  <a:pt x="14390" y="128950"/>
                </a:lnTo>
                <a:moveTo>
                  <a:pt x="33330" y="83062"/>
                </a:moveTo>
                <a:lnTo>
                  <a:pt x="90157" y="83062"/>
                </a:lnTo>
                <a:lnTo>
                  <a:pt x="61743" y="14579"/>
                </a:lnTo>
                <a:lnTo>
                  <a:pt x="33330" y="83062"/>
                </a:lnTo>
                <a:close/>
                <a:moveTo>
                  <a:pt x="154704" y="172605"/>
                </a:moveTo>
                <a:lnTo>
                  <a:pt x="142318" y="172605"/>
                </a:lnTo>
                <a:lnTo>
                  <a:pt x="142318" y="43632"/>
                </a:lnTo>
                <a:lnTo>
                  <a:pt x="154704" y="43632"/>
                </a:lnTo>
                <a:lnTo>
                  <a:pt x="154704" y="58386"/>
                </a:lnTo>
                <a:lnTo>
                  <a:pt x="155249" y="58386"/>
                </a:lnTo>
                <a:cubicBezTo>
                  <a:pt x="158771" y="52798"/>
                  <a:pt x="163476" y="48578"/>
                  <a:pt x="169364" y="45725"/>
                </a:cubicBezTo>
                <a:cubicBezTo>
                  <a:pt x="175254" y="42870"/>
                  <a:pt x="181233" y="41442"/>
                  <a:pt x="187303" y="41442"/>
                </a:cubicBezTo>
                <a:cubicBezTo>
                  <a:pt x="193982" y="41442"/>
                  <a:pt x="200023" y="42596"/>
                  <a:pt x="205426" y="44905"/>
                </a:cubicBezTo>
                <a:cubicBezTo>
                  <a:pt x="210828" y="47211"/>
                  <a:pt x="215441" y="50369"/>
                  <a:pt x="219265" y="54379"/>
                </a:cubicBezTo>
                <a:cubicBezTo>
                  <a:pt x="223091" y="58386"/>
                  <a:pt x="226067" y="63124"/>
                  <a:pt x="228192" y="68591"/>
                </a:cubicBezTo>
                <a:cubicBezTo>
                  <a:pt x="230317" y="74057"/>
                  <a:pt x="231380" y="79947"/>
                  <a:pt x="231380" y="86263"/>
                </a:cubicBezTo>
                <a:cubicBezTo>
                  <a:pt x="231380" y="92579"/>
                  <a:pt x="230317" y="98471"/>
                  <a:pt x="228192" y="103938"/>
                </a:cubicBezTo>
                <a:cubicBezTo>
                  <a:pt x="226067" y="109404"/>
                  <a:pt x="223091" y="114141"/>
                  <a:pt x="219265" y="118151"/>
                </a:cubicBezTo>
                <a:cubicBezTo>
                  <a:pt x="215441" y="122158"/>
                  <a:pt x="210828" y="125316"/>
                  <a:pt x="205426" y="127625"/>
                </a:cubicBezTo>
                <a:cubicBezTo>
                  <a:pt x="200023" y="129931"/>
                  <a:pt x="193982" y="131085"/>
                  <a:pt x="187303" y="131085"/>
                </a:cubicBezTo>
                <a:cubicBezTo>
                  <a:pt x="181233" y="131085"/>
                  <a:pt x="175254" y="129658"/>
                  <a:pt x="169364" y="126805"/>
                </a:cubicBezTo>
                <a:cubicBezTo>
                  <a:pt x="163476" y="123950"/>
                  <a:pt x="158771" y="119850"/>
                  <a:pt x="155249" y="114505"/>
                </a:cubicBezTo>
                <a:lnTo>
                  <a:pt x="154704" y="114505"/>
                </a:lnTo>
                <a:lnTo>
                  <a:pt x="154704" y="172605"/>
                </a:lnTo>
                <a:moveTo>
                  <a:pt x="218268" y="86266"/>
                </a:moveTo>
                <a:cubicBezTo>
                  <a:pt x="218268" y="81519"/>
                  <a:pt x="217539" y="77047"/>
                  <a:pt x="216081" y="72849"/>
                </a:cubicBezTo>
                <a:cubicBezTo>
                  <a:pt x="214624" y="68648"/>
                  <a:pt x="212530" y="64997"/>
                  <a:pt x="209797" y="61893"/>
                </a:cubicBezTo>
                <a:cubicBezTo>
                  <a:pt x="207066" y="58788"/>
                  <a:pt x="203697" y="56323"/>
                  <a:pt x="199689" y="54498"/>
                </a:cubicBezTo>
                <a:cubicBezTo>
                  <a:pt x="195682" y="52671"/>
                  <a:pt x="191129" y="51758"/>
                  <a:pt x="186030" y="51758"/>
                </a:cubicBezTo>
                <a:cubicBezTo>
                  <a:pt x="181295" y="51758"/>
                  <a:pt x="176923" y="52641"/>
                  <a:pt x="172916" y="54407"/>
                </a:cubicBezTo>
                <a:cubicBezTo>
                  <a:pt x="168910" y="56170"/>
                  <a:pt x="165450" y="58605"/>
                  <a:pt x="162536" y="61710"/>
                </a:cubicBezTo>
                <a:cubicBezTo>
                  <a:pt x="159621" y="64813"/>
                  <a:pt x="157344" y="68465"/>
                  <a:pt x="155705" y="72665"/>
                </a:cubicBezTo>
                <a:cubicBezTo>
                  <a:pt x="154065" y="76864"/>
                  <a:pt x="153245" y="81397"/>
                  <a:pt x="153245" y="86266"/>
                </a:cubicBezTo>
                <a:cubicBezTo>
                  <a:pt x="153245" y="91135"/>
                  <a:pt x="154065" y="95670"/>
                  <a:pt x="155705" y="99870"/>
                </a:cubicBezTo>
                <a:cubicBezTo>
                  <a:pt x="157344" y="104068"/>
                  <a:pt x="159621" y="107689"/>
                  <a:pt x="162536" y="110733"/>
                </a:cubicBezTo>
                <a:cubicBezTo>
                  <a:pt x="165450" y="113776"/>
                  <a:pt x="168910" y="116179"/>
                  <a:pt x="172916" y="117945"/>
                </a:cubicBezTo>
                <a:cubicBezTo>
                  <a:pt x="176923" y="119709"/>
                  <a:pt x="181295" y="120591"/>
                  <a:pt x="186030" y="120591"/>
                </a:cubicBezTo>
                <a:cubicBezTo>
                  <a:pt x="191129" y="120591"/>
                  <a:pt x="195682" y="119709"/>
                  <a:pt x="199689" y="117945"/>
                </a:cubicBezTo>
                <a:cubicBezTo>
                  <a:pt x="203697" y="116179"/>
                  <a:pt x="207066" y="113745"/>
                  <a:pt x="209797" y="110642"/>
                </a:cubicBezTo>
                <a:cubicBezTo>
                  <a:pt x="212530" y="107536"/>
                  <a:pt x="214624" y="103885"/>
                  <a:pt x="216081" y="99686"/>
                </a:cubicBezTo>
                <a:cubicBezTo>
                  <a:pt x="217539" y="95486"/>
                  <a:pt x="218268" y="91013"/>
                  <a:pt x="218268" y="86266"/>
                </a:cubicBezTo>
                <a:close/>
                <a:moveTo>
                  <a:pt x="269702" y="172605"/>
                </a:moveTo>
                <a:lnTo>
                  <a:pt x="257315" y="172605"/>
                </a:lnTo>
                <a:lnTo>
                  <a:pt x="257315" y="43632"/>
                </a:lnTo>
                <a:lnTo>
                  <a:pt x="269702" y="43632"/>
                </a:lnTo>
                <a:lnTo>
                  <a:pt x="269702" y="58386"/>
                </a:lnTo>
                <a:lnTo>
                  <a:pt x="270247" y="58386"/>
                </a:lnTo>
                <a:cubicBezTo>
                  <a:pt x="273769" y="52798"/>
                  <a:pt x="278474" y="48578"/>
                  <a:pt x="284362" y="45725"/>
                </a:cubicBezTo>
                <a:cubicBezTo>
                  <a:pt x="290252" y="42870"/>
                  <a:pt x="296231" y="41442"/>
                  <a:pt x="302301" y="41442"/>
                </a:cubicBezTo>
                <a:cubicBezTo>
                  <a:pt x="308980" y="41442"/>
                  <a:pt x="315021" y="42596"/>
                  <a:pt x="320423" y="44905"/>
                </a:cubicBezTo>
                <a:cubicBezTo>
                  <a:pt x="325826" y="47211"/>
                  <a:pt x="330439" y="50369"/>
                  <a:pt x="334263" y="54379"/>
                </a:cubicBezTo>
                <a:cubicBezTo>
                  <a:pt x="338089" y="58386"/>
                  <a:pt x="341065" y="63124"/>
                  <a:pt x="343190" y="68591"/>
                </a:cubicBezTo>
                <a:cubicBezTo>
                  <a:pt x="345315" y="74057"/>
                  <a:pt x="346377" y="79947"/>
                  <a:pt x="346377" y="86263"/>
                </a:cubicBezTo>
                <a:cubicBezTo>
                  <a:pt x="346377" y="92579"/>
                  <a:pt x="345315" y="98471"/>
                  <a:pt x="343190" y="103938"/>
                </a:cubicBezTo>
                <a:cubicBezTo>
                  <a:pt x="341065" y="109404"/>
                  <a:pt x="338089" y="114141"/>
                  <a:pt x="334263" y="118151"/>
                </a:cubicBezTo>
                <a:cubicBezTo>
                  <a:pt x="330439" y="122158"/>
                  <a:pt x="325826" y="125316"/>
                  <a:pt x="320423" y="127625"/>
                </a:cubicBezTo>
                <a:cubicBezTo>
                  <a:pt x="315021" y="129931"/>
                  <a:pt x="308980" y="131085"/>
                  <a:pt x="302301" y="131085"/>
                </a:cubicBezTo>
                <a:cubicBezTo>
                  <a:pt x="296231" y="131085"/>
                  <a:pt x="290252" y="129658"/>
                  <a:pt x="284362" y="126805"/>
                </a:cubicBezTo>
                <a:cubicBezTo>
                  <a:pt x="278474" y="123950"/>
                  <a:pt x="273769" y="119850"/>
                  <a:pt x="270247" y="114505"/>
                </a:cubicBezTo>
                <a:lnTo>
                  <a:pt x="269702" y="114505"/>
                </a:lnTo>
                <a:lnTo>
                  <a:pt x="269702" y="172605"/>
                </a:lnTo>
                <a:moveTo>
                  <a:pt x="333266" y="86266"/>
                </a:moveTo>
                <a:cubicBezTo>
                  <a:pt x="333266" y="81519"/>
                  <a:pt x="332537" y="77047"/>
                  <a:pt x="331078" y="72849"/>
                </a:cubicBezTo>
                <a:cubicBezTo>
                  <a:pt x="329622" y="68648"/>
                  <a:pt x="327528" y="64997"/>
                  <a:pt x="324795" y="61893"/>
                </a:cubicBezTo>
                <a:cubicBezTo>
                  <a:pt x="322064" y="58788"/>
                  <a:pt x="318695" y="56323"/>
                  <a:pt x="314687" y="54498"/>
                </a:cubicBezTo>
                <a:cubicBezTo>
                  <a:pt x="310680" y="52671"/>
                  <a:pt x="306127" y="51758"/>
                  <a:pt x="301028" y="51758"/>
                </a:cubicBezTo>
                <a:cubicBezTo>
                  <a:pt x="296292" y="51758"/>
                  <a:pt x="291921" y="52641"/>
                  <a:pt x="287913" y="54407"/>
                </a:cubicBezTo>
                <a:cubicBezTo>
                  <a:pt x="283908" y="56170"/>
                  <a:pt x="280448" y="58605"/>
                  <a:pt x="277533" y="61710"/>
                </a:cubicBezTo>
                <a:cubicBezTo>
                  <a:pt x="274619" y="64813"/>
                  <a:pt x="272342" y="68465"/>
                  <a:pt x="270702" y="72665"/>
                </a:cubicBezTo>
                <a:cubicBezTo>
                  <a:pt x="269063" y="76864"/>
                  <a:pt x="268243" y="81397"/>
                  <a:pt x="268243" y="86266"/>
                </a:cubicBezTo>
                <a:cubicBezTo>
                  <a:pt x="268243" y="91135"/>
                  <a:pt x="269063" y="95670"/>
                  <a:pt x="270702" y="99870"/>
                </a:cubicBezTo>
                <a:cubicBezTo>
                  <a:pt x="272342" y="104068"/>
                  <a:pt x="274619" y="107689"/>
                  <a:pt x="277533" y="110733"/>
                </a:cubicBezTo>
                <a:cubicBezTo>
                  <a:pt x="280448" y="113776"/>
                  <a:pt x="283908" y="116179"/>
                  <a:pt x="287913" y="117945"/>
                </a:cubicBezTo>
                <a:cubicBezTo>
                  <a:pt x="291921" y="119709"/>
                  <a:pt x="296292" y="120591"/>
                  <a:pt x="301028" y="120591"/>
                </a:cubicBezTo>
                <a:cubicBezTo>
                  <a:pt x="306127" y="120591"/>
                  <a:pt x="310680" y="119709"/>
                  <a:pt x="314687" y="117945"/>
                </a:cubicBezTo>
                <a:cubicBezTo>
                  <a:pt x="318695" y="116179"/>
                  <a:pt x="322064" y="113745"/>
                  <a:pt x="324795" y="110642"/>
                </a:cubicBezTo>
                <a:cubicBezTo>
                  <a:pt x="327528" y="107536"/>
                  <a:pt x="329622" y="103885"/>
                  <a:pt x="331078" y="99686"/>
                </a:cubicBezTo>
                <a:cubicBezTo>
                  <a:pt x="332537" y="95486"/>
                  <a:pt x="333266" y="91013"/>
                  <a:pt x="333266" y="86266"/>
                </a:cubicBezTo>
                <a:close/>
                <a:moveTo>
                  <a:pt x="417665" y="63780"/>
                </a:moveTo>
                <a:cubicBezTo>
                  <a:pt x="415844" y="60258"/>
                  <a:pt x="413082" y="57375"/>
                  <a:pt x="409378" y="55129"/>
                </a:cubicBezTo>
                <a:cubicBezTo>
                  <a:pt x="405674" y="52882"/>
                  <a:pt x="401455" y="51758"/>
                  <a:pt x="396719" y="51758"/>
                </a:cubicBezTo>
                <a:cubicBezTo>
                  <a:pt x="394535" y="51758"/>
                  <a:pt x="392349" y="52002"/>
                  <a:pt x="390163" y="52489"/>
                </a:cubicBezTo>
                <a:cubicBezTo>
                  <a:pt x="387977" y="52974"/>
                  <a:pt x="386033" y="53765"/>
                  <a:pt x="384333" y="54860"/>
                </a:cubicBezTo>
                <a:cubicBezTo>
                  <a:pt x="382634" y="55953"/>
                  <a:pt x="381268" y="57351"/>
                  <a:pt x="380236" y="59053"/>
                </a:cubicBezTo>
                <a:cubicBezTo>
                  <a:pt x="379204" y="60754"/>
                  <a:pt x="378688" y="62760"/>
                  <a:pt x="378688" y="65070"/>
                </a:cubicBezTo>
                <a:cubicBezTo>
                  <a:pt x="378688" y="69083"/>
                  <a:pt x="380327" y="72153"/>
                  <a:pt x="383604" y="74280"/>
                </a:cubicBezTo>
                <a:cubicBezTo>
                  <a:pt x="386884" y="76407"/>
                  <a:pt x="392045" y="78200"/>
                  <a:pt x="399087" y="79660"/>
                </a:cubicBezTo>
                <a:cubicBezTo>
                  <a:pt x="409166" y="81726"/>
                  <a:pt x="416603" y="84735"/>
                  <a:pt x="421398" y="88687"/>
                </a:cubicBezTo>
                <a:cubicBezTo>
                  <a:pt x="426194" y="92637"/>
                  <a:pt x="428593" y="97955"/>
                  <a:pt x="428593" y="104642"/>
                </a:cubicBezTo>
                <a:cubicBezTo>
                  <a:pt x="428593" y="109505"/>
                  <a:pt x="427651" y="113609"/>
                  <a:pt x="425769" y="116953"/>
                </a:cubicBezTo>
                <a:cubicBezTo>
                  <a:pt x="423887" y="120295"/>
                  <a:pt x="421427" y="123031"/>
                  <a:pt x="418391" y="125160"/>
                </a:cubicBezTo>
                <a:cubicBezTo>
                  <a:pt x="415356" y="127287"/>
                  <a:pt x="411926" y="128806"/>
                  <a:pt x="408102" y="129717"/>
                </a:cubicBezTo>
                <a:cubicBezTo>
                  <a:pt x="404278" y="130629"/>
                  <a:pt x="400424" y="131085"/>
                  <a:pt x="396538" y="131085"/>
                </a:cubicBezTo>
                <a:cubicBezTo>
                  <a:pt x="390102" y="131085"/>
                  <a:pt x="383848" y="129758"/>
                  <a:pt x="377777" y="127105"/>
                </a:cubicBezTo>
                <a:cubicBezTo>
                  <a:pt x="371707" y="124450"/>
                  <a:pt x="366729" y="120276"/>
                  <a:pt x="362842" y="114582"/>
                </a:cubicBezTo>
                <a:lnTo>
                  <a:pt x="372677" y="107296"/>
                </a:lnTo>
                <a:cubicBezTo>
                  <a:pt x="374863" y="111060"/>
                  <a:pt x="378081" y="114217"/>
                  <a:pt x="382329" y="116767"/>
                </a:cubicBezTo>
                <a:cubicBezTo>
                  <a:pt x="386579" y="119316"/>
                  <a:pt x="391254" y="120591"/>
                  <a:pt x="396355" y="120591"/>
                </a:cubicBezTo>
                <a:cubicBezTo>
                  <a:pt x="399027" y="120591"/>
                  <a:pt x="401576" y="120348"/>
                  <a:pt x="404003" y="119863"/>
                </a:cubicBezTo>
                <a:cubicBezTo>
                  <a:pt x="406432" y="119375"/>
                  <a:pt x="408557" y="118524"/>
                  <a:pt x="410378" y="117309"/>
                </a:cubicBezTo>
                <a:cubicBezTo>
                  <a:pt x="412200" y="116093"/>
                  <a:pt x="413657" y="114544"/>
                  <a:pt x="414750" y="112659"/>
                </a:cubicBezTo>
                <a:cubicBezTo>
                  <a:pt x="415843" y="110773"/>
                  <a:pt x="416390" y="108432"/>
                  <a:pt x="416390" y="105637"/>
                </a:cubicBezTo>
                <a:cubicBezTo>
                  <a:pt x="416390" y="101138"/>
                  <a:pt x="414234" y="97764"/>
                  <a:pt x="409923" y="95515"/>
                </a:cubicBezTo>
                <a:cubicBezTo>
                  <a:pt x="405613" y="93266"/>
                  <a:pt x="399391" y="91168"/>
                  <a:pt x="391255" y="89223"/>
                </a:cubicBezTo>
                <a:cubicBezTo>
                  <a:pt x="388706" y="88615"/>
                  <a:pt x="386004" y="87856"/>
                  <a:pt x="383149" y="86944"/>
                </a:cubicBezTo>
                <a:cubicBezTo>
                  <a:pt x="380295" y="86033"/>
                  <a:pt x="377654" y="84696"/>
                  <a:pt x="375225" y="82934"/>
                </a:cubicBezTo>
                <a:cubicBezTo>
                  <a:pt x="372798" y="81170"/>
                  <a:pt x="370796" y="78951"/>
                  <a:pt x="369217" y="76275"/>
                </a:cubicBezTo>
                <a:cubicBezTo>
                  <a:pt x="367639" y="73600"/>
                  <a:pt x="366849" y="70257"/>
                  <a:pt x="366849" y="66245"/>
                </a:cubicBezTo>
                <a:cubicBezTo>
                  <a:pt x="366849" y="61867"/>
                  <a:pt x="367699" y="58129"/>
                  <a:pt x="369398" y="55029"/>
                </a:cubicBezTo>
                <a:cubicBezTo>
                  <a:pt x="371099" y="51928"/>
                  <a:pt x="373376" y="49374"/>
                  <a:pt x="376229" y="47370"/>
                </a:cubicBezTo>
                <a:cubicBezTo>
                  <a:pt x="379082" y="45363"/>
                  <a:pt x="382330" y="43874"/>
                  <a:pt x="385972" y="42901"/>
                </a:cubicBezTo>
                <a:cubicBezTo>
                  <a:pt x="389617" y="41928"/>
                  <a:pt x="393381" y="41442"/>
                  <a:pt x="397267" y="41442"/>
                </a:cubicBezTo>
                <a:cubicBezTo>
                  <a:pt x="403216" y="41442"/>
                  <a:pt x="408982" y="42769"/>
                  <a:pt x="414566" y="45424"/>
                </a:cubicBezTo>
                <a:cubicBezTo>
                  <a:pt x="420152" y="48078"/>
                  <a:pt x="424342" y="51828"/>
                  <a:pt x="427136" y="56677"/>
                </a:cubicBezTo>
                <a:lnTo>
                  <a:pt x="417665" y="637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879F7-4EE7-4BC5-AD42-B9107A33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66" y="1280418"/>
            <a:ext cx="1248310" cy="534653"/>
          </a:xfrm>
          <a:custGeom xmlns:a="http://schemas.openxmlformats.org/drawingml/2006/main">
            <a:pathLst>
              <a:path w="1248310" h="534653" fill="none">
                <a:moveTo>
                  <a:pt x="0" y="89110"/>
                </a:moveTo>
                <a:cubicBezTo>
                  <a:pt x="0" y="39896"/>
                  <a:pt x="39896" y="0"/>
                  <a:pt x="89110" y="0"/>
                </a:cubicBezTo>
                <a:lnTo>
                  <a:pt x="1159201" y="0"/>
                </a:lnTo>
                <a:cubicBezTo>
                  <a:pt x="1208414" y="0"/>
                  <a:pt x="1248310" y="39896"/>
                  <a:pt x="1248310" y="89110"/>
                </a:cubicBezTo>
                <a:lnTo>
                  <a:pt x="1248310" y="445543"/>
                </a:lnTo>
                <a:cubicBezTo>
                  <a:pt x="1248310" y="494758"/>
                  <a:pt x="1208414" y="534653"/>
                  <a:pt x="1159201" y="534653"/>
                </a:cubicBezTo>
                <a:lnTo>
                  <a:pt x="89110" y="534653"/>
                </a:lnTo>
                <a:cubicBezTo>
                  <a:pt x="39896" y="534653"/>
                  <a:pt x="0" y="494758"/>
                  <a:pt x="0" y="445543"/>
                </a:cubicBezTo>
                <a:lnTo>
                  <a:pt x="0" y="891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7" name="Text Apply">
            <a:extLst xmlns:a="http://schemas.openxmlformats.org/drawingml/2006/main">
              <a:ext uri="{FF2B5EF4-FFF2-40B4-BE49-F238E27FC236}">
                <a16:creationId xmlns:a16="http://schemas.microsoft.com/office/drawing/2014/main" id="{E80B5766-3CD5-49CE-BC5C-762EADB0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" y="1352341"/>
            <a:ext cx="487494" cy="181445"/>
          </a:xfrm>
          <a:custGeom xmlns:a="http://schemas.openxmlformats.org/drawingml/2006/main">
            <a:pathLst>
              <a:path w="487494" h="181445">
                <a:moveTo>
                  <a:pt x="14390" y="137691"/>
                </a:moveTo>
                <a:lnTo>
                  <a:pt x="0" y="137691"/>
                </a:lnTo>
                <a:lnTo>
                  <a:pt x="55732" y="8740"/>
                </a:lnTo>
                <a:lnTo>
                  <a:pt x="68483" y="8740"/>
                </a:lnTo>
                <a:lnTo>
                  <a:pt x="123851" y="137691"/>
                </a:lnTo>
                <a:lnTo>
                  <a:pt x="109280" y="137691"/>
                </a:lnTo>
                <a:lnTo>
                  <a:pt x="95073" y="103897"/>
                </a:lnTo>
                <a:lnTo>
                  <a:pt x="28414" y="103897"/>
                </a:lnTo>
                <a:lnTo>
                  <a:pt x="14390" y="137691"/>
                </a:lnTo>
                <a:moveTo>
                  <a:pt x="33330" y="91802"/>
                </a:moveTo>
                <a:lnTo>
                  <a:pt x="90157" y="91802"/>
                </a:lnTo>
                <a:lnTo>
                  <a:pt x="61743" y="23319"/>
                </a:lnTo>
                <a:lnTo>
                  <a:pt x="33330" y="91802"/>
                </a:lnTo>
                <a:close/>
                <a:moveTo>
                  <a:pt x="154704" y="181345"/>
                </a:moveTo>
                <a:lnTo>
                  <a:pt x="142318" y="181345"/>
                </a:lnTo>
                <a:lnTo>
                  <a:pt x="142318" y="52372"/>
                </a:lnTo>
                <a:lnTo>
                  <a:pt x="154704" y="52372"/>
                </a:lnTo>
                <a:lnTo>
                  <a:pt x="154704" y="67126"/>
                </a:lnTo>
                <a:lnTo>
                  <a:pt x="155249" y="67126"/>
                </a:lnTo>
                <a:cubicBezTo>
                  <a:pt x="158771" y="61539"/>
                  <a:pt x="163476" y="57318"/>
                  <a:pt x="169364" y="54465"/>
                </a:cubicBezTo>
                <a:cubicBezTo>
                  <a:pt x="175254" y="51610"/>
                  <a:pt x="181234" y="50182"/>
                  <a:pt x="187303" y="50182"/>
                </a:cubicBezTo>
                <a:cubicBezTo>
                  <a:pt x="193982" y="50182"/>
                  <a:pt x="200023" y="51337"/>
                  <a:pt x="205426" y="53645"/>
                </a:cubicBezTo>
                <a:cubicBezTo>
                  <a:pt x="210828" y="55952"/>
                  <a:pt x="215441" y="59110"/>
                  <a:pt x="219266" y="63119"/>
                </a:cubicBezTo>
                <a:cubicBezTo>
                  <a:pt x="223091" y="67126"/>
                  <a:pt x="226067" y="71864"/>
                  <a:pt x="228192" y="77331"/>
                </a:cubicBezTo>
                <a:cubicBezTo>
                  <a:pt x="230317" y="82797"/>
                  <a:pt x="231380" y="88688"/>
                  <a:pt x="231380" y="95004"/>
                </a:cubicBezTo>
                <a:cubicBezTo>
                  <a:pt x="231380" y="101320"/>
                  <a:pt x="230317" y="107211"/>
                  <a:pt x="228192" y="112679"/>
                </a:cubicBezTo>
                <a:cubicBezTo>
                  <a:pt x="226067" y="118144"/>
                  <a:pt x="223091" y="122882"/>
                  <a:pt x="219266" y="126891"/>
                </a:cubicBezTo>
                <a:cubicBezTo>
                  <a:pt x="215441" y="130899"/>
                  <a:pt x="210828" y="134057"/>
                  <a:pt x="205426" y="136365"/>
                </a:cubicBezTo>
                <a:cubicBezTo>
                  <a:pt x="200023" y="138672"/>
                  <a:pt x="193982" y="139825"/>
                  <a:pt x="187303" y="139825"/>
                </a:cubicBezTo>
                <a:cubicBezTo>
                  <a:pt x="181234" y="139825"/>
                  <a:pt x="175254" y="138398"/>
                  <a:pt x="169364" y="135545"/>
                </a:cubicBezTo>
                <a:cubicBezTo>
                  <a:pt x="163476" y="132690"/>
                  <a:pt x="158771" y="128590"/>
                  <a:pt x="155249" y="123245"/>
                </a:cubicBezTo>
                <a:lnTo>
                  <a:pt x="154704" y="123245"/>
                </a:lnTo>
                <a:lnTo>
                  <a:pt x="154704" y="181345"/>
                </a:lnTo>
                <a:moveTo>
                  <a:pt x="218268" y="95006"/>
                </a:moveTo>
                <a:cubicBezTo>
                  <a:pt x="218268" y="90260"/>
                  <a:pt x="217539" y="85787"/>
                  <a:pt x="216081" y="81589"/>
                </a:cubicBezTo>
                <a:cubicBezTo>
                  <a:pt x="214624" y="77389"/>
                  <a:pt x="212530" y="73737"/>
                  <a:pt x="209797" y="70634"/>
                </a:cubicBezTo>
                <a:cubicBezTo>
                  <a:pt x="207066" y="67529"/>
                  <a:pt x="203697" y="65063"/>
                  <a:pt x="199690" y="63239"/>
                </a:cubicBezTo>
                <a:cubicBezTo>
                  <a:pt x="195682" y="61412"/>
                  <a:pt x="191129" y="60498"/>
                  <a:pt x="186030" y="60498"/>
                </a:cubicBezTo>
                <a:cubicBezTo>
                  <a:pt x="181295" y="60498"/>
                  <a:pt x="176923" y="61381"/>
                  <a:pt x="172916" y="63147"/>
                </a:cubicBezTo>
                <a:cubicBezTo>
                  <a:pt x="168910" y="64911"/>
                  <a:pt x="165450" y="67345"/>
                  <a:pt x="162536" y="70450"/>
                </a:cubicBezTo>
                <a:cubicBezTo>
                  <a:pt x="159621" y="73554"/>
                  <a:pt x="157344" y="77205"/>
                  <a:pt x="155705" y="81406"/>
                </a:cubicBezTo>
                <a:cubicBezTo>
                  <a:pt x="154065" y="85604"/>
                  <a:pt x="153245" y="90137"/>
                  <a:pt x="153245" y="95006"/>
                </a:cubicBezTo>
                <a:cubicBezTo>
                  <a:pt x="153245" y="99875"/>
                  <a:pt x="154065" y="104410"/>
                  <a:pt x="155705" y="108610"/>
                </a:cubicBezTo>
                <a:cubicBezTo>
                  <a:pt x="157344" y="112808"/>
                  <a:pt x="159621" y="116430"/>
                  <a:pt x="162536" y="119474"/>
                </a:cubicBezTo>
                <a:cubicBezTo>
                  <a:pt x="165450" y="122516"/>
                  <a:pt x="168910" y="124920"/>
                  <a:pt x="172916" y="126685"/>
                </a:cubicBezTo>
                <a:cubicBezTo>
                  <a:pt x="176923" y="128449"/>
                  <a:pt x="181295" y="129331"/>
                  <a:pt x="186030" y="129331"/>
                </a:cubicBezTo>
                <a:cubicBezTo>
                  <a:pt x="191129" y="129331"/>
                  <a:pt x="195682" y="128449"/>
                  <a:pt x="199690" y="126685"/>
                </a:cubicBezTo>
                <a:cubicBezTo>
                  <a:pt x="203697" y="124920"/>
                  <a:pt x="207066" y="122485"/>
                  <a:pt x="209797" y="119382"/>
                </a:cubicBezTo>
                <a:cubicBezTo>
                  <a:pt x="212530" y="116277"/>
                  <a:pt x="214624" y="112625"/>
                  <a:pt x="216081" y="108427"/>
                </a:cubicBezTo>
                <a:cubicBezTo>
                  <a:pt x="217539" y="104227"/>
                  <a:pt x="218268" y="99753"/>
                  <a:pt x="218268" y="95006"/>
                </a:cubicBezTo>
                <a:close/>
                <a:moveTo>
                  <a:pt x="269702" y="181345"/>
                </a:moveTo>
                <a:lnTo>
                  <a:pt x="257316" y="181345"/>
                </a:lnTo>
                <a:lnTo>
                  <a:pt x="257316" y="52372"/>
                </a:lnTo>
                <a:lnTo>
                  <a:pt x="269702" y="52372"/>
                </a:lnTo>
                <a:lnTo>
                  <a:pt x="269702" y="67126"/>
                </a:lnTo>
                <a:lnTo>
                  <a:pt x="270247" y="67126"/>
                </a:lnTo>
                <a:cubicBezTo>
                  <a:pt x="273769" y="61539"/>
                  <a:pt x="278474" y="57318"/>
                  <a:pt x="284362" y="54465"/>
                </a:cubicBezTo>
                <a:cubicBezTo>
                  <a:pt x="290252" y="51610"/>
                  <a:pt x="296231" y="50182"/>
                  <a:pt x="302301" y="50182"/>
                </a:cubicBezTo>
                <a:cubicBezTo>
                  <a:pt x="308980" y="50182"/>
                  <a:pt x="315021" y="51337"/>
                  <a:pt x="320423" y="53645"/>
                </a:cubicBezTo>
                <a:cubicBezTo>
                  <a:pt x="325826" y="55952"/>
                  <a:pt x="330439" y="59110"/>
                  <a:pt x="334263" y="63119"/>
                </a:cubicBezTo>
                <a:cubicBezTo>
                  <a:pt x="338089" y="67126"/>
                  <a:pt x="341065" y="71864"/>
                  <a:pt x="343190" y="77331"/>
                </a:cubicBezTo>
                <a:cubicBezTo>
                  <a:pt x="345315" y="82797"/>
                  <a:pt x="346377" y="88688"/>
                  <a:pt x="346377" y="95004"/>
                </a:cubicBezTo>
                <a:cubicBezTo>
                  <a:pt x="346377" y="101320"/>
                  <a:pt x="345315" y="107211"/>
                  <a:pt x="343190" y="112679"/>
                </a:cubicBezTo>
                <a:cubicBezTo>
                  <a:pt x="341065" y="118144"/>
                  <a:pt x="338089" y="122882"/>
                  <a:pt x="334263" y="126891"/>
                </a:cubicBezTo>
                <a:cubicBezTo>
                  <a:pt x="330439" y="130899"/>
                  <a:pt x="325826" y="134057"/>
                  <a:pt x="320423" y="136365"/>
                </a:cubicBezTo>
                <a:cubicBezTo>
                  <a:pt x="315021" y="138672"/>
                  <a:pt x="308980" y="139825"/>
                  <a:pt x="302301" y="139825"/>
                </a:cubicBezTo>
                <a:cubicBezTo>
                  <a:pt x="296231" y="139825"/>
                  <a:pt x="290252" y="138398"/>
                  <a:pt x="284362" y="135545"/>
                </a:cubicBezTo>
                <a:cubicBezTo>
                  <a:pt x="278474" y="132690"/>
                  <a:pt x="273769" y="128590"/>
                  <a:pt x="270247" y="123245"/>
                </a:cubicBezTo>
                <a:lnTo>
                  <a:pt x="269702" y="123245"/>
                </a:lnTo>
                <a:lnTo>
                  <a:pt x="269702" y="181345"/>
                </a:lnTo>
                <a:moveTo>
                  <a:pt x="333266" y="95006"/>
                </a:moveTo>
                <a:cubicBezTo>
                  <a:pt x="333266" y="90260"/>
                  <a:pt x="332537" y="85787"/>
                  <a:pt x="331079" y="81589"/>
                </a:cubicBezTo>
                <a:cubicBezTo>
                  <a:pt x="329622" y="77389"/>
                  <a:pt x="327528" y="73737"/>
                  <a:pt x="324795" y="70634"/>
                </a:cubicBezTo>
                <a:cubicBezTo>
                  <a:pt x="322064" y="67529"/>
                  <a:pt x="318695" y="65063"/>
                  <a:pt x="314687" y="63239"/>
                </a:cubicBezTo>
                <a:cubicBezTo>
                  <a:pt x="310680" y="61412"/>
                  <a:pt x="306127" y="60498"/>
                  <a:pt x="301028" y="60498"/>
                </a:cubicBezTo>
                <a:cubicBezTo>
                  <a:pt x="296292" y="60498"/>
                  <a:pt x="291921" y="61381"/>
                  <a:pt x="287913" y="63147"/>
                </a:cubicBezTo>
                <a:cubicBezTo>
                  <a:pt x="283908" y="64911"/>
                  <a:pt x="280448" y="67345"/>
                  <a:pt x="277534" y="70450"/>
                </a:cubicBezTo>
                <a:cubicBezTo>
                  <a:pt x="274619" y="73554"/>
                  <a:pt x="272342" y="77205"/>
                  <a:pt x="270702" y="81406"/>
                </a:cubicBezTo>
                <a:cubicBezTo>
                  <a:pt x="269063" y="85604"/>
                  <a:pt x="268243" y="90137"/>
                  <a:pt x="268243" y="95006"/>
                </a:cubicBezTo>
                <a:cubicBezTo>
                  <a:pt x="268243" y="99875"/>
                  <a:pt x="269063" y="104410"/>
                  <a:pt x="270702" y="108610"/>
                </a:cubicBezTo>
                <a:cubicBezTo>
                  <a:pt x="272342" y="112808"/>
                  <a:pt x="274619" y="116430"/>
                  <a:pt x="277534" y="119474"/>
                </a:cubicBezTo>
                <a:cubicBezTo>
                  <a:pt x="280448" y="122516"/>
                  <a:pt x="283908" y="124920"/>
                  <a:pt x="287913" y="126685"/>
                </a:cubicBezTo>
                <a:cubicBezTo>
                  <a:pt x="291921" y="128449"/>
                  <a:pt x="296292" y="129331"/>
                  <a:pt x="301028" y="129331"/>
                </a:cubicBezTo>
                <a:cubicBezTo>
                  <a:pt x="306127" y="129331"/>
                  <a:pt x="310680" y="128449"/>
                  <a:pt x="314687" y="126685"/>
                </a:cubicBezTo>
                <a:cubicBezTo>
                  <a:pt x="318695" y="124920"/>
                  <a:pt x="322064" y="122485"/>
                  <a:pt x="324795" y="119382"/>
                </a:cubicBezTo>
                <a:cubicBezTo>
                  <a:pt x="327528" y="116277"/>
                  <a:pt x="329622" y="112625"/>
                  <a:pt x="331079" y="108427"/>
                </a:cubicBezTo>
                <a:cubicBezTo>
                  <a:pt x="332537" y="104227"/>
                  <a:pt x="333266" y="99753"/>
                  <a:pt x="333266" y="95006"/>
                </a:cubicBezTo>
                <a:close/>
                <a:moveTo>
                  <a:pt x="385064" y="137691"/>
                </a:moveTo>
                <a:lnTo>
                  <a:pt x="372677" y="137691"/>
                </a:lnTo>
                <a:lnTo>
                  <a:pt x="372677" y="0"/>
                </a:lnTo>
                <a:lnTo>
                  <a:pt x="385064" y="0"/>
                </a:lnTo>
                <a:lnTo>
                  <a:pt x="385064" y="137691"/>
                </a:lnTo>
                <a:close/>
                <a:moveTo>
                  <a:pt x="447244" y="124518"/>
                </a:moveTo>
                <a:lnTo>
                  <a:pt x="447608" y="124518"/>
                </a:lnTo>
                <a:lnTo>
                  <a:pt x="474015" y="52575"/>
                </a:lnTo>
                <a:lnTo>
                  <a:pt x="487494" y="52575"/>
                </a:lnTo>
                <a:lnTo>
                  <a:pt x="445057" y="159851"/>
                </a:lnTo>
                <a:cubicBezTo>
                  <a:pt x="442507" y="166408"/>
                  <a:pt x="439260" y="171646"/>
                  <a:pt x="435313" y="175564"/>
                </a:cubicBezTo>
                <a:cubicBezTo>
                  <a:pt x="431367" y="179485"/>
                  <a:pt x="425690" y="181445"/>
                  <a:pt x="418283" y="181445"/>
                </a:cubicBezTo>
                <a:cubicBezTo>
                  <a:pt x="414520" y="181445"/>
                  <a:pt x="410817" y="181089"/>
                  <a:pt x="407175" y="180378"/>
                </a:cubicBezTo>
                <a:lnTo>
                  <a:pt x="408448" y="169139"/>
                </a:lnTo>
                <a:cubicBezTo>
                  <a:pt x="411362" y="170110"/>
                  <a:pt x="414398" y="170595"/>
                  <a:pt x="417555" y="170595"/>
                </a:cubicBezTo>
                <a:cubicBezTo>
                  <a:pt x="421805" y="170595"/>
                  <a:pt x="425144" y="169290"/>
                  <a:pt x="427571" y="166680"/>
                </a:cubicBezTo>
                <a:cubicBezTo>
                  <a:pt x="430000" y="164069"/>
                  <a:pt x="432125" y="160336"/>
                  <a:pt x="433946" y="155480"/>
                </a:cubicBezTo>
                <a:lnTo>
                  <a:pt x="440869" y="137630"/>
                </a:lnTo>
                <a:lnTo>
                  <a:pt x="404443" y="52575"/>
                </a:lnTo>
                <a:lnTo>
                  <a:pt x="418283" y="52575"/>
                </a:lnTo>
                <a:lnTo>
                  <a:pt x="447244" y="1245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UX-LLM">
            <a:extLst xmlns:a="http://schemas.openxmlformats.org/drawingml/2006/main">
              <a:ext uri="{FF2B5EF4-FFF2-40B4-BE49-F238E27FC236}">
                <a16:creationId xmlns:a16="http://schemas.microsoft.com/office/drawing/2014/main" id="{F2655582-2394-4B88-ACBC-2F68387F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01" y="1574782"/>
            <a:ext cx="612969" cy="132152"/>
          </a:xfrm>
          <a:custGeom xmlns:a="http://schemas.openxmlformats.org/drawingml/2006/main">
            <a:pathLst>
              <a:path w="612969" h="132152">
                <a:moveTo>
                  <a:pt x="48265" y="132152"/>
                </a:moveTo>
                <a:cubicBezTo>
                  <a:pt x="38551" y="132152"/>
                  <a:pt x="30597" y="130484"/>
                  <a:pt x="24403" y="127147"/>
                </a:cubicBezTo>
                <a:cubicBezTo>
                  <a:pt x="18211" y="123810"/>
                  <a:pt x="13294" y="119593"/>
                  <a:pt x="9652" y="114496"/>
                </a:cubicBezTo>
                <a:cubicBezTo>
                  <a:pt x="6009" y="109399"/>
                  <a:pt x="3490" y="103848"/>
                  <a:pt x="2093" y="97841"/>
                </a:cubicBezTo>
                <a:cubicBezTo>
                  <a:pt x="698" y="91833"/>
                  <a:pt x="0" y="86159"/>
                  <a:pt x="0" y="80819"/>
                </a:cubicBezTo>
                <a:lnTo>
                  <a:pt x="0" y="0"/>
                </a:lnTo>
                <a:lnTo>
                  <a:pt x="13115" y="0"/>
                </a:lnTo>
                <a:lnTo>
                  <a:pt x="13115" y="79305"/>
                </a:lnTo>
                <a:cubicBezTo>
                  <a:pt x="13115" y="84520"/>
                  <a:pt x="13721" y="89583"/>
                  <a:pt x="14935" y="94495"/>
                </a:cubicBezTo>
                <a:cubicBezTo>
                  <a:pt x="16150" y="99405"/>
                  <a:pt x="18123" y="103770"/>
                  <a:pt x="20854" y="107590"/>
                </a:cubicBezTo>
                <a:cubicBezTo>
                  <a:pt x="23587" y="111409"/>
                  <a:pt x="27200" y="114501"/>
                  <a:pt x="31693" y="116867"/>
                </a:cubicBezTo>
                <a:cubicBezTo>
                  <a:pt x="36186" y="119231"/>
                  <a:pt x="41711" y="120413"/>
                  <a:pt x="48267" y="120413"/>
                </a:cubicBezTo>
                <a:cubicBezTo>
                  <a:pt x="54822" y="120413"/>
                  <a:pt x="60346" y="119231"/>
                  <a:pt x="64839" y="116867"/>
                </a:cubicBezTo>
                <a:cubicBezTo>
                  <a:pt x="69332" y="114501"/>
                  <a:pt x="72944" y="111409"/>
                  <a:pt x="75675" y="107590"/>
                </a:cubicBezTo>
                <a:cubicBezTo>
                  <a:pt x="78408" y="103770"/>
                  <a:pt x="80381" y="99405"/>
                  <a:pt x="81594" y="94495"/>
                </a:cubicBezTo>
                <a:cubicBezTo>
                  <a:pt x="82810" y="89583"/>
                  <a:pt x="83418" y="84520"/>
                  <a:pt x="83418" y="79305"/>
                </a:cubicBezTo>
                <a:lnTo>
                  <a:pt x="83418" y="0"/>
                </a:lnTo>
                <a:lnTo>
                  <a:pt x="96529" y="0"/>
                </a:lnTo>
                <a:lnTo>
                  <a:pt x="96529" y="80819"/>
                </a:lnTo>
                <a:cubicBezTo>
                  <a:pt x="96529" y="86159"/>
                  <a:pt x="95831" y="91833"/>
                  <a:pt x="94434" y="97841"/>
                </a:cubicBezTo>
                <a:cubicBezTo>
                  <a:pt x="93039" y="103848"/>
                  <a:pt x="90520" y="109399"/>
                  <a:pt x="86878" y="114496"/>
                </a:cubicBezTo>
                <a:cubicBezTo>
                  <a:pt x="83235" y="119593"/>
                  <a:pt x="78286" y="123810"/>
                  <a:pt x="72032" y="127147"/>
                </a:cubicBezTo>
                <a:cubicBezTo>
                  <a:pt x="65779" y="130484"/>
                  <a:pt x="57856" y="132152"/>
                  <a:pt x="48265" y="132152"/>
                </a:cubicBezTo>
                <a:close/>
                <a:moveTo>
                  <a:pt x="171988" y="52092"/>
                </a:moveTo>
                <a:lnTo>
                  <a:pt x="207138" y="0"/>
                </a:lnTo>
                <a:lnTo>
                  <a:pt x="222801" y="0"/>
                </a:lnTo>
                <a:lnTo>
                  <a:pt x="180000" y="61379"/>
                </a:lnTo>
                <a:lnTo>
                  <a:pt x="227356" y="128950"/>
                </a:lnTo>
                <a:lnTo>
                  <a:pt x="210962" y="128950"/>
                </a:lnTo>
                <a:lnTo>
                  <a:pt x="171624" y="70850"/>
                </a:lnTo>
                <a:lnTo>
                  <a:pt x="132464" y="128950"/>
                </a:lnTo>
                <a:lnTo>
                  <a:pt x="116072" y="128950"/>
                </a:lnTo>
                <a:lnTo>
                  <a:pt x="163428" y="61196"/>
                </a:lnTo>
                <a:lnTo>
                  <a:pt x="120263" y="0"/>
                </a:lnTo>
                <a:lnTo>
                  <a:pt x="136655" y="0"/>
                </a:lnTo>
                <a:lnTo>
                  <a:pt x="171988" y="52092"/>
                </a:lnTo>
                <a:close/>
                <a:moveTo>
                  <a:pt x="275434" y="89998"/>
                </a:moveTo>
                <a:lnTo>
                  <a:pt x="234637" y="89998"/>
                </a:lnTo>
                <a:lnTo>
                  <a:pt x="234637" y="79682"/>
                </a:lnTo>
                <a:lnTo>
                  <a:pt x="275434" y="79682"/>
                </a:lnTo>
                <a:lnTo>
                  <a:pt x="275434" y="89998"/>
                </a:lnTo>
                <a:close/>
                <a:moveTo>
                  <a:pt x="314309" y="117211"/>
                </a:moveTo>
                <a:lnTo>
                  <a:pt x="374412" y="117211"/>
                </a:lnTo>
                <a:lnTo>
                  <a:pt x="374412" y="128950"/>
                </a:lnTo>
                <a:lnTo>
                  <a:pt x="301194" y="128950"/>
                </a:lnTo>
                <a:lnTo>
                  <a:pt x="301194" y="0"/>
                </a:lnTo>
                <a:lnTo>
                  <a:pt x="314309" y="0"/>
                </a:lnTo>
                <a:lnTo>
                  <a:pt x="314309" y="117211"/>
                </a:lnTo>
                <a:close/>
                <a:moveTo>
                  <a:pt x="406631" y="117211"/>
                </a:moveTo>
                <a:lnTo>
                  <a:pt x="466735" y="117211"/>
                </a:lnTo>
                <a:lnTo>
                  <a:pt x="466735" y="128950"/>
                </a:lnTo>
                <a:lnTo>
                  <a:pt x="393517" y="128950"/>
                </a:lnTo>
                <a:lnTo>
                  <a:pt x="393517" y="0"/>
                </a:lnTo>
                <a:lnTo>
                  <a:pt x="406631" y="0"/>
                </a:lnTo>
                <a:lnTo>
                  <a:pt x="406631" y="117211"/>
                </a:lnTo>
                <a:close/>
                <a:moveTo>
                  <a:pt x="549586" y="106731"/>
                </a:moveTo>
                <a:lnTo>
                  <a:pt x="549769" y="106731"/>
                </a:lnTo>
                <a:lnTo>
                  <a:pt x="592934" y="0"/>
                </a:lnTo>
                <a:lnTo>
                  <a:pt x="612969" y="0"/>
                </a:lnTo>
                <a:lnTo>
                  <a:pt x="612969" y="128950"/>
                </a:lnTo>
                <a:lnTo>
                  <a:pt x="599854" y="128950"/>
                </a:lnTo>
                <a:lnTo>
                  <a:pt x="599854" y="16939"/>
                </a:lnTo>
                <a:lnTo>
                  <a:pt x="599490" y="16939"/>
                </a:lnTo>
                <a:lnTo>
                  <a:pt x="552865" y="128950"/>
                </a:lnTo>
                <a:lnTo>
                  <a:pt x="545943" y="128950"/>
                </a:lnTo>
                <a:lnTo>
                  <a:pt x="499318" y="16939"/>
                </a:lnTo>
                <a:lnTo>
                  <a:pt x="498954" y="16939"/>
                </a:lnTo>
                <a:lnTo>
                  <a:pt x="498954" y="128950"/>
                </a:lnTo>
                <a:lnTo>
                  <a:pt x="485839" y="128950"/>
                </a:lnTo>
                <a:lnTo>
                  <a:pt x="485839" y="0"/>
                </a:lnTo>
                <a:lnTo>
                  <a:pt x="505873" y="0"/>
                </a:lnTo>
                <a:lnTo>
                  <a:pt x="549586" y="106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5E107-BEB9-4424-8CEF-CF5DC103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365" y="1280418"/>
            <a:ext cx="1283887" cy="534654"/>
          </a:xfrm>
          <a:custGeom xmlns:a="http://schemas.openxmlformats.org/drawingml/2006/main">
            <a:pathLst>
              <a:path w="1283887" h="534654" fill="none">
                <a:moveTo>
                  <a:pt x="0" y="89111"/>
                </a:moveTo>
                <a:cubicBezTo>
                  <a:pt x="0" y="39896"/>
                  <a:pt x="39896" y="0"/>
                  <a:pt x="89111" y="0"/>
                </a:cubicBezTo>
                <a:lnTo>
                  <a:pt x="1194776" y="0"/>
                </a:lnTo>
                <a:cubicBezTo>
                  <a:pt x="1243990" y="0"/>
                  <a:pt x="1283887" y="39896"/>
                  <a:pt x="1283887" y="89111"/>
                </a:cubicBezTo>
                <a:lnTo>
                  <a:pt x="1283887" y="445543"/>
                </a:lnTo>
                <a:cubicBezTo>
                  <a:pt x="1283887" y="494758"/>
                  <a:pt x="1243990" y="534654"/>
                  <a:pt x="1194776" y="534654"/>
                </a:cubicBezTo>
                <a:lnTo>
                  <a:pt x="89111" y="534654"/>
                </a:lnTo>
                <a:cubicBezTo>
                  <a:pt x="39896" y="534654"/>
                  <a:pt x="0" y="494758"/>
                  <a:pt x="0" y="445543"/>
                </a:cubicBezTo>
                <a:lnTo>
                  <a:pt x="0" y="891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10" name="Text Expert">
            <a:extLst xmlns:a="http://schemas.openxmlformats.org/drawingml/2006/main">
              <a:ext uri="{FF2B5EF4-FFF2-40B4-BE49-F238E27FC236}">
                <a16:creationId xmlns:a16="http://schemas.microsoft.com/office/drawing/2014/main" id="{2385090D-EC75-4F9F-8727-6D34B1C5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538" y="1361081"/>
            <a:ext cx="572074" cy="172627"/>
          </a:xfrm>
          <a:custGeom xmlns:a="http://schemas.openxmlformats.org/drawingml/2006/main">
            <a:pathLst>
              <a:path w="572074" h="172627">
                <a:moveTo>
                  <a:pt x="0" y="128950"/>
                </a:moveTo>
                <a:lnTo>
                  <a:pt x="0" y="0"/>
                </a:lnTo>
                <a:lnTo>
                  <a:pt x="86694" y="0"/>
                </a:lnTo>
                <a:lnTo>
                  <a:pt x="86694" y="26324"/>
                </a:lnTo>
                <a:lnTo>
                  <a:pt x="30053" y="26324"/>
                </a:lnTo>
                <a:lnTo>
                  <a:pt x="30053" y="50691"/>
                </a:lnTo>
                <a:lnTo>
                  <a:pt x="83598" y="50691"/>
                </a:lnTo>
                <a:lnTo>
                  <a:pt x="83598" y="75592"/>
                </a:lnTo>
                <a:lnTo>
                  <a:pt x="30053" y="75592"/>
                </a:lnTo>
                <a:lnTo>
                  <a:pt x="30053" y="102271"/>
                </a:lnTo>
                <a:lnTo>
                  <a:pt x="89973" y="102271"/>
                </a:lnTo>
                <a:lnTo>
                  <a:pt x="89973" y="128950"/>
                </a:lnTo>
                <a:lnTo>
                  <a:pt x="0" y="128950"/>
                </a:lnTo>
                <a:close/>
                <a:moveTo>
                  <a:pt x="170331" y="128950"/>
                </a:moveTo>
                <a:lnTo>
                  <a:pt x="150841" y="101084"/>
                </a:lnTo>
                <a:lnTo>
                  <a:pt x="130806" y="128950"/>
                </a:lnTo>
                <a:lnTo>
                  <a:pt x="96201" y="128950"/>
                </a:lnTo>
                <a:lnTo>
                  <a:pt x="132446" y="81414"/>
                </a:lnTo>
                <a:lnTo>
                  <a:pt x="99664" y="38249"/>
                </a:lnTo>
                <a:lnTo>
                  <a:pt x="134450" y="38249"/>
                </a:lnTo>
                <a:lnTo>
                  <a:pt x="151389" y="62471"/>
                </a:lnTo>
                <a:lnTo>
                  <a:pt x="168508" y="38249"/>
                </a:lnTo>
                <a:lnTo>
                  <a:pt x="202202" y="38249"/>
                </a:lnTo>
                <a:lnTo>
                  <a:pt x="169600" y="81414"/>
                </a:lnTo>
                <a:lnTo>
                  <a:pt x="205481" y="128950"/>
                </a:lnTo>
                <a:lnTo>
                  <a:pt x="170331" y="128950"/>
                </a:lnTo>
                <a:close/>
                <a:moveTo>
                  <a:pt x="318074" y="83231"/>
                </a:moveTo>
                <a:cubicBezTo>
                  <a:pt x="318074" y="89538"/>
                  <a:pt x="317102" y="95602"/>
                  <a:pt x="315159" y="101423"/>
                </a:cubicBezTo>
                <a:cubicBezTo>
                  <a:pt x="313217" y="107245"/>
                  <a:pt x="310394" y="112369"/>
                  <a:pt x="306691" y="116797"/>
                </a:cubicBezTo>
                <a:cubicBezTo>
                  <a:pt x="302987" y="121224"/>
                  <a:pt x="298464" y="124771"/>
                  <a:pt x="293120" y="127439"/>
                </a:cubicBezTo>
                <a:cubicBezTo>
                  <a:pt x="287779" y="130107"/>
                  <a:pt x="281708" y="131440"/>
                  <a:pt x="274909" y="131440"/>
                </a:cubicBezTo>
                <a:cubicBezTo>
                  <a:pt x="269323" y="131440"/>
                  <a:pt x="264041" y="130320"/>
                  <a:pt x="259062" y="128078"/>
                </a:cubicBezTo>
                <a:cubicBezTo>
                  <a:pt x="254084" y="125836"/>
                  <a:pt x="250199" y="122776"/>
                  <a:pt x="247407" y="118898"/>
                </a:cubicBezTo>
                <a:lnTo>
                  <a:pt x="247043" y="118898"/>
                </a:lnTo>
                <a:lnTo>
                  <a:pt x="247043" y="172627"/>
                </a:lnTo>
                <a:lnTo>
                  <a:pt x="217173" y="172627"/>
                </a:lnTo>
                <a:lnTo>
                  <a:pt x="217173" y="38277"/>
                </a:lnTo>
                <a:lnTo>
                  <a:pt x="245586" y="38277"/>
                </a:lnTo>
                <a:lnTo>
                  <a:pt x="245586" y="49387"/>
                </a:lnTo>
                <a:lnTo>
                  <a:pt x="246134" y="49387"/>
                </a:lnTo>
                <a:cubicBezTo>
                  <a:pt x="248926" y="45751"/>
                  <a:pt x="252781" y="42568"/>
                  <a:pt x="257698" y="39841"/>
                </a:cubicBezTo>
                <a:cubicBezTo>
                  <a:pt x="262617" y="37114"/>
                  <a:pt x="268415" y="35750"/>
                  <a:pt x="275092" y="35750"/>
                </a:cubicBezTo>
                <a:cubicBezTo>
                  <a:pt x="281649" y="35750"/>
                  <a:pt x="287598" y="37024"/>
                  <a:pt x="292940" y="39572"/>
                </a:cubicBezTo>
                <a:cubicBezTo>
                  <a:pt x="298283" y="42117"/>
                  <a:pt x="302805" y="45574"/>
                  <a:pt x="306507" y="49940"/>
                </a:cubicBezTo>
                <a:cubicBezTo>
                  <a:pt x="310211" y="54306"/>
                  <a:pt x="313064" y="59369"/>
                  <a:pt x="315067" y="65131"/>
                </a:cubicBezTo>
                <a:cubicBezTo>
                  <a:pt x="317071" y="70891"/>
                  <a:pt x="318074" y="76925"/>
                  <a:pt x="318074" y="83231"/>
                </a:cubicBezTo>
                <a:moveTo>
                  <a:pt x="289116" y="83234"/>
                </a:moveTo>
                <a:cubicBezTo>
                  <a:pt x="289116" y="80322"/>
                  <a:pt x="288660" y="77470"/>
                  <a:pt x="287748" y="74680"/>
                </a:cubicBezTo>
                <a:cubicBezTo>
                  <a:pt x="286839" y="71888"/>
                  <a:pt x="285503" y="69430"/>
                  <a:pt x="283741" y="67307"/>
                </a:cubicBezTo>
                <a:cubicBezTo>
                  <a:pt x="281981" y="65184"/>
                  <a:pt x="279765" y="63455"/>
                  <a:pt x="277093" y="62121"/>
                </a:cubicBezTo>
                <a:cubicBezTo>
                  <a:pt x="274423" y="60785"/>
                  <a:pt x="271327" y="60118"/>
                  <a:pt x="267805" y="60118"/>
                </a:cubicBezTo>
                <a:cubicBezTo>
                  <a:pt x="264406" y="60118"/>
                  <a:pt x="261370" y="60785"/>
                  <a:pt x="258698" y="62121"/>
                </a:cubicBezTo>
                <a:cubicBezTo>
                  <a:pt x="256028" y="63455"/>
                  <a:pt x="253752" y="65214"/>
                  <a:pt x="251870" y="67399"/>
                </a:cubicBezTo>
                <a:cubicBezTo>
                  <a:pt x="249988" y="69583"/>
                  <a:pt x="248530" y="72071"/>
                  <a:pt x="247498" y="74863"/>
                </a:cubicBezTo>
                <a:cubicBezTo>
                  <a:pt x="246466" y="77654"/>
                  <a:pt x="245950" y="80505"/>
                  <a:pt x="245950" y="83418"/>
                </a:cubicBezTo>
                <a:cubicBezTo>
                  <a:pt x="245950" y="86330"/>
                  <a:pt x="246466" y="89182"/>
                  <a:pt x="247498" y="91974"/>
                </a:cubicBezTo>
                <a:cubicBezTo>
                  <a:pt x="248530" y="94765"/>
                  <a:pt x="249988" y="97252"/>
                  <a:pt x="251870" y="99436"/>
                </a:cubicBezTo>
                <a:cubicBezTo>
                  <a:pt x="253752" y="101621"/>
                  <a:pt x="256028" y="103381"/>
                  <a:pt x="258698" y="104717"/>
                </a:cubicBezTo>
                <a:cubicBezTo>
                  <a:pt x="261370" y="106051"/>
                  <a:pt x="264406" y="106718"/>
                  <a:pt x="267805" y="106718"/>
                </a:cubicBezTo>
                <a:cubicBezTo>
                  <a:pt x="271327" y="106718"/>
                  <a:pt x="274423" y="106051"/>
                  <a:pt x="277093" y="104717"/>
                </a:cubicBezTo>
                <a:cubicBezTo>
                  <a:pt x="279765" y="103381"/>
                  <a:pt x="281981" y="101621"/>
                  <a:pt x="283741" y="99436"/>
                </a:cubicBezTo>
                <a:cubicBezTo>
                  <a:pt x="285503" y="97252"/>
                  <a:pt x="286839" y="94734"/>
                  <a:pt x="287748" y="91883"/>
                </a:cubicBezTo>
                <a:cubicBezTo>
                  <a:pt x="288660" y="89030"/>
                  <a:pt x="289116" y="86147"/>
                  <a:pt x="289116" y="83234"/>
                </a:cubicBezTo>
                <a:close/>
                <a:moveTo>
                  <a:pt x="399887" y="73279"/>
                </a:moveTo>
                <a:cubicBezTo>
                  <a:pt x="399887" y="68557"/>
                  <a:pt x="398400" y="64501"/>
                  <a:pt x="395424" y="61112"/>
                </a:cubicBezTo>
                <a:cubicBezTo>
                  <a:pt x="392450" y="57722"/>
                  <a:pt x="387989" y="56027"/>
                  <a:pt x="382040" y="56027"/>
                </a:cubicBezTo>
                <a:cubicBezTo>
                  <a:pt x="379126" y="56027"/>
                  <a:pt x="376454" y="56481"/>
                  <a:pt x="374025" y="57388"/>
                </a:cubicBezTo>
                <a:cubicBezTo>
                  <a:pt x="371596" y="58296"/>
                  <a:pt x="369471" y="59538"/>
                  <a:pt x="367650" y="61112"/>
                </a:cubicBezTo>
                <a:cubicBezTo>
                  <a:pt x="365829" y="62685"/>
                  <a:pt x="364371" y="64532"/>
                  <a:pt x="363278" y="66651"/>
                </a:cubicBezTo>
                <a:cubicBezTo>
                  <a:pt x="362187" y="68769"/>
                  <a:pt x="361580" y="70978"/>
                  <a:pt x="361458" y="73279"/>
                </a:cubicBezTo>
                <a:lnTo>
                  <a:pt x="399887" y="73279"/>
                </a:lnTo>
                <a:moveTo>
                  <a:pt x="427389" y="84685"/>
                </a:moveTo>
                <a:cubicBezTo>
                  <a:pt x="427389" y="85897"/>
                  <a:pt x="427389" y="87109"/>
                  <a:pt x="427389" y="88323"/>
                </a:cubicBezTo>
                <a:cubicBezTo>
                  <a:pt x="427389" y="89534"/>
                  <a:pt x="427329" y="90686"/>
                  <a:pt x="427209" y="91777"/>
                </a:cubicBezTo>
                <a:lnTo>
                  <a:pt x="361458" y="91777"/>
                </a:lnTo>
                <a:cubicBezTo>
                  <a:pt x="361701" y="94321"/>
                  <a:pt x="362459" y="96622"/>
                  <a:pt x="363734" y="98680"/>
                </a:cubicBezTo>
                <a:cubicBezTo>
                  <a:pt x="365009" y="100739"/>
                  <a:pt x="366647" y="102525"/>
                  <a:pt x="368650" y="104039"/>
                </a:cubicBezTo>
                <a:cubicBezTo>
                  <a:pt x="370655" y="105552"/>
                  <a:pt x="372901" y="106733"/>
                  <a:pt x="375390" y="107582"/>
                </a:cubicBezTo>
                <a:cubicBezTo>
                  <a:pt x="377880" y="108429"/>
                  <a:pt x="380461" y="108852"/>
                  <a:pt x="383132" y="108852"/>
                </a:cubicBezTo>
                <a:cubicBezTo>
                  <a:pt x="387868" y="108852"/>
                  <a:pt x="391874" y="107972"/>
                  <a:pt x="395152" y="106212"/>
                </a:cubicBezTo>
                <a:cubicBezTo>
                  <a:pt x="398431" y="104450"/>
                  <a:pt x="401103" y="102173"/>
                  <a:pt x="403167" y="99381"/>
                </a:cubicBezTo>
                <a:lnTo>
                  <a:pt x="423929" y="112493"/>
                </a:lnTo>
                <a:cubicBezTo>
                  <a:pt x="419679" y="118684"/>
                  <a:pt x="414064" y="123450"/>
                  <a:pt x="407082" y="126788"/>
                </a:cubicBezTo>
                <a:cubicBezTo>
                  <a:pt x="400101" y="130127"/>
                  <a:pt x="391997" y="131796"/>
                  <a:pt x="382768" y="131796"/>
                </a:cubicBezTo>
                <a:cubicBezTo>
                  <a:pt x="375969" y="131796"/>
                  <a:pt x="369533" y="130736"/>
                  <a:pt x="363462" y="128614"/>
                </a:cubicBezTo>
                <a:cubicBezTo>
                  <a:pt x="357390" y="126491"/>
                  <a:pt x="352078" y="123399"/>
                  <a:pt x="347524" y="119337"/>
                </a:cubicBezTo>
                <a:cubicBezTo>
                  <a:pt x="342971" y="115274"/>
                  <a:pt x="339390" y="110272"/>
                  <a:pt x="336779" y="104330"/>
                </a:cubicBezTo>
                <a:cubicBezTo>
                  <a:pt x="334169" y="98389"/>
                  <a:pt x="332864" y="91598"/>
                  <a:pt x="332864" y="83959"/>
                </a:cubicBezTo>
                <a:cubicBezTo>
                  <a:pt x="332864" y="76563"/>
                  <a:pt x="334138" y="69864"/>
                  <a:pt x="336688" y="63861"/>
                </a:cubicBezTo>
                <a:cubicBezTo>
                  <a:pt x="339237" y="57858"/>
                  <a:pt x="342697" y="52765"/>
                  <a:pt x="347068" y="48582"/>
                </a:cubicBezTo>
                <a:cubicBezTo>
                  <a:pt x="351440" y="44398"/>
                  <a:pt x="356601" y="41155"/>
                  <a:pt x="362550" y="38852"/>
                </a:cubicBezTo>
                <a:cubicBezTo>
                  <a:pt x="368501" y="36547"/>
                  <a:pt x="374937" y="35395"/>
                  <a:pt x="381857" y="35395"/>
                </a:cubicBezTo>
                <a:cubicBezTo>
                  <a:pt x="388536" y="35395"/>
                  <a:pt x="394667" y="36516"/>
                  <a:pt x="400251" y="38760"/>
                </a:cubicBezTo>
                <a:cubicBezTo>
                  <a:pt x="405837" y="41002"/>
                  <a:pt x="410633" y="44245"/>
                  <a:pt x="414639" y="48490"/>
                </a:cubicBezTo>
                <a:cubicBezTo>
                  <a:pt x="418646" y="52734"/>
                  <a:pt x="421773" y="57888"/>
                  <a:pt x="424018" y="63950"/>
                </a:cubicBezTo>
                <a:cubicBezTo>
                  <a:pt x="426266" y="70012"/>
                  <a:pt x="427389" y="76924"/>
                  <a:pt x="427389" y="84685"/>
                </a:cubicBezTo>
                <a:close/>
                <a:moveTo>
                  <a:pt x="505013" y="62808"/>
                </a:moveTo>
                <a:cubicBezTo>
                  <a:pt x="503679" y="62443"/>
                  <a:pt x="502373" y="62200"/>
                  <a:pt x="501097" y="62080"/>
                </a:cubicBezTo>
                <a:cubicBezTo>
                  <a:pt x="499822" y="61957"/>
                  <a:pt x="498578" y="61896"/>
                  <a:pt x="497365" y="61896"/>
                </a:cubicBezTo>
                <a:cubicBezTo>
                  <a:pt x="493357" y="61896"/>
                  <a:pt x="489987" y="62623"/>
                  <a:pt x="487254" y="64078"/>
                </a:cubicBezTo>
                <a:cubicBezTo>
                  <a:pt x="484523" y="65530"/>
                  <a:pt x="482338" y="67287"/>
                  <a:pt x="480698" y="69347"/>
                </a:cubicBezTo>
                <a:cubicBezTo>
                  <a:pt x="479061" y="71405"/>
                  <a:pt x="477877" y="73646"/>
                  <a:pt x="477147" y="76070"/>
                </a:cubicBezTo>
                <a:cubicBezTo>
                  <a:pt x="476419" y="78493"/>
                  <a:pt x="476054" y="80613"/>
                  <a:pt x="476054" y="82431"/>
                </a:cubicBezTo>
                <a:lnTo>
                  <a:pt x="476054" y="128950"/>
                </a:lnTo>
                <a:lnTo>
                  <a:pt x="446185" y="128950"/>
                </a:lnTo>
                <a:lnTo>
                  <a:pt x="446185" y="38360"/>
                </a:lnTo>
                <a:lnTo>
                  <a:pt x="474962" y="38360"/>
                </a:lnTo>
                <a:lnTo>
                  <a:pt x="474962" y="51475"/>
                </a:lnTo>
                <a:lnTo>
                  <a:pt x="475326" y="51475"/>
                </a:lnTo>
                <a:cubicBezTo>
                  <a:pt x="477633" y="46843"/>
                  <a:pt x="480911" y="43064"/>
                  <a:pt x="485162" y="40139"/>
                </a:cubicBezTo>
                <a:cubicBezTo>
                  <a:pt x="489412" y="37213"/>
                  <a:pt x="494329" y="35750"/>
                  <a:pt x="499913" y="35750"/>
                </a:cubicBezTo>
                <a:cubicBezTo>
                  <a:pt x="501128" y="35750"/>
                  <a:pt x="502312" y="35810"/>
                  <a:pt x="503465" y="35928"/>
                </a:cubicBezTo>
                <a:cubicBezTo>
                  <a:pt x="504619" y="36047"/>
                  <a:pt x="505560" y="36225"/>
                  <a:pt x="506288" y="36462"/>
                </a:cubicBezTo>
                <a:lnTo>
                  <a:pt x="505013" y="62808"/>
                </a:lnTo>
                <a:close/>
                <a:moveTo>
                  <a:pt x="550766" y="60473"/>
                </a:moveTo>
                <a:lnTo>
                  <a:pt x="550766" y="95176"/>
                </a:lnTo>
                <a:cubicBezTo>
                  <a:pt x="550766" y="99439"/>
                  <a:pt x="551585" y="102636"/>
                  <a:pt x="553223" y="104767"/>
                </a:cubicBezTo>
                <a:cubicBezTo>
                  <a:pt x="554863" y="106897"/>
                  <a:pt x="557808" y="107963"/>
                  <a:pt x="562058" y="107963"/>
                </a:cubicBezTo>
                <a:cubicBezTo>
                  <a:pt x="563514" y="107963"/>
                  <a:pt x="565062" y="107841"/>
                  <a:pt x="566702" y="107599"/>
                </a:cubicBezTo>
                <a:cubicBezTo>
                  <a:pt x="568341" y="107356"/>
                  <a:pt x="569708" y="106993"/>
                  <a:pt x="570801" y="106509"/>
                </a:cubicBezTo>
                <a:lnTo>
                  <a:pt x="571165" y="128353"/>
                </a:lnTo>
                <a:cubicBezTo>
                  <a:pt x="569101" y="129081"/>
                  <a:pt x="566491" y="129718"/>
                  <a:pt x="563334" y="130265"/>
                </a:cubicBezTo>
                <a:cubicBezTo>
                  <a:pt x="560176" y="130811"/>
                  <a:pt x="557019" y="131085"/>
                  <a:pt x="553862" y="131085"/>
                </a:cubicBezTo>
                <a:cubicBezTo>
                  <a:pt x="547791" y="131085"/>
                  <a:pt x="542691" y="130325"/>
                  <a:pt x="538563" y="128806"/>
                </a:cubicBezTo>
                <a:cubicBezTo>
                  <a:pt x="534435" y="127285"/>
                  <a:pt x="531126" y="125095"/>
                  <a:pt x="528636" y="122236"/>
                </a:cubicBezTo>
                <a:cubicBezTo>
                  <a:pt x="526148" y="119377"/>
                  <a:pt x="524358" y="115971"/>
                  <a:pt x="523264" y="112017"/>
                </a:cubicBezTo>
                <a:cubicBezTo>
                  <a:pt x="522171" y="108064"/>
                  <a:pt x="521625" y="103654"/>
                  <a:pt x="521625" y="98789"/>
                </a:cubicBezTo>
                <a:lnTo>
                  <a:pt x="521625" y="60473"/>
                </a:lnTo>
                <a:lnTo>
                  <a:pt x="507054" y="60473"/>
                </a:lnTo>
                <a:lnTo>
                  <a:pt x="507054" y="38240"/>
                </a:lnTo>
                <a:lnTo>
                  <a:pt x="521441" y="38240"/>
                </a:lnTo>
                <a:lnTo>
                  <a:pt x="521441" y="14382"/>
                </a:lnTo>
                <a:lnTo>
                  <a:pt x="550766" y="14382"/>
                </a:lnTo>
                <a:lnTo>
                  <a:pt x="550766" y="38240"/>
                </a:lnTo>
                <a:lnTo>
                  <a:pt x="572074" y="38240"/>
                </a:lnTo>
                <a:lnTo>
                  <a:pt x="572074" y="60473"/>
                </a:lnTo>
                <a:lnTo>
                  <a:pt x="550766" y="60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Review">
            <a:extLst xmlns:a="http://schemas.openxmlformats.org/drawingml/2006/main">
              <a:ext uri="{FF2B5EF4-FFF2-40B4-BE49-F238E27FC236}">
                <a16:creationId xmlns:a16="http://schemas.microsoft.com/office/drawing/2014/main" id="{E558A791-5ED8-473F-A358-332BDB5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653" y="1567667"/>
            <a:ext cx="641376" cy="138911"/>
          </a:xfrm>
          <a:custGeom xmlns:a="http://schemas.openxmlformats.org/drawingml/2006/main">
            <a:pathLst>
              <a:path w="641376" h="138911">
                <a:moveTo>
                  <a:pt x="69027" y="136065"/>
                </a:moveTo>
                <a:lnTo>
                  <a:pt x="41161" y="84840"/>
                </a:lnTo>
                <a:lnTo>
                  <a:pt x="30598" y="84840"/>
                </a:lnTo>
                <a:lnTo>
                  <a:pt x="30598" y="136065"/>
                </a:lnTo>
                <a:lnTo>
                  <a:pt x="0" y="136065"/>
                </a:lnTo>
                <a:lnTo>
                  <a:pt x="0" y="7115"/>
                </a:lnTo>
                <a:lnTo>
                  <a:pt x="49176" y="7115"/>
                </a:lnTo>
                <a:cubicBezTo>
                  <a:pt x="55368" y="7115"/>
                  <a:pt x="61408" y="7752"/>
                  <a:pt x="67296" y="9027"/>
                </a:cubicBezTo>
                <a:cubicBezTo>
                  <a:pt x="73186" y="10299"/>
                  <a:pt x="78468" y="12453"/>
                  <a:pt x="83142" y="15488"/>
                </a:cubicBezTo>
                <a:cubicBezTo>
                  <a:pt x="87817" y="18521"/>
                  <a:pt x="91550" y="22526"/>
                  <a:pt x="94342" y="27502"/>
                </a:cubicBezTo>
                <a:cubicBezTo>
                  <a:pt x="97136" y="32477"/>
                  <a:pt x="98533" y="38665"/>
                  <a:pt x="98533" y="46066"/>
                </a:cubicBezTo>
                <a:cubicBezTo>
                  <a:pt x="98533" y="54804"/>
                  <a:pt x="96165" y="62146"/>
                  <a:pt x="91430" y="68094"/>
                </a:cubicBezTo>
                <a:cubicBezTo>
                  <a:pt x="86694" y="74039"/>
                  <a:pt x="80137" y="78285"/>
                  <a:pt x="71759" y="80833"/>
                </a:cubicBezTo>
                <a:lnTo>
                  <a:pt x="105453" y="136065"/>
                </a:lnTo>
                <a:lnTo>
                  <a:pt x="69027" y="136065"/>
                </a:lnTo>
                <a:moveTo>
                  <a:pt x="67755" y="46586"/>
                </a:moveTo>
                <a:cubicBezTo>
                  <a:pt x="67755" y="43549"/>
                  <a:pt x="67117" y="41090"/>
                  <a:pt x="65843" y="39208"/>
                </a:cubicBezTo>
                <a:cubicBezTo>
                  <a:pt x="64568" y="37325"/>
                  <a:pt x="62928" y="35868"/>
                  <a:pt x="60924" y="34836"/>
                </a:cubicBezTo>
                <a:cubicBezTo>
                  <a:pt x="58921" y="33802"/>
                  <a:pt x="56674" y="33104"/>
                  <a:pt x="54184" y="32741"/>
                </a:cubicBezTo>
                <a:cubicBezTo>
                  <a:pt x="51696" y="32376"/>
                  <a:pt x="49299" y="32193"/>
                  <a:pt x="46992" y="32193"/>
                </a:cubicBezTo>
                <a:lnTo>
                  <a:pt x="30417" y="32193"/>
                </a:lnTo>
                <a:lnTo>
                  <a:pt x="30417" y="62252"/>
                </a:lnTo>
                <a:lnTo>
                  <a:pt x="45169" y="62252"/>
                </a:lnTo>
                <a:cubicBezTo>
                  <a:pt x="47720" y="62252"/>
                  <a:pt x="50330" y="62040"/>
                  <a:pt x="53000" y="61616"/>
                </a:cubicBezTo>
                <a:cubicBezTo>
                  <a:pt x="55672" y="61189"/>
                  <a:pt x="58101" y="60430"/>
                  <a:pt x="60287" y="59337"/>
                </a:cubicBezTo>
                <a:cubicBezTo>
                  <a:pt x="62473" y="58244"/>
                  <a:pt x="64264" y="56665"/>
                  <a:pt x="65659" y="54601"/>
                </a:cubicBezTo>
                <a:cubicBezTo>
                  <a:pt x="67056" y="52535"/>
                  <a:pt x="67755" y="49864"/>
                  <a:pt x="67755" y="46586"/>
                </a:cubicBezTo>
                <a:close/>
                <a:moveTo>
                  <a:pt x="180984" y="80394"/>
                </a:moveTo>
                <a:cubicBezTo>
                  <a:pt x="180984" y="75671"/>
                  <a:pt x="179496" y="71616"/>
                  <a:pt x="176521" y="68227"/>
                </a:cubicBezTo>
                <a:cubicBezTo>
                  <a:pt x="173547" y="64836"/>
                  <a:pt x="169086" y="63141"/>
                  <a:pt x="163137" y="63141"/>
                </a:cubicBezTo>
                <a:cubicBezTo>
                  <a:pt x="160222" y="63141"/>
                  <a:pt x="157551" y="63595"/>
                  <a:pt x="155122" y="64503"/>
                </a:cubicBezTo>
                <a:cubicBezTo>
                  <a:pt x="152693" y="65411"/>
                  <a:pt x="150568" y="66652"/>
                  <a:pt x="148746" y="68227"/>
                </a:cubicBezTo>
                <a:cubicBezTo>
                  <a:pt x="146925" y="69800"/>
                  <a:pt x="145468" y="71646"/>
                  <a:pt x="144375" y="73766"/>
                </a:cubicBezTo>
                <a:cubicBezTo>
                  <a:pt x="143284" y="75883"/>
                  <a:pt x="142677" y="78093"/>
                  <a:pt x="142554" y="80394"/>
                </a:cubicBezTo>
                <a:lnTo>
                  <a:pt x="180984" y="80394"/>
                </a:lnTo>
                <a:moveTo>
                  <a:pt x="208486" y="91799"/>
                </a:moveTo>
                <a:cubicBezTo>
                  <a:pt x="208486" y="93011"/>
                  <a:pt x="208486" y="94224"/>
                  <a:pt x="208486" y="95437"/>
                </a:cubicBezTo>
                <a:cubicBezTo>
                  <a:pt x="208486" y="96649"/>
                  <a:pt x="208426" y="97800"/>
                  <a:pt x="208305" y="98892"/>
                </a:cubicBezTo>
                <a:lnTo>
                  <a:pt x="142554" y="98892"/>
                </a:lnTo>
                <a:cubicBezTo>
                  <a:pt x="142797" y="101435"/>
                  <a:pt x="143556" y="103737"/>
                  <a:pt x="144831" y="105795"/>
                </a:cubicBezTo>
                <a:cubicBezTo>
                  <a:pt x="146105" y="107853"/>
                  <a:pt x="147744" y="109639"/>
                  <a:pt x="149747" y="111153"/>
                </a:cubicBezTo>
                <a:cubicBezTo>
                  <a:pt x="151751" y="112667"/>
                  <a:pt x="153998" y="113848"/>
                  <a:pt x="156486" y="114696"/>
                </a:cubicBezTo>
                <a:cubicBezTo>
                  <a:pt x="158976" y="115543"/>
                  <a:pt x="161557" y="115966"/>
                  <a:pt x="164229" y="115966"/>
                </a:cubicBezTo>
                <a:cubicBezTo>
                  <a:pt x="168964" y="115966"/>
                  <a:pt x="172971" y="115086"/>
                  <a:pt x="176248" y="113326"/>
                </a:cubicBezTo>
                <a:cubicBezTo>
                  <a:pt x="179528" y="111564"/>
                  <a:pt x="182199" y="109287"/>
                  <a:pt x="184263" y="106495"/>
                </a:cubicBezTo>
                <a:lnTo>
                  <a:pt x="205026" y="119607"/>
                </a:lnTo>
                <a:cubicBezTo>
                  <a:pt x="200776" y="125799"/>
                  <a:pt x="195160" y="130564"/>
                  <a:pt x="188179" y="133903"/>
                </a:cubicBezTo>
                <a:cubicBezTo>
                  <a:pt x="181198" y="137241"/>
                  <a:pt x="173093" y="138911"/>
                  <a:pt x="163865" y="138911"/>
                </a:cubicBezTo>
                <a:cubicBezTo>
                  <a:pt x="157065" y="138911"/>
                  <a:pt x="150630" y="137850"/>
                  <a:pt x="144558" y="135729"/>
                </a:cubicBezTo>
                <a:cubicBezTo>
                  <a:pt x="138487" y="133605"/>
                  <a:pt x="133174" y="130513"/>
                  <a:pt x="128620" y="126452"/>
                </a:cubicBezTo>
                <a:cubicBezTo>
                  <a:pt x="124068" y="122389"/>
                  <a:pt x="120487" y="117387"/>
                  <a:pt x="117876" y="111445"/>
                </a:cubicBezTo>
                <a:cubicBezTo>
                  <a:pt x="115266" y="105503"/>
                  <a:pt x="113960" y="98713"/>
                  <a:pt x="113960" y="91074"/>
                </a:cubicBezTo>
                <a:cubicBezTo>
                  <a:pt x="113960" y="83678"/>
                  <a:pt x="115235" y="76978"/>
                  <a:pt x="117784" y="70976"/>
                </a:cubicBezTo>
                <a:cubicBezTo>
                  <a:pt x="120334" y="64973"/>
                  <a:pt x="123794" y="59879"/>
                  <a:pt x="128164" y="55696"/>
                </a:cubicBezTo>
                <a:cubicBezTo>
                  <a:pt x="132537" y="51513"/>
                  <a:pt x="137698" y="48269"/>
                  <a:pt x="143647" y="45966"/>
                </a:cubicBezTo>
                <a:cubicBezTo>
                  <a:pt x="149598" y="43662"/>
                  <a:pt x="156033" y="42509"/>
                  <a:pt x="162953" y="42509"/>
                </a:cubicBezTo>
                <a:cubicBezTo>
                  <a:pt x="169632" y="42509"/>
                  <a:pt x="175764" y="43631"/>
                  <a:pt x="181348" y="45875"/>
                </a:cubicBezTo>
                <a:cubicBezTo>
                  <a:pt x="186934" y="48116"/>
                  <a:pt x="191730" y="51360"/>
                  <a:pt x="195735" y="55604"/>
                </a:cubicBezTo>
                <a:cubicBezTo>
                  <a:pt x="199743" y="59849"/>
                  <a:pt x="202869" y="65002"/>
                  <a:pt x="205115" y="71064"/>
                </a:cubicBezTo>
                <a:cubicBezTo>
                  <a:pt x="207362" y="77127"/>
                  <a:pt x="208486" y="84038"/>
                  <a:pt x="208486" y="91799"/>
                </a:cubicBezTo>
                <a:close/>
                <a:moveTo>
                  <a:pt x="283468" y="136065"/>
                </a:moveTo>
                <a:lnTo>
                  <a:pt x="251233" y="136065"/>
                </a:lnTo>
                <a:lnTo>
                  <a:pt x="215533" y="45363"/>
                </a:lnTo>
                <a:lnTo>
                  <a:pt x="248499" y="45363"/>
                </a:lnTo>
                <a:lnTo>
                  <a:pt x="267625" y="104191"/>
                </a:lnTo>
                <a:lnTo>
                  <a:pt x="268169" y="104191"/>
                </a:lnTo>
                <a:lnTo>
                  <a:pt x="287295" y="45363"/>
                </a:lnTo>
                <a:lnTo>
                  <a:pt x="319166" y="45363"/>
                </a:lnTo>
                <a:lnTo>
                  <a:pt x="283468" y="136065"/>
                </a:lnTo>
                <a:close/>
                <a:moveTo>
                  <a:pt x="363554" y="16363"/>
                </a:moveTo>
                <a:cubicBezTo>
                  <a:pt x="363554" y="18666"/>
                  <a:pt x="363098" y="20818"/>
                  <a:pt x="362186" y="22819"/>
                </a:cubicBezTo>
                <a:cubicBezTo>
                  <a:pt x="361277" y="24818"/>
                  <a:pt x="360063" y="26545"/>
                  <a:pt x="358546" y="27999"/>
                </a:cubicBezTo>
                <a:cubicBezTo>
                  <a:pt x="357028" y="29454"/>
                  <a:pt x="355207" y="30605"/>
                  <a:pt x="353082" y="31454"/>
                </a:cubicBezTo>
                <a:cubicBezTo>
                  <a:pt x="350957" y="32302"/>
                  <a:pt x="348740" y="32727"/>
                  <a:pt x="346431" y="32727"/>
                </a:cubicBezTo>
                <a:cubicBezTo>
                  <a:pt x="341575" y="32727"/>
                  <a:pt x="337508" y="31121"/>
                  <a:pt x="334228" y="27911"/>
                </a:cubicBezTo>
                <a:cubicBezTo>
                  <a:pt x="330951" y="24698"/>
                  <a:pt x="329312" y="20849"/>
                  <a:pt x="329312" y="16363"/>
                </a:cubicBezTo>
                <a:cubicBezTo>
                  <a:pt x="329312" y="14181"/>
                  <a:pt x="329737" y="12090"/>
                  <a:pt x="330588" y="10091"/>
                </a:cubicBezTo>
                <a:cubicBezTo>
                  <a:pt x="331438" y="8090"/>
                  <a:pt x="332652" y="6362"/>
                  <a:pt x="334228" y="4908"/>
                </a:cubicBezTo>
                <a:cubicBezTo>
                  <a:pt x="335807" y="3454"/>
                  <a:pt x="337628" y="2272"/>
                  <a:pt x="339692" y="1365"/>
                </a:cubicBezTo>
                <a:cubicBezTo>
                  <a:pt x="341758" y="455"/>
                  <a:pt x="344004" y="0"/>
                  <a:pt x="346431" y="0"/>
                </a:cubicBezTo>
                <a:cubicBezTo>
                  <a:pt x="348740" y="0"/>
                  <a:pt x="350957" y="424"/>
                  <a:pt x="353082" y="1273"/>
                </a:cubicBezTo>
                <a:cubicBezTo>
                  <a:pt x="355207" y="2121"/>
                  <a:pt x="357028" y="3273"/>
                  <a:pt x="358546" y="4727"/>
                </a:cubicBezTo>
                <a:cubicBezTo>
                  <a:pt x="360063" y="6182"/>
                  <a:pt x="361277" y="7909"/>
                  <a:pt x="362186" y="9910"/>
                </a:cubicBezTo>
                <a:cubicBezTo>
                  <a:pt x="363098" y="11909"/>
                  <a:pt x="363554" y="14060"/>
                  <a:pt x="363554" y="16363"/>
                </a:cubicBezTo>
                <a:moveTo>
                  <a:pt x="331497" y="136065"/>
                </a:moveTo>
                <a:lnTo>
                  <a:pt x="331497" y="45363"/>
                </a:lnTo>
                <a:lnTo>
                  <a:pt x="361366" y="45363"/>
                </a:lnTo>
                <a:lnTo>
                  <a:pt x="361366" y="136065"/>
                </a:lnTo>
                <a:lnTo>
                  <a:pt x="331497" y="136065"/>
                </a:lnTo>
                <a:close/>
                <a:moveTo>
                  <a:pt x="448006" y="80394"/>
                </a:moveTo>
                <a:cubicBezTo>
                  <a:pt x="448006" y="75671"/>
                  <a:pt x="446519" y="71616"/>
                  <a:pt x="443543" y="68227"/>
                </a:cubicBezTo>
                <a:cubicBezTo>
                  <a:pt x="440570" y="64836"/>
                  <a:pt x="436108" y="63141"/>
                  <a:pt x="430159" y="63141"/>
                </a:cubicBezTo>
                <a:cubicBezTo>
                  <a:pt x="427245" y="63141"/>
                  <a:pt x="424573" y="63595"/>
                  <a:pt x="422144" y="64503"/>
                </a:cubicBezTo>
                <a:cubicBezTo>
                  <a:pt x="419715" y="65411"/>
                  <a:pt x="417590" y="66652"/>
                  <a:pt x="415769" y="68227"/>
                </a:cubicBezTo>
                <a:cubicBezTo>
                  <a:pt x="413948" y="69800"/>
                  <a:pt x="412490" y="71646"/>
                  <a:pt x="411397" y="73766"/>
                </a:cubicBezTo>
                <a:cubicBezTo>
                  <a:pt x="410306" y="75883"/>
                  <a:pt x="409699" y="78093"/>
                  <a:pt x="409577" y="80394"/>
                </a:cubicBezTo>
                <a:lnTo>
                  <a:pt x="448006" y="80394"/>
                </a:lnTo>
                <a:moveTo>
                  <a:pt x="475508" y="91799"/>
                </a:moveTo>
                <a:cubicBezTo>
                  <a:pt x="475508" y="93011"/>
                  <a:pt x="475508" y="94224"/>
                  <a:pt x="475508" y="95437"/>
                </a:cubicBezTo>
                <a:cubicBezTo>
                  <a:pt x="475508" y="96649"/>
                  <a:pt x="475448" y="97800"/>
                  <a:pt x="475328" y="98892"/>
                </a:cubicBezTo>
                <a:lnTo>
                  <a:pt x="409577" y="98892"/>
                </a:lnTo>
                <a:cubicBezTo>
                  <a:pt x="409820" y="101435"/>
                  <a:pt x="410578" y="103737"/>
                  <a:pt x="411853" y="105795"/>
                </a:cubicBezTo>
                <a:cubicBezTo>
                  <a:pt x="413128" y="107853"/>
                  <a:pt x="414767" y="109639"/>
                  <a:pt x="416769" y="111153"/>
                </a:cubicBezTo>
                <a:cubicBezTo>
                  <a:pt x="418774" y="112667"/>
                  <a:pt x="421020" y="113848"/>
                  <a:pt x="423509" y="114696"/>
                </a:cubicBezTo>
                <a:cubicBezTo>
                  <a:pt x="425999" y="115543"/>
                  <a:pt x="428580" y="115966"/>
                  <a:pt x="431251" y="115966"/>
                </a:cubicBezTo>
                <a:cubicBezTo>
                  <a:pt x="435987" y="115966"/>
                  <a:pt x="439993" y="115086"/>
                  <a:pt x="443271" y="113326"/>
                </a:cubicBezTo>
                <a:cubicBezTo>
                  <a:pt x="446550" y="111564"/>
                  <a:pt x="449222" y="109287"/>
                  <a:pt x="451286" y="106495"/>
                </a:cubicBezTo>
                <a:lnTo>
                  <a:pt x="472049" y="119607"/>
                </a:lnTo>
                <a:cubicBezTo>
                  <a:pt x="467798" y="125799"/>
                  <a:pt x="462183" y="130564"/>
                  <a:pt x="455202" y="133903"/>
                </a:cubicBezTo>
                <a:cubicBezTo>
                  <a:pt x="448220" y="137241"/>
                  <a:pt x="440116" y="138911"/>
                  <a:pt x="430887" y="138911"/>
                </a:cubicBezTo>
                <a:cubicBezTo>
                  <a:pt x="424088" y="138911"/>
                  <a:pt x="417652" y="137850"/>
                  <a:pt x="411581" y="135729"/>
                </a:cubicBezTo>
                <a:cubicBezTo>
                  <a:pt x="405509" y="133605"/>
                  <a:pt x="400197" y="130513"/>
                  <a:pt x="395643" y="126452"/>
                </a:cubicBezTo>
                <a:cubicBezTo>
                  <a:pt x="391090" y="122389"/>
                  <a:pt x="387509" y="117387"/>
                  <a:pt x="384899" y="111445"/>
                </a:cubicBezTo>
                <a:cubicBezTo>
                  <a:pt x="382288" y="105503"/>
                  <a:pt x="380983" y="98713"/>
                  <a:pt x="380983" y="91074"/>
                </a:cubicBezTo>
                <a:cubicBezTo>
                  <a:pt x="380983" y="83678"/>
                  <a:pt x="382258" y="76978"/>
                  <a:pt x="384807" y="70976"/>
                </a:cubicBezTo>
                <a:cubicBezTo>
                  <a:pt x="387356" y="64973"/>
                  <a:pt x="390816" y="59879"/>
                  <a:pt x="395187" y="55696"/>
                </a:cubicBezTo>
                <a:cubicBezTo>
                  <a:pt x="399559" y="51513"/>
                  <a:pt x="404720" y="48269"/>
                  <a:pt x="410669" y="45966"/>
                </a:cubicBezTo>
                <a:cubicBezTo>
                  <a:pt x="416620" y="43662"/>
                  <a:pt x="423056" y="42509"/>
                  <a:pt x="429976" y="42509"/>
                </a:cubicBezTo>
                <a:cubicBezTo>
                  <a:pt x="436655" y="42509"/>
                  <a:pt x="442786" y="43631"/>
                  <a:pt x="448371" y="45875"/>
                </a:cubicBezTo>
                <a:cubicBezTo>
                  <a:pt x="453957" y="48116"/>
                  <a:pt x="458752" y="51360"/>
                  <a:pt x="462758" y="55604"/>
                </a:cubicBezTo>
                <a:cubicBezTo>
                  <a:pt x="466765" y="59849"/>
                  <a:pt x="469892" y="65002"/>
                  <a:pt x="472137" y="71064"/>
                </a:cubicBezTo>
                <a:cubicBezTo>
                  <a:pt x="474385" y="77127"/>
                  <a:pt x="475508" y="84038"/>
                  <a:pt x="475508" y="91799"/>
                </a:cubicBezTo>
                <a:close/>
                <a:moveTo>
                  <a:pt x="609867" y="136065"/>
                </a:moveTo>
                <a:lnTo>
                  <a:pt x="579816" y="136065"/>
                </a:lnTo>
                <a:lnTo>
                  <a:pt x="561966" y="79605"/>
                </a:lnTo>
                <a:lnTo>
                  <a:pt x="561602" y="79605"/>
                </a:lnTo>
                <a:lnTo>
                  <a:pt x="544119" y="136065"/>
                </a:lnTo>
                <a:lnTo>
                  <a:pt x="514066" y="136065"/>
                </a:lnTo>
                <a:lnTo>
                  <a:pt x="482740" y="45363"/>
                </a:lnTo>
                <a:lnTo>
                  <a:pt x="514977" y="45363"/>
                </a:lnTo>
                <a:lnTo>
                  <a:pt x="530640" y="102735"/>
                </a:lnTo>
                <a:lnTo>
                  <a:pt x="531188" y="102735"/>
                </a:lnTo>
                <a:lnTo>
                  <a:pt x="547395" y="45363"/>
                </a:lnTo>
                <a:lnTo>
                  <a:pt x="577449" y="45363"/>
                </a:lnTo>
                <a:lnTo>
                  <a:pt x="594204" y="102735"/>
                </a:lnTo>
                <a:lnTo>
                  <a:pt x="594568" y="102735"/>
                </a:lnTo>
                <a:lnTo>
                  <a:pt x="610414" y="45363"/>
                </a:lnTo>
                <a:lnTo>
                  <a:pt x="641376" y="45363"/>
                </a:lnTo>
                <a:lnTo>
                  <a:pt x="609867" y="136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93854-814E-41B8-BB2A-670ABA0A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954" y="1292560"/>
            <a:ext cx="1283887" cy="548852"/>
          </a:xfrm>
          <a:custGeom xmlns:a="http://schemas.openxmlformats.org/drawingml/2006/main">
            <a:pathLst>
              <a:path w="1283887" h="548852" fill="none">
                <a:moveTo>
                  <a:pt x="0" y="91477"/>
                </a:moveTo>
                <a:cubicBezTo>
                  <a:pt x="0" y="40956"/>
                  <a:pt x="40956" y="0"/>
                  <a:pt x="91477" y="0"/>
                </a:cubicBezTo>
                <a:lnTo>
                  <a:pt x="1192411" y="0"/>
                </a:lnTo>
                <a:cubicBezTo>
                  <a:pt x="1242932" y="0"/>
                  <a:pt x="1283887" y="40956"/>
                  <a:pt x="1283887" y="91477"/>
                </a:cubicBezTo>
                <a:lnTo>
                  <a:pt x="1283887" y="457375"/>
                </a:lnTo>
                <a:cubicBezTo>
                  <a:pt x="1283887" y="507896"/>
                  <a:pt x="1242932" y="548852"/>
                  <a:pt x="1192411" y="548852"/>
                </a:cubicBezTo>
                <a:lnTo>
                  <a:pt x="91477" y="548852"/>
                </a:lnTo>
                <a:cubicBezTo>
                  <a:pt x="40956" y="548852"/>
                  <a:pt x="0" y="507896"/>
                  <a:pt x="0" y="457375"/>
                </a:cubicBezTo>
                <a:lnTo>
                  <a:pt x="0" y="914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13" name="Text Usability">
            <a:extLst xmlns:a="http://schemas.openxmlformats.org/drawingml/2006/main">
              <a:ext uri="{FF2B5EF4-FFF2-40B4-BE49-F238E27FC236}">
                <a16:creationId xmlns:a16="http://schemas.microsoft.com/office/drawing/2014/main" id="{6AF2F5EB-34EE-42AB-B60E-8C071A1F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358" y="1371768"/>
            <a:ext cx="767100" cy="181445"/>
          </a:xfrm>
          <a:custGeom xmlns:a="http://schemas.openxmlformats.org/drawingml/2006/main">
            <a:pathLst>
              <a:path w="767100" h="181445">
                <a:moveTo>
                  <a:pt x="110556" y="89012"/>
                </a:moveTo>
                <a:cubicBezTo>
                  <a:pt x="110556" y="96779"/>
                  <a:pt x="109250" y="103848"/>
                  <a:pt x="106640" y="110219"/>
                </a:cubicBezTo>
                <a:cubicBezTo>
                  <a:pt x="104029" y="116589"/>
                  <a:pt x="100295" y="122049"/>
                  <a:pt x="95437" y="126599"/>
                </a:cubicBezTo>
                <a:cubicBezTo>
                  <a:pt x="90581" y="131150"/>
                  <a:pt x="84723" y="134699"/>
                  <a:pt x="77862" y="137249"/>
                </a:cubicBezTo>
                <a:cubicBezTo>
                  <a:pt x="71001" y="139796"/>
                  <a:pt x="63382" y="141070"/>
                  <a:pt x="55004" y="141070"/>
                </a:cubicBezTo>
                <a:cubicBezTo>
                  <a:pt x="46506" y="141070"/>
                  <a:pt x="38856" y="139796"/>
                  <a:pt x="32054" y="137249"/>
                </a:cubicBezTo>
                <a:cubicBezTo>
                  <a:pt x="25255" y="134699"/>
                  <a:pt x="19487" y="131150"/>
                  <a:pt x="14751" y="126599"/>
                </a:cubicBezTo>
                <a:cubicBezTo>
                  <a:pt x="10018" y="122049"/>
                  <a:pt x="6375" y="116589"/>
                  <a:pt x="3824" y="110219"/>
                </a:cubicBezTo>
                <a:cubicBezTo>
                  <a:pt x="1275" y="103848"/>
                  <a:pt x="0" y="96779"/>
                  <a:pt x="0" y="89012"/>
                </a:cubicBezTo>
                <a:lnTo>
                  <a:pt x="0" y="8740"/>
                </a:lnTo>
                <a:lnTo>
                  <a:pt x="30962" y="8740"/>
                </a:lnTo>
                <a:lnTo>
                  <a:pt x="30962" y="86411"/>
                </a:lnTo>
                <a:cubicBezTo>
                  <a:pt x="30962" y="89927"/>
                  <a:pt x="31417" y="93262"/>
                  <a:pt x="32327" y="96415"/>
                </a:cubicBezTo>
                <a:cubicBezTo>
                  <a:pt x="33238" y="99569"/>
                  <a:pt x="34635" y="102389"/>
                  <a:pt x="36517" y="104875"/>
                </a:cubicBezTo>
                <a:cubicBezTo>
                  <a:pt x="38400" y="107360"/>
                  <a:pt x="40889" y="109330"/>
                  <a:pt x="43985" y="110786"/>
                </a:cubicBezTo>
                <a:cubicBezTo>
                  <a:pt x="47081" y="112241"/>
                  <a:pt x="50815" y="112968"/>
                  <a:pt x="55187" y="112968"/>
                </a:cubicBezTo>
                <a:cubicBezTo>
                  <a:pt x="59558" y="112968"/>
                  <a:pt x="63291" y="112241"/>
                  <a:pt x="66387" y="110786"/>
                </a:cubicBezTo>
                <a:cubicBezTo>
                  <a:pt x="69483" y="109330"/>
                  <a:pt x="72002" y="107360"/>
                  <a:pt x="73944" y="104875"/>
                </a:cubicBezTo>
                <a:cubicBezTo>
                  <a:pt x="75887" y="102389"/>
                  <a:pt x="77284" y="99569"/>
                  <a:pt x="78135" y="96415"/>
                </a:cubicBezTo>
                <a:cubicBezTo>
                  <a:pt x="78985" y="93262"/>
                  <a:pt x="79410" y="89927"/>
                  <a:pt x="79410" y="86411"/>
                </a:cubicBezTo>
                <a:lnTo>
                  <a:pt x="79410" y="8740"/>
                </a:lnTo>
                <a:lnTo>
                  <a:pt x="110556" y="8740"/>
                </a:lnTo>
                <a:lnTo>
                  <a:pt x="110556" y="89012"/>
                </a:lnTo>
                <a:close/>
                <a:moveTo>
                  <a:pt x="187067" y="73852"/>
                </a:moveTo>
                <a:cubicBezTo>
                  <a:pt x="184640" y="71545"/>
                  <a:pt x="181787" y="69603"/>
                  <a:pt x="178508" y="68024"/>
                </a:cubicBezTo>
                <a:cubicBezTo>
                  <a:pt x="175230" y="66446"/>
                  <a:pt x="171769" y="65656"/>
                  <a:pt x="168125" y="65656"/>
                </a:cubicBezTo>
                <a:cubicBezTo>
                  <a:pt x="165333" y="65656"/>
                  <a:pt x="162753" y="66202"/>
                  <a:pt x="160385" y="67293"/>
                </a:cubicBezTo>
                <a:cubicBezTo>
                  <a:pt x="158017" y="68383"/>
                  <a:pt x="156833" y="70260"/>
                  <a:pt x="156833" y="72926"/>
                </a:cubicBezTo>
                <a:cubicBezTo>
                  <a:pt x="156833" y="75470"/>
                  <a:pt x="158139" y="77288"/>
                  <a:pt x="160749" y="78379"/>
                </a:cubicBezTo>
                <a:cubicBezTo>
                  <a:pt x="163360" y="79468"/>
                  <a:pt x="167579" y="80680"/>
                  <a:pt x="173408" y="82014"/>
                </a:cubicBezTo>
                <a:cubicBezTo>
                  <a:pt x="176808" y="82740"/>
                  <a:pt x="180237" y="83771"/>
                  <a:pt x="183696" y="85104"/>
                </a:cubicBezTo>
                <a:cubicBezTo>
                  <a:pt x="187157" y="86437"/>
                  <a:pt x="190284" y="88193"/>
                  <a:pt x="193076" y="90374"/>
                </a:cubicBezTo>
                <a:cubicBezTo>
                  <a:pt x="195870" y="92554"/>
                  <a:pt x="198116" y="95220"/>
                  <a:pt x="199815" y="98372"/>
                </a:cubicBezTo>
                <a:cubicBezTo>
                  <a:pt x="201516" y="101522"/>
                  <a:pt x="202366" y="105277"/>
                  <a:pt x="202366" y="109638"/>
                </a:cubicBezTo>
                <a:cubicBezTo>
                  <a:pt x="202366" y="115334"/>
                  <a:pt x="201213" y="120151"/>
                  <a:pt x="198906" y="124090"/>
                </a:cubicBezTo>
                <a:cubicBezTo>
                  <a:pt x="196600" y="128027"/>
                  <a:pt x="193595" y="131207"/>
                  <a:pt x="189891" y="133630"/>
                </a:cubicBezTo>
                <a:cubicBezTo>
                  <a:pt x="186187" y="136054"/>
                  <a:pt x="182029" y="137810"/>
                  <a:pt x="177416" y="138900"/>
                </a:cubicBezTo>
                <a:cubicBezTo>
                  <a:pt x="172802" y="139991"/>
                  <a:pt x="168188" y="140536"/>
                  <a:pt x="163573" y="140536"/>
                </a:cubicBezTo>
                <a:cubicBezTo>
                  <a:pt x="156167" y="140536"/>
                  <a:pt x="148913" y="139352"/>
                  <a:pt x="141810" y="136982"/>
                </a:cubicBezTo>
                <a:cubicBezTo>
                  <a:pt x="134706" y="134611"/>
                  <a:pt x="128787" y="131114"/>
                  <a:pt x="124051" y="126494"/>
                </a:cubicBezTo>
                <a:lnTo>
                  <a:pt x="140806" y="108816"/>
                </a:lnTo>
                <a:cubicBezTo>
                  <a:pt x="143478" y="111730"/>
                  <a:pt x="146756" y="114159"/>
                  <a:pt x="150642" y="116103"/>
                </a:cubicBezTo>
                <a:cubicBezTo>
                  <a:pt x="154527" y="118044"/>
                  <a:pt x="158656" y="119015"/>
                  <a:pt x="163028" y="119015"/>
                </a:cubicBezTo>
                <a:cubicBezTo>
                  <a:pt x="165455" y="119015"/>
                  <a:pt x="167853" y="118440"/>
                  <a:pt x="170220" y="117289"/>
                </a:cubicBezTo>
                <a:cubicBezTo>
                  <a:pt x="172588" y="116137"/>
                  <a:pt x="173772" y="114107"/>
                  <a:pt x="173772" y="111200"/>
                </a:cubicBezTo>
                <a:cubicBezTo>
                  <a:pt x="173772" y="108414"/>
                  <a:pt x="172315" y="106354"/>
                  <a:pt x="169401" y="105022"/>
                </a:cubicBezTo>
                <a:cubicBezTo>
                  <a:pt x="166486" y="103688"/>
                  <a:pt x="161933" y="102294"/>
                  <a:pt x="155741" y="100840"/>
                </a:cubicBezTo>
                <a:cubicBezTo>
                  <a:pt x="152584" y="100114"/>
                  <a:pt x="149427" y="99145"/>
                  <a:pt x="146270" y="97933"/>
                </a:cubicBezTo>
                <a:cubicBezTo>
                  <a:pt x="143113" y="96721"/>
                  <a:pt x="140289" y="95085"/>
                  <a:pt x="137799" y="93025"/>
                </a:cubicBezTo>
                <a:cubicBezTo>
                  <a:pt x="135311" y="90965"/>
                  <a:pt x="133278" y="88420"/>
                  <a:pt x="131699" y="85391"/>
                </a:cubicBezTo>
                <a:cubicBezTo>
                  <a:pt x="130121" y="82362"/>
                  <a:pt x="129331" y="78726"/>
                  <a:pt x="129331" y="74486"/>
                </a:cubicBezTo>
                <a:cubicBezTo>
                  <a:pt x="129331" y="69035"/>
                  <a:pt x="130485" y="64401"/>
                  <a:pt x="132791" y="60584"/>
                </a:cubicBezTo>
                <a:cubicBezTo>
                  <a:pt x="135098" y="56766"/>
                  <a:pt x="138073" y="53646"/>
                  <a:pt x="141715" y="51224"/>
                </a:cubicBezTo>
                <a:cubicBezTo>
                  <a:pt x="145359" y="48801"/>
                  <a:pt x="149398" y="47014"/>
                  <a:pt x="153829" y="45864"/>
                </a:cubicBezTo>
                <a:cubicBezTo>
                  <a:pt x="158261" y="44711"/>
                  <a:pt x="162662" y="44135"/>
                  <a:pt x="167033" y="44135"/>
                </a:cubicBezTo>
                <a:cubicBezTo>
                  <a:pt x="173834" y="44135"/>
                  <a:pt x="180483" y="45199"/>
                  <a:pt x="186978" y="47328"/>
                </a:cubicBezTo>
                <a:cubicBezTo>
                  <a:pt x="193474" y="49455"/>
                  <a:pt x="198968" y="52646"/>
                  <a:pt x="203461" y="56902"/>
                </a:cubicBezTo>
                <a:lnTo>
                  <a:pt x="187067" y="73852"/>
                </a:lnTo>
                <a:close/>
                <a:moveTo>
                  <a:pt x="273235" y="98205"/>
                </a:moveTo>
                <a:lnTo>
                  <a:pt x="269411" y="98205"/>
                </a:lnTo>
                <a:cubicBezTo>
                  <a:pt x="266131" y="98205"/>
                  <a:pt x="262822" y="98356"/>
                  <a:pt x="259484" y="98658"/>
                </a:cubicBezTo>
                <a:cubicBezTo>
                  <a:pt x="256145" y="98958"/>
                  <a:pt x="253170" y="99531"/>
                  <a:pt x="250560" y="100376"/>
                </a:cubicBezTo>
                <a:cubicBezTo>
                  <a:pt x="247949" y="101219"/>
                  <a:pt x="245794" y="102454"/>
                  <a:pt x="244093" y="104083"/>
                </a:cubicBezTo>
                <a:cubicBezTo>
                  <a:pt x="242394" y="105710"/>
                  <a:pt x="241545" y="107850"/>
                  <a:pt x="241545" y="110503"/>
                </a:cubicBezTo>
                <a:cubicBezTo>
                  <a:pt x="241545" y="112191"/>
                  <a:pt x="241939" y="113638"/>
                  <a:pt x="242728" y="114844"/>
                </a:cubicBezTo>
                <a:cubicBezTo>
                  <a:pt x="243518" y="116050"/>
                  <a:pt x="244519" y="117015"/>
                  <a:pt x="245733" y="117740"/>
                </a:cubicBezTo>
                <a:cubicBezTo>
                  <a:pt x="246948" y="118462"/>
                  <a:pt x="248345" y="118974"/>
                  <a:pt x="249924" y="119276"/>
                </a:cubicBezTo>
                <a:cubicBezTo>
                  <a:pt x="251502" y="119576"/>
                  <a:pt x="253019" y="119727"/>
                  <a:pt x="254476" y="119727"/>
                </a:cubicBezTo>
                <a:cubicBezTo>
                  <a:pt x="260547" y="119727"/>
                  <a:pt x="265191" y="118069"/>
                  <a:pt x="268407" y="114755"/>
                </a:cubicBezTo>
                <a:cubicBezTo>
                  <a:pt x="271626" y="111438"/>
                  <a:pt x="273235" y="106946"/>
                  <a:pt x="273235" y="101279"/>
                </a:cubicBezTo>
                <a:lnTo>
                  <a:pt x="273235" y="98205"/>
                </a:lnTo>
                <a:moveTo>
                  <a:pt x="218414" y="59442"/>
                </a:moveTo>
                <a:cubicBezTo>
                  <a:pt x="223755" y="54340"/>
                  <a:pt x="229978" y="50513"/>
                  <a:pt x="237081" y="47962"/>
                </a:cubicBezTo>
                <a:cubicBezTo>
                  <a:pt x="244185" y="45411"/>
                  <a:pt x="251440" y="44135"/>
                  <a:pt x="258847" y="44135"/>
                </a:cubicBezTo>
                <a:cubicBezTo>
                  <a:pt x="266495" y="44135"/>
                  <a:pt x="272960" y="45075"/>
                  <a:pt x="278243" y="46956"/>
                </a:cubicBezTo>
                <a:cubicBezTo>
                  <a:pt x="283525" y="48836"/>
                  <a:pt x="287805" y="51749"/>
                  <a:pt x="291082" y="55693"/>
                </a:cubicBezTo>
                <a:cubicBezTo>
                  <a:pt x="294361" y="59636"/>
                  <a:pt x="296760" y="64610"/>
                  <a:pt x="298277" y="70617"/>
                </a:cubicBezTo>
                <a:cubicBezTo>
                  <a:pt x="299795" y="76624"/>
                  <a:pt x="300553" y="83753"/>
                  <a:pt x="300553" y="92005"/>
                </a:cubicBezTo>
                <a:lnTo>
                  <a:pt x="300553" y="137691"/>
                </a:lnTo>
                <a:lnTo>
                  <a:pt x="273235" y="137691"/>
                </a:lnTo>
                <a:lnTo>
                  <a:pt x="273235" y="127950"/>
                </a:lnTo>
                <a:lnTo>
                  <a:pt x="272687" y="127950"/>
                </a:lnTo>
                <a:cubicBezTo>
                  <a:pt x="270380" y="131726"/>
                  <a:pt x="266890" y="134649"/>
                  <a:pt x="262215" y="136721"/>
                </a:cubicBezTo>
                <a:cubicBezTo>
                  <a:pt x="257541" y="138790"/>
                  <a:pt x="252472" y="139825"/>
                  <a:pt x="247008" y="139825"/>
                </a:cubicBezTo>
                <a:cubicBezTo>
                  <a:pt x="243366" y="139825"/>
                  <a:pt x="239601" y="139341"/>
                  <a:pt x="235714" y="138372"/>
                </a:cubicBezTo>
                <a:cubicBezTo>
                  <a:pt x="231829" y="137403"/>
                  <a:pt x="228277" y="135828"/>
                  <a:pt x="225059" y="133647"/>
                </a:cubicBezTo>
                <a:cubicBezTo>
                  <a:pt x="221843" y="131466"/>
                  <a:pt x="219202" y="128559"/>
                  <a:pt x="217138" y="124926"/>
                </a:cubicBezTo>
                <a:cubicBezTo>
                  <a:pt x="215074" y="121291"/>
                  <a:pt x="214043" y="116809"/>
                  <a:pt x="214043" y="111478"/>
                </a:cubicBezTo>
                <a:cubicBezTo>
                  <a:pt x="214043" y="104938"/>
                  <a:pt x="215833" y="99669"/>
                  <a:pt x="219415" y="95671"/>
                </a:cubicBezTo>
                <a:cubicBezTo>
                  <a:pt x="222998" y="91672"/>
                  <a:pt x="227612" y="88584"/>
                  <a:pt x="233257" y="86405"/>
                </a:cubicBezTo>
                <a:cubicBezTo>
                  <a:pt x="238903" y="84224"/>
                  <a:pt x="245185" y="82771"/>
                  <a:pt x="252105" y="82045"/>
                </a:cubicBezTo>
                <a:cubicBezTo>
                  <a:pt x="259027" y="81317"/>
                  <a:pt x="265766" y="80953"/>
                  <a:pt x="272323" y="80953"/>
                </a:cubicBezTo>
                <a:lnTo>
                  <a:pt x="272323" y="79493"/>
                </a:lnTo>
                <a:cubicBezTo>
                  <a:pt x="272323" y="74997"/>
                  <a:pt x="270745" y="71685"/>
                  <a:pt x="267588" y="69558"/>
                </a:cubicBezTo>
                <a:cubicBezTo>
                  <a:pt x="264430" y="67431"/>
                  <a:pt x="260545" y="66368"/>
                  <a:pt x="255932" y="66368"/>
                </a:cubicBezTo>
                <a:cubicBezTo>
                  <a:pt x="251682" y="66368"/>
                  <a:pt x="247584" y="67278"/>
                  <a:pt x="243637" y="69100"/>
                </a:cubicBezTo>
                <a:cubicBezTo>
                  <a:pt x="239691" y="70921"/>
                  <a:pt x="236322" y="73106"/>
                  <a:pt x="233530" y="75656"/>
                </a:cubicBezTo>
                <a:lnTo>
                  <a:pt x="218414" y="59442"/>
                </a:lnTo>
                <a:close/>
                <a:moveTo>
                  <a:pt x="424422" y="91972"/>
                </a:moveTo>
                <a:cubicBezTo>
                  <a:pt x="424422" y="98278"/>
                  <a:pt x="423451" y="104342"/>
                  <a:pt x="421507" y="110164"/>
                </a:cubicBezTo>
                <a:cubicBezTo>
                  <a:pt x="419565" y="115985"/>
                  <a:pt x="416743" y="121110"/>
                  <a:pt x="413039" y="125538"/>
                </a:cubicBezTo>
                <a:cubicBezTo>
                  <a:pt x="409336" y="129964"/>
                  <a:pt x="404812" y="133511"/>
                  <a:pt x="399469" y="136179"/>
                </a:cubicBezTo>
                <a:cubicBezTo>
                  <a:pt x="394127" y="138847"/>
                  <a:pt x="388057" y="140181"/>
                  <a:pt x="381257" y="140181"/>
                </a:cubicBezTo>
                <a:cubicBezTo>
                  <a:pt x="375186" y="140181"/>
                  <a:pt x="369448" y="138939"/>
                  <a:pt x="364044" y="136454"/>
                </a:cubicBezTo>
                <a:cubicBezTo>
                  <a:pt x="358641" y="133969"/>
                  <a:pt x="354483" y="130424"/>
                  <a:pt x="351568" y="125818"/>
                </a:cubicBezTo>
                <a:lnTo>
                  <a:pt x="351204" y="125818"/>
                </a:lnTo>
                <a:lnTo>
                  <a:pt x="351204" y="137691"/>
                </a:lnTo>
                <a:lnTo>
                  <a:pt x="323702" y="137691"/>
                </a:lnTo>
                <a:lnTo>
                  <a:pt x="323702" y="33"/>
                </a:lnTo>
                <a:lnTo>
                  <a:pt x="353572" y="33"/>
                </a:lnTo>
                <a:lnTo>
                  <a:pt x="353572" y="56674"/>
                </a:lnTo>
                <a:lnTo>
                  <a:pt x="353936" y="56674"/>
                </a:lnTo>
                <a:cubicBezTo>
                  <a:pt x="356485" y="53643"/>
                  <a:pt x="360067" y="50855"/>
                  <a:pt x="364680" y="48309"/>
                </a:cubicBezTo>
                <a:cubicBezTo>
                  <a:pt x="369295" y="45764"/>
                  <a:pt x="374942" y="44491"/>
                  <a:pt x="381621" y="44491"/>
                </a:cubicBezTo>
                <a:cubicBezTo>
                  <a:pt x="388178" y="44491"/>
                  <a:pt x="394097" y="45764"/>
                  <a:pt x="399377" y="48312"/>
                </a:cubicBezTo>
                <a:cubicBezTo>
                  <a:pt x="404659" y="50858"/>
                  <a:pt x="409152" y="54314"/>
                  <a:pt x="412856" y="58681"/>
                </a:cubicBezTo>
                <a:cubicBezTo>
                  <a:pt x="416559" y="63046"/>
                  <a:pt x="419413" y="68109"/>
                  <a:pt x="421415" y="73871"/>
                </a:cubicBezTo>
                <a:cubicBezTo>
                  <a:pt x="423420" y="79632"/>
                  <a:pt x="424422" y="85665"/>
                  <a:pt x="424422" y="91972"/>
                </a:cubicBezTo>
                <a:moveTo>
                  <a:pt x="395645" y="91974"/>
                </a:moveTo>
                <a:cubicBezTo>
                  <a:pt x="395645" y="89062"/>
                  <a:pt x="395189" y="86211"/>
                  <a:pt x="394278" y="83420"/>
                </a:cubicBezTo>
                <a:cubicBezTo>
                  <a:pt x="393368" y="80628"/>
                  <a:pt x="392002" y="78171"/>
                  <a:pt x="390181" y="76047"/>
                </a:cubicBezTo>
                <a:cubicBezTo>
                  <a:pt x="388360" y="73924"/>
                  <a:pt x="386113" y="72196"/>
                  <a:pt x="383442" y="70862"/>
                </a:cubicBezTo>
                <a:cubicBezTo>
                  <a:pt x="380772" y="69526"/>
                  <a:pt x="377676" y="68858"/>
                  <a:pt x="374154" y="68858"/>
                </a:cubicBezTo>
                <a:cubicBezTo>
                  <a:pt x="370754" y="68858"/>
                  <a:pt x="367719" y="69526"/>
                  <a:pt x="365047" y="70862"/>
                </a:cubicBezTo>
                <a:cubicBezTo>
                  <a:pt x="362377" y="72196"/>
                  <a:pt x="360101" y="73955"/>
                  <a:pt x="358219" y="76139"/>
                </a:cubicBezTo>
                <a:cubicBezTo>
                  <a:pt x="356336" y="78323"/>
                  <a:pt x="354879" y="80812"/>
                  <a:pt x="353847" y="83604"/>
                </a:cubicBezTo>
                <a:cubicBezTo>
                  <a:pt x="352815" y="86394"/>
                  <a:pt x="352299" y="89245"/>
                  <a:pt x="352299" y="92158"/>
                </a:cubicBezTo>
                <a:cubicBezTo>
                  <a:pt x="352299" y="95070"/>
                  <a:pt x="352815" y="97923"/>
                  <a:pt x="353847" y="100715"/>
                </a:cubicBezTo>
                <a:cubicBezTo>
                  <a:pt x="354879" y="103505"/>
                  <a:pt x="356336" y="105992"/>
                  <a:pt x="358219" y="108177"/>
                </a:cubicBezTo>
                <a:cubicBezTo>
                  <a:pt x="360101" y="110361"/>
                  <a:pt x="362377" y="112121"/>
                  <a:pt x="365047" y="113457"/>
                </a:cubicBezTo>
                <a:cubicBezTo>
                  <a:pt x="367719" y="114791"/>
                  <a:pt x="370754" y="115458"/>
                  <a:pt x="374154" y="115458"/>
                </a:cubicBezTo>
                <a:cubicBezTo>
                  <a:pt x="377676" y="115458"/>
                  <a:pt x="380772" y="114791"/>
                  <a:pt x="383442" y="113457"/>
                </a:cubicBezTo>
                <a:cubicBezTo>
                  <a:pt x="386113" y="112121"/>
                  <a:pt x="388360" y="110361"/>
                  <a:pt x="390181" y="108177"/>
                </a:cubicBezTo>
                <a:cubicBezTo>
                  <a:pt x="392002" y="105992"/>
                  <a:pt x="393368" y="103474"/>
                  <a:pt x="394278" y="100623"/>
                </a:cubicBezTo>
                <a:cubicBezTo>
                  <a:pt x="395189" y="97770"/>
                  <a:pt x="395645" y="94887"/>
                  <a:pt x="395645" y="91974"/>
                </a:cubicBezTo>
                <a:close/>
                <a:moveTo>
                  <a:pt x="475984" y="17989"/>
                </a:moveTo>
                <a:cubicBezTo>
                  <a:pt x="475984" y="20292"/>
                  <a:pt x="475528" y="22444"/>
                  <a:pt x="474617" y="24445"/>
                </a:cubicBezTo>
                <a:cubicBezTo>
                  <a:pt x="473707" y="26444"/>
                  <a:pt x="472493" y="28171"/>
                  <a:pt x="470976" y="29625"/>
                </a:cubicBezTo>
                <a:cubicBezTo>
                  <a:pt x="469459" y="31080"/>
                  <a:pt x="467637" y="32231"/>
                  <a:pt x="465512" y="33080"/>
                </a:cubicBezTo>
                <a:cubicBezTo>
                  <a:pt x="463387" y="33928"/>
                  <a:pt x="461170" y="34353"/>
                  <a:pt x="458862" y="34353"/>
                </a:cubicBezTo>
                <a:cubicBezTo>
                  <a:pt x="454006" y="34353"/>
                  <a:pt x="449938" y="32747"/>
                  <a:pt x="446659" y="29536"/>
                </a:cubicBezTo>
                <a:cubicBezTo>
                  <a:pt x="443381" y="26324"/>
                  <a:pt x="441743" y="22475"/>
                  <a:pt x="441743" y="17989"/>
                </a:cubicBezTo>
                <a:cubicBezTo>
                  <a:pt x="441743" y="15807"/>
                  <a:pt x="442168" y="13716"/>
                  <a:pt x="443018" y="11717"/>
                </a:cubicBezTo>
                <a:cubicBezTo>
                  <a:pt x="443869" y="9716"/>
                  <a:pt x="445082" y="7988"/>
                  <a:pt x="446659" y="6534"/>
                </a:cubicBezTo>
                <a:cubicBezTo>
                  <a:pt x="448237" y="5079"/>
                  <a:pt x="450059" y="3898"/>
                  <a:pt x="452122" y="2990"/>
                </a:cubicBezTo>
                <a:cubicBezTo>
                  <a:pt x="454188" y="2081"/>
                  <a:pt x="456435" y="1626"/>
                  <a:pt x="458862" y="1626"/>
                </a:cubicBezTo>
                <a:cubicBezTo>
                  <a:pt x="461170" y="1626"/>
                  <a:pt x="463387" y="2050"/>
                  <a:pt x="465512" y="2899"/>
                </a:cubicBezTo>
                <a:cubicBezTo>
                  <a:pt x="467637" y="3747"/>
                  <a:pt x="469459" y="4899"/>
                  <a:pt x="470976" y="6353"/>
                </a:cubicBezTo>
                <a:cubicBezTo>
                  <a:pt x="472493" y="7807"/>
                  <a:pt x="473707" y="9535"/>
                  <a:pt x="474617" y="11536"/>
                </a:cubicBezTo>
                <a:cubicBezTo>
                  <a:pt x="475528" y="13535"/>
                  <a:pt x="475984" y="15686"/>
                  <a:pt x="475984" y="17989"/>
                </a:cubicBezTo>
                <a:moveTo>
                  <a:pt x="443927" y="137691"/>
                </a:moveTo>
                <a:lnTo>
                  <a:pt x="443927" y="46989"/>
                </a:lnTo>
                <a:lnTo>
                  <a:pt x="473797" y="46989"/>
                </a:lnTo>
                <a:lnTo>
                  <a:pt x="473797" y="137691"/>
                </a:lnTo>
                <a:lnTo>
                  <a:pt x="443927" y="137691"/>
                </a:lnTo>
                <a:close/>
                <a:moveTo>
                  <a:pt x="498403" y="137691"/>
                </a:moveTo>
                <a:lnTo>
                  <a:pt x="498403" y="0"/>
                </a:lnTo>
                <a:lnTo>
                  <a:pt x="528636" y="0"/>
                </a:lnTo>
                <a:lnTo>
                  <a:pt x="528636" y="137691"/>
                </a:lnTo>
                <a:lnTo>
                  <a:pt x="498403" y="137691"/>
                </a:lnTo>
                <a:close/>
                <a:moveTo>
                  <a:pt x="584935" y="17989"/>
                </a:moveTo>
                <a:cubicBezTo>
                  <a:pt x="584935" y="20292"/>
                  <a:pt x="584479" y="22444"/>
                  <a:pt x="583568" y="24445"/>
                </a:cubicBezTo>
                <a:cubicBezTo>
                  <a:pt x="582658" y="26444"/>
                  <a:pt x="581444" y="28171"/>
                  <a:pt x="579927" y="29625"/>
                </a:cubicBezTo>
                <a:cubicBezTo>
                  <a:pt x="578410" y="31080"/>
                  <a:pt x="576588" y="32231"/>
                  <a:pt x="574463" y="33080"/>
                </a:cubicBezTo>
                <a:cubicBezTo>
                  <a:pt x="572338" y="33928"/>
                  <a:pt x="570121" y="34353"/>
                  <a:pt x="567813" y="34353"/>
                </a:cubicBezTo>
                <a:cubicBezTo>
                  <a:pt x="562957" y="34353"/>
                  <a:pt x="558889" y="32747"/>
                  <a:pt x="555610" y="29536"/>
                </a:cubicBezTo>
                <a:cubicBezTo>
                  <a:pt x="552332" y="26324"/>
                  <a:pt x="550694" y="22475"/>
                  <a:pt x="550694" y="17989"/>
                </a:cubicBezTo>
                <a:cubicBezTo>
                  <a:pt x="550694" y="15807"/>
                  <a:pt x="551119" y="13716"/>
                  <a:pt x="551969" y="11717"/>
                </a:cubicBezTo>
                <a:cubicBezTo>
                  <a:pt x="552820" y="9716"/>
                  <a:pt x="554033" y="7988"/>
                  <a:pt x="555610" y="6534"/>
                </a:cubicBezTo>
                <a:cubicBezTo>
                  <a:pt x="557188" y="5079"/>
                  <a:pt x="559010" y="3898"/>
                  <a:pt x="561074" y="2990"/>
                </a:cubicBezTo>
                <a:cubicBezTo>
                  <a:pt x="563139" y="2081"/>
                  <a:pt x="565386" y="1626"/>
                  <a:pt x="567813" y="1626"/>
                </a:cubicBezTo>
                <a:cubicBezTo>
                  <a:pt x="570121" y="1626"/>
                  <a:pt x="572338" y="2050"/>
                  <a:pt x="574463" y="2899"/>
                </a:cubicBezTo>
                <a:cubicBezTo>
                  <a:pt x="576588" y="3747"/>
                  <a:pt x="578410" y="4899"/>
                  <a:pt x="579927" y="6353"/>
                </a:cubicBezTo>
                <a:cubicBezTo>
                  <a:pt x="581444" y="7807"/>
                  <a:pt x="582658" y="9535"/>
                  <a:pt x="583568" y="11536"/>
                </a:cubicBezTo>
                <a:cubicBezTo>
                  <a:pt x="584479" y="13535"/>
                  <a:pt x="584935" y="15686"/>
                  <a:pt x="584935" y="17989"/>
                </a:cubicBezTo>
                <a:moveTo>
                  <a:pt x="552878" y="137691"/>
                </a:moveTo>
                <a:lnTo>
                  <a:pt x="552878" y="46989"/>
                </a:lnTo>
                <a:lnTo>
                  <a:pt x="582748" y="46989"/>
                </a:lnTo>
                <a:lnTo>
                  <a:pt x="582748" y="137691"/>
                </a:lnTo>
                <a:lnTo>
                  <a:pt x="552878" y="137691"/>
                </a:lnTo>
                <a:close/>
                <a:moveTo>
                  <a:pt x="639411" y="69214"/>
                </a:moveTo>
                <a:lnTo>
                  <a:pt x="639411" y="103916"/>
                </a:lnTo>
                <a:cubicBezTo>
                  <a:pt x="639411" y="108179"/>
                  <a:pt x="640229" y="111376"/>
                  <a:pt x="641867" y="113507"/>
                </a:cubicBezTo>
                <a:cubicBezTo>
                  <a:pt x="643507" y="115638"/>
                  <a:pt x="646452" y="116703"/>
                  <a:pt x="650702" y="116703"/>
                </a:cubicBezTo>
                <a:cubicBezTo>
                  <a:pt x="652158" y="116703"/>
                  <a:pt x="653706" y="116582"/>
                  <a:pt x="655346" y="116339"/>
                </a:cubicBezTo>
                <a:cubicBezTo>
                  <a:pt x="656986" y="116096"/>
                  <a:pt x="658352" y="115733"/>
                  <a:pt x="659445" y="115249"/>
                </a:cubicBezTo>
                <a:lnTo>
                  <a:pt x="659809" y="137093"/>
                </a:lnTo>
                <a:cubicBezTo>
                  <a:pt x="657745" y="137821"/>
                  <a:pt x="655135" y="138459"/>
                  <a:pt x="651978" y="139005"/>
                </a:cubicBezTo>
                <a:cubicBezTo>
                  <a:pt x="648821" y="139552"/>
                  <a:pt x="645664" y="139825"/>
                  <a:pt x="642507" y="139825"/>
                </a:cubicBezTo>
                <a:cubicBezTo>
                  <a:pt x="636435" y="139825"/>
                  <a:pt x="631335" y="139065"/>
                  <a:pt x="627208" y="137546"/>
                </a:cubicBezTo>
                <a:cubicBezTo>
                  <a:pt x="623080" y="136025"/>
                  <a:pt x="619771" y="133835"/>
                  <a:pt x="617281" y="130976"/>
                </a:cubicBezTo>
                <a:cubicBezTo>
                  <a:pt x="614792" y="128118"/>
                  <a:pt x="613002" y="124711"/>
                  <a:pt x="611909" y="120758"/>
                </a:cubicBezTo>
                <a:cubicBezTo>
                  <a:pt x="610815" y="116804"/>
                  <a:pt x="610269" y="112394"/>
                  <a:pt x="610269" y="107529"/>
                </a:cubicBezTo>
                <a:lnTo>
                  <a:pt x="610269" y="69214"/>
                </a:lnTo>
                <a:lnTo>
                  <a:pt x="595698" y="69214"/>
                </a:lnTo>
                <a:lnTo>
                  <a:pt x="595698" y="46981"/>
                </a:lnTo>
                <a:lnTo>
                  <a:pt x="610085" y="46981"/>
                </a:lnTo>
                <a:lnTo>
                  <a:pt x="610085" y="23122"/>
                </a:lnTo>
                <a:lnTo>
                  <a:pt x="639411" y="23122"/>
                </a:lnTo>
                <a:lnTo>
                  <a:pt x="639411" y="46981"/>
                </a:lnTo>
                <a:lnTo>
                  <a:pt x="660718" y="46981"/>
                </a:lnTo>
                <a:lnTo>
                  <a:pt x="660718" y="69214"/>
                </a:lnTo>
                <a:lnTo>
                  <a:pt x="639411" y="69214"/>
                </a:lnTo>
                <a:close/>
                <a:moveTo>
                  <a:pt x="726487" y="151456"/>
                </a:moveTo>
                <a:cubicBezTo>
                  <a:pt x="724665" y="156187"/>
                  <a:pt x="722631" y="160401"/>
                  <a:pt x="720384" y="164095"/>
                </a:cubicBezTo>
                <a:cubicBezTo>
                  <a:pt x="718138" y="167789"/>
                  <a:pt x="715467" y="170938"/>
                  <a:pt x="712372" y="173541"/>
                </a:cubicBezTo>
                <a:cubicBezTo>
                  <a:pt x="709276" y="176146"/>
                  <a:pt x="705633" y="178115"/>
                  <a:pt x="701444" y="179447"/>
                </a:cubicBezTo>
                <a:cubicBezTo>
                  <a:pt x="697255" y="180779"/>
                  <a:pt x="692307" y="181445"/>
                  <a:pt x="686601" y="181445"/>
                </a:cubicBezTo>
                <a:cubicBezTo>
                  <a:pt x="683807" y="181445"/>
                  <a:pt x="680922" y="181263"/>
                  <a:pt x="677947" y="180900"/>
                </a:cubicBezTo>
                <a:cubicBezTo>
                  <a:pt x="674973" y="180537"/>
                  <a:pt x="672393" y="180053"/>
                  <a:pt x="670207" y="179447"/>
                </a:cubicBezTo>
                <a:lnTo>
                  <a:pt x="673486" y="154371"/>
                </a:lnTo>
                <a:cubicBezTo>
                  <a:pt x="674943" y="154856"/>
                  <a:pt x="676551" y="155251"/>
                  <a:pt x="678311" y="155555"/>
                </a:cubicBezTo>
                <a:cubicBezTo>
                  <a:pt x="680073" y="155859"/>
                  <a:pt x="681682" y="156011"/>
                  <a:pt x="683138" y="156011"/>
                </a:cubicBezTo>
                <a:cubicBezTo>
                  <a:pt x="687753" y="156011"/>
                  <a:pt x="691093" y="154948"/>
                  <a:pt x="693157" y="152823"/>
                </a:cubicBezTo>
                <a:cubicBezTo>
                  <a:pt x="695221" y="150698"/>
                  <a:pt x="696981" y="147693"/>
                  <a:pt x="698437" y="143807"/>
                </a:cubicBezTo>
                <a:lnTo>
                  <a:pt x="701352" y="136340"/>
                </a:lnTo>
                <a:lnTo>
                  <a:pt x="663468" y="47095"/>
                </a:lnTo>
                <a:lnTo>
                  <a:pt x="696617" y="47095"/>
                </a:lnTo>
                <a:lnTo>
                  <a:pt x="716835" y="105378"/>
                </a:lnTo>
                <a:lnTo>
                  <a:pt x="717380" y="105378"/>
                </a:lnTo>
                <a:lnTo>
                  <a:pt x="735410" y="47095"/>
                </a:lnTo>
                <a:lnTo>
                  <a:pt x="767100" y="47095"/>
                </a:lnTo>
                <a:lnTo>
                  <a:pt x="726487" y="151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T">
            <a:extLst xmlns:a="http://schemas.openxmlformats.org/drawingml/2006/main">
              <a:ext uri="{FF2B5EF4-FFF2-40B4-BE49-F238E27FC236}">
                <a16:creationId xmlns:a16="http://schemas.microsoft.com/office/drawing/2014/main" id="{05E69CFE-FF9E-4971-8A91-92D942A2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371" y="1594209"/>
            <a:ext cx="103997" cy="128950"/>
          </a:xfrm>
          <a:custGeom xmlns:a="http://schemas.openxmlformats.org/drawingml/2006/main">
            <a:pathLst>
              <a:path w="103997" h="128950">
                <a:moveTo>
                  <a:pt x="67571" y="26679"/>
                </a:moveTo>
                <a:lnTo>
                  <a:pt x="67571" y="128950"/>
                </a:lnTo>
                <a:lnTo>
                  <a:pt x="36426" y="128950"/>
                </a:lnTo>
                <a:lnTo>
                  <a:pt x="36426" y="26679"/>
                </a:lnTo>
                <a:lnTo>
                  <a:pt x="0" y="26679"/>
                </a:lnTo>
                <a:lnTo>
                  <a:pt x="0" y="0"/>
                </a:lnTo>
                <a:lnTo>
                  <a:pt x="103997" y="0"/>
                </a:lnTo>
                <a:lnTo>
                  <a:pt x="103997" y="26679"/>
                </a:lnTo>
                <a:lnTo>
                  <a:pt x="67571" y="266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esting">
            <a:extLst xmlns:a="http://schemas.openxmlformats.org/drawingml/2006/main">
              <a:ext uri="{FF2B5EF4-FFF2-40B4-BE49-F238E27FC236}">
                <a16:creationId xmlns:a16="http://schemas.microsoft.com/office/drawing/2014/main" id="{A7008192-F2E5-4D39-B58B-1225AFB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297" y="1587094"/>
            <a:ext cx="530730" cy="179819"/>
          </a:xfrm>
          <a:custGeom xmlns:a="http://schemas.openxmlformats.org/drawingml/2006/main">
            <a:pathLst>
              <a:path w="530730" h="179819">
                <a:moveTo>
                  <a:pt x="67024" y="80394"/>
                </a:moveTo>
                <a:cubicBezTo>
                  <a:pt x="67024" y="75671"/>
                  <a:pt x="65536" y="71616"/>
                  <a:pt x="62560" y="68227"/>
                </a:cubicBezTo>
                <a:cubicBezTo>
                  <a:pt x="59587" y="64836"/>
                  <a:pt x="55125" y="63141"/>
                  <a:pt x="49176" y="63141"/>
                </a:cubicBezTo>
                <a:cubicBezTo>
                  <a:pt x="46262" y="63141"/>
                  <a:pt x="43590" y="63595"/>
                  <a:pt x="41161" y="64503"/>
                </a:cubicBezTo>
                <a:cubicBezTo>
                  <a:pt x="38732" y="65411"/>
                  <a:pt x="36607" y="66652"/>
                  <a:pt x="34786" y="68227"/>
                </a:cubicBezTo>
                <a:cubicBezTo>
                  <a:pt x="32965" y="69800"/>
                  <a:pt x="31508" y="71646"/>
                  <a:pt x="30415" y="73766"/>
                </a:cubicBezTo>
                <a:cubicBezTo>
                  <a:pt x="29323" y="75883"/>
                  <a:pt x="28716" y="78093"/>
                  <a:pt x="28594" y="80394"/>
                </a:cubicBezTo>
                <a:lnTo>
                  <a:pt x="67024" y="80394"/>
                </a:lnTo>
                <a:moveTo>
                  <a:pt x="94526" y="91799"/>
                </a:moveTo>
                <a:cubicBezTo>
                  <a:pt x="94526" y="93011"/>
                  <a:pt x="94526" y="94224"/>
                  <a:pt x="94526" y="95437"/>
                </a:cubicBezTo>
                <a:cubicBezTo>
                  <a:pt x="94526" y="96649"/>
                  <a:pt x="94465" y="97800"/>
                  <a:pt x="94345" y="98892"/>
                </a:cubicBezTo>
                <a:lnTo>
                  <a:pt x="28594" y="98892"/>
                </a:lnTo>
                <a:cubicBezTo>
                  <a:pt x="28837" y="101435"/>
                  <a:pt x="29596" y="103737"/>
                  <a:pt x="30870" y="105795"/>
                </a:cubicBezTo>
                <a:cubicBezTo>
                  <a:pt x="32145" y="107853"/>
                  <a:pt x="33784" y="109639"/>
                  <a:pt x="35787" y="111153"/>
                </a:cubicBezTo>
                <a:cubicBezTo>
                  <a:pt x="37791" y="112667"/>
                  <a:pt x="40038" y="113848"/>
                  <a:pt x="42526" y="114696"/>
                </a:cubicBezTo>
                <a:cubicBezTo>
                  <a:pt x="45016" y="115543"/>
                  <a:pt x="47597" y="115966"/>
                  <a:pt x="50268" y="115966"/>
                </a:cubicBezTo>
                <a:cubicBezTo>
                  <a:pt x="55004" y="115966"/>
                  <a:pt x="59011" y="115086"/>
                  <a:pt x="62288" y="113326"/>
                </a:cubicBezTo>
                <a:cubicBezTo>
                  <a:pt x="65567" y="111564"/>
                  <a:pt x="68239" y="109287"/>
                  <a:pt x="70303" y="106495"/>
                </a:cubicBezTo>
                <a:lnTo>
                  <a:pt x="91066" y="119607"/>
                </a:lnTo>
                <a:cubicBezTo>
                  <a:pt x="86815" y="125799"/>
                  <a:pt x="81200" y="130564"/>
                  <a:pt x="74219" y="133903"/>
                </a:cubicBezTo>
                <a:cubicBezTo>
                  <a:pt x="67238" y="137241"/>
                  <a:pt x="59133" y="138911"/>
                  <a:pt x="49904" y="138911"/>
                </a:cubicBezTo>
                <a:cubicBezTo>
                  <a:pt x="43105" y="138911"/>
                  <a:pt x="36669" y="137850"/>
                  <a:pt x="30598" y="135729"/>
                </a:cubicBezTo>
                <a:cubicBezTo>
                  <a:pt x="24527" y="133605"/>
                  <a:pt x="19214" y="130513"/>
                  <a:pt x="14660" y="126452"/>
                </a:cubicBezTo>
                <a:cubicBezTo>
                  <a:pt x="10108" y="122389"/>
                  <a:pt x="6526" y="117387"/>
                  <a:pt x="3916" y="111445"/>
                </a:cubicBezTo>
                <a:cubicBezTo>
                  <a:pt x="1305" y="105503"/>
                  <a:pt x="0" y="98713"/>
                  <a:pt x="0" y="91074"/>
                </a:cubicBezTo>
                <a:cubicBezTo>
                  <a:pt x="0" y="83678"/>
                  <a:pt x="1275" y="76978"/>
                  <a:pt x="3824" y="70976"/>
                </a:cubicBezTo>
                <a:cubicBezTo>
                  <a:pt x="6373" y="64973"/>
                  <a:pt x="9833" y="59879"/>
                  <a:pt x="14204" y="55696"/>
                </a:cubicBezTo>
                <a:cubicBezTo>
                  <a:pt x="18576" y="51513"/>
                  <a:pt x="23737" y="48269"/>
                  <a:pt x="29686" y="45966"/>
                </a:cubicBezTo>
                <a:cubicBezTo>
                  <a:pt x="35637" y="43662"/>
                  <a:pt x="42073" y="42509"/>
                  <a:pt x="48993" y="42509"/>
                </a:cubicBezTo>
                <a:cubicBezTo>
                  <a:pt x="55672" y="42509"/>
                  <a:pt x="61804" y="43631"/>
                  <a:pt x="67388" y="45875"/>
                </a:cubicBezTo>
                <a:cubicBezTo>
                  <a:pt x="72974" y="48116"/>
                  <a:pt x="77770" y="51360"/>
                  <a:pt x="81775" y="55604"/>
                </a:cubicBezTo>
                <a:cubicBezTo>
                  <a:pt x="85783" y="59849"/>
                  <a:pt x="88909" y="65002"/>
                  <a:pt x="91155" y="71064"/>
                </a:cubicBezTo>
                <a:cubicBezTo>
                  <a:pt x="93402" y="77127"/>
                  <a:pt x="94526" y="84038"/>
                  <a:pt x="94526" y="91799"/>
                </a:cubicBezTo>
                <a:close/>
                <a:moveTo>
                  <a:pt x="166685" y="72226"/>
                </a:moveTo>
                <a:cubicBezTo>
                  <a:pt x="164258" y="69919"/>
                  <a:pt x="161405" y="67977"/>
                  <a:pt x="158126" y="66398"/>
                </a:cubicBezTo>
                <a:cubicBezTo>
                  <a:pt x="154848" y="64820"/>
                  <a:pt x="151387" y="64031"/>
                  <a:pt x="147743" y="64031"/>
                </a:cubicBezTo>
                <a:cubicBezTo>
                  <a:pt x="144951" y="64031"/>
                  <a:pt x="142371" y="64576"/>
                  <a:pt x="140003" y="65667"/>
                </a:cubicBezTo>
                <a:cubicBezTo>
                  <a:pt x="137635" y="66757"/>
                  <a:pt x="136451" y="68635"/>
                  <a:pt x="136451" y="71301"/>
                </a:cubicBezTo>
                <a:cubicBezTo>
                  <a:pt x="136451" y="73844"/>
                  <a:pt x="137757" y="75662"/>
                  <a:pt x="140367" y="76753"/>
                </a:cubicBezTo>
                <a:cubicBezTo>
                  <a:pt x="142978" y="77843"/>
                  <a:pt x="147197" y="79054"/>
                  <a:pt x="153026" y="80388"/>
                </a:cubicBezTo>
                <a:cubicBezTo>
                  <a:pt x="156426" y="81115"/>
                  <a:pt x="159855" y="82145"/>
                  <a:pt x="163314" y="83479"/>
                </a:cubicBezTo>
                <a:cubicBezTo>
                  <a:pt x="166775" y="84811"/>
                  <a:pt x="169902" y="86567"/>
                  <a:pt x="172694" y="88748"/>
                </a:cubicBezTo>
                <a:cubicBezTo>
                  <a:pt x="175488" y="90929"/>
                  <a:pt x="177734" y="93595"/>
                  <a:pt x="179433" y="96746"/>
                </a:cubicBezTo>
                <a:cubicBezTo>
                  <a:pt x="181134" y="99896"/>
                  <a:pt x="181984" y="103651"/>
                  <a:pt x="181984" y="108013"/>
                </a:cubicBezTo>
                <a:cubicBezTo>
                  <a:pt x="181984" y="113708"/>
                  <a:pt x="180831" y="118525"/>
                  <a:pt x="178524" y="122464"/>
                </a:cubicBezTo>
                <a:cubicBezTo>
                  <a:pt x="176218" y="126401"/>
                  <a:pt x="173212" y="129581"/>
                  <a:pt x="169509" y="132005"/>
                </a:cubicBezTo>
                <a:cubicBezTo>
                  <a:pt x="165805" y="134428"/>
                  <a:pt x="161647" y="136184"/>
                  <a:pt x="157033" y="137274"/>
                </a:cubicBezTo>
                <a:cubicBezTo>
                  <a:pt x="152420" y="138365"/>
                  <a:pt x="147806" y="138911"/>
                  <a:pt x="143191" y="138911"/>
                </a:cubicBezTo>
                <a:cubicBezTo>
                  <a:pt x="135785" y="138911"/>
                  <a:pt x="128531" y="137726"/>
                  <a:pt x="121428" y="135356"/>
                </a:cubicBezTo>
                <a:cubicBezTo>
                  <a:pt x="114324" y="132985"/>
                  <a:pt x="108405" y="129489"/>
                  <a:pt x="103669" y="124868"/>
                </a:cubicBezTo>
                <a:lnTo>
                  <a:pt x="120424" y="107190"/>
                </a:lnTo>
                <a:cubicBezTo>
                  <a:pt x="123096" y="110104"/>
                  <a:pt x="126374" y="112533"/>
                  <a:pt x="130260" y="114477"/>
                </a:cubicBezTo>
                <a:cubicBezTo>
                  <a:pt x="134145" y="116419"/>
                  <a:pt x="138274" y="117389"/>
                  <a:pt x="142646" y="117389"/>
                </a:cubicBezTo>
                <a:cubicBezTo>
                  <a:pt x="145073" y="117389"/>
                  <a:pt x="147471" y="116814"/>
                  <a:pt x="149838" y="115664"/>
                </a:cubicBezTo>
                <a:cubicBezTo>
                  <a:pt x="152206" y="114511"/>
                  <a:pt x="153390" y="112481"/>
                  <a:pt x="153390" y="109574"/>
                </a:cubicBezTo>
                <a:cubicBezTo>
                  <a:pt x="153390" y="106788"/>
                  <a:pt x="151933" y="104729"/>
                  <a:pt x="149019" y="103397"/>
                </a:cubicBezTo>
                <a:cubicBezTo>
                  <a:pt x="146104" y="102063"/>
                  <a:pt x="141551" y="100668"/>
                  <a:pt x="135359" y="99214"/>
                </a:cubicBezTo>
                <a:cubicBezTo>
                  <a:pt x="132202" y="98488"/>
                  <a:pt x="129045" y="97519"/>
                  <a:pt x="125888" y="96307"/>
                </a:cubicBezTo>
                <a:cubicBezTo>
                  <a:pt x="122731" y="95095"/>
                  <a:pt x="119907" y="93459"/>
                  <a:pt x="117417" y="91399"/>
                </a:cubicBezTo>
                <a:cubicBezTo>
                  <a:pt x="114929" y="89339"/>
                  <a:pt x="112896" y="86794"/>
                  <a:pt x="111317" y="83765"/>
                </a:cubicBezTo>
                <a:cubicBezTo>
                  <a:pt x="109739" y="80736"/>
                  <a:pt x="108949" y="77101"/>
                  <a:pt x="108949" y="72860"/>
                </a:cubicBezTo>
                <a:cubicBezTo>
                  <a:pt x="108949" y="67409"/>
                  <a:pt x="110103" y="62775"/>
                  <a:pt x="112409" y="58959"/>
                </a:cubicBezTo>
                <a:cubicBezTo>
                  <a:pt x="114716" y="55140"/>
                  <a:pt x="117691" y="52020"/>
                  <a:pt x="121333" y="49599"/>
                </a:cubicBezTo>
                <a:cubicBezTo>
                  <a:pt x="124977" y="47175"/>
                  <a:pt x="129015" y="45388"/>
                  <a:pt x="133447" y="44238"/>
                </a:cubicBezTo>
                <a:cubicBezTo>
                  <a:pt x="137879" y="43085"/>
                  <a:pt x="142280" y="42509"/>
                  <a:pt x="146651" y="42509"/>
                </a:cubicBezTo>
                <a:cubicBezTo>
                  <a:pt x="153452" y="42509"/>
                  <a:pt x="160101" y="43574"/>
                  <a:pt x="166596" y="45702"/>
                </a:cubicBezTo>
                <a:cubicBezTo>
                  <a:pt x="173092" y="47829"/>
                  <a:pt x="178586" y="51021"/>
                  <a:pt x="183079" y="55276"/>
                </a:cubicBezTo>
                <a:lnTo>
                  <a:pt x="166685" y="72226"/>
                </a:lnTo>
                <a:close/>
                <a:moveTo>
                  <a:pt x="231744" y="67588"/>
                </a:moveTo>
                <a:lnTo>
                  <a:pt x="231744" y="102290"/>
                </a:lnTo>
                <a:cubicBezTo>
                  <a:pt x="231744" y="106554"/>
                  <a:pt x="232563" y="109751"/>
                  <a:pt x="234201" y="111881"/>
                </a:cubicBezTo>
                <a:cubicBezTo>
                  <a:pt x="235841" y="114012"/>
                  <a:pt x="238786" y="115077"/>
                  <a:pt x="243036" y="115077"/>
                </a:cubicBezTo>
                <a:cubicBezTo>
                  <a:pt x="244492" y="115077"/>
                  <a:pt x="246040" y="114956"/>
                  <a:pt x="247680" y="114713"/>
                </a:cubicBezTo>
                <a:cubicBezTo>
                  <a:pt x="249319" y="114470"/>
                  <a:pt x="250686" y="114107"/>
                  <a:pt x="251779" y="113624"/>
                </a:cubicBezTo>
                <a:lnTo>
                  <a:pt x="252143" y="135467"/>
                </a:lnTo>
                <a:cubicBezTo>
                  <a:pt x="250079" y="136196"/>
                  <a:pt x="247469" y="136833"/>
                  <a:pt x="244312" y="137379"/>
                </a:cubicBezTo>
                <a:cubicBezTo>
                  <a:pt x="241154" y="137926"/>
                  <a:pt x="237997" y="138199"/>
                  <a:pt x="234840" y="138199"/>
                </a:cubicBezTo>
                <a:cubicBezTo>
                  <a:pt x="228769" y="138199"/>
                  <a:pt x="223669" y="137440"/>
                  <a:pt x="219541" y="135920"/>
                </a:cubicBezTo>
                <a:cubicBezTo>
                  <a:pt x="215413" y="134399"/>
                  <a:pt x="212104" y="132209"/>
                  <a:pt x="209614" y="129351"/>
                </a:cubicBezTo>
                <a:cubicBezTo>
                  <a:pt x="207126" y="126492"/>
                  <a:pt x="205336" y="123086"/>
                  <a:pt x="204242" y="119132"/>
                </a:cubicBezTo>
                <a:cubicBezTo>
                  <a:pt x="203149" y="115178"/>
                  <a:pt x="202603" y="110769"/>
                  <a:pt x="202603" y="105903"/>
                </a:cubicBezTo>
                <a:lnTo>
                  <a:pt x="202603" y="67588"/>
                </a:lnTo>
                <a:lnTo>
                  <a:pt x="188032" y="67588"/>
                </a:lnTo>
                <a:lnTo>
                  <a:pt x="188032" y="45355"/>
                </a:lnTo>
                <a:lnTo>
                  <a:pt x="202419" y="45355"/>
                </a:lnTo>
                <a:lnTo>
                  <a:pt x="202419" y="21496"/>
                </a:lnTo>
                <a:lnTo>
                  <a:pt x="231744" y="21496"/>
                </a:lnTo>
                <a:lnTo>
                  <a:pt x="231744" y="45355"/>
                </a:lnTo>
                <a:lnTo>
                  <a:pt x="253052" y="45355"/>
                </a:lnTo>
                <a:lnTo>
                  <a:pt x="253052" y="67588"/>
                </a:lnTo>
                <a:lnTo>
                  <a:pt x="231744" y="67588"/>
                </a:lnTo>
                <a:close/>
                <a:moveTo>
                  <a:pt x="300080" y="16363"/>
                </a:moveTo>
                <a:cubicBezTo>
                  <a:pt x="300080" y="18666"/>
                  <a:pt x="299624" y="20818"/>
                  <a:pt x="298713" y="22819"/>
                </a:cubicBezTo>
                <a:cubicBezTo>
                  <a:pt x="297803" y="24818"/>
                  <a:pt x="296590" y="26545"/>
                  <a:pt x="295072" y="27999"/>
                </a:cubicBezTo>
                <a:cubicBezTo>
                  <a:pt x="293555" y="29454"/>
                  <a:pt x="291734" y="30605"/>
                  <a:pt x="289608" y="31454"/>
                </a:cubicBezTo>
                <a:cubicBezTo>
                  <a:pt x="287483" y="32302"/>
                  <a:pt x="285267" y="32727"/>
                  <a:pt x="282958" y="32727"/>
                </a:cubicBezTo>
                <a:cubicBezTo>
                  <a:pt x="278102" y="32727"/>
                  <a:pt x="274034" y="31121"/>
                  <a:pt x="270755" y="27911"/>
                </a:cubicBezTo>
                <a:cubicBezTo>
                  <a:pt x="267478" y="24698"/>
                  <a:pt x="265839" y="20849"/>
                  <a:pt x="265839" y="16363"/>
                </a:cubicBezTo>
                <a:cubicBezTo>
                  <a:pt x="265839" y="14181"/>
                  <a:pt x="266264" y="12090"/>
                  <a:pt x="267114" y="10091"/>
                </a:cubicBezTo>
                <a:cubicBezTo>
                  <a:pt x="267965" y="8090"/>
                  <a:pt x="269178" y="6362"/>
                  <a:pt x="270755" y="4908"/>
                </a:cubicBezTo>
                <a:cubicBezTo>
                  <a:pt x="272334" y="3454"/>
                  <a:pt x="274155" y="2272"/>
                  <a:pt x="276219" y="1365"/>
                </a:cubicBezTo>
                <a:cubicBezTo>
                  <a:pt x="278285" y="455"/>
                  <a:pt x="280531" y="0"/>
                  <a:pt x="282958" y="0"/>
                </a:cubicBezTo>
                <a:cubicBezTo>
                  <a:pt x="285267" y="0"/>
                  <a:pt x="287483" y="424"/>
                  <a:pt x="289608" y="1273"/>
                </a:cubicBezTo>
                <a:cubicBezTo>
                  <a:pt x="291734" y="2121"/>
                  <a:pt x="293555" y="3273"/>
                  <a:pt x="295072" y="4727"/>
                </a:cubicBezTo>
                <a:cubicBezTo>
                  <a:pt x="296590" y="6182"/>
                  <a:pt x="297803" y="7909"/>
                  <a:pt x="298713" y="9910"/>
                </a:cubicBezTo>
                <a:cubicBezTo>
                  <a:pt x="299624" y="11909"/>
                  <a:pt x="300080" y="14060"/>
                  <a:pt x="300080" y="16363"/>
                </a:cubicBezTo>
                <a:moveTo>
                  <a:pt x="268023" y="136065"/>
                </a:moveTo>
                <a:lnTo>
                  <a:pt x="268023" y="45363"/>
                </a:lnTo>
                <a:lnTo>
                  <a:pt x="297893" y="45363"/>
                </a:lnTo>
                <a:lnTo>
                  <a:pt x="297893" y="136065"/>
                </a:lnTo>
                <a:lnTo>
                  <a:pt x="268023" y="136065"/>
                </a:lnTo>
                <a:close/>
                <a:moveTo>
                  <a:pt x="381529" y="136065"/>
                </a:moveTo>
                <a:lnTo>
                  <a:pt x="381529" y="86530"/>
                </a:lnTo>
                <a:cubicBezTo>
                  <a:pt x="381529" y="83981"/>
                  <a:pt x="381316" y="81553"/>
                  <a:pt x="380890" y="79246"/>
                </a:cubicBezTo>
                <a:cubicBezTo>
                  <a:pt x="380466" y="76939"/>
                  <a:pt x="379768" y="74906"/>
                  <a:pt x="378798" y="73146"/>
                </a:cubicBezTo>
                <a:cubicBezTo>
                  <a:pt x="377827" y="71386"/>
                  <a:pt x="376460" y="69990"/>
                  <a:pt x="374698" y="68958"/>
                </a:cubicBezTo>
                <a:cubicBezTo>
                  <a:pt x="372938" y="67926"/>
                  <a:pt x="370722" y="67410"/>
                  <a:pt x="368051" y="67410"/>
                </a:cubicBezTo>
                <a:cubicBezTo>
                  <a:pt x="365379" y="67410"/>
                  <a:pt x="363042" y="67926"/>
                  <a:pt x="361039" y="68958"/>
                </a:cubicBezTo>
                <a:cubicBezTo>
                  <a:pt x="359036" y="69990"/>
                  <a:pt x="357367" y="71416"/>
                  <a:pt x="356031" y="73238"/>
                </a:cubicBezTo>
                <a:cubicBezTo>
                  <a:pt x="354695" y="75059"/>
                  <a:pt x="353693" y="77153"/>
                  <a:pt x="353024" y="79521"/>
                </a:cubicBezTo>
                <a:cubicBezTo>
                  <a:pt x="352357" y="81887"/>
                  <a:pt x="352024" y="84345"/>
                  <a:pt x="352024" y="86894"/>
                </a:cubicBezTo>
                <a:lnTo>
                  <a:pt x="352024" y="136065"/>
                </a:lnTo>
                <a:lnTo>
                  <a:pt x="321970" y="136065"/>
                </a:lnTo>
                <a:lnTo>
                  <a:pt x="321970" y="45388"/>
                </a:lnTo>
                <a:lnTo>
                  <a:pt x="350931" y="45388"/>
                </a:lnTo>
                <a:lnTo>
                  <a:pt x="350931" y="57955"/>
                </a:lnTo>
                <a:lnTo>
                  <a:pt x="351296" y="57955"/>
                </a:lnTo>
                <a:cubicBezTo>
                  <a:pt x="352389" y="56016"/>
                  <a:pt x="353815" y="54106"/>
                  <a:pt x="355575" y="52228"/>
                </a:cubicBezTo>
                <a:cubicBezTo>
                  <a:pt x="357335" y="50349"/>
                  <a:pt x="359399" y="48744"/>
                  <a:pt x="361767" y="47412"/>
                </a:cubicBezTo>
                <a:cubicBezTo>
                  <a:pt x="364135" y="46078"/>
                  <a:pt x="366715" y="44986"/>
                  <a:pt x="369507" y="44138"/>
                </a:cubicBezTo>
                <a:cubicBezTo>
                  <a:pt x="372301" y="43289"/>
                  <a:pt x="375276" y="42865"/>
                  <a:pt x="378433" y="42865"/>
                </a:cubicBezTo>
                <a:cubicBezTo>
                  <a:pt x="384503" y="42865"/>
                  <a:pt x="389663" y="43957"/>
                  <a:pt x="393913" y="46141"/>
                </a:cubicBezTo>
                <a:cubicBezTo>
                  <a:pt x="398163" y="48326"/>
                  <a:pt x="401594" y="51148"/>
                  <a:pt x="404204" y="54607"/>
                </a:cubicBezTo>
                <a:cubicBezTo>
                  <a:pt x="406815" y="58064"/>
                  <a:pt x="408696" y="62038"/>
                  <a:pt x="409848" y="66529"/>
                </a:cubicBezTo>
                <a:cubicBezTo>
                  <a:pt x="411003" y="71018"/>
                  <a:pt x="411580" y="75508"/>
                  <a:pt x="411580" y="79999"/>
                </a:cubicBezTo>
                <a:lnTo>
                  <a:pt x="411580" y="136065"/>
                </a:lnTo>
                <a:lnTo>
                  <a:pt x="381529" y="136065"/>
                </a:lnTo>
                <a:close/>
                <a:moveTo>
                  <a:pt x="530730" y="127541"/>
                </a:moveTo>
                <a:cubicBezTo>
                  <a:pt x="530730" y="136407"/>
                  <a:pt x="529455" y="144118"/>
                  <a:pt x="526906" y="150675"/>
                </a:cubicBezTo>
                <a:cubicBezTo>
                  <a:pt x="524356" y="157231"/>
                  <a:pt x="520774" y="162666"/>
                  <a:pt x="516159" y="166977"/>
                </a:cubicBezTo>
                <a:cubicBezTo>
                  <a:pt x="511545" y="171288"/>
                  <a:pt x="505930" y="174506"/>
                  <a:pt x="499312" y="176631"/>
                </a:cubicBezTo>
                <a:cubicBezTo>
                  <a:pt x="492694" y="178757"/>
                  <a:pt x="485378" y="179819"/>
                  <a:pt x="477365" y="179819"/>
                </a:cubicBezTo>
                <a:cubicBezTo>
                  <a:pt x="469352" y="179819"/>
                  <a:pt x="461126" y="178607"/>
                  <a:pt x="452687" y="176181"/>
                </a:cubicBezTo>
                <a:cubicBezTo>
                  <a:pt x="444248" y="173756"/>
                  <a:pt x="436932" y="170240"/>
                  <a:pt x="430740" y="165632"/>
                </a:cubicBezTo>
                <a:lnTo>
                  <a:pt x="445675" y="144333"/>
                </a:lnTo>
                <a:cubicBezTo>
                  <a:pt x="450046" y="148218"/>
                  <a:pt x="454872" y="151102"/>
                  <a:pt x="460154" y="152984"/>
                </a:cubicBezTo>
                <a:cubicBezTo>
                  <a:pt x="465436" y="154866"/>
                  <a:pt x="470627" y="155808"/>
                  <a:pt x="475726" y="155808"/>
                </a:cubicBezTo>
                <a:cubicBezTo>
                  <a:pt x="484469" y="155808"/>
                  <a:pt x="490935" y="153495"/>
                  <a:pt x="495124" y="148868"/>
                </a:cubicBezTo>
                <a:cubicBezTo>
                  <a:pt x="499313" y="144242"/>
                  <a:pt x="501407" y="138094"/>
                  <a:pt x="501407" y="130423"/>
                </a:cubicBezTo>
                <a:lnTo>
                  <a:pt x="501407" y="124946"/>
                </a:lnTo>
                <a:lnTo>
                  <a:pt x="500860" y="124946"/>
                </a:lnTo>
                <a:cubicBezTo>
                  <a:pt x="498068" y="128584"/>
                  <a:pt x="494304" y="131496"/>
                  <a:pt x="489568" y="133680"/>
                </a:cubicBezTo>
                <a:cubicBezTo>
                  <a:pt x="484833" y="135863"/>
                  <a:pt x="479429" y="136954"/>
                  <a:pt x="473358" y="136954"/>
                </a:cubicBezTo>
                <a:cubicBezTo>
                  <a:pt x="466438" y="136954"/>
                  <a:pt x="460306" y="135711"/>
                  <a:pt x="454963" y="133225"/>
                </a:cubicBezTo>
                <a:cubicBezTo>
                  <a:pt x="449621" y="130736"/>
                  <a:pt x="445099" y="127369"/>
                  <a:pt x="441395" y="123123"/>
                </a:cubicBezTo>
                <a:cubicBezTo>
                  <a:pt x="437692" y="118876"/>
                  <a:pt x="434868" y="113932"/>
                  <a:pt x="432925" y="108291"/>
                </a:cubicBezTo>
                <a:cubicBezTo>
                  <a:pt x="430983" y="102649"/>
                  <a:pt x="430012" y="96674"/>
                  <a:pt x="430012" y="90365"/>
                </a:cubicBezTo>
                <a:cubicBezTo>
                  <a:pt x="430012" y="84055"/>
                  <a:pt x="430983" y="78049"/>
                  <a:pt x="432925" y="72348"/>
                </a:cubicBezTo>
                <a:cubicBezTo>
                  <a:pt x="434868" y="66646"/>
                  <a:pt x="437692" y="61611"/>
                  <a:pt x="441395" y="57244"/>
                </a:cubicBezTo>
                <a:cubicBezTo>
                  <a:pt x="445099" y="52875"/>
                  <a:pt x="449621" y="49387"/>
                  <a:pt x="454963" y="46778"/>
                </a:cubicBezTo>
                <a:cubicBezTo>
                  <a:pt x="460306" y="44169"/>
                  <a:pt x="466378" y="42865"/>
                  <a:pt x="473177" y="42865"/>
                </a:cubicBezTo>
                <a:cubicBezTo>
                  <a:pt x="478884" y="42865"/>
                  <a:pt x="484347" y="44017"/>
                  <a:pt x="489568" y="46322"/>
                </a:cubicBezTo>
                <a:cubicBezTo>
                  <a:pt x="494789" y="48625"/>
                  <a:pt x="498978" y="52201"/>
                  <a:pt x="502135" y="57049"/>
                </a:cubicBezTo>
                <a:lnTo>
                  <a:pt x="502499" y="57049"/>
                </a:lnTo>
                <a:lnTo>
                  <a:pt x="502499" y="45394"/>
                </a:lnTo>
                <a:lnTo>
                  <a:pt x="530730" y="45394"/>
                </a:lnTo>
                <a:lnTo>
                  <a:pt x="530730" y="127541"/>
                </a:lnTo>
                <a:moveTo>
                  <a:pt x="502319" y="90174"/>
                </a:moveTo>
                <a:cubicBezTo>
                  <a:pt x="502319" y="87139"/>
                  <a:pt x="501803" y="84225"/>
                  <a:pt x="500771" y="81433"/>
                </a:cubicBezTo>
                <a:cubicBezTo>
                  <a:pt x="499739" y="78641"/>
                  <a:pt x="498251" y="76184"/>
                  <a:pt x="496308" y="74060"/>
                </a:cubicBezTo>
                <a:cubicBezTo>
                  <a:pt x="494366" y="71935"/>
                  <a:pt x="492059" y="70266"/>
                  <a:pt x="489388" y="69052"/>
                </a:cubicBezTo>
                <a:cubicBezTo>
                  <a:pt x="486716" y="67839"/>
                  <a:pt x="483680" y="67232"/>
                  <a:pt x="480280" y="67232"/>
                </a:cubicBezTo>
                <a:cubicBezTo>
                  <a:pt x="476881" y="67232"/>
                  <a:pt x="473876" y="67839"/>
                  <a:pt x="471265" y="69052"/>
                </a:cubicBezTo>
                <a:cubicBezTo>
                  <a:pt x="468655" y="70266"/>
                  <a:pt x="466439" y="71905"/>
                  <a:pt x="464617" y="73969"/>
                </a:cubicBezTo>
                <a:cubicBezTo>
                  <a:pt x="462796" y="76033"/>
                  <a:pt x="461399" y="78461"/>
                  <a:pt x="460427" y="81253"/>
                </a:cubicBezTo>
                <a:cubicBezTo>
                  <a:pt x="459456" y="84045"/>
                  <a:pt x="458970" y="87018"/>
                  <a:pt x="458970" y="90174"/>
                </a:cubicBezTo>
                <a:cubicBezTo>
                  <a:pt x="458970" y="93208"/>
                  <a:pt x="459456" y="96122"/>
                  <a:pt x="460427" y="98914"/>
                </a:cubicBezTo>
                <a:cubicBezTo>
                  <a:pt x="461399" y="101706"/>
                  <a:pt x="462796" y="104165"/>
                  <a:pt x="464617" y="106290"/>
                </a:cubicBezTo>
                <a:cubicBezTo>
                  <a:pt x="466439" y="108413"/>
                  <a:pt x="468655" y="110112"/>
                  <a:pt x="471265" y="111386"/>
                </a:cubicBezTo>
                <a:cubicBezTo>
                  <a:pt x="473876" y="112661"/>
                  <a:pt x="476881" y="113298"/>
                  <a:pt x="480280" y="113298"/>
                </a:cubicBezTo>
                <a:cubicBezTo>
                  <a:pt x="483680" y="113298"/>
                  <a:pt x="486746" y="112661"/>
                  <a:pt x="489477" y="111386"/>
                </a:cubicBezTo>
                <a:cubicBezTo>
                  <a:pt x="492209" y="110112"/>
                  <a:pt x="494517" y="108443"/>
                  <a:pt x="496399" y="106381"/>
                </a:cubicBezTo>
                <a:cubicBezTo>
                  <a:pt x="498282" y="104317"/>
                  <a:pt x="499739" y="101889"/>
                  <a:pt x="500771" y="99097"/>
                </a:cubicBezTo>
                <a:cubicBezTo>
                  <a:pt x="501803" y="96305"/>
                  <a:pt x="502319" y="93331"/>
                  <a:pt x="502319" y="901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5942C-DAAB-4DEC-8E2D-BF3A8200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21" y="625436"/>
            <a:ext cx="1460755" cy="660227"/>
          </a:xfrm>
          <a:custGeom xmlns:a="http://schemas.openxmlformats.org/drawingml/2006/main">
            <a:pathLst>
              <a:path w="1460755" h="660227">
                <a:moveTo>
                  <a:pt x="1460755" y="18500"/>
                </a:moveTo>
                <a:lnTo>
                  <a:pt x="1452554" y="0"/>
                </a:lnTo>
                <a:lnTo>
                  <a:pt x="58801" y="617848"/>
                </a:lnTo>
                <a:lnTo>
                  <a:pt x="71999" y="567725"/>
                </a:lnTo>
                <a:lnTo>
                  <a:pt x="0" y="654982"/>
                </a:lnTo>
                <a:lnTo>
                  <a:pt x="113005" y="660227"/>
                </a:lnTo>
                <a:lnTo>
                  <a:pt x="67002" y="636348"/>
                </a:lnTo>
                <a:lnTo>
                  <a:pt x="1460755" y="18500"/>
                </a:lnTo>
                <a:close/>
                <a:moveTo>
                  <a:pt x="55504" y="630380"/>
                </a:moveTo>
                <a:lnTo>
                  <a:pt x="55501" y="630379"/>
                </a:lnTo>
                <a:lnTo>
                  <a:pt x="55502" y="630376"/>
                </a:lnTo>
                <a:lnTo>
                  <a:pt x="55504" y="6303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Usabilit">
            <a:extLst xmlns:a="http://schemas.openxmlformats.org/drawingml/2006/main">
              <a:ext uri="{FF2B5EF4-FFF2-40B4-BE49-F238E27FC236}">
                <a16:creationId xmlns:a16="http://schemas.microsoft.com/office/drawing/2014/main" id="{95391BED-EB9D-4585-8A55-5C0AB88A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15" y="1888940"/>
            <a:ext cx="600924" cy="140973"/>
          </a:xfrm>
          <a:custGeom xmlns:a="http://schemas.openxmlformats.org/drawingml/2006/main">
            <a:pathLst>
              <a:path w="600924" h="140973">
                <a:moveTo>
                  <a:pt x="42620" y="140973"/>
                </a:moveTo>
                <a:cubicBezTo>
                  <a:pt x="34848" y="140973"/>
                  <a:pt x="28261" y="139820"/>
                  <a:pt x="22858" y="137516"/>
                </a:cubicBezTo>
                <a:cubicBezTo>
                  <a:pt x="17456" y="135209"/>
                  <a:pt x="13054" y="132206"/>
                  <a:pt x="9655" y="128506"/>
                </a:cubicBezTo>
                <a:cubicBezTo>
                  <a:pt x="6255" y="124804"/>
                  <a:pt x="3795" y="120617"/>
                  <a:pt x="2276" y="115944"/>
                </a:cubicBezTo>
                <a:cubicBezTo>
                  <a:pt x="759" y="111272"/>
                  <a:pt x="0" y="106569"/>
                  <a:pt x="0" y="101837"/>
                </a:cubicBezTo>
                <a:cubicBezTo>
                  <a:pt x="0" y="97589"/>
                  <a:pt x="364" y="93523"/>
                  <a:pt x="1092" y="89640"/>
                </a:cubicBezTo>
                <a:lnTo>
                  <a:pt x="15299" y="8821"/>
                </a:lnTo>
                <a:lnTo>
                  <a:pt x="28230" y="8821"/>
                </a:lnTo>
                <a:lnTo>
                  <a:pt x="14207" y="88120"/>
                </a:lnTo>
                <a:cubicBezTo>
                  <a:pt x="13479" y="92001"/>
                  <a:pt x="13115" y="95700"/>
                  <a:pt x="13115" y="99217"/>
                </a:cubicBezTo>
                <a:cubicBezTo>
                  <a:pt x="13115" y="103339"/>
                  <a:pt x="13631" y="107219"/>
                  <a:pt x="14663" y="110856"/>
                </a:cubicBezTo>
                <a:cubicBezTo>
                  <a:pt x="15695" y="114493"/>
                  <a:pt x="17394" y="117706"/>
                  <a:pt x="19762" y="120496"/>
                </a:cubicBezTo>
                <a:cubicBezTo>
                  <a:pt x="22130" y="123285"/>
                  <a:pt x="25226" y="125498"/>
                  <a:pt x="29050" y="127136"/>
                </a:cubicBezTo>
                <a:cubicBezTo>
                  <a:pt x="32876" y="128772"/>
                  <a:pt x="37642" y="129590"/>
                  <a:pt x="43348" y="129590"/>
                </a:cubicBezTo>
                <a:cubicBezTo>
                  <a:pt x="50148" y="129590"/>
                  <a:pt x="55945" y="128469"/>
                  <a:pt x="60740" y="126227"/>
                </a:cubicBezTo>
                <a:cubicBezTo>
                  <a:pt x="65537" y="123983"/>
                  <a:pt x="69544" y="120951"/>
                  <a:pt x="72762" y="117131"/>
                </a:cubicBezTo>
                <a:cubicBezTo>
                  <a:pt x="75981" y="113311"/>
                  <a:pt x="78530" y="108884"/>
                  <a:pt x="80411" y="103852"/>
                </a:cubicBezTo>
                <a:cubicBezTo>
                  <a:pt x="82293" y="98820"/>
                  <a:pt x="83721" y="93576"/>
                  <a:pt x="84693" y="88120"/>
                </a:cubicBezTo>
                <a:lnTo>
                  <a:pt x="98717" y="8821"/>
                </a:lnTo>
                <a:lnTo>
                  <a:pt x="111648" y="8821"/>
                </a:lnTo>
                <a:lnTo>
                  <a:pt x="97441" y="89640"/>
                </a:lnTo>
                <a:cubicBezTo>
                  <a:pt x="96470" y="94980"/>
                  <a:pt x="94861" y="100654"/>
                  <a:pt x="92614" y="106662"/>
                </a:cubicBezTo>
                <a:cubicBezTo>
                  <a:pt x="90368" y="112669"/>
                  <a:pt x="87151" y="118220"/>
                  <a:pt x="82962" y="123317"/>
                </a:cubicBezTo>
                <a:cubicBezTo>
                  <a:pt x="78773" y="128414"/>
                  <a:pt x="73400" y="132631"/>
                  <a:pt x="66843" y="135968"/>
                </a:cubicBezTo>
                <a:cubicBezTo>
                  <a:pt x="60286" y="139304"/>
                  <a:pt x="52212" y="140973"/>
                  <a:pt x="42620" y="140973"/>
                </a:cubicBezTo>
                <a:close/>
                <a:moveTo>
                  <a:pt x="179455" y="71145"/>
                </a:moveTo>
                <a:cubicBezTo>
                  <a:pt x="177755" y="67988"/>
                  <a:pt x="175204" y="65408"/>
                  <a:pt x="171805" y="63405"/>
                </a:cubicBezTo>
                <a:cubicBezTo>
                  <a:pt x="168405" y="61402"/>
                  <a:pt x="164337" y="60401"/>
                  <a:pt x="159601" y="60401"/>
                </a:cubicBezTo>
                <a:cubicBezTo>
                  <a:pt x="157417" y="60401"/>
                  <a:pt x="155141" y="60645"/>
                  <a:pt x="152773" y="61132"/>
                </a:cubicBezTo>
                <a:cubicBezTo>
                  <a:pt x="150405" y="61617"/>
                  <a:pt x="148219" y="62408"/>
                  <a:pt x="146215" y="63503"/>
                </a:cubicBezTo>
                <a:cubicBezTo>
                  <a:pt x="144212" y="64596"/>
                  <a:pt x="142573" y="66024"/>
                  <a:pt x="141298" y="67788"/>
                </a:cubicBezTo>
                <a:cubicBezTo>
                  <a:pt x="140024" y="69550"/>
                  <a:pt x="139386" y="71707"/>
                  <a:pt x="139386" y="74260"/>
                </a:cubicBezTo>
                <a:cubicBezTo>
                  <a:pt x="139386" y="76569"/>
                  <a:pt x="139781" y="78453"/>
                  <a:pt x="140570" y="79913"/>
                </a:cubicBezTo>
                <a:cubicBezTo>
                  <a:pt x="141359" y="81371"/>
                  <a:pt x="142482" y="82617"/>
                  <a:pt x="143938" y="83651"/>
                </a:cubicBezTo>
                <a:cubicBezTo>
                  <a:pt x="145397" y="84685"/>
                  <a:pt x="147158" y="85597"/>
                  <a:pt x="149222" y="86388"/>
                </a:cubicBezTo>
                <a:cubicBezTo>
                  <a:pt x="151285" y="87178"/>
                  <a:pt x="153653" y="87936"/>
                  <a:pt x="156325" y="88665"/>
                </a:cubicBezTo>
                <a:cubicBezTo>
                  <a:pt x="164703" y="91097"/>
                  <a:pt x="171077" y="94167"/>
                  <a:pt x="175448" y="97874"/>
                </a:cubicBezTo>
                <a:cubicBezTo>
                  <a:pt x="179819" y="101582"/>
                  <a:pt x="182004" y="106839"/>
                  <a:pt x="182004" y="113646"/>
                </a:cubicBezTo>
                <a:cubicBezTo>
                  <a:pt x="182004" y="118267"/>
                  <a:pt x="180972" y="122249"/>
                  <a:pt x="178908" y="125593"/>
                </a:cubicBezTo>
                <a:cubicBezTo>
                  <a:pt x="176844" y="128936"/>
                  <a:pt x="174233" y="131670"/>
                  <a:pt x="171076" y="133797"/>
                </a:cubicBezTo>
                <a:cubicBezTo>
                  <a:pt x="167919" y="135924"/>
                  <a:pt x="164398" y="137474"/>
                  <a:pt x="160513" y="138447"/>
                </a:cubicBezTo>
                <a:cubicBezTo>
                  <a:pt x="156628" y="139419"/>
                  <a:pt x="152803" y="139906"/>
                  <a:pt x="149038" y="139906"/>
                </a:cubicBezTo>
                <a:cubicBezTo>
                  <a:pt x="141875" y="139906"/>
                  <a:pt x="135167" y="138579"/>
                  <a:pt x="128912" y="135926"/>
                </a:cubicBezTo>
                <a:cubicBezTo>
                  <a:pt x="122659" y="133271"/>
                  <a:pt x="117772" y="129216"/>
                  <a:pt x="114252" y="123762"/>
                </a:cubicBezTo>
                <a:lnTo>
                  <a:pt x="124815" y="116839"/>
                </a:lnTo>
                <a:cubicBezTo>
                  <a:pt x="126879" y="120361"/>
                  <a:pt x="129975" y="123367"/>
                  <a:pt x="134103" y="125857"/>
                </a:cubicBezTo>
                <a:cubicBezTo>
                  <a:pt x="138233" y="128345"/>
                  <a:pt x="143030" y="129590"/>
                  <a:pt x="148493" y="129590"/>
                </a:cubicBezTo>
                <a:cubicBezTo>
                  <a:pt x="151163" y="129590"/>
                  <a:pt x="153773" y="129316"/>
                  <a:pt x="156322" y="128770"/>
                </a:cubicBezTo>
                <a:cubicBezTo>
                  <a:pt x="158873" y="128221"/>
                  <a:pt x="161150" y="127370"/>
                  <a:pt x="163153" y="126216"/>
                </a:cubicBezTo>
                <a:cubicBezTo>
                  <a:pt x="165158" y="125062"/>
                  <a:pt x="166767" y="123542"/>
                  <a:pt x="167980" y="121658"/>
                </a:cubicBezTo>
                <a:cubicBezTo>
                  <a:pt x="169194" y="119774"/>
                  <a:pt x="169801" y="117555"/>
                  <a:pt x="169801" y="115002"/>
                </a:cubicBezTo>
                <a:cubicBezTo>
                  <a:pt x="169801" y="110504"/>
                  <a:pt x="168009" y="107070"/>
                  <a:pt x="164426" y="104700"/>
                </a:cubicBezTo>
                <a:cubicBezTo>
                  <a:pt x="160845" y="102328"/>
                  <a:pt x="155715" y="100048"/>
                  <a:pt x="149038" y="97858"/>
                </a:cubicBezTo>
                <a:cubicBezTo>
                  <a:pt x="146489" y="97007"/>
                  <a:pt x="143938" y="96036"/>
                  <a:pt x="141387" y="94943"/>
                </a:cubicBezTo>
                <a:cubicBezTo>
                  <a:pt x="138838" y="93848"/>
                  <a:pt x="136531" y="92419"/>
                  <a:pt x="134467" y="90657"/>
                </a:cubicBezTo>
                <a:cubicBezTo>
                  <a:pt x="132403" y="88893"/>
                  <a:pt x="130734" y="86765"/>
                  <a:pt x="129459" y="84274"/>
                </a:cubicBezTo>
                <a:cubicBezTo>
                  <a:pt x="128185" y="81782"/>
                  <a:pt x="127547" y="78773"/>
                  <a:pt x="127547" y="75247"/>
                </a:cubicBezTo>
                <a:cubicBezTo>
                  <a:pt x="127547" y="70869"/>
                  <a:pt x="128549" y="67100"/>
                  <a:pt x="130552" y="63939"/>
                </a:cubicBezTo>
                <a:cubicBezTo>
                  <a:pt x="132556" y="60778"/>
                  <a:pt x="135106" y="58195"/>
                  <a:pt x="138202" y="56191"/>
                </a:cubicBezTo>
                <a:cubicBezTo>
                  <a:pt x="141298" y="54184"/>
                  <a:pt x="144789" y="52695"/>
                  <a:pt x="148674" y="51722"/>
                </a:cubicBezTo>
                <a:cubicBezTo>
                  <a:pt x="152559" y="50749"/>
                  <a:pt x="156444" y="50263"/>
                  <a:pt x="160330" y="50263"/>
                </a:cubicBezTo>
                <a:cubicBezTo>
                  <a:pt x="166886" y="50263"/>
                  <a:pt x="172745" y="51530"/>
                  <a:pt x="177905" y="54065"/>
                </a:cubicBezTo>
                <a:cubicBezTo>
                  <a:pt x="183066" y="56599"/>
                  <a:pt x="186801" y="59986"/>
                  <a:pt x="189107" y="64225"/>
                </a:cubicBezTo>
                <a:lnTo>
                  <a:pt x="179455" y="71145"/>
                </a:lnTo>
                <a:close/>
                <a:moveTo>
                  <a:pt x="265675" y="85480"/>
                </a:moveTo>
                <a:cubicBezTo>
                  <a:pt x="266040" y="83405"/>
                  <a:pt x="266283" y="81788"/>
                  <a:pt x="266403" y="80630"/>
                </a:cubicBezTo>
                <a:cubicBezTo>
                  <a:pt x="266525" y="79470"/>
                  <a:pt x="266587" y="78402"/>
                  <a:pt x="266587" y="77426"/>
                </a:cubicBezTo>
                <a:cubicBezTo>
                  <a:pt x="266587" y="71201"/>
                  <a:pt x="264825" y="66807"/>
                  <a:pt x="261303" y="64245"/>
                </a:cubicBezTo>
                <a:cubicBezTo>
                  <a:pt x="257783" y="61682"/>
                  <a:pt x="252866" y="60401"/>
                  <a:pt x="246552" y="60401"/>
                </a:cubicBezTo>
                <a:cubicBezTo>
                  <a:pt x="241451" y="60401"/>
                  <a:pt x="236533" y="61402"/>
                  <a:pt x="231798" y="63405"/>
                </a:cubicBezTo>
                <a:cubicBezTo>
                  <a:pt x="227064" y="65408"/>
                  <a:pt x="223119" y="67806"/>
                  <a:pt x="219961" y="70600"/>
                </a:cubicBezTo>
                <a:lnTo>
                  <a:pt x="214498" y="62405"/>
                </a:lnTo>
                <a:cubicBezTo>
                  <a:pt x="218626" y="58775"/>
                  <a:pt x="223724" y="55844"/>
                  <a:pt x="229794" y="53612"/>
                </a:cubicBezTo>
                <a:cubicBezTo>
                  <a:pt x="235865" y="51379"/>
                  <a:pt x="241877" y="50263"/>
                  <a:pt x="247828" y="50263"/>
                </a:cubicBezTo>
                <a:cubicBezTo>
                  <a:pt x="251833" y="50263"/>
                  <a:pt x="255688" y="50719"/>
                  <a:pt x="259391" y="51630"/>
                </a:cubicBezTo>
                <a:cubicBezTo>
                  <a:pt x="263095" y="52542"/>
                  <a:pt x="266312" y="54001"/>
                  <a:pt x="269043" y="56007"/>
                </a:cubicBezTo>
                <a:cubicBezTo>
                  <a:pt x="271776" y="58012"/>
                  <a:pt x="273962" y="60564"/>
                  <a:pt x="275602" y="63664"/>
                </a:cubicBezTo>
                <a:cubicBezTo>
                  <a:pt x="277242" y="66761"/>
                  <a:pt x="278061" y="70498"/>
                  <a:pt x="278061" y="74875"/>
                </a:cubicBezTo>
                <a:cubicBezTo>
                  <a:pt x="278061" y="75968"/>
                  <a:pt x="278000" y="77456"/>
                  <a:pt x="277878" y="79341"/>
                </a:cubicBezTo>
                <a:cubicBezTo>
                  <a:pt x="277758" y="81225"/>
                  <a:pt x="277576" y="82775"/>
                  <a:pt x="277333" y="83990"/>
                </a:cubicBezTo>
                <a:lnTo>
                  <a:pt x="271139" y="118629"/>
                </a:lnTo>
                <a:cubicBezTo>
                  <a:pt x="270531" y="121910"/>
                  <a:pt x="270045" y="125313"/>
                  <a:pt x="269680" y="128839"/>
                </a:cubicBezTo>
                <a:cubicBezTo>
                  <a:pt x="269317" y="132363"/>
                  <a:pt x="269135" y="135340"/>
                  <a:pt x="269135" y="137771"/>
                </a:cubicBezTo>
                <a:lnTo>
                  <a:pt x="258208" y="137771"/>
                </a:lnTo>
                <a:cubicBezTo>
                  <a:pt x="258208" y="135700"/>
                  <a:pt x="258298" y="133446"/>
                  <a:pt x="258480" y="131010"/>
                </a:cubicBezTo>
                <a:cubicBezTo>
                  <a:pt x="258663" y="128573"/>
                  <a:pt x="258937" y="126198"/>
                  <a:pt x="259302" y="123884"/>
                </a:cubicBezTo>
                <a:lnTo>
                  <a:pt x="258936" y="123884"/>
                </a:lnTo>
                <a:cubicBezTo>
                  <a:pt x="256507" y="126678"/>
                  <a:pt x="254078" y="129077"/>
                  <a:pt x="251649" y="131082"/>
                </a:cubicBezTo>
                <a:cubicBezTo>
                  <a:pt x="249222" y="133087"/>
                  <a:pt x="246703" y="134697"/>
                  <a:pt x="244092" y="135912"/>
                </a:cubicBezTo>
                <a:cubicBezTo>
                  <a:pt x="241482" y="137126"/>
                  <a:pt x="238689" y="138006"/>
                  <a:pt x="235713" y="138552"/>
                </a:cubicBezTo>
                <a:cubicBezTo>
                  <a:pt x="232740" y="139099"/>
                  <a:pt x="229492" y="139372"/>
                  <a:pt x="225970" y="139372"/>
                </a:cubicBezTo>
                <a:cubicBezTo>
                  <a:pt x="223056" y="139372"/>
                  <a:pt x="220080" y="139008"/>
                  <a:pt x="217043" y="138280"/>
                </a:cubicBezTo>
                <a:cubicBezTo>
                  <a:pt x="214009" y="137552"/>
                  <a:pt x="211246" y="136308"/>
                  <a:pt x="208756" y="134548"/>
                </a:cubicBezTo>
                <a:cubicBezTo>
                  <a:pt x="206268" y="132787"/>
                  <a:pt x="204204" y="130511"/>
                  <a:pt x="202564" y="127719"/>
                </a:cubicBezTo>
                <a:cubicBezTo>
                  <a:pt x="200926" y="124927"/>
                  <a:pt x="200108" y="121468"/>
                  <a:pt x="200108" y="117342"/>
                </a:cubicBezTo>
                <a:cubicBezTo>
                  <a:pt x="200108" y="110544"/>
                  <a:pt x="202050" y="105052"/>
                  <a:pt x="205935" y="100865"/>
                </a:cubicBezTo>
                <a:cubicBezTo>
                  <a:pt x="209821" y="96678"/>
                  <a:pt x="214890" y="93461"/>
                  <a:pt x="221143" y="91216"/>
                </a:cubicBezTo>
                <a:cubicBezTo>
                  <a:pt x="227397" y="88970"/>
                  <a:pt x="234410" y="87453"/>
                  <a:pt x="242180" y="86664"/>
                </a:cubicBezTo>
                <a:cubicBezTo>
                  <a:pt x="249951" y="85874"/>
                  <a:pt x="257782" y="85480"/>
                  <a:pt x="265675" y="85480"/>
                </a:cubicBezTo>
                <a:moveTo>
                  <a:pt x="261123" y="94729"/>
                </a:moveTo>
                <a:cubicBezTo>
                  <a:pt x="255659" y="94729"/>
                  <a:pt x="250073" y="95003"/>
                  <a:pt x="244365" y="95551"/>
                </a:cubicBezTo>
                <a:cubicBezTo>
                  <a:pt x="238658" y="96098"/>
                  <a:pt x="233468" y="97132"/>
                  <a:pt x="228793" y="98653"/>
                </a:cubicBezTo>
                <a:cubicBezTo>
                  <a:pt x="224119" y="100174"/>
                  <a:pt x="220294" y="102303"/>
                  <a:pt x="217319" y="105042"/>
                </a:cubicBezTo>
                <a:cubicBezTo>
                  <a:pt x="214345" y="107778"/>
                  <a:pt x="212858" y="111398"/>
                  <a:pt x="212858" y="115900"/>
                </a:cubicBezTo>
                <a:cubicBezTo>
                  <a:pt x="212858" y="118577"/>
                  <a:pt x="213344" y="120798"/>
                  <a:pt x="214314" y="122564"/>
                </a:cubicBezTo>
                <a:cubicBezTo>
                  <a:pt x="215285" y="124328"/>
                  <a:pt x="216590" y="125727"/>
                  <a:pt x="218230" y="126760"/>
                </a:cubicBezTo>
                <a:cubicBezTo>
                  <a:pt x="219870" y="127794"/>
                  <a:pt x="221752" y="128524"/>
                  <a:pt x="223877" y="128950"/>
                </a:cubicBezTo>
                <a:cubicBezTo>
                  <a:pt x="226002" y="129377"/>
                  <a:pt x="228157" y="129590"/>
                  <a:pt x="230341" y="129590"/>
                </a:cubicBezTo>
                <a:cubicBezTo>
                  <a:pt x="234714" y="129590"/>
                  <a:pt x="238721" y="128860"/>
                  <a:pt x="242364" y="127400"/>
                </a:cubicBezTo>
                <a:cubicBezTo>
                  <a:pt x="246006" y="125940"/>
                  <a:pt x="249224" y="123932"/>
                  <a:pt x="252016" y="121377"/>
                </a:cubicBezTo>
                <a:cubicBezTo>
                  <a:pt x="254808" y="118821"/>
                  <a:pt x="257114" y="115869"/>
                  <a:pt x="258936" y="112523"/>
                </a:cubicBezTo>
                <a:cubicBezTo>
                  <a:pt x="260757" y="109177"/>
                  <a:pt x="262032" y="105618"/>
                  <a:pt x="262762" y="101846"/>
                </a:cubicBezTo>
                <a:lnTo>
                  <a:pt x="264035" y="94729"/>
                </a:lnTo>
                <a:lnTo>
                  <a:pt x="261123" y="94729"/>
                </a:lnTo>
                <a:close/>
                <a:moveTo>
                  <a:pt x="315160" y="123384"/>
                </a:moveTo>
                <a:lnTo>
                  <a:pt x="312611" y="137771"/>
                </a:lnTo>
                <a:lnTo>
                  <a:pt x="300408" y="137771"/>
                </a:lnTo>
                <a:lnTo>
                  <a:pt x="324815" y="0"/>
                </a:lnTo>
                <a:lnTo>
                  <a:pt x="337018" y="0"/>
                </a:lnTo>
                <a:lnTo>
                  <a:pt x="325179" y="66296"/>
                </a:lnTo>
                <a:lnTo>
                  <a:pt x="325543" y="66296"/>
                </a:lnTo>
                <a:cubicBezTo>
                  <a:pt x="326878" y="64109"/>
                  <a:pt x="328639" y="62044"/>
                  <a:pt x="330823" y="60101"/>
                </a:cubicBezTo>
                <a:cubicBezTo>
                  <a:pt x="333009" y="58157"/>
                  <a:pt x="335468" y="56457"/>
                  <a:pt x="338199" y="55001"/>
                </a:cubicBezTo>
                <a:cubicBezTo>
                  <a:pt x="340931" y="53543"/>
                  <a:pt x="343876" y="52389"/>
                  <a:pt x="347033" y="51538"/>
                </a:cubicBezTo>
                <a:cubicBezTo>
                  <a:pt x="350190" y="50688"/>
                  <a:pt x="353469" y="50263"/>
                  <a:pt x="356869" y="50263"/>
                </a:cubicBezTo>
                <a:cubicBezTo>
                  <a:pt x="362697" y="50263"/>
                  <a:pt x="367949" y="51144"/>
                  <a:pt x="372623" y="52906"/>
                </a:cubicBezTo>
                <a:cubicBezTo>
                  <a:pt x="377298" y="54666"/>
                  <a:pt x="381335" y="57187"/>
                  <a:pt x="384735" y="60468"/>
                </a:cubicBezTo>
                <a:cubicBezTo>
                  <a:pt x="388135" y="63747"/>
                  <a:pt x="390745" y="67634"/>
                  <a:pt x="392566" y="72129"/>
                </a:cubicBezTo>
                <a:cubicBezTo>
                  <a:pt x="394388" y="76622"/>
                  <a:pt x="395298" y="81601"/>
                  <a:pt x="395298" y="87067"/>
                </a:cubicBezTo>
                <a:cubicBezTo>
                  <a:pt x="395298" y="94355"/>
                  <a:pt x="394023" y="101219"/>
                  <a:pt x="391474" y="107657"/>
                </a:cubicBezTo>
                <a:cubicBezTo>
                  <a:pt x="388925" y="114093"/>
                  <a:pt x="385434" y="119680"/>
                  <a:pt x="381002" y="124418"/>
                </a:cubicBezTo>
                <a:cubicBezTo>
                  <a:pt x="376571" y="129155"/>
                  <a:pt x="371289" y="132921"/>
                  <a:pt x="365156" y="135715"/>
                </a:cubicBezTo>
                <a:cubicBezTo>
                  <a:pt x="359023" y="138509"/>
                  <a:pt x="352376" y="139906"/>
                  <a:pt x="345213" y="139906"/>
                </a:cubicBezTo>
                <a:cubicBezTo>
                  <a:pt x="342176" y="139906"/>
                  <a:pt x="339170" y="139550"/>
                  <a:pt x="336195" y="138838"/>
                </a:cubicBezTo>
                <a:cubicBezTo>
                  <a:pt x="333221" y="138127"/>
                  <a:pt x="330399" y="137074"/>
                  <a:pt x="327727" y="135679"/>
                </a:cubicBezTo>
                <a:cubicBezTo>
                  <a:pt x="325057" y="134282"/>
                  <a:pt x="322660" y="132551"/>
                  <a:pt x="320535" y="130487"/>
                </a:cubicBezTo>
                <a:cubicBezTo>
                  <a:pt x="318410" y="128421"/>
                  <a:pt x="316739" y="126054"/>
                  <a:pt x="315524" y="123384"/>
                </a:cubicBezTo>
                <a:lnTo>
                  <a:pt x="315160" y="123384"/>
                </a:lnTo>
                <a:moveTo>
                  <a:pt x="382550" y="87784"/>
                </a:moveTo>
                <a:cubicBezTo>
                  <a:pt x="382550" y="84011"/>
                  <a:pt x="381973" y="80452"/>
                  <a:pt x="380819" y="77106"/>
                </a:cubicBezTo>
                <a:cubicBezTo>
                  <a:pt x="379665" y="73758"/>
                  <a:pt x="377934" y="70837"/>
                  <a:pt x="375628" y="68344"/>
                </a:cubicBezTo>
                <a:cubicBezTo>
                  <a:pt x="373321" y="65848"/>
                  <a:pt x="370528" y="63901"/>
                  <a:pt x="367249" y="62502"/>
                </a:cubicBezTo>
                <a:cubicBezTo>
                  <a:pt x="363971" y="61101"/>
                  <a:pt x="360147" y="60401"/>
                  <a:pt x="355776" y="60401"/>
                </a:cubicBezTo>
                <a:cubicBezTo>
                  <a:pt x="350433" y="60401"/>
                  <a:pt x="345455" y="61497"/>
                  <a:pt x="340842" y="63689"/>
                </a:cubicBezTo>
                <a:cubicBezTo>
                  <a:pt x="336228" y="65879"/>
                  <a:pt x="332222" y="68890"/>
                  <a:pt x="328822" y="72724"/>
                </a:cubicBezTo>
                <a:cubicBezTo>
                  <a:pt x="325422" y="76557"/>
                  <a:pt x="322751" y="80999"/>
                  <a:pt x="320807" y="86049"/>
                </a:cubicBezTo>
                <a:cubicBezTo>
                  <a:pt x="318864" y="91100"/>
                  <a:pt x="317892" y="96425"/>
                  <a:pt x="317892" y="102024"/>
                </a:cubicBezTo>
                <a:cubicBezTo>
                  <a:pt x="317892" y="106040"/>
                  <a:pt x="318529" y="109723"/>
                  <a:pt x="319804" y="113071"/>
                </a:cubicBezTo>
                <a:cubicBezTo>
                  <a:pt x="321080" y="116417"/>
                  <a:pt x="322932" y="119337"/>
                  <a:pt x="325359" y="121833"/>
                </a:cubicBezTo>
                <a:cubicBezTo>
                  <a:pt x="327788" y="124327"/>
                  <a:pt x="330672" y="126244"/>
                  <a:pt x="334011" y="127583"/>
                </a:cubicBezTo>
                <a:cubicBezTo>
                  <a:pt x="337351" y="128921"/>
                  <a:pt x="341145" y="129590"/>
                  <a:pt x="345394" y="129590"/>
                </a:cubicBezTo>
                <a:cubicBezTo>
                  <a:pt x="350980" y="129590"/>
                  <a:pt x="356049" y="128495"/>
                  <a:pt x="360601" y="126305"/>
                </a:cubicBezTo>
                <a:cubicBezTo>
                  <a:pt x="365155" y="124113"/>
                  <a:pt x="369071" y="121131"/>
                  <a:pt x="372348" y="117359"/>
                </a:cubicBezTo>
                <a:cubicBezTo>
                  <a:pt x="375628" y="113587"/>
                  <a:pt x="378147" y="109175"/>
                  <a:pt x="379907" y="104125"/>
                </a:cubicBezTo>
                <a:cubicBezTo>
                  <a:pt x="381669" y="99072"/>
                  <a:pt x="382550" y="93625"/>
                  <a:pt x="382550" y="87784"/>
                </a:cubicBezTo>
                <a:close/>
                <a:moveTo>
                  <a:pt x="426079" y="137771"/>
                </a:moveTo>
                <a:lnTo>
                  <a:pt x="413876" y="137771"/>
                </a:lnTo>
                <a:lnTo>
                  <a:pt x="428992" y="52533"/>
                </a:lnTo>
                <a:lnTo>
                  <a:pt x="441195" y="52533"/>
                </a:lnTo>
                <a:lnTo>
                  <a:pt x="426079" y="137771"/>
                </a:lnTo>
                <a:moveTo>
                  <a:pt x="448482" y="19490"/>
                </a:moveTo>
                <a:cubicBezTo>
                  <a:pt x="448482" y="21911"/>
                  <a:pt x="447662" y="23970"/>
                  <a:pt x="446022" y="25665"/>
                </a:cubicBezTo>
                <a:cubicBezTo>
                  <a:pt x="444383" y="27360"/>
                  <a:pt x="442349" y="28208"/>
                  <a:pt x="439922" y="28208"/>
                </a:cubicBezTo>
                <a:cubicBezTo>
                  <a:pt x="437616" y="28208"/>
                  <a:pt x="435642" y="27482"/>
                  <a:pt x="434003" y="26029"/>
                </a:cubicBezTo>
                <a:cubicBezTo>
                  <a:pt x="432363" y="24575"/>
                  <a:pt x="431543" y="22577"/>
                  <a:pt x="431543" y="20035"/>
                </a:cubicBezTo>
                <a:cubicBezTo>
                  <a:pt x="431543" y="17491"/>
                  <a:pt x="432423" y="15371"/>
                  <a:pt x="434183" y="13676"/>
                </a:cubicBezTo>
                <a:cubicBezTo>
                  <a:pt x="435945" y="11981"/>
                  <a:pt x="437980" y="11133"/>
                  <a:pt x="440286" y="11133"/>
                </a:cubicBezTo>
                <a:cubicBezTo>
                  <a:pt x="442593" y="11133"/>
                  <a:pt x="444535" y="11890"/>
                  <a:pt x="446114" y="13404"/>
                </a:cubicBezTo>
                <a:cubicBezTo>
                  <a:pt x="447693" y="14917"/>
                  <a:pt x="448482" y="16946"/>
                  <a:pt x="448482" y="19490"/>
                </a:cubicBezTo>
                <a:close/>
                <a:moveTo>
                  <a:pt x="471976" y="137771"/>
                </a:moveTo>
                <a:lnTo>
                  <a:pt x="459590" y="137771"/>
                </a:lnTo>
                <a:lnTo>
                  <a:pt x="483813" y="81"/>
                </a:lnTo>
                <a:lnTo>
                  <a:pt x="496199" y="81"/>
                </a:lnTo>
                <a:lnTo>
                  <a:pt x="471976" y="137771"/>
                </a:lnTo>
                <a:close/>
                <a:moveTo>
                  <a:pt x="517145" y="137771"/>
                </a:moveTo>
                <a:lnTo>
                  <a:pt x="504942" y="137771"/>
                </a:lnTo>
                <a:lnTo>
                  <a:pt x="520058" y="52533"/>
                </a:lnTo>
                <a:lnTo>
                  <a:pt x="532261" y="52533"/>
                </a:lnTo>
                <a:lnTo>
                  <a:pt x="517145" y="137771"/>
                </a:lnTo>
                <a:moveTo>
                  <a:pt x="539547" y="19490"/>
                </a:moveTo>
                <a:cubicBezTo>
                  <a:pt x="539547" y="21911"/>
                  <a:pt x="538728" y="23970"/>
                  <a:pt x="537088" y="25665"/>
                </a:cubicBezTo>
                <a:cubicBezTo>
                  <a:pt x="535448" y="27360"/>
                  <a:pt x="533415" y="28208"/>
                  <a:pt x="530988" y="28208"/>
                </a:cubicBezTo>
                <a:cubicBezTo>
                  <a:pt x="528681" y="28208"/>
                  <a:pt x="526708" y="27482"/>
                  <a:pt x="525068" y="26029"/>
                </a:cubicBezTo>
                <a:cubicBezTo>
                  <a:pt x="523429" y="24575"/>
                  <a:pt x="522609" y="22577"/>
                  <a:pt x="522609" y="20035"/>
                </a:cubicBezTo>
                <a:cubicBezTo>
                  <a:pt x="522609" y="17491"/>
                  <a:pt x="523489" y="15371"/>
                  <a:pt x="525249" y="13676"/>
                </a:cubicBezTo>
                <a:cubicBezTo>
                  <a:pt x="527011" y="11981"/>
                  <a:pt x="529045" y="11133"/>
                  <a:pt x="531352" y="11133"/>
                </a:cubicBezTo>
                <a:cubicBezTo>
                  <a:pt x="533659" y="11133"/>
                  <a:pt x="535601" y="11890"/>
                  <a:pt x="537180" y="13404"/>
                </a:cubicBezTo>
                <a:cubicBezTo>
                  <a:pt x="538758" y="14917"/>
                  <a:pt x="539547" y="16946"/>
                  <a:pt x="539547" y="19490"/>
                </a:cubicBezTo>
                <a:close/>
                <a:moveTo>
                  <a:pt x="598920" y="62713"/>
                </a:moveTo>
                <a:lnTo>
                  <a:pt x="575790" y="62713"/>
                </a:lnTo>
                <a:lnTo>
                  <a:pt x="566866" y="112662"/>
                </a:lnTo>
                <a:cubicBezTo>
                  <a:pt x="566501" y="114850"/>
                  <a:pt x="566319" y="116795"/>
                  <a:pt x="566319" y="118495"/>
                </a:cubicBezTo>
                <a:cubicBezTo>
                  <a:pt x="566319" y="122507"/>
                  <a:pt x="567290" y="125181"/>
                  <a:pt x="569234" y="126519"/>
                </a:cubicBezTo>
                <a:cubicBezTo>
                  <a:pt x="571177" y="127855"/>
                  <a:pt x="573728" y="128522"/>
                  <a:pt x="576885" y="128522"/>
                </a:cubicBezTo>
                <a:cubicBezTo>
                  <a:pt x="578584" y="128522"/>
                  <a:pt x="580465" y="128275"/>
                  <a:pt x="582529" y="127780"/>
                </a:cubicBezTo>
                <a:cubicBezTo>
                  <a:pt x="584593" y="127284"/>
                  <a:pt x="586172" y="126602"/>
                  <a:pt x="587265" y="125735"/>
                </a:cubicBezTo>
                <a:lnTo>
                  <a:pt x="585808" y="136290"/>
                </a:lnTo>
                <a:cubicBezTo>
                  <a:pt x="584230" y="137140"/>
                  <a:pt x="582196" y="137778"/>
                  <a:pt x="579706" y="138202"/>
                </a:cubicBezTo>
                <a:cubicBezTo>
                  <a:pt x="577217" y="138626"/>
                  <a:pt x="574577" y="138838"/>
                  <a:pt x="571785" y="138838"/>
                </a:cubicBezTo>
                <a:cubicBezTo>
                  <a:pt x="569719" y="138838"/>
                  <a:pt x="567624" y="138596"/>
                  <a:pt x="565499" y="138110"/>
                </a:cubicBezTo>
                <a:cubicBezTo>
                  <a:pt x="563374" y="137625"/>
                  <a:pt x="561431" y="136745"/>
                  <a:pt x="559671" y="135470"/>
                </a:cubicBezTo>
                <a:cubicBezTo>
                  <a:pt x="557911" y="134196"/>
                  <a:pt x="556454" y="132465"/>
                  <a:pt x="555299" y="130279"/>
                </a:cubicBezTo>
                <a:cubicBezTo>
                  <a:pt x="554147" y="128093"/>
                  <a:pt x="553571" y="125301"/>
                  <a:pt x="553571" y="121903"/>
                </a:cubicBezTo>
                <a:cubicBezTo>
                  <a:pt x="553571" y="120202"/>
                  <a:pt x="553753" y="118259"/>
                  <a:pt x="554118" y="116075"/>
                </a:cubicBezTo>
                <a:lnTo>
                  <a:pt x="563587" y="62713"/>
                </a:lnTo>
                <a:lnTo>
                  <a:pt x="545920" y="62713"/>
                </a:lnTo>
                <a:lnTo>
                  <a:pt x="547924" y="52575"/>
                </a:lnTo>
                <a:lnTo>
                  <a:pt x="565226" y="52575"/>
                </a:lnTo>
                <a:lnTo>
                  <a:pt x="569417" y="28533"/>
                </a:lnTo>
                <a:lnTo>
                  <a:pt x="581618" y="28533"/>
                </a:lnTo>
                <a:lnTo>
                  <a:pt x="577429" y="52575"/>
                </a:lnTo>
                <a:lnTo>
                  <a:pt x="600924" y="52575"/>
                </a:lnTo>
                <a:lnTo>
                  <a:pt x="598920" y="62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y">
            <a:extLst xmlns:a="http://schemas.openxmlformats.org/drawingml/2006/main">
              <a:ext uri="{FF2B5EF4-FFF2-40B4-BE49-F238E27FC236}">
                <a16:creationId xmlns:a16="http://schemas.microsoft.com/office/drawing/2014/main" id="{60BA6FD0-D857-4B5B-98DE-58D75699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895" y="1941479"/>
            <a:ext cx="103088" cy="128987"/>
          </a:xfrm>
          <a:custGeom xmlns:a="http://schemas.openxmlformats.org/drawingml/2006/main">
            <a:pathLst>
              <a:path w="103088" h="128987">
                <a:moveTo>
                  <a:pt x="47537" y="71759"/>
                </a:moveTo>
                <a:lnTo>
                  <a:pt x="47901" y="71759"/>
                </a:lnTo>
                <a:lnTo>
                  <a:pt x="89429" y="0"/>
                </a:lnTo>
                <a:lnTo>
                  <a:pt x="103088" y="0"/>
                </a:lnTo>
                <a:lnTo>
                  <a:pt x="38613" y="107293"/>
                </a:lnTo>
                <a:cubicBezTo>
                  <a:pt x="34605" y="113855"/>
                  <a:pt x="30477" y="119111"/>
                  <a:pt x="26226" y="123061"/>
                </a:cubicBezTo>
                <a:cubicBezTo>
                  <a:pt x="21978" y="127012"/>
                  <a:pt x="16697" y="128987"/>
                  <a:pt x="10383" y="128987"/>
                </a:cubicBezTo>
                <a:cubicBezTo>
                  <a:pt x="6861" y="128987"/>
                  <a:pt x="3400" y="128631"/>
                  <a:pt x="0" y="127919"/>
                </a:cubicBezTo>
                <a:lnTo>
                  <a:pt x="1823" y="116681"/>
                </a:lnTo>
                <a:cubicBezTo>
                  <a:pt x="4495" y="117651"/>
                  <a:pt x="7165" y="118137"/>
                  <a:pt x="9835" y="118137"/>
                </a:cubicBezTo>
                <a:cubicBezTo>
                  <a:pt x="13722" y="118137"/>
                  <a:pt x="17092" y="116827"/>
                  <a:pt x="19946" y="114207"/>
                </a:cubicBezTo>
                <a:cubicBezTo>
                  <a:pt x="22799" y="111587"/>
                  <a:pt x="25621" y="107840"/>
                  <a:pt x="28414" y="102966"/>
                </a:cubicBezTo>
                <a:lnTo>
                  <a:pt x="38977" y="85054"/>
                </a:lnTo>
                <a:lnTo>
                  <a:pt x="21130" y="0"/>
                </a:lnTo>
                <a:lnTo>
                  <a:pt x="33877" y="0"/>
                </a:lnTo>
                <a:lnTo>
                  <a:pt x="47537" y="717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issues">
            <a:extLst xmlns:a="http://schemas.openxmlformats.org/drawingml/2006/main">
              <a:ext uri="{FF2B5EF4-FFF2-40B4-BE49-F238E27FC236}">
                <a16:creationId xmlns:a16="http://schemas.microsoft.com/office/drawing/2014/main" id="{3864261C-F356-4791-9AEA-49F8C5EC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31" y="2113775"/>
            <a:ext cx="483485" cy="128773"/>
          </a:xfrm>
          <a:custGeom xmlns:a="http://schemas.openxmlformats.org/drawingml/2006/main">
            <a:pathLst>
              <a:path w="483485" h="128773">
                <a:moveTo>
                  <a:pt x="12203" y="126638"/>
                </a:moveTo>
                <a:lnTo>
                  <a:pt x="0" y="126638"/>
                </a:lnTo>
                <a:lnTo>
                  <a:pt x="15116" y="41400"/>
                </a:lnTo>
                <a:lnTo>
                  <a:pt x="27319" y="41400"/>
                </a:lnTo>
                <a:lnTo>
                  <a:pt x="12203" y="126638"/>
                </a:lnTo>
                <a:moveTo>
                  <a:pt x="34605" y="8357"/>
                </a:moveTo>
                <a:cubicBezTo>
                  <a:pt x="34605" y="10778"/>
                  <a:pt x="33786" y="12837"/>
                  <a:pt x="32146" y="14532"/>
                </a:cubicBezTo>
                <a:cubicBezTo>
                  <a:pt x="30506" y="16227"/>
                  <a:pt x="28473" y="17075"/>
                  <a:pt x="26046" y="17075"/>
                </a:cubicBezTo>
                <a:cubicBezTo>
                  <a:pt x="23739" y="17075"/>
                  <a:pt x="21766" y="16349"/>
                  <a:pt x="20126" y="14896"/>
                </a:cubicBezTo>
                <a:cubicBezTo>
                  <a:pt x="18487" y="13442"/>
                  <a:pt x="17667" y="11443"/>
                  <a:pt x="17667" y="8901"/>
                </a:cubicBezTo>
                <a:cubicBezTo>
                  <a:pt x="17667" y="6358"/>
                  <a:pt x="18547" y="4238"/>
                  <a:pt x="20307" y="2543"/>
                </a:cubicBezTo>
                <a:cubicBezTo>
                  <a:pt x="22069" y="848"/>
                  <a:pt x="24103" y="0"/>
                  <a:pt x="26410" y="0"/>
                </a:cubicBezTo>
                <a:cubicBezTo>
                  <a:pt x="28716" y="0"/>
                  <a:pt x="30659" y="757"/>
                  <a:pt x="32238" y="2271"/>
                </a:cubicBezTo>
                <a:cubicBezTo>
                  <a:pt x="33816" y="3784"/>
                  <a:pt x="34605" y="5813"/>
                  <a:pt x="34605" y="8357"/>
                </a:cubicBezTo>
                <a:close/>
                <a:moveTo>
                  <a:pt x="103269" y="60012"/>
                </a:moveTo>
                <a:cubicBezTo>
                  <a:pt x="101568" y="56855"/>
                  <a:pt x="99018" y="54275"/>
                  <a:pt x="95618" y="52272"/>
                </a:cubicBezTo>
                <a:cubicBezTo>
                  <a:pt x="92218" y="50269"/>
                  <a:pt x="88150" y="49268"/>
                  <a:pt x="83415" y="49268"/>
                </a:cubicBezTo>
                <a:cubicBezTo>
                  <a:pt x="81230" y="49268"/>
                  <a:pt x="78954" y="49512"/>
                  <a:pt x="76586" y="49999"/>
                </a:cubicBezTo>
                <a:cubicBezTo>
                  <a:pt x="74219" y="50484"/>
                  <a:pt x="72032" y="51274"/>
                  <a:pt x="70028" y="52369"/>
                </a:cubicBezTo>
                <a:cubicBezTo>
                  <a:pt x="68025" y="53463"/>
                  <a:pt x="66386" y="54891"/>
                  <a:pt x="65112" y="56655"/>
                </a:cubicBezTo>
                <a:cubicBezTo>
                  <a:pt x="63837" y="58417"/>
                  <a:pt x="63200" y="60574"/>
                  <a:pt x="63200" y="63127"/>
                </a:cubicBezTo>
                <a:cubicBezTo>
                  <a:pt x="63200" y="65436"/>
                  <a:pt x="63594" y="67320"/>
                  <a:pt x="64383" y="68780"/>
                </a:cubicBezTo>
                <a:cubicBezTo>
                  <a:pt x="65173" y="70238"/>
                  <a:pt x="66295" y="71484"/>
                  <a:pt x="67752" y="72518"/>
                </a:cubicBezTo>
                <a:cubicBezTo>
                  <a:pt x="69210" y="73552"/>
                  <a:pt x="70971" y="74464"/>
                  <a:pt x="73035" y="75255"/>
                </a:cubicBezTo>
                <a:cubicBezTo>
                  <a:pt x="75099" y="76045"/>
                  <a:pt x="77467" y="76803"/>
                  <a:pt x="80138" y="77531"/>
                </a:cubicBezTo>
                <a:cubicBezTo>
                  <a:pt x="88516" y="79964"/>
                  <a:pt x="94891" y="83034"/>
                  <a:pt x="99261" y="86741"/>
                </a:cubicBezTo>
                <a:cubicBezTo>
                  <a:pt x="103632" y="90449"/>
                  <a:pt x="105817" y="95706"/>
                  <a:pt x="105817" y="102513"/>
                </a:cubicBezTo>
                <a:cubicBezTo>
                  <a:pt x="105817" y="107134"/>
                  <a:pt x="104785" y="111116"/>
                  <a:pt x="102721" y="114460"/>
                </a:cubicBezTo>
                <a:cubicBezTo>
                  <a:pt x="100657" y="117802"/>
                  <a:pt x="98047" y="120537"/>
                  <a:pt x="94890" y="122664"/>
                </a:cubicBezTo>
                <a:cubicBezTo>
                  <a:pt x="91733" y="124791"/>
                  <a:pt x="88211" y="126341"/>
                  <a:pt x="84326" y="127314"/>
                </a:cubicBezTo>
                <a:cubicBezTo>
                  <a:pt x="80441" y="128286"/>
                  <a:pt x="76616" y="128773"/>
                  <a:pt x="72851" y="128773"/>
                </a:cubicBezTo>
                <a:cubicBezTo>
                  <a:pt x="65689" y="128773"/>
                  <a:pt x="58980" y="127446"/>
                  <a:pt x="52725" y="124793"/>
                </a:cubicBezTo>
                <a:cubicBezTo>
                  <a:pt x="46472" y="122138"/>
                  <a:pt x="41586" y="118083"/>
                  <a:pt x="38065" y="112629"/>
                </a:cubicBezTo>
                <a:lnTo>
                  <a:pt x="48629" y="105706"/>
                </a:lnTo>
                <a:cubicBezTo>
                  <a:pt x="50693" y="109228"/>
                  <a:pt x="53789" y="112234"/>
                  <a:pt x="57916" y="114724"/>
                </a:cubicBezTo>
                <a:cubicBezTo>
                  <a:pt x="62046" y="117212"/>
                  <a:pt x="66843" y="118457"/>
                  <a:pt x="72307" y="118457"/>
                </a:cubicBezTo>
                <a:cubicBezTo>
                  <a:pt x="74976" y="118457"/>
                  <a:pt x="77586" y="118183"/>
                  <a:pt x="80135" y="117637"/>
                </a:cubicBezTo>
                <a:cubicBezTo>
                  <a:pt x="82687" y="117088"/>
                  <a:pt x="84964" y="116237"/>
                  <a:pt x="86966" y="115083"/>
                </a:cubicBezTo>
                <a:cubicBezTo>
                  <a:pt x="88971" y="113928"/>
                  <a:pt x="90580" y="112409"/>
                  <a:pt x="91794" y="110525"/>
                </a:cubicBezTo>
                <a:cubicBezTo>
                  <a:pt x="93007" y="108641"/>
                  <a:pt x="93614" y="106422"/>
                  <a:pt x="93614" y="103869"/>
                </a:cubicBezTo>
                <a:cubicBezTo>
                  <a:pt x="93614" y="99371"/>
                  <a:pt x="91822" y="95937"/>
                  <a:pt x="88239" y="93567"/>
                </a:cubicBezTo>
                <a:cubicBezTo>
                  <a:pt x="84658" y="91195"/>
                  <a:pt x="79529" y="88915"/>
                  <a:pt x="72851" y="86725"/>
                </a:cubicBezTo>
                <a:cubicBezTo>
                  <a:pt x="70302" y="85874"/>
                  <a:pt x="67752" y="84903"/>
                  <a:pt x="65200" y="83809"/>
                </a:cubicBezTo>
                <a:cubicBezTo>
                  <a:pt x="62651" y="82714"/>
                  <a:pt x="60344" y="81286"/>
                  <a:pt x="58281" y="79524"/>
                </a:cubicBezTo>
                <a:cubicBezTo>
                  <a:pt x="56217" y="77760"/>
                  <a:pt x="54547" y="75632"/>
                  <a:pt x="53273" y="73140"/>
                </a:cubicBezTo>
                <a:cubicBezTo>
                  <a:pt x="51998" y="70649"/>
                  <a:pt x="51361" y="67640"/>
                  <a:pt x="51361" y="64114"/>
                </a:cubicBezTo>
                <a:cubicBezTo>
                  <a:pt x="51361" y="59736"/>
                  <a:pt x="52362" y="55967"/>
                  <a:pt x="54365" y="52806"/>
                </a:cubicBezTo>
                <a:cubicBezTo>
                  <a:pt x="56369" y="49645"/>
                  <a:pt x="58920" y="47062"/>
                  <a:pt x="62016" y="45058"/>
                </a:cubicBezTo>
                <a:cubicBezTo>
                  <a:pt x="65112" y="43051"/>
                  <a:pt x="68602" y="41561"/>
                  <a:pt x="72487" y="40589"/>
                </a:cubicBezTo>
                <a:cubicBezTo>
                  <a:pt x="76372" y="39616"/>
                  <a:pt x="80258" y="39130"/>
                  <a:pt x="84143" y="39130"/>
                </a:cubicBezTo>
                <a:cubicBezTo>
                  <a:pt x="90700" y="39130"/>
                  <a:pt x="96558" y="40397"/>
                  <a:pt x="101718" y="42932"/>
                </a:cubicBezTo>
                <a:cubicBezTo>
                  <a:pt x="106880" y="45466"/>
                  <a:pt x="110614" y="48853"/>
                  <a:pt x="112920" y="53092"/>
                </a:cubicBezTo>
                <a:lnTo>
                  <a:pt x="103269" y="60012"/>
                </a:lnTo>
                <a:close/>
                <a:moveTo>
                  <a:pt x="184208" y="60012"/>
                </a:moveTo>
                <a:cubicBezTo>
                  <a:pt x="182507" y="56855"/>
                  <a:pt x="179957" y="54275"/>
                  <a:pt x="176557" y="52272"/>
                </a:cubicBezTo>
                <a:cubicBezTo>
                  <a:pt x="173157" y="50269"/>
                  <a:pt x="169090" y="49268"/>
                  <a:pt x="164354" y="49268"/>
                </a:cubicBezTo>
                <a:cubicBezTo>
                  <a:pt x="162170" y="49268"/>
                  <a:pt x="159894" y="49512"/>
                  <a:pt x="157526" y="49999"/>
                </a:cubicBezTo>
                <a:cubicBezTo>
                  <a:pt x="155158" y="50484"/>
                  <a:pt x="152972" y="51274"/>
                  <a:pt x="150967" y="52369"/>
                </a:cubicBezTo>
                <a:cubicBezTo>
                  <a:pt x="148964" y="53463"/>
                  <a:pt x="147326" y="54891"/>
                  <a:pt x="146051" y="56655"/>
                </a:cubicBezTo>
                <a:cubicBezTo>
                  <a:pt x="144776" y="58417"/>
                  <a:pt x="144139" y="60574"/>
                  <a:pt x="144139" y="63127"/>
                </a:cubicBezTo>
                <a:cubicBezTo>
                  <a:pt x="144139" y="65436"/>
                  <a:pt x="144533" y="67320"/>
                  <a:pt x="145323" y="68780"/>
                </a:cubicBezTo>
                <a:cubicBezTo>
                  <a:pt x="146112" y="70238"/>
                  <a:pt x="147235" y="71484"/>
                  <a:pt x="148691" y="72518"/>
                </a:cubicBezTo>
                <a:cubicBezTo>
                  <a:pt x="150149" y="73552"/>
                  <a:pt x="151910" y="74464"/>
                  <a:pt x="153974" y="75255"/>
                </a:cubicBezTo>
                <a:cubicBezTo>
                  <a:pt x="156038" y="76045"/>
                  <a:pt x="158406" y="76803"/>
                  <a:pt x="161077" y="77531"/>
                </a:cubicBezTo>
                <a:cubicBezTo>
                  <a:pt x="169456" y="79964"/>
                  <a:pt x="175830" y="83034"/>
                  <a:pt x="180200" y="86741"/>
                </a:cubicBezTo>
                <a:cubicBezTo>
                  <a:pt x="184571" y="90449"/>
                  <a:pt x="186756" y="95706"/>
                  <a:pt x="186756" y="102513"/>
                </a:cubicBezTo>
                <a:cubicBezTo>
                  <a:pt x="186756" y="107134"/>
                  <a:pt x="185724" y="111116"/>
                  <a:pt x="183660" y="114460"/>
                </a:cubicBezTo>
                <a:cubicBezTo>
                  <a:pt x="181596" y="117802"/>
                  <a:pt x="178986" y="120537"/>
                  <a:pt x="175829" y="122664"/>
                </a:cubicBezTo>
                <a:cubicBezTo>
                  <a:pt x="172672" y="124791"/>
                  <a:pt x="169151" y="126341"/>
                  <a:pt x="165266" y="127314"/>
                </a:cubicBezTo>
                <a:cubicBezTo>
                  <a:pt x="161380" y="128286"/>
                  <a:pt x="157555" y="128773"/>
                  <a:pt x="153791" y="128773"/>
                </a:cubicBezTo>
                <a:cubicBezTo>
                  <a:pt x="146628" y="128773"/>
                  <a:pt x="139919" y="127446"/>
                  <a:pt x="133664" y="124793"/>
                </a:cubicBezTo>
                <a:cubicBezTo>
                  <a:pt x="127411" y="122138"/>
                  <a:pt x="122525" y="118083"/>
                  <a:pt x="119005" y="112629"/>
                </a:cubicBezTo>
                <a:lnTo>
                  <a:pt x="129568" y="105706"/>
                </a:lnTo>
                <a:cubicBezTo>
                  <a:pt x="131632" y="109228"/>
                  <a:pt x="134728" y="112234"/>
                  <a:pt x="138856" y="114724"/>
                </a:cubicBezTo>
                <a:cubicBezTo>
                  <a:pt x="142985" y="117212"/>
                  <a:pt x="147782" y="118457"/>
                  <a:pt x="153246" y="118457"/>
                </a:cubicBezTo>
                <a:cubicBezTo>
                  <a:pt x="155916" y="118457"/>
                  <a:pt x="158525" y="118183"/>
                  <a:pt x="161075" y="117637"/>
                </a:cubicBezTo>
                <a:cubicBezTo>
                  <a:pt x="163626" y="117088"/>
                  <a:pt x="165903" y="116237"/>
                  <a:pt x="167906" y="115083"/>
                </a:cubicBezTo>
                <a:cubicBezTo>
                  <a:pt x="169910" y="113928"/>
                  <a:pt x="171519" y="112409"/>
                  <a:pt x="172733" y="110525"/>
                </a:cubicBezTo>
                <a:cubicBezTo>
                  <a:pt x="173947" y="108641"/>
                  <a:pt x="174553" y="106422"/>
                  <a:pt x="174553" y="103869"/>
                </a:cubicBezTo>
                <a:cubicBezTo>
                  <a:pt x="174553" y="99371"/>
                  <a:pt x="172762" y="95937"/>
                  <a:pt x="169179" y="93567"/>
                </a:cubicBezTo>
                <a:cubicBezTo>
                  <a:pt x="165597" y="91195"/>
                  <a:pt x="160468" y="88915"/>
                  <a:pt x="153791" y="86725"/>
                </a:cubicBezTo>
                <a:cubicBezTo>
                  <a:pt x="151241" y="85874"/>
                  <a:pt x="148691" y="84903"/>
                  <a:pt x="146140" y="83809"/>
                </a:cubicBezTo>
                <a:cubicBezTo>
                  <a:pt x="143590" y="82714"/>
                  <a:pt x="141284" y="81286"/>
                  <a:pt x="139220" y="79524"/>
                </a:cubicBezTo>
                <a:cubicBezTo>
                  <a:pt x="137156" y="77760"/>
                  <a:pt x="135487" y="75632"/>
                  <a:pt x="134212" y="73140"/>
                </a:cubicBezTo>
                <a:cubicBezTo>
                  <a:pt x="132937" y="70649"/>
                  <a:pt x="132300" y="67640"/>
                  <a:pt x="132300" y="64114"/>
                </a:cubicBezTo>
                <a:cubicBezTo>
                  <a:pt x="132300" y="59736"/>
                  <a:pt x="133301" y="55967"/>
                  <a:pt x="135304" y="52806"/>
                </a:cubicBezTo>
                <a:cubicBezTo>
                  <a:pt x="137309" y="49645"/>
                  <a:pt x="139859" y="47062"/>
                  <a:pt x="142955" y="45058"/>
                </a:cubicBezTo>
                <a:cubicBezTo>
                  <a:pt x="146051" y="43051"/>
                  <a:pt x="149541" y="41561"/>
                  <a:pt x="153427" y="40589"/>
                </a:cubicBezTo>
                <a:cubicBezTo>
                  <a:pt x="157312" y="39616"/>
                  <a:pt x="161197" y="39130"/>
                  <a:pt x="165082" y="39130"/>
                </a:cubicBezTo>
                <a:cubicBezTo>
                  <a:pt x="171639" y="39130"/>
                  <a:pt x="177497" y="40397"/>
                  <a:pt x="182657" y="42932"/>
                </a:cubicBezTo>
                <a:cubicBezTo>
                  <a:pt x="187819" y="45466"/>
                  <a:pt x="191553" y="48853"/>
                  <a:pt x="193860" y="53092"/>
                </a:cubicBezTo>
                <a:lnTo>
                  <a:pt x="184208" y="60012"/>
                </a:lnTo>
                <a:close/>
                <a:moveTo>
                  <a:pt x="266967" y="126638"/>
                </a:moveTo>
                <a:cubicBezTo>
                  <a:pt x="267210" y="124332"/>
                  <a:pt x="267513" y="121782"/>
                  <a:pt x="267876" y="118990"/>
                </a:cubicBezTo>
                <a:cubicBezTo>
                  <a:pt x="268241" y="116196"/>
                  <a:pt x="268606" y="113889"/>
                  <a:pt x="268971" y="112067"/>
                </a:cubicBezTo>
                <a:lnTo>
                  <a:pt x="268607" y="112067"/>
                </a:lnTo>
                <a:cubicBezTo>
                  <a:pt x="265330" y="117288"/>
                  <a:pt x="261110" y="121378"/>
                  <a:pt x="255948" y="124337"/>
                </a:cubicBezTo>
                <a:cubicBezTo>
                  <a:pt x="250788" y="127294"/>
                  <a:pt x="245294" y="128773"/>
                  <a:pt x="239465" y="128773"/>
                </a:cubicBezTo>
                <a:cubicBezTo>
                  <a:pt x="230239" y="128773"/>
                  <a:pt x="223045" y="126446"/>
                  <a:pt x="217883" y="121794"/>
                </a:cubicBezTo>
                <a:cubicBezTo>
                  <a:pt x="212723" y="117140"/>
                  <a:pt x="210143" y="110807"/>
                  <a:pt x="210143" y="102793"/>
                </a:cubicBezTo>
                <a:cubicBezTo>
                  <a:pt x="210143" y="101335"/>
                  <a:pt x="210234" y="99878"/>
                  <a:pt x="210415" y="98422"/>
                </a:cubicBezTo>
                <a:cubicBezTo>
                  <a:pt x="210599" y="96964"/>
                  <a:pt x="210812" y="95385"/>
                  <a:pt x="211055" y="93686"/>
                </a:cubicBezTo>
                <a:lnTo>
                  <a:pt x="220342" y="41414"/>
                </a:lnTo>
                <a:lnTo>
                  <a:pt x="232545" y="41414"/>
                </a:lnTo>
                <a:lnTo>
                  <a:pt x="224166" y="88587"/>
                </a:lnTo>
                <a:cubicBezTo>
                  <a:pt x="223438" y="92472"/>
                  <a:pt x="223074" y="96054"/>
                  <a:pt x="223074" y="99334"/>
                </a:cubicBezTo>
                <a:cubicBezTo>
                  <a:pt x="223074" y="105283"/>
                  <a:pt x="224470" y="109957"/>
                  <a:pt x="227262" y="113357"/>
                </a:cubicBezTo>
                <a:cubicBezTo>
                  <a:pt x="230056" y="116757"/>
                  <a:pt x="234974" y="118457"/>
                  <a:pt x="242017" y="118457"/>
                </a:cubicBezTo>
                <a:cubicBezTo>
                  <a:pt x="245294" y="118457"/>
                  <a:pt x="248572" y="117789"/>
                  <a:pt x="251849" y="116453"/>
                </a:cubicBezTo>
                <a:cubicBezTo>
                  <a:pt x="255128" y="115117"/>
                  <a:pt x="258195" y="113084"/>
                  <a:pt x="261048" y="110353"/>
                </a:cubicBezTo>
                <a:cubicBezTo>
                  <a:pt x="263901" y="107620"/>
                  <a:pt x="266421" y="104159"/>
                  <a:pt x="268607" y="99970"/>
                </a:cubicBezTo>
                <a:cubicBezTo>
                  <a:pt x="270793" y="95781"/>
                  <a:pt x="272372" y="90833"/>
                  <a:pt x="273343" y="85127"/>
                </a:cubicBezTo>
                <a:lnTo>
                  <a:pt x="280991" y="41414"/>
                </a:lnTo>
                <a:lnTo>
                  <a:pt x="293194" y="41414"/>
                </a:lnTo>
                <a:lnTo>
                  <a:pt x="281538" y="107893"/>
                </a:lnTo>
                <a:cubicBezTo>
                  <a:pt x="281053" y="110200"/>
                  <a:pt x="280537" y="113173"/>
                  <a:pt x="279990" y="116814"/>
                </a:cubicBezTo>
                <a:cubicBezTo>
                  <a:pt x="279444" y="120455"/>
                  <a:pt x="279049" y="123729"/>
                  <a:pt x="278806" y="126638"/>
                </a:cubicBezTo>
                <a:lnTo>
                  <a:pt x="266967" y="126638"/>
                </a:lnTo>
                <a:close/>
                <a:moveTo>
                  <a:pt x="324595" y="87331"/>
                </a:moveTo>
                <a:cubicBezTo>
                  <a:pt x="324474" y="88059"/>
                  <a:pt x="324384" y="88756"/>
                  <a:pt x="324322" y="89423"/>
                </a:cubicBezTo>
                <a:cubicBezTo>
                  <a:pt x="324261" y="90090"/>
                  <a:pt x="324231" y="90728"/>
                  <a:pt x="324231" y="91335"/>
                </a:cubicBezTo>
                <a:cubicBezTo>
                  <a:pt x="324231" y="95339"/>
                  <a:pt x="324928" y="98980"/>
                  <a:pt x="326323" y="102257"/>
                </a:cubicBezTo>
                <a:cubicBezTo>
                  <a:pt x="327720" y="105533"/>
                  <a:pt x="329663" y="108384"/>
                  <a:pt x="332151" y="110811"/>
                </a:cubicBezTo>
                <a:cubicBezTo>
                  <a:pt x="334641" y="113238"/>
                  <a:pt x="337556" y="115120"/>
                  <a:pt x="340894" y="116456"/>
                </a:cubicBezTo>
                <a:cubicBezTo>
                  <a:pt x="344233" y="117790"/>
                  <a:pt x="347846" y="118457"/>
                  <a:pt x="351733" y="118457"/>
                </a:cubicBezTo>
                <a:cubicBezTo>
                  <a:pt x="358410" y="118457"/>
                  <a:pt x="364238" y="116970"/>
                  <a:pt x="369216" y="113996"/>
                </a:cubicBezTo>
                <a:cubicBezTo>
                  <a:pt x="374194" y="111021"/>
                  <a:pt x="378201" y="107529"/>
                  <a:pt x="381236" y="103522"/>
                </a:cubicBezTo>
                <a:lnTo>
                  <a:pt x="388887" y="110806"/>
                </a:lnTo>
                <a:cubicBezTo>
                  <a:pt x="383908" y="116751"/>
                  <a:pt x="378141" y="121232"/>
                  <a:pt x="371584" y="124248"/>
                </a:cubicBezTo>
                <a:cubicBezTo>
                  <a:pt x="365027" y="127264"/>
                  <a:pt x="358045" y="128773"/>
                  <a:pt x="350638" y="128773"/>
                </a:cubicBezTo>
                <a:cubicBezTo>
                  <a:pt x="345174" y="128773"/>
                  <a:pt x="340074" y="127922"/>
                  <a:pt x="335339" y="126221"/>
                </a:cubicBezTo>
                <a:cubicBezTo>
                  <a:pt x="330603" y="124521"/>
                  <a:pt x="326505" y="122092"/>
                  <a:pt x="323044" y="118935"/>
                </a:cubicBezTo>
                <a:cubicBezTo>
                  <a:pt x="319585" y="115776"/>
                  <a:pt x="316853" y="111858"/>
                  <a:pt x="314848" y="107182"/>
                </a:cubicBezTo>
                <a:cubicBezTo>
                  <a:pt x="312846" y="102505"/>
                  <a:pt x="311844" y="97191"/>
                  <a:pt x="311844" y="91238"/>
                </a:cubicBezTo>
                <a:cubicBezTo>
                  <a:pt x="311844" y="84314"/>
                  <a:pt x="313119" y="77694"/>
                  <a:pt x="315668" y="71378"/>
                </a:cubicBezTo>
                <a:cubicBezTo>
                  <a:pt x="318219" y="65063"/>
                  <a:pt x="321711" y="59536"/>
                  <a:pt x="326143" y="54798"/>
                </a:cubicBezTo>
                <a:cubicBezTo>
                  <a:pt x="330574" y="50061"/>
                  <a:pt x="335795" y="46266"/>
                  <a:pt x="341806" y="43412"/>
                </a:cubicBezTo>
                <a:cubicBezTo>
                  <a:pt x="347816" y="40557"/>
                  <a:pt x="354281" y="39130"/>
                  <a:pt x="361201" y="39130"/>
                </a:cubicBezTo>
                <a:cubicBezTo>
                  <a:pt x="372858" y="39130"/>
                  <a:pt x="381692" y="42234"/>
                  <a:pt x="387703" y="48443"/>
                </a:cubicBezTo>
                <a:cubicBezTo>
                  <a:pt x="393713" y="54649"/>
                  <a:pt x="396718" y="62683"/>
                  <a:pt x="396718" y="72543"/>
                </a:cubicBezTo>
                <a:cubicBezTo>
                  <a:pt x="396718" y="74003"/>
                  <a:pt x="396597" y="76224"/>
                  <a:pt x="396354" y="79207"/>
                </a:cubicBezTo>
                <a:cubicBezTo>
                  <a:pt x="396111" y="82188"/>
                  <a:pt x="395686" y="84896"/>
                  <a:pt x="395078" y="87331"/>
                </a:cubicBezTo>
                <a:lnTo>
                  <a:pt x="324595" y="87331"/>
                </a:lnTo>
                <a:moveTo>
                  <a:pt x="384151" y="78260"/>
                </a:moveTo>
                <a:cubicBezTo>
                  <a:pt x="384273" y="77281"/>
                  <a:pt x="384364" y="76211"/>
                  <a:pt x="384423" y="75050"/>
                </a:cubicBezTo>
                <a:cubicBezTo>
                  <a:pt x="384484" y="73886"/>
                  <a:pt x="384515" y="72815"/>
                  <a:pt x="384515" y="71837"/>
                </a:cubicBezTo>
                <a:cubicBezTo>
                  <a:pt x="384515" y="65232"/>
                  <a:pt x="382511" y="59819"/>
                  <a:pt x="378504" y="55599"/>
                </a:cubicBezTo>
                <a:cubicBezTo>
                  <a:pt x="374498" y="51378"/>
                  <a:pt x="368609" y="49268"/>
                  <a:pt x="360837" y="49268"/>
                </a:cubicBezTo>
                <a:cubicBezTo>
                  <a:pt x="356346" y="49268"/>
                  <a:pt x="352188" y="50033"/>
                  <a:pt x="348362" y="51563"/>
                </a:cubicBezTo>
                <a:cubicBezTo>
                  <a:pt x="344538" y="53092"/>
                  <a:pt x="341138" y="55202"/>
                  <a:pt x="338162" y="57894"/>
                </a:cubicBezTo>
                <a:cubicBezTo>
                  <a:pt x="335189" y="60584"/>
                  <a:pt x="332669" y="63673"/>
                  <a:pt x="330603" y="67160"/>
                </a:cubicBezTo>
                <a:cubicBezTo>
                  <a:pt x="328539" y="70645"/>
                  <a:pt x="327083" y="74345"/>
                  <a:pt x="326234" y="78260"/>
                </a:cubicBezTo>
                <a:lnTo>
                  <a:pt x="384151" y="78260"/>
                </a:lnTo>
                <a:close/>
                <a:moveTo>
                  <a:pt x="473833" y="60012"/>
                </a:moveTo>
                <a:cubicBezTo>
                  <a:pt x="472132" y="56855"/>
                  <a:pt x="469582" y="54275"/>
                  <a:pt x="466182" y="52272"/>
                </a:cubicBezTo>
                <a:cubicBezTo>
                  <a:pt x="462782" y="50269"/>
                  <a:pt x="458715" y="49268"/>
                  <a:pt x="453979" y="49268"/>
                </a:cubicBezTo>
                <a:cubicBezTo>
                  <a:pt x="451795" y="49268"/>
                  <a:pt x="449519" y="49512"/>
                  <a:pt x="447151" y="49999"/>
                </a:cubicBezTo>
                <a:cubicBezTo>
                  <a:pt x="444783" y="50484"/>
                  <a:pt x="442597" y="51274"/>
                  <a:pt x="440592" y="52369"/>
                </a:cubicBezTo>
                <a:cubicBezTo>
                  <a:pt x="438589" y="53463"/>
                  <a:pt x="436951" y="54891"/>
                  <a:pt x="435676" y="56655"/>
                </a:cubicBezTo>
                <a:cubicBezTo>
                  <a:pt x="434401" y="58417"/>
                  <a:pt x="433764" y="60574"/>
                  <a:pt x="433764" y="63127"/>
                </a:cubicBezTo>
                <a:cubicBezTo>
                  <a:pt x="433764" y="65436"/>
                  <a:pt x="434159" y="67320"/>
                  <a:pt x="434948" y="68780"/>
                </a:cubicBezTo>
                <a:cubicBezTo>
                  <a:pt x="435737" y="70238"/>
                  <a:pt x="436860" y="71484"/>
                  <a:pt x="438316" y="72518"/>
                </a:cubicBezTo>
                <a:cubicBezTo>
                  <a:pt x="439774" y="73552"/>
                  <a:pt x="441535" y="74464"/>
                  <a:pt x="443599" y="75255"/>
                </a:cubicBezTo>
                <a:cubicBezTo>
                  <a:pt x="445663" y="76045"/>
                  <a:pt x="448031" y="76803"/>
                  <a:pt x="450703" y="77531"/>
                </a:cubicBezTo>
                <a:cubicBezTo>
                  <a:pt x="459081" y="79964"/>
                  <a:pt x="465455" y="83034"/>
                  <a:pt x="469826" y="86741"/>
                </a:cubicBezTo>
                <a:cubicBezTo>
                  <a:pt x="474196" y="90449"/>
                  <a:pt x="476382" y="95706"/>
                  <a:pt x="476382" y="102513"/>
                </a:cubicBezTo>
                <a:cubicBezTo>
                  <a:pt x="476382" y="107134"/>
                  <a:pt x="475350" y="111116"/>
                  <a:pt x="473286" y="114460"/>
                </a:cubicBezTo>
                <a:cubicBezTo>
                  <a:pt x="471222" y="117802"/>
                  <a:pt x="468611" y="120537"/>
                  <a:pt x="465454" y="122664"/>
                </a:cubicBezTo>
                <a:cubicBezTo>
                  <a:pt x="462297" y="124791"/>
                  <a:pt x="458776" y="126341"/>
                  <a:pt x="454891" y="127314"/>
                </a:cubicBezTo>
                <a:cubicBezTo>
                  <a:pt x="451006" y="128286"/>
                  <a:pt x="447181" y="128773"/>
                  <a:pt x="443416" y="128773"/>
                </a:cubicBezTo>
                <a:cubicBezTo>
                  <a:pt x="436253" y="128773"/>
                  <a:pt x="429544" y="127446"/>
                  <a:pt x="423290" y="124793"/>
                </a:cubicBezTo>
                <a:cubicBezTo>
                  <a:pt x="417037" y="122138"/>
                  <a:pt x="412150" y="118083"/>
                  <a:pt x="408630" y="112629"/>
                </a:cubicBezTo>
                <a:lnTo>
                  <a:pt x="419193" y="105706"/>
                </a:lnTo>
                <a:cubicBezTo>
                  <a:pt x="421257" y="109228"/>
                  <a:pt x="424353" y="112234"/>
                  <a:pt x="428481" y="114724"/>
                </a:cubicBezTo>
                <a:cubicBezTo>
                  <a:pt x="432611" y="117212"/>
                  <a:pt x="437407" y="118457"/>
                  <a:pt x="442871" y="118457"/>
                </a:cubicBezTo>
                <a:cubicBezTo>
                  <a:pt x="445541" y="118457"/>
                  <a:pt x="448150" y="118183"/>
                  <a:pt x="450700" y="117637"/>
                </a:cubicBezTo>
                <a:cubicBezTo>
                  <a:pt x="453251" y="117088"/>
                  <a:pt x="455528" y="116237"/>
                  <a:pt x="457531" y="115083"/>
                </a:cubicBezTo>
                <a:cubicBezTo>
                  <a:pt x="459536" y="113928"/>
                  <a:pt x="461145" y="112409"/>
                  <a:pt x="462358" y="110525"/>
                </a:cubicBezTo>
                <a:cubicBezTo>
                  <a:pt x="463572" y="108641"/>
                  <a:pt x="464179" y="106422"/>
                  <a:pt x="464179" y="103869"/>
                </a:cubicBezTo>
                <a:cubicBezTo>
                  <a:pt x="464179" y="99371"/>
                  <a:pt x="462387" y="95937"/>
                  <a:pt x="458804" y="93567"/>
                </a:cubicBezTo>
                <a:cubicBezTo>
                  <a:pt x="455222" y="91195"/>
                  <a:pt x="450093" y="88915"/>
                  <a:pt x="443416" y="86725"/>
                </a:cubicBezTo>
                <a:cubicBezTo>
                  <a:pt x="440866" y="85874"/>
                  <a:pt x="438316" y="84903"/>
                  <a:pt x="435765" y="83809"/>
                </a:cubicBezTo>
                <a:cubicBezTo>
                  <a:pt x="433216" y="82714"/>
                  <a:pt x="430909" y="81286"/>
                  <a:pt x="428845" y="79524"/>
                </a:cubicBezTo>
                <a:cubicBezTo>
                  <a:pt x="426781" y="77760"/>
                  <a:pt x="425112" y="75632"/>
                  <a:pt x="423837" y="73140"/>
                </a:cubicBezTo>
                <a:cubicBezTo>
                  <a:pt x="422562" y="70649"/>
                  <a:pt x="421925" y="67640"/>
                  <a:pt x="421925" y="64114"/>
                </a:cubicBezTo>
                <a:cubicBezTo>
                  <a:pt x="421925" y="59736"/>
                  <a:pt x="422926" y="55967"/>
                  <a:pt x="424929" y="52806"/>
                </a:cubicBezTo>
                <a:cubicBezTo>
                  <a:pt x="426934" y="49645"/>
                  <a:pt x="429484" y="47062"/>
                  <a:pt x="432580" y="45058"/>
                </a:cubicBezTo>
                <a:cubicBezTo>
                  <a:pt x="435676" y="43051"/>
                  <a:pt x="439167" y="41561"/>
                  <a:pt x="443052" y="40589"/>
                </a:cubicBezTo>
                <a:cubicBezTo>
                  <a:pt x="446937" y="39616"/>
                  <a:pt x="450822" y="39130"/>
                  <a:pt x="454707" y="39130"/>
                </a:cubicBezTo>
                <a:cubicBezTo>
                  <a:pt x="461264" y="39130"/>
                  <a:pt x="467123" y="40397"/>
                  <a:pt x="472282" y="42932"/>
                </a:cubicBezTo>
                <a:cubicBezTo>
                  <a:pt x="477444" y="45466"/>
                  <a:pt x="481178" y="48853"/>
                  <a:pt x="483485" y="53092"/>
                </a:cubicBezTo>
                <a:lnTo>
                  <a:pt x="473833" y="600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Usabilit">
            <a:extLst xmlns:a="http://schemas.openxmlformats.org/drawingml/2006/main">
              <a:ext uri="{FF2B5EF4-FFF2-40B4-BE49-F238E27FC236}">
                <a16:creationId xmlns:a16="http://schemas.microsoft.com/office/drawing/2014/main" id="{7FA31189-025B-443A-9ADA-03912BB1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534" y="1891369"/>
            <a:ext cx="600924" cy="140973"/>
          </a:xfrm>
          <a:custGeom xmlns:a="http://schemas.openxmlformats.org/drawingml/2006/main">
            <a:pathLst>
              <a:path w="600924" h="140973">
                <a:moveTo>
                  <a:pt x="42620" y="140973"/>
                </a:moveTo>
                <a:cubicBezTo>
                  <a:pt x="34848" y="140973"/>
                  <a:pt x="28261" y="139820"/>
                  <a:pt x="22858" y="137516"/>
                </a:cubicBezTo>
                <a:cubicBezTo>
                  <a:pt x="17456" y="135209"/>
                  <a:pt x="13054" y="132206"/>
                  <a:pt x="9655" y="128506"/>
                </a:cubicBezTo>
                <a:cubicBezTo>
                  <a:pt x="6255" y="124804"/>
                  <a:pt x="3795" y="120617"/>
                  <a:pt x="2276" y="115944"/>
                </a:cubicBezTo>
                <a:cubicBezTo>
                  <a:pt x="759" y="111272"/>
                  <a:pt x="0" y="106569"/>
                  <a:pt x="0" y="101837"/>
                </a:cubicBezTo>
                <a:cubicBezTo>
                  <a:pt x="0" y="97589"/>
                  <a:pt x="364" y="93523"/>
                  <a:pt x="1092" y="89640"/>
                </a:cubicBezTo>
                <a:lnTo>
                  <a:pt x="15299" y="8821"/>
                </a:lnTo>
                <a:lnTo>
                  <a:pt x="28230" y="8821"/>
                </a:lnTo>
                <a:lnTo>
                  <a:pt x="14207" y="88120"/>
                </a:lnTo>
                <a:cubicBezTo>
                  <a:pt x="13479" y="92001"/>
                  <a:pt x="13115" y="95700"/>
                  <a:pt x="13115" y="99217"/>
                </a:cubicBezTo>
                <a:cubicBezTo>
                  <a:pt x="13115" y="103339"/>
                  <a:pt x="13631" y="107219"/>
                  <a:pt x="14663" y="110856"/>
                </a:cubicBezTo>
                <a:cubicBezTo>
                  <a:pt x="15695" y="114493"/>
                  <a:pt x="17394" y="117706"/>
                  <a:pt x="19762" y="120496"/>
                </a:cubicBezTo>
                <a:cubicBezTo>
                  <a:pt x="22130" y="123285"/>
                  <a:pt x="25226" y="125498"/>
                  <a:pt x="29050" y="127136"/>
                </a:cubicBezTo>
                <a:cubicBezTo>
                  <a:pt x="32876" y="128772"/>
                  <a:pt x="37642" y="129590"/>
                  <a:pt x="43348" y="129590"/>
                </a:cubicBezTo>
                <a:cubicBezTo>
                  <a:pt x="50148" y="129590"/>
                  <a:pt x="55945" y="128469"/>
                  <a:pt x="60740" y="126227"/>
                </a:cubicBezTo>
                <a:cubicBezTo>
                  <a:pt x="65537" y="123983"/>
                  <a:pt x="69544" y="120951"/>
                  <a:pt x="72762" y="117131"/>
                </a:cubicBezTo>
                <a:cubicBezTo>
                  <a:pt x="75981" y="113311"/>
                  <a:pt x="78530" y="108884"/>
                  <a:pt x="80411" y="103852"/>
                </a:cubicBezTo>
                <a:cubicBezTo>
                  <a:pt x="82293" y="98820"/>
                  <a:pt x="83721" y="93576"/>
                  <a:pt x="84693" y="88120"/>
                </a:cubicBezTo>
                <a:lnTo>
                  <a:pt x="98717" y="8821"/>
                </a:lnTo>
                <a:lnTo>
                  <a:pt x="111648" y="8821"/>
                </a:lnTo>
                <a:lnTo>
                  <a:pt x="97441" y="89640"/>
                </a:lnTo>
                <a:cubicBezTo>
                  <a:pt x="96470" y="94980"/>
                  <a:pt x="94861" y="100654"/>
                  <a:pt x="92614" y="106662"/>
                </a:cubicBezTo>
                <a:cubicBezTo>
                  <a:pt x="90368" y="112669"/>
                  <a:pt x="87151" y="118220"/>
                  <a:pt x="82962" y="123317"/>
                </a:cubicBezTo>
                <a:cubicBezTo>
                  <a:pt x="78773" y="128414"/>
                  <a:pt x="73400" y="132631"/>
                  <a:pt x="66843" y="135968"/>
                </a:cubicBezTo>
                <a:cubicBezTo>
                  <a:pt x="60286" y="139304"/>
                  <a:pt x="52212" y="140973"/>
                  <a:pt x="42620" y="140973"/>
                </a:cubicBezTo>
                <a:close/>
                <a:moveTo>
                  <a:pt x="179456" y="71145"/>
                </a:moveTo>
                <a:cubicBezTo>
                  <a:pt x="177755" y="67988"/>
                  <a:pt x="175205" y="65408"/>
                  <a:pt x="171805" y="63405"/>
                </a:cubicBezTo>
                <a:cubicBezTo>
                  <a:pt x="168405" y="61402"/>
                  <a:pt x="164337" y="60401"/>
                  <a:pt x="159602" y="60401"/>
                </a:cubicBezTo>
                <a:cubicBezTo>
                  <a:pt x="157417" y="60401"/>
                  <a:pt x="155141" y="60645"/>
                  <a:pt x="152773" y="61132"/>
                </a:cubicBezTo>
                <a:cubicBezTo>
                  <a:pt x="150406" y="61617"/>
                  <a:pt x="148219" y="62408"/>
                  <a:pt x="146215" y="63503"/>
                </a:cubicBezTo>
                <a:cubicBezTo>
                  <a:pt x="144212" y="64596"/>
                  <a:pt x="142573" y="66024"/>
                  <a:pt x="141299" y="67788"/>
                </a:cubicBezTo>
                <a:cubicBezTo>
                  <a:pt x="140024" y="69550"/>
                  <a:pt x="139386" y="71707"/>
                  <a:pt x="139386" y="74260"/>
                </a:cubicBezTo>
                <a:cubicBezTo>
                  <a:pt x="139386" y="76569"/>
                  <a:pt x="139781" y="78453"/>
                  <a:pt x="140570" y="79913"/>
                </a:cubicBezTo>
                <a:cubicBezTo>
                  <a:pt x="141360" y="81371"/>
                  <a:pt x="142482" y="82617"/>
                  <a:pt x="143939" y="83651"/>
                </a:cubicBezTo>
                <a:cubicBezTo>
                  <a:pt x="145397" y="84685"/>
                  <a:pt x="147158" y="85597"/>
                  <a:pt x="149222" y="86388"/>
                </a:cubicBezTo>
                <a:cubicBezTo>
                  <a:pt x="151286" y="87178"/>
                  <a:pt x="153653" y="87936"/>
                  <a:pt x="156325" y="88665"/>
                </a:cubicBezTo>
                <a:cubicBezTo>
                  <a:pt x="164703" y="91097"/>
                  <a:pt x="171078" y="94167"/>
                  <a:pt x="175448" y="97874"/>
                </a:cubicBezTo>
                <a:cubicBezTo>
                  <a:pt x="179819" y="101582"/>
                  <a:pt x="182004" y="106839"/>
                  <a:pt x="182004" y="113646"/>
                </a:cubicBezTo>
                <a:cubicBezTo>
                  <a:pt x="182004" y="118267"/>
                  <a:pt x="180972" y="122249"/>
                  <a:pt x="178908" y="125593"/>
                </a:cubicBezTo>
                <a:cubicBezTo>
                  <a:pt x="176844" y="128936"/>
                  <a:pt x="174234" y="131670"/>
                  <a:pt x="171077" y="133797"/>
                </a:cubicBezTo>
                <a:cubicBezTo>
                  <a:pt x="167920" y="135924"/>
                  <a:pt x="164398" y="137474"/>
                  <a:pt x="160513" y="138447"/>
                </a:cubicBezTo>
                <a:cubicBezTo>
                  <a:pt x="156628" y="139419"/>
                  <a:pt x="152803" y="139906"/>
                  <a:pt x="149038" y="139906"/>
                </a:cubicBezTo>
                <a:cubicBezTo>
                  <a:pt x="141876" y="139906"/>
                  <a:pt x="135167" y="138579"/>
                  <a:pt x="128912" y="135926"/>
                </a:cubicBezTo>
                <a:cubicBezTo>
                  <a:pt x="122659" y="133271"/>
                  <a:pt x="117772" y="129216"/>
                  <a:pt x="114252" y="123762"/>
                </a:cubicBezTo>
                <a:lnTo>
                  <a:pt x="124816" y="116839"/>
                </a:lnTo>
                <a:cubicBezTo>
                  <a:pt x="126880" y="120361"/>
                  <a:pt x="129976" y="123367"/>
                  <a:pt x="134103" y="125857"/>
                </a:cubicBezTo>
                <a:cubicBezTo>
                  <a:pt x="138233" y="128345"/>
                  <a:pt x="143030" y="129590"/>
                  <a:pt x="148494" y="129590"/>
                </a:cubicBezTo>
                <a:cubicBezTo>
                  <a:pt x="151163" y="129590"/>
                  <a:pt x="153773" y="129316"/>
                  <a:pt x="156322" y="128770"/>
                </a:cubicBezTo>
                <a:cubicBezTo>
                  <a:pt x="158874" y="128221"/>
                  <a:pt x="161151" y="127370"/>
                  <a:pt x="163153" y="126216"/>
                </a:cubicBezTo>
                <a:cubicBezTo>
                  <a:pt x="165158" y="125062"/>
                  <a:pt x="166767" y="123542"/>
                  <a:pt x="167981" y="121658"/>
                </a:cubicBezTo>
                <a:cubicBezTo>
                  <a:pt x="169194" y="119774"/>
                  <a:pt x="169801" y="117555"/>
                  <a:pt x="169801" y="115002"/>
                </a:cubicBezTo>
                <a:cubicBezTo>
                  <a:pt x="169801" y="110504"/>
                  <a:pt x="168009" y="107070"/>
                  <a:pt x="164426" y="104700"/>
                </a:cubicBezTo>
                <a:cubicBezTo>
                  <a:pt x="160845" y="102328"/>
                  <a:pt x="155716" y="100048"/>
                  <a:pt x="149038" y="97858"/>
                </a:cubicBezTo>
                <a:cubicBezTo>
                  <a:pt x="146489" y="97007"/>
                  <a:pt x="143939" y="96036"/>
                  <a:pt x="141387" y="94943"/>
                </a:cubicBezTo>
                <a:cubicBezTo>
                  <a:pt x="138838" y="93848"/>
                  <a:pt x="136531" y="92419"/>
                  <a:pt x="134467" y="90657"/>
                </a:cubicBezTo>
                <a:cubicBezTo>
                  <a:pt x="132404" y="88893"/>
                  <a:pt x="130734" y="86765"/>
                  <a:pt x="129460" y="84274"/>
                </a:cubicBezTo>
                <a:cubicBezTo>
                  <a:pt x="128185" y="81782"/>
                  <a:pt x="127548" y="78773"/>
                  <a:pt x="127548" y="75247"/>
                </a:cubicBezTo>
                <a:cubicBezTo>
                  <a:pt x="127548" y="70869"/>
                  <a:pt x="128549" y="67100"/>
                  <a:pt x="130552" y="63939"/>
                </a:cubicBezTo>
                <a:cubicBezTo>
                  <a:pt x="132556" y="60778"/>
                  <a:pt x="135107" y="58195"/>
                  <a:pt x="138203" y="56191"/>
                </a:cubicBezTo>
                <a:cubicBezTo>
                  <a:pt x="141299" y="54184"/>
                  <a:pt x="144789" y="52695"/>
                  <a:pt x="148674" y="51722"/>
                </a:cubicBezTo>
                <a:cubicBezTo>
                  <a:pt x="152559" y="50749"/>
                  <a:pt x="156445" y="50263"/>
                  <a:pt x="160330" y="50263"/>
                </a:cubicBezTo>
                <a:cubicBezTo>
                  <a:pt x="166887" y="50263"/>
                  <a:pt x="172745" y="51530"/>
                  <a:pt x="177905" y="54065"/>
                </a:cubicBezTo>
                <a:cubicBezTo>
                  <a:pt x="183067" y="56599"/>
                  <a:pt x="186801" y="59986"/>
                  <a:pt x="189107" y="64225"/>
                </a:cubicBezTo>
                <a:lnTo>
                  <a:pt x="179456" y="71145"/>
                </a:lnTo>
                <a:close/>
                <a:moveTo>
                  <a:pt x="265675" y="85480"/>
                </a:moveTo>
                <a:cubicBezTo>
                  <a:pt x="266040" y="83405"/>
                  <a:pt x="266283" y="81788"/>
                  <a:pt x="266403" y="80630"/>
                </a:cubicBezTo>
                <a:cubicBezTo>
                  <a:pt x="266525" y="79470"/>
                  <a:pt x="266586" y="78402"/>
                  <a:pt x="266586" y="77426"/>
                </a:cubicBezTo>
                <a:cubicBezTo>
                  <a:pt x="266586" y="71201"/>
                  <a:pt x="264825" y="66807"/>
                  <a:pt x="261303" y="64245"/>
                </a:cubicBezTo>
                <a:cubicBezTo>
                  <a:pt x="257783" y="61682"/>
                  <a:pt x="252866" y="60401"/>
                  <a:pt x="246552" y="60401"/>
                </a:cubicBezTo>
                <a:cubicBezTo>
                  <a:pt x="241451" y="60401"/>
                  <a:pt x="236533" y="61402"/>
                  <a:pt x="231798" y="63405"/>
                </a:cubicBezTo>
                <a:cubicBezTo>
                  <a:pt x="227064" y="65408"/>
                  <a:pt x="223119" y="67806"/>
                  <a:pt x="219961" y="70600"/>
                </a:cubicBezTo>
                <a:lnTo>
                  <a:pt x="214498" y="62405"/>
                </a:lnTo>
                <a:cubicBezTo>
                  <a:pt x="218626" y="58775"/>
                  <a:pt x="223724" y="55844"/>
                  <a:pt x="229794" y="53612"/>
                </a:cubicBezTo>
                <a:cubicBezTo>
                  <a:pt x="235865" y="51379"/>
                  <a:pt x="241877" y="50263"/>
                  <a:pt x="247828" y="50263"/>
                </a:cubicBezTo>
                <a:cubicBezTo>
                  <a:pt x="251833" y="50263"/>
                  <a:pt x="255688" y="50719"/>
                  <a:pt x="259391" y="51630"/>
                </a:cubicBezTo>
                <a:cubicBezTo>
                  <a:pt x="263095" y="52542"/>
                  <a:pt x="266312" y="54001"/>
                  <a:pt x="269043" y="56007"/>
                </a:cubicBezTo>
                <a:cubicBezTo>
                  <a:pt x="271776" y="58012"/>
                  <a:pt x="273962" y="60564"/>
                  <a:pt x="275602" y="63664"/>
                </a:cubicBezTo>
                <a:cubicBezTo>
                  <a:pt x="277242" y="66761"/>
                  <a:pt x="278061" y="70498"/>
                  <a:pt x="278061" y="74875"/>
                </a:cubicBezTo>
                <a:cubicBezTo>
                  <a:pt x="278061" y="75968"/>
                  <a:pt x="278000" y="77456"/>
                  <a:pt x="277878" y="79341"/>
                </a:cubicBezTo>
                <a:cubicBezTo>
                  <a:pt x="277758" y="81225"/>
                  <a:pt x="277576" y="82775"/>
                  <a:pt x="277333" y="83990"/>
                </a:cubicBezTo>
                <a:lnTo>
                  <a:pt x="271139" y="118629"/>
                </a:lnTo>
                <a:cubicBezTo>
                  <a:pt x="270531" y="121910"/>
                  <a:pt x="270045" y="125313"/>
                  <a:pt x="269680" y="128839"/>
                </a:cubicBezTo>
                <a:cubicBezTo>
                  <a:pt x="269316" y="132363"/>
                  <a:pt x="269135" y="135340"/>
                  <a:pt x="269135" y="137771"/>
                </a:cubicBezTo>
                <a:lnTo>
                  <a:pt x="258207" y="137771"/>
                </a:lnTo>
                <a:cubicBezTo>
                  <a:pt x="258207" y="135700"/>
                  <a:pt x="258298" y="133446"/>
                  <a:pt x="258480" y="131010"/>
                </a:cubicBezTo>
                <a:cubicBezTo>
                  <a:pt x="258663" y="128573"/>
                  <a:pt x="258937" y="126198"/>
                  <a:pt x="259302" y="123884"/>
                </a:cubicBezTo>
                <a:lnTo>
                  <a:pt x="258936" y="123884"/>
                </a:lnTo>
                <a:cubicBezTo>
                  <a:pt x="256507" y="126678"/>
                  <a:pt x="254078" y="129077"/>
                  <a:pt x="251649" y="131082"/>
                </a:cubicBezTo>
                <a:cubicBezTo>
                  <a:pt x="249222" y="133087"/>
                  <a:pt x="246703" y="134697"/>
                  <a:pt x="244092" y="135912"/>
                </a:cubicBezTo>
                <a:cubicBezTo>
                  <a:pt x="241482" y="137126"/>
                  <a:pt x="238689" y="138006"/>
                  <a:pt x="235713" y="138552"/>
                </a:cubicBezTo>
                <a:cubicBezTo>
                  <a:pt x="232740" y="139099"/>
                  <a:pt x="229492" y="139372"/>
                  <a:pt x="225970" y="139372"/>
                </a:cubicBezTo>
                <a:cubicBezTo>
                  <a:pt x="223056" y="139372"/>
                  <a:pt x="220080" y="139008"/>
                  <a:pt x="217043" y="138280"/>
                </a:cubicBezTo>
                <a:cubicBezTo>
                  <a:pt x="214009" y="137552"/>
                  <a:pt x="211246" y="136308"/>
                  <a:pt x="208756" y="134548"/>
                </a:cubicBezTo>
                <a:cubicBezTo>
                  <a:pt x="206268" y="132787"/>
                  <a:pt x="204204" y="130511"/>
                  <a:pt x="202564" y="127719"/>
                </a:cubicBezTo>
                <a:cubicBezTo>
                  <a:pt x="200926" y="124927"/>
                  <a:pt x="200108" y="121468"/>
                  <a:pt x="200108" y="117342"/>
                </a:cubicBezTo>
                <a:cubicBezTo>
                  <a:pt x="200108" y="110544"/>
                  <a:pt x="202050" y="105052"/>
                  <a:pt x="205935" y="100865"/>
                </a:cubicBezTo>
                <a:cubicBezTo>
                  <a:pt x="209821" y="96678"/>
                  <a:pt x="214890" y="93461"/>
                  <a:pt x="221143" y="91216"/>
                </a:cubicBezTo>
                <a:cubicBezTo>
                  <a:pt x="227397" y="88970"/>
                  <a:pt x="234410" y="87453"/>
                  <a:pt x="242180" y="86664"/>
                </a:cubicBezTo>
                <a:cubicBezTo>
                  <a:pt x="249951" y="85874"/>
                  <a:pt x="257782" y="85480"/>
                  <a:pt x="265675" y="85480"/>
                </a:cubicBezTo>
                <a:moveTo>
                  <a:pt x="261123" y="94729"/>
                </a:moveTo>
                <a:cubicBezTo>
                  <a:pt x="255659" y="94729"/>
                  <a:pt x="250073" y="95003"/>
                  <a:pt x="244365" y="95551"/>
                </a:cubicBezTo>
                <a:cubicBezTo>
                  <a:pt x="238658" y="96098"/>
                  <a:pt x="233468" y="97132"/>
                  <a:pt x="228793" y="98653"/>
                </a:cubicBezTo>
                <a:cubicBezTo>
                  <a:pt x="224119" y="100174"/>
                  <a:pt x="220294" y="102303"/>
                  <a:pt x="217319" y="105042"/>
                </a:cubicBezTo>
                <a:cubicBezTo>
                  <a:pt x="214345" y="107778"/>
                  <a:pt x="212858" y="111398"/>
                  <a:pt x="212858" y="115900"/>
                </a:cubicBezTo>
                <a:cubicBezTo>
                  <a:pt x="212858" y="118577"/>
                  <a:pt x="213343" y="120798"/>
                  <a:pt x="214314" y="122564"/>
                </a:cubicBezTo>
                <a:cubicBezTo>
                  <a:pt x="215285" y="124328"/>
                  <a:pt x="216590" y="125727"/>
                  <a:pt x="218230" y="126760"/>
                </a:cubicBezTo>
                <a:cubicBezTo>
                  <a:pt x="219870" y="127794"/>
                  <a:pt x="221752" y="128524"/>
                  <a:pt x="223877" y="128950"/>
                </a:cubicBezTo>
                <a:cubicBezTo>
                  <a:pt x="226002" y="129377"/>
                  <a:pt x="228157" y="129590"/>
                  <a:pt x="230341" y="129590"/>
                </a:cubicBezTo>
                <a:cubicBezTo>
                  <a:pt x="234714" y="129590"/>
                  <a:pt x="238721" y="128860"/>
                  <a:pt x="242364" y="127400"/>
                </a:cubicBezTo>
                <a:cubicBezTo>
                  <a:pt x="246006" y="125940"/>
                  <a:pt x="249224" y="123932"/>
                  <a:pt x="252016" y="121377"/>
                </a:cubicBezTo>
                <a:cubicBezTo>
                  <a:pt x="254808" y="118821"/>
                  <a:pt x="257114" y="115869"/>
                  <a:pt x="258936" y="112523"/>
                </a:cubicBezTo>
                <a:cubicBezTo>
                  <a:pt x="260757" y="109177"/>
                  <a:pt x="262032" y="105618"/>
                  <a:pt x="262762" y="101846"/>
                </a:cubicBezTo>
                <a:lnTo>
                  <a:pt x="264035" y="94729"/>
                </a:lnTo>
                <a:lnTo>
                  <a:pt x="261123" y="94729"/>
                </a:lnTo>
                <a:close/>
                <a:moveTo>
                  <a:pt x="315160" y="123384"/>
                </a:moveTo>
                <a:lnTo>
                  <a:pt x="312611" y="137771"/>
                </a:lnTo>
                <a:lnTo>
                  <a:pt x="300408" y="137771"/>
                </a:lnTo>
                <a:lnTo>
                  <a:pt x="324815" y="0"/>
                </a:lnTo>
                <a:lnTo>
                  <a:pt x="337018" y="0"/>
                </a:lnTo>
                <a:lnTo>
                  <a:pt x="325179" y="66296"/>
                </a:lnTo>
                <a:lnTo>
                  <a:pt x="325543" y="66296"/>
                </a:lnTo>
                <a:cubicBezTo>
                  <a:pt x="326878" y="64109"/>
                  <a:pt x="328639" y="62044"/>
                  <a:pt x="330823" y="60101"/>
                </a:cubicBezTo>
                <a:cubicBezTo>
                  <a:pt x="333009" y="58157"/>
                  <a:pt x="335468" y="56457"/>
                  <a:pt x="338199" y="55001"/>
                </a:cubicBezTo>
                <a:cubicBezTo>
                  <a:pt x="340931" y="53543"/>
                  <a:pt x="343876" y="52389"/>
                  <a:pt x="347033" y="51538"/>
                </a:cubicBezTo>
                <a:cubicBezTo>
                  <a:pt x="350191" y="50688"/>
                  <a:pt x="353469" y="50263"/>
                  <a:pt x="356869" y="50263"/>
                </a:cubicBezTo>
                <a:cubicBezTo>
                  <a:pt x="362697" y="50263"/>
                  <a:pt x="367949" y="51144"/>
                  <a:pt x="372623" y="52906"/>
                </a:cubicBezTo>
                <a:cubicBezTo>
                  <a:pt x="377298" y="54666"/>
                  <a:pt x="381335" y="57187"/>
                  <a:pt x="384735" y="60468"/>
                </a:cubicBezTo>
                <a:cubicBezTo>
                  <a:pt x="388135" y="63747"/>
                  <a:pt x="390745" y="67634"/>
                  <a:pt x="392566" y="72129"/>
                </a:cubicBezTo>
                <a:cubicBezTo>
                  <a:pt x="394388" y="76622"/>
                  <a:pt x="395298" y="81601"/>
                  <a:pt x="395298" y="87067"/>
                </a:cubicBezTo>
                <a:cubicBezTo>
                  <a:pt x="395298" y="94355"/>
                  <a:pt x="394023" y="101219"/>
                  <a:pt x="391474" y="107657"/>
                </a:cubicBezTo>
                <a:cubicBezTo>
                  <a:pt x="388925" y="114093"/>
                  <a:pt x="385434" y="119680"/>
                  <a:pt x="381002" y="124418"/>
                </a:cubicBezTo>
                <a:cubicBezTo>
                  <a:pt x="376571" y="129155"/>
                  <a:pt x="371289" y="132921"/>
                  <a:pt x="365156" y="135715"/>
                </a:cubicBezTo>
                <a:cubicBezTo>
                  <a:pt x="359023" y="138509"/>
                  <a:pt x="352376" y="139906"/>
                  <a:pt x="345213" y="139906"/>
                </a:cubicBezTo>
                <a:cubicBezTo>
                  <a:pt x="342177" y="139906"/>
                  <a:pt x="339170" y="139550"/>
                  <a:pt x="336195" y="138838"/>
                </a:cubicBezTo>
                <a:cubicBezTo>
                  <a:pt x="333221" y="138127"/>
                  <a:pt x="330399" y="137074"/>
                  <a:pt x="327727" y="135679"/>
                </a:cubicBezTo>
                <a:cubicBezTo>
                  <a:pt x="325057" y="134282"/>
                  <a:pt x="322660" y="132551"/>
                  <a:pt x="320535" y="130487"/>
                </a:cubicBezTo>
                <a:cubicBezTo>
                  <a:pt x="318410" y="128421"/>
                  <a:pt x="316739" y="126054"/>
                  <a:pt x="315524" y="123384"/>
                </a:cubicBezTo>
                <a:lnTo>
                  <a:pt x="315160" y="123384"/>
                </a:lnTo>
                <a:moveTo>
                  <a:pt x="382550" y="87784"/>
                </a:moveTo>
                <a:cubicBezTo>
                  <a:pt x="382550" y="84011"/>
                  <a:pt x="381973" y="80452"/>
                  <a:pt x="380819" y="77106"/>
                </a:cubicBezTo>
                <a:cubicBezTo>
                  <a:pt x="379665" y="73758"/>
                  <a:pt x="377934" y="70837"/>
                  <a:pt x="375628" y="68344"/>
                </a:cubicBezTo>
                <a:cubicBezTo>
                  <a:pt x="373321" y="65848"/>
                  <a:pt x="370528" y="63901"/>
                  <a:pt x="367249" y="62502"/>
                </a:cubicBezTo>
                <a:cubicBezTo>
                  <a:pt x="363971" y="61101"/>
                  <a:pt x="360147" y="60401"/>
                  <a:pt x="355777" y="60401"/>
                </a:cubicBezTo>
                <a:cubicBezTo>
                  <a:pt x="350433" y="60401"/>
                  <a:pt x="345455" y="61497"/>
                  <a:pt x="340842" y="63689"/>
                </a:cubicBezTo>
                <a:cubicBezTo>
                  <a:pt x="336228" y="65879"/>
                  <a:pt x="332222" y="68890"/>
                  <a:pt x="328822" y="72724"/>
                </a:cubicBezTo>
                <a:cubicBezTo>
                  <a:pt x="325422" y="76557"/>
                  <a:pt x="322751" y="80999"/>
                  <a:pt x="320807" y="86049"/>
                </a:cubicBezTo>
                <a:cubicBezTo>
                  <a:pt x="318864" y="91100"/>
                  <a:pt x="317892" y="96425"/>
                  <a:pt x="317892" y="102024"/>
                </a:cubicBezTo>
                <a:cubicBezTo>
                  <a:pt x="317892" y="106040"/>
                  <a:pt x="318529" y="109723"/>
                  <a:pt x="319804" y="113071"/>
                </a:cubicBezTo>
                <a:cubicBezTo>
                  <a:pt x="321080" y="116417"/>
                  <a:pt x="322932" y="119337"/>
                  <a:pt x="325359" y="121833"/>
                </a:cubicBezTo>
                <a:cubicBezTo>
                  <a:pt x="327788" y="124327"/>
                  <a:pt x="330672" y="126244"/>
                  <a:pt x="334011" y="127583"/>
                </a:cubicBezTo>
                <a:cubicBezTo>
                  <a:pt x="337351" y="128921"/>
                  <a:pt x="341145" y="129590"/>
                  <a:pt x="345394" y="129590"/>
                </a:cubicBezTo>
                <a:cubicBezTo>
                  <a:pt x="350980" y="129590"/>
                  <a:pt x="356049" y="128495"/>
                  <a:pt x="360601" y="126305"/>
                </a:cubicBezTo>
                <a:cubicBezTo>
                  <a:pt x="365155" y="124113"/>
                  <a:pt x="369071" y="121131"/>
                  <a:pt x="372348" y="117359"/>
                </a:cubicBezTo>
                <a:cubicBezTo>
                  <a:pt x="375628" y="113587"/>
                  <a:pt x="378147" y="109175"/>
                  <a:pt x="379907" y="104125"/>
                </a:cubicBezTo>
                <a:cubicBezTo>
                  <a:pt x="381669" y="99072"/>
                  <a:pt x="382550" y="93625"/>
                  <a:pt x="382550" y="87784"/>
                </a:cubicBezTo>
                <a:close/>
                <a:moveTo>
                  <a:pt x="426080" y="137771"/>
                </a:moveTo>
                <a:lnTo>
                  <a:pt x="413877" y="137771"/>
                </a:lnTo>
                <a:lnTo>
                  <a:pt x="428992" y="52533"/>
                </a:lnTo>
                <a:lnTo>
                  <a:pt x="441195" y="52533"/>
                </a:lnTo>
                <a:lnTo>
                  <a:pt x="426080" y="137771"/>
                </a:lnTo>
                <a:moveTo>
                  <a:pt x="448482" y="19490"/>
                </a:moveTo>
                <a:cubicBezTo>
                  <a:pt x="448482" y="21911"/>
                  <a:pt x="447662" y="23970"/>
                  <a:pt x="446023" y="25665"/>
                </a:cubicBezTo>
                <a:cubicBezTo>
                  <a:pt x="444383" y="27360"/>
                  <a:pt x="442349" y="28208"/>
                  <a:pt x="439922" y="28208"/>
                </a:cubicBezTo>
                <a:cubicBezTo>
                  <a:pt x="437616" y="28208"/>
                  <a:pt x="435643" y="27482"/>
                  <a:pt x="434003" y="26029"/>
                </a:cubicBezTo>
                <a:cubicBezTo>
                  <a:pt x="432363" y="24575"/>
                  <a:pt x="431543" y="22577"/>
                  <a:pt x="431543" y="20035"/>
                </a:cubicBezTo>
                <a:cubicBezTo>
                  <a:pt x="431543" y="17491"/>
                  <a:pt x="432423" y="15371"/>
                  <a:pt x="434184" y="13676"/>
                </a:cubicBezTo>
                <a:cubicBezTo>
                  <a:pt x="435945" y="11981"/>
                  <a:pt x="437980" y="11133"/>
                  <a:pt x="440286" y="11133"/>
                </a:cubicBezTo>
                <a:cubicBezTo>
                  <a:pt x="442593" y="11133"/>
                  <a:pt x="444536" y="11890"/>
                  <a:pt x="446114" y="13404"/>
                </a:cubicBezTo>
                <a:cubicBezTo>
                  <a:pt x="447693" y="14917"/>
                  <a:pt x="448482" y="16946"/>
                  <a:pt x="448482" y="19490"/>
                </a:cubicBezTo>
                <a:close/>
                <a:moveTo>
                  <a:pt x="471977" y="137771"/>
                </a:moveTo>
                <a:lnTo>
                  <a:pt x="459590" y="137771"/>
                </a:lnTo>
                <a:lnTo>
                  <a:pt x="483813" y="81"/>
                </a:lnTo>
                <a:lnTo>
                  <a:pt x="496199" y="81"/>
                </a:lnTo>
                <a:lnTo>
                  <a:pt x="471977" y="137771"/>
                </a:lnTo>
                <a:close/>
                <a:moveTo>
                  <a:pt x="517145" y="137771"/>
                </a:moveTo>
                <a:lnTo>
                  <a:pt x="504942" y="137771"/>
                </a:lnTo>
                <a:lnTo>
                  <a:pt x="520058" y="52533"/>
                </a:lnTo>
                <a:lnTo>
                  <a:pt x="532261" y="52533"/>
                </a:lnTo>
                <a:lnTo>
                  <a:pt x="517145" y="137771"/>
                </a:lnTo>
                <a:moveTo>
                  <a:pt x="539548" y="19490"/>
                </a:moveTo>
                <a:cubicBezTo>
                  <a:pt x="539548" y="21911"/>
                  <a:pt x="538728" y="23970"/>
                  <a:pt x="537088" y="25665"/>
                </a:cubicBezTo>
                <a:cubicBezTo>
                  <a:pt x="535448" y="27360"/>
                  <a:pt x="533415" y="28208"/>
                  <a:pt x="530988" y="28208"/>
                </a:cubicBezTo>
                <a:cubicBezTo>
                  <a:pt x="528681" y="28208"/>
                  <a:pt x="526708" y="27482"/>
                  <a:pt x="525068" y="26029"/>
                </a:cubicBezTo>
                <a:cubicBezTo>
                  <a:pt x="523429" y="24575"/>
                  <a:pt x="522609" y="22577"/>
                  <a:pt x="522609" y="20035"/>
                </a:cubicBezTo>
                <a:cubicBezTo>
                  <a:pt x="522609" y="17491"/>
                  <a:pt x="523489" y="15371"/>
                  <a:pt x="525249" y="13676"/>
                </a:cubicBezTo>
                <a:cubicBezTo>
                  <a:pt x="527011" y="11981"/>
                  <a:pt x="529045" y="11133"/>
                  <a:pt x="531352" y="11133"/>
                </a:cubicBezTo>
                <a:cubicBezTo>
                  <a:pt x="533659" y="11133"/>
                  <a:pt x="535601" y="11890"/>
                  <a:pt x="537180" y="13404"/>
                </a:cubicBezTo>
                <a:cubicBezTo>
                  <a:pt x="538758" y="14917"/>
                  <a:pt x="539548" y="16946"/>
                  <a:pt x="539548" y="19490"/>
                </a:cubicBezTo>
                <a:close/>
                <a:moveTo>
                  <a:pt x="598920" y="62713"/>
                </a:moveTo>
                <a:lnTo>
                  <a:pt x="575790" y="62713"/>
                </a:lnTo>
                <a:lnTo>
                  <a:pt x="566866" y="112662"/>
                </a:lnTo>
                <a:cubicBezTo>
                  <a:pt x="566501" y="114850"/>
                  <a:pt x="566319" y="116795"/>
                  <a:pt x="566319" y="118495"/>
                </a:cubicBezTo>
                <a:cubicBezTo>
                  <a:pt x="566319" y="122507"/>
                  <a:pt x="567291" y="125181"/>
                  <a:pt x="569234" y="126519"/>
                </a:cubicBezTo>
                <a:cubicBezTo>
                  <a:pt x="571178" y="127855"/>
                  <a:pt x="573728" y="128522"/>
                  <a:pt x="576885" y="128522"/>
                </a:cubicBezTo>
                <a:cubicBezTo>
                  <a:pt x="578584" y="128522"/>
                  <a:pt x="580465" y="128275"/>
                  <a:pt x="582529" y="127780"/>
                </a:cubicBezTo>
                <a:cubicBezTo>
                  <a:pt x="584593" y="127284"/>
                  <a:pt x="586172" y="126602"/>
                  <a:pt x="587265" y="125735"/>
                </a:cubicBezTo>
                <a:lnTo>
                  <a:pt x="585809" y="136290"/>
                </a:lnTo>
                <a:cubicBezTo>
                  <a:pt x="584230" y="137140"/>
                  <a:pt x="582196" y="137778"/>
                  <a:pt x="579706" y="138202"/>
                </a:cubicBezTo>
                <a:cubicBezTo>
                  <a:pt x="577217" y="138626"/>
                  <a:pt x="574577" y="138838"/>
                  <a:pt x="571785" y="138838"/>
                </a:cubicBezTo>
                <a:cubicBezTo>
                  <a:pt x="569719" y="138838"/>
                  <a:pt x="567624" y="138596"/>
                  <a:pt x="565499" y="138110"/>
                </a:cubicBezTo>
                <a:cubicBezTo>
                  <a:pt x="563374" y="137625"/>
                  <a:pt x="561431" y="136745"/>
                  <a:pt x="559671" y="135470"/>
                </a:cubicBezTo>
                <a:cubicBezTo>
                  <a:pt x="557911" y="134196"/>
                  <a:pt x="556454" y="132465"/>
                  <a:pt x="555300" y="130279"/>
                </a:cubicBezTo>
                <a:cubicBezTo>
                  <a:pt x="554147" y="128093"/>
                  <a:pt x="553571" y="125301"/>
                  <a:pt x="553571" y="121903"/>
                </a:cubicBezTo>
                <a:cubicBezTo>
                  <a:pt x="553571" y="120202"/>
                  <a:pt x="553754" y="118259"/>
                  <a:pt x="554119" y="116075"/>
                </a:cubicBezTo>
                <a:lnTo>
                  <a:pt x="563587" y="62713"/>
                </a:lnTo>
                <a:lnTo>
                  <a:pt x="545920" y="62713"/>
                </a:lnTo>
                <a:lnTo>
                  <a:pt x="547924" y="52575"/>
                </a:lnTo>
                <a:lnTo>
                  <a:pt x="565227" y="52575"/>
                </a:lnTo>
                <a:lnTo>
                  <a:pt x="569417" y="28533"/>
                </a:lnTo>
                <a:lnTo>
                  <a:pt x="581618" y="28533"/>
                </a:lnTo>
                <a:lnTo>
                  <a:pt x="577430" y="52575"/>
                </a:lnTo>
                <a:lnTo>
                  <a:pt x="600924" y="52575"/>
                </a:lnTo>
                <a:lnTo>
                  <a:pt x="598920" y="62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y">
            <a:extLst xmlns:a="http://schemas.openxmlformats.org/drawingml/2006/main">
              <a:ext uri="{FF2B5EF4-FFF2-40B4-BE49-F238E27FC236}">
                <a16:creationId xmlns:a16="http://schemas.microsoft.com/office/drawing/2014/main" id="{B731D405-36B1-402A-AC42-DA5E7F95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814" y="1943908"/>
            <a:ext cx="103088" cy="128987"/>
          </a:xfrm>
          <a:custGeom xmlns:a="http://schemas.openxmlformats.org/drawingml/2006/main">
            <a:pathLst>
              <a:path w="103088" h="128987">
                <a:moveTo>
                  <a:pt x="47537" y="71759"/>
                </a:moveTo>
                <a:lnTo>
                  <a:pt x="47901" y="71759"/>
                </a:lnTo>
                <a:lnTo>
                  <a:pt x="89429" y="0"/>
                </a:lnTo>
                <a:lnTo>
                  <a:pt x="103088" y="0"/>
                </a:lnTo>
                <a:lnTo>
                  <a:pt x="38613" y="107293"/>
                </a:lnTo>
                <a:cubicBezTo>
                  <a:pt x="34605" y="113855"/>
                  <a:pt x="30477" y="119111"/>
                  <a:pt x="26226" y="123061"/>
                </a:cubicBezTo>
                <a:cubicBezTo>
                  <a:pt x="21978" y="127012"/>
                  <a:pt x="16697" y="128987"/>
                  <a:pt x="10383" y="128987"/>
                </a:cubicBezTo>
                <a:cubicBezTo>
                  <a:pt x="6861" y="128987"/>
                  <a:pt x="3400" y="128631"/>
                  <a:pt x="0" y="127919"/>
                </a:cubicBezTo>
                <a:lnTo>
                  <a:pt x="1823" y="116681"/>
                </a:lnTo>
                <a:cubicBezTo>
                  <a:pt x="4495" y="117651"/>
                  <a:pt x="7165" y="118137"/>
                  <a:pt x="9835" y="118137"/>
                </a:cubicBezTo>
                <a:cubicBezTo>
                  <a:pt x="13722" y="118137"/>
                  <a:pt x="17092" y="116827"/>
                  <a:pt x="19946" y="114207"/>
                </a:cubicBezTo>
                <a:cubicBezTo>
                  <a:pt x="22799" y="111587"/>
                  <a:pt x="25621" y="107840"/>
                  <a:pt x="28414" y="102966"/>
                </a:cubicBezTo>
                <a:lnTo>
                  <a:pt x="38977" y="85054"/>
                </a:lnTo>
                <a:lnTo>
                  <a:pt x="21130" y="0"/>
                </a:lnTo>
                <a:lnTo>
                  <a:pt x="33877" y="0"/>
                </a:lnTo>
                <a:lnTo>
                  <a:pt x="47537" y="717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issues">
            <a:extLst xmlns:a="http://schemas.openxmlformats.org/drawingml/2006/main">
              <a:ext uri="{FF2B5EF4-FFF2-40B4-BE49-F238E27FC236}">
                <a16:creationId xmlns:a16="http://schemas.microsoft.com/office/drawing/2014/main" id="{0EF5C25C-B171-4DC8-BA25-41B37DE2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250" y="2113775"/>
            <a:ext cx="483485" cy="128773"/>
          </a:xfrm>
          <a:custGeom xmlns:a="http://schemas.openxmlformats.org/drawingml/2006/main">
            <a:pathLst>
              <a:path w="483485" h="128773">
                <a:moveTo>
                  <a:pt x="12203" y="126638"/>
                </a:moveTo>
                <a:lnTo>
                  <a:pt x="0" y="126638"/>
                </a:lnTo>
                <a:lnTo>
                  <a:pt x="15116" y="41400"/>
                </a:lnTo>
                <a:lnTo>
                  <a:pt x="27319" y="41400"/>
                </a:lnTo>
                <a:lnTo>
                  <a:pt x="12203" y="126638"/>
                </a:lnTo>
                <a:moveTo>
                  <a:pt x="34605" y="8357"/>
                </a:moveTo>
                <a:cubicBezTo>
                  <a:pt x="34605" y="10778"/>
                  <a:pt x="33786" y="12837"/>
                  <a:pt x="32146" y="14532"/>
                </a:cubicBezTo>
                <a:cubicBezTo>
                  <a:pt x="30506" y="16227"/>
                  <a:pt x="28473" y="17075"/>
                  <a:pt x="26046" y="17075"/>
                </a:cubicBezTo>
                <a:cubicBezTo>
                  <a:pt x="23739" y="17075"/>
                  <a:pt x="21766" y="16349"/>
                  <a:pt x="20126" y="14896"/>
                </a:cubicBezTo>
                <a:cubicBezTo>
                  <a:pt x="18487" y="13442"/>
                  <a:pt x="17667" y="11443"/>
                  <a:pt x="17667" y="8901"/>
                </a:cubicBezTo>
                <a:cubicBezTo>
                  <a:pt x="17667" y="6358"/>
                  <a:pt x="18547" y="4238"/>
                  <a:pt x="20307" y="2543"/>
                </a:cubicBezTo>
                <a:cubicBezTo>
                  <a:pt x="22069" y="848"/>
                  <a:pt x="24103" y="0"/>
                  <a:pt x="26410" y="0"/>
                </a:cubicBezTo>
                <a:cubicBezTo>
                  <a:pt x="28716" y="0"/>
                  <a:pt x="30659" y="757"/>
                  <a:pt x="32238" y="2271"/>
                </a:cubicBezTo>
                <a:cubicBezTo>
                  <a:pt x="33816" y="3784"/>
                  <a:pt x="34605" y="5813"/>
                  <a:pt x="34605" y="8357"/>
                </a:cubicBezTo>
                <a:close/>
                <a:moveTo>
                  <a:pt x="103269" y="60012"/>
                </a:moveTo>
                <a:cubicBezTo>
                  <a:pt x="101568" y="56855"/>
                  <a:pt x="99018" y="54275"/>
                  <a:pt x="95618" y="52272"/>
                </a:cubicBezTo>
                <a:cubicBezTo>
                  <a:pt x="92218" y="50269"/>
                  <a:pt x="88150" y="49268"/>
                  <a:pt x="83415" y="49268"/>
                </a:cubicBezTo>
                <a:cubicBezTo>
                  <a:pt x="81230" y="49268"/>
                  <a:pt x="78954" y="49512"/>
                  <a:pt x="76587" y="49999"/>
                </a:cubicBezTo>
                <a:cubicBezTo>
                  <a:pt x="74219" y="50484"/>
                  <a:pt x="72033" y="51274"/>
                  <a:pt x="70028" y="52369"/>
                </a:cubicBezTo>
                <a:cubicBezTo>
                  <a:pt x="68025" y="53463"/>
                  <a:pt x="66386" y="54891"/>
                  <a:pt x="65112" y="56655"/>
                </a:cubicBezTo>
                <a:cubicBezTo>
                  <a:pt x="63837" y="58417"/>
                  <a:pt x="63200" y="60574"/>
                  <a:pt x="63200" y="63127"/>
                </a:cubicBezTo>
                <a:cubicBezTo>
                  <a:pt x="63200" y="65436"/>
                  <a:pt x="63594" y="67320"/>
                  <a:pt x="64383" y="68780"/>
                </a:cubicBezTo>
                <a:cubicBezTo>
                  <a:pt x="65173" y="70238"/>
                  <a:pt x="66296" y="71484"/>
                  <a:pt x="67752" y="72518"/>
                </a:cubicBezTo>
                <a:cubicBezTo>
                  <a:pt x="69210" y="73552"/>
                  <a:pt x="70971" y="74464"/>
                  <a:pt x="73035" y="75255"/>
                </a:cubicBezTo>
                <a:cubicBezTo>
                  <a:pt x="75099" y="76045"/>
                  <a:pt x="77467" y="76803"/>
                  <a:pt x="80138" y="77531"/>
                </a:cubicBezTo>
                <a:cubicBezTo>
                  <a:pt x="88516" y="79964"/>
                  <a:pt x="94891" y="83034"/>
                  <a:pt x="99261" y="86741"/>
                </a:cubicBezTo>
                <a:cubicBezTo>
                  <a:pt x="103632" y="90449"/>
                  <a:pt x="105817" y="95706"/>
                  <a:pt x="105817" y="102513"/>
                </a:cubicBezTo>
                <a:cubicBezTo>
                  <a:pt x="105817" y="107134"/>
                  <a:pt x="104785" y="111116"/>
                  <a:pt x="102721" y="114460"/>
                </a:cubicBezTo>
                <a:cubicBezTo>
                  <a:pt x="100657" y="117802"/>
                  <a:pt x="98047" y="120537"/>
                  <a:pt x="94890" y="122664"/>
                </a:cubicBezTo>
                <a:cubicBezTo>
                  <a:pt x="91733" y="124791"/>
                  <a:pt x="88212" y="126341"/>
                  <a:pt x="84326" y="127314"/>
                </a:cubicBezTo>
                <a:cubicBezTo>
                  <a:pt x="80441" y="128286"/>
                  <a:pt x="76616" y="128773"/>
                  <a:pt x="72851" y="128773"/>
                </a:cubicBezTo>
                <a:cubicBezTo>
                  <a:pt x="65689" y="128773"/>
                  <a:pt x="58980" y="127446"/>
                  <a:pt x="52725" y="124793"/>
                </a:cubicBezTo>
                <a:cubicBezTo>
                  <a:pt x="46472" y="122138"/>
                  <a:pt x="41586" y="118083"/>
                  <a:pt x="38065" y="112629"/>
                </a:cubicBezTo>
                <a:lnTo>
                  <a:pt x="48629" y="105706"/>
                </a:lnTo>
                <a:cubicBezTo>
                  <a:pt x="50693" y="109228"/>
                  <a:pt x="53789" y="112234"/>
                  <a:pt x="57917" y="114724"/>
                </a:cubicBezTo>
                <a:cubicBezTo>
                  <a:pt x="62046" y="117212"/>
                  <a:pt x="66843" y="118457"/>
                  <a:pt x="72307" y="118457"/>
                </a:cubicBezTo>
                <a:cubicBezTo>
                  <a:pt x="74977" y="118457"/>
                  <a:pt x="77586" y="118183"/>
                  <a:pt x="80135" y="117637"/>
                </a:cubicBezTo>
                <a:cubicBezTo>
                  <a:pt x="82687" y="117088"/>
                  <a:pt x="84964" y="116237"/>
                  <a:pt x="86966" y="115083"/>
                </a:cubicBezTo>
                <a:cubicBezTo>
                  <a:pt x="88971" y="113928"/>
                  <a:pt x="90580" y="112409"/>
                  <a:pt x="91794" y="110525"/>
                </a:cubicBezTo>
                <a:cubicBezTo>
                  <a:pt x="93007" y="108641"/>
                  <a:pt x="93614" y="106422"/>
                  <a:pt x="93614" y="103869"/>
                </a:cubicBezTo>
                <a:cubicBezTo>
                  <a:pt x="93614" y="99371"/>
                  <a:pt x="91823" y="95937"/>
                  <a:pt x="88239" y="93567"/>
                </a:cubicBezTo>
                <a:cubicBezTo>
                  <a:pt x="84658" y="91195"/>
                  <a:pt x="79529" y="88915"/>
                  <a:pt x="72851" y="86725"/>
                </a:cubicBezTo>
                <a:cubicBezTo>
                  <a:pt x="70302" y="85874"/>
                  <a:pt x="67752" y="84903"/>
                  <a:pt x="65201" y="83809"/>
                </a:cubicBezTo>
                <a:cubicBezTo>
                  <a:pt x="62651" y="82714"/>
                  <a:pt x="60345" y="81286"/>
                  <a:pt x="58281" y="79524"/>
                </a:cubicBezTo>
                <a:cubicBezTo>
                  <a:pt x="56217" y="77760"/>
                  <a:pt x="54547" y="75632"/>
                  <a:pt x="53273" y="73140"/>
                </a:cubicBezTo>
                <a:cubicBezTo>
                  <a:pt x="51998" y="70649"/>
                  <a:pt x="51361" y="67640"/>
                  <a:pt x="51361" y="64114"/>
                </a:cubicBezTo>
                <a:cubicBezTo>
                  <a:pt x="51361" y="59736"/>
                  <a:pt x="52362" y="55967"/>
                  <a:pt x="54365" y="52806"/>
                </a:cubicBezTo>
                <a:cubicBezTo>
                  <a:pt x="56369" y="49645"/>
                  <a:pt x="58920" y="47062"/>
                  <a:pt x="62016" y="45058"/>
                </a:cubicBezTo>
                <a:cubicBezTo>
                  <a:pt x="65112" y="43051"/>
                  <a:pt x="68602" y="41561"/>
                  <a:pt x="72487" y="40589"/>
                </a:cubicBezTo>
                <a:cubicBezTo>
                  <a:pt x="76373" y="39616"/>
                  <a:pt x="80258" y="39130"/>
                  <a:pt x="84143" y="39130"/>
                </a:cubicBezTo>
                <a:cubicBezTo>
                  <a:pt x="90700" y="39130"/>
                  <a:pt x="96558" y="40397"/>
                  <a:pt x="101718" y="42932"/>
                </a:cubicBezTo>
                <a:cubicBezTo>
                  <a:pt x="106880" y="45466"/>
                  <a:pt x="110614" y="48853"/>
                  <a:pt x="112921" y="53092"/>
                </a:cubicBezTo>
                <a:lnTo>
                  <a:pt x="103269" y="60012"/>
                </a:lnTo>
                <a:close/>
                <a:moveTo>
                  <a:pt x="184208" y="60012"/>
                </a:moveTo>
                <a:cubicBezTo>
                  <a:pt x="182507" y="56855"/>
                  <a:pt x="179957" y="54275"/>
                  <a:pt x="176557" y="52272"/>
                </a:cubicBezTo>
                <a:cubicBezTo>
                  <a:pt x="173157" y="50269"/>
                  <a:pt x="169090" y="49268"/>
                  <a:pt x="164354" y="49268"/>
                </a:cubicBezTo>
                <a:cubicBezTo>
                  <a:pt x="162170" y="49268"/>
                  <a:pt x="159894" y="49512"/>
                  <a:pt x="157526" y="49999"/>
                </a:cubicBezTo>
                <a:cubicBezTo>
                  <a:pt x="155158" y="50484"/>
                  <a:pt x="152972" y="51274"/>
                  <a:pt x="150967" y="52369"/>
                </a:cubicBezTo>
                <a:cubicBezTo>
                  <a:pt x="148964" y="53463"/>
                  <a:pt x="147325" y="54891"/>
                  <a:pt x="146051" y="56655"/>
                </a:cubicBezTo>
                <a:cubicBezTo>
                  <a:pt x="144776" y="58417"/>
                  <a:pt x="144139" y="60574"/>
                  <a:pt x="144139" y="63127"/>
                </a:cubicBezTo>
                <a:cubicBezTo>
                  <a:pt x="144139" y="65436"/>
                  <a:pt x="144533" y="67320"/>
                  <a:pt x="145323" y="68780"/>
                </a:cubicBezTo>
                <a:cubicBezTo>
                  <a:pt x="146112" y="70238"/>
                  <a:pt x="147235" y="71484"/>
                  <a:pt x="148691" y="72518"/>
                </a:cubicBezTo>
                <a:cubicBezTo>
                  <a:pt x="150149" y="73552"/>
                  <a:pt x="151910" y="74464"/>
                  <a:pt x="153974" y="75255"/>
                </a:cubicBezTo>
                <a:cubicBezTo>
                  <a:pt x="156038" y="76045"/>
                  <a:pt x="158406" y="76803"/>
                  <a:pt x="161077" y="77531"/>
                </a:cubicBezTo>
                <a:cubicBezTo>
                  <a:pt x="169455" y="79964"/>
                  <a:pt x="175830" y="83034"/>
                  <a:pt x="180200" y="86741"/>
                </a:cubicBezTo>
                <a:cubicBezTo>
                  <a:pt x="184571" y="90449"/>
                  <a:pt x="186756" y="95706"/>
                  <a:pt x="186756" y="102513"/>
                </a:cubicBezTo>
                <a:cubicBezTo>
                  <a:pt x="186756" y="107134"/>
                  <a:pt x="185724" y="111116"/>
                  <a:pt x="183660" y="114460"/>
                </a:cubicBezTo>
                <a:cubicBezTo>
                  <a:pt x="181596" y="117802"/>
                  <a:pt x="178986" y="120537"/>
                  <a:pt x="175829" y="122664"/>
                </a:cubicBezTo>
                <a:cubicBezTo>
                  <a:pt x="172672" y="124791"/>
                  <a:pt x="169151" y="126341"/>
                  <a:pt x="165266" y="127314"/>
                </a:cubicBezTo>
                <a:cubicBezTo>
                  <a:pt x="161380" y="128286"/>
                  <a:pt x="157555" y="128773"/>
                  <a:pt x="153791" y="128773"/>
                </a:cubicBezTo>
                <a:cubicBezTo>
                  <a:pt x="146628" y="128773"/>
                  <a:pt x="139919" y="127446"/>
                  <a:pt x="133664" y="124793"/>
                </a:cubicBezTo>
                <a:cubicBezTo>
                  <a:pt x="127411" y="122138"/>
                  <a:pt x="122525" y="118083"/>
                  <a:pt x="119005" y="112629"/>
                </a:cubicBezTo>
                <a:lnTo>
                  <a:pt x="129568" y="105706"/>
                </a:lnTo>
                <a:cubicBezTo>
                  <a:pt x="131632" y="109228"/>
                  <a:pt x="134728" y="112234"/>
                  <a:pt x="138856" y="114724"/>
                </a:cubicBezTo>
                <a:cubicBezTo>
                  <a:pt x="142985" y="117212"/>
                  <a:pt x="147782" y="118457"/>
                  <a:pt x="153246" y="118457"/>
                </a:cubicBezTo>
                <a:cubicBezTo>
                  <a:pt x="155916" y="118457"/>
                  <a:pt x="158525" y="118183"/>
                  <a:pt x="161075" y="117637"/>
                </a:cubicBezTo>
                <a:cubicBezTo>
                  <a:pt x="163626" y="117088"/>
                  <a:pt x="165903" y="116237"/>
                  <a:pt x="167906" y="115083"/>
                </a:cubicBezTo>
                <a:cubicBezTo>
                  <a:pt x="169910" y="113928"/>
                  <a:pt x="171519" y="112409"/>
                  <a:pt x="172733" y="110525"/>
                </a:cubicBezTo>
                <a:cubicBezTo>
                  <a:pt x="173947" y="108641"/>
                  <a:pt x="174553" y="106422"/>
                  <a:pt x="174553" y="103869"/>
                </a:cubicBezTo>
                <a:cubicBezTo>
                  <a:pt x="174553" y="99371"/>
                  <a:pt x="172762" y="95937"/>
                  <a:pt x="169178" y="93567"/>
                </a:cubicBezTo>
                <a:cubicBezTo>
                  <a:pt x="165597" y="91195"/>
                  <a:pt x="160468" y="88915"/>
                  <a:pt x="153791" y="86725"/>
                </a:cubicBezTo>
                <a:cubicBezTo>
                  <a:pt x="151241" y="85874"/>
                  <a:pt x="148691" y="84903"/>
                  <a:pt x="146140" y="83809"/>
                </a:cubicBezTo>
                <a:cubicBezTo>
                  <a:pt x="143590" y="82714"/>
                  <a:pt x="141284" y="81286"/>
                  <a:pt x="139220" y="79524"/>
                </a:cubicBezTo>
                <a:cubicBezTo>
                  <a:pt x="137156" y="77760"/>
                  <a:pt x="135486" y="75632"/>
                  <a:pt x="134212" y="73140"/>
                </a:cubicBezTo>
                <a:cubicBezTo>
                  <a:pt x="132937" y="70649"/>
                  <a:pt x="132300" y="67640"/>
                  <a:pt x="132300" y="64114"/>
                </a:cubicBezTo>
                <a:cubicBezTo>
                  <a:pt x="132300" y="59736"/>
                  <a:pt x="133301" y="55967"/>
                  <a:pt x="135304" y="52806"/>
                </a:cubicBezTo>
                <a:cubicBezTo>
                  <a:pt x="137309" y="49645"/>
                  <a:pt x="139859" y="47062"/>
                  <a:pt x="142955" y="45058"/>
                </a:cubicBezTo>
                <a:cubicBezTo>
                  <a:pt x="146051" y="43051"/>
                  <a:pt x="149541" y="41561"/>
                  <a:pt x="153427" y="40589"/>
                </a:cubicBezTo>
                <a:cubicBezTo>
                  <a:pt x="157312" y="39616"/>
                  <a:pt x="161197" y="39130"/>
                  <a:pt x="165082" y="39130"/>
                </a:cubicBezTo>
                <a:cubicBezTo>
                  <a:pt x="171639" y="39130"/>
                  <a:pt x="177497" y="40397"/>
                  <a:pt x="182657" y="42932"/>
                </a:cubicBezTo>
                <a:cubicBezTo>
                  <a:pt x="187819" y="45466"/>
                  <a:pt x="191553" y="48853"/>
                  <a:pt x="193860" y="53092"/>
                </a:cubicBezTo>
                <a:lnTo>
                  <a:pt x="184208" y="60012"/>
                </a:lnTo>
                <a:close/>
                <a:moveTo>
                  <a:pt x="266967" y="126638"/>
                </a:moveTo>
                <a:cubicBezTo>
                  <a:pt x="267210" y="124332"/>
                  <a:pt x="267513" y="121782"/>
                  <a:pt x="267876" y="118990"/>
                </a:cubicBezTo>
                <a:cubicBezTo>
                  <a:pt x="268241" y="116196"/>
                  <a:pt x="268606" y="113889"/>
                  <a:pt x="268971" y="112067"/>
                </a:cubicBezTo>
                <a:lnTo>
                  <a:pt x="268607" y="112067"/>
                </a:lnTo>
                <a:cubicBezTo>
                  <a:pt x="265329" y="117288"/>
                  <a:pt x="261110" y="121378"/>
                  <a:pt x="255948" y="124337"/>
                </a:cubicBezTo>
                <a:cubicBezTo>
                  <a:pt x="250788" y="127294"/>
                  <a:pt x="245294" y="128773"/>
                  <a:pt x="239465" y="128773"/>
                </a:cubicBezTo>
                <a:cubicBezTo>
                  <a:pt x="230239" y="128773"/>
                  <a:pt x="223044" y="126446"/>
                  <a:pt x="217883" y="121794"/>
                </a:cubicBezTo>
                <a:cubicBezTo>
                  <a:pt x="212723" y="117140"/>
                  <a:pt x="210143" y="110807"/>
                  <a:pt x="210143" y="102793"/>
                </a:cubicBezTo>
                <a:cubicBezTo>
                  <a:pt x="210143" y="101335"/>
                  <a:pt x="210234" y="99878"/>
                  <a:pt x="210415" y="98422"/>
                </a:cubicBezTo>
                <a:cubicBezTo>
                  <a:pt x="210599" y="96964"/>
                  <a:pt x="210812" y="95385"/>
                  <a:pt x="211054" y="93686"/>
                </a:cubicBezTo>
                <a:lnTo>
                  <a:pt x="220342" y="41414"/>
                </a:lnTo>
                <a:lnTo>
                  <a:pt x="232545" y="41414"/>
                </a:lnTo>
                <a:lnTo>
                  <a:pt x="224166" y="88587"/>
                </a:lnTo>
                <a:cubicBezTo>
                  <a:pt x="223438" y="92472"/>
                  <a:pt x="223074" y="96054"/>
                  <a:pt x="223074" y="99334"/>
                </a:cubicBezTo>
                <a:cubicBezTo>
                  <a:pt x="223074" y="105283"/>
                  <a:pt x="224470" y="109957"/>
                  <a:pt x="227262" y="113357"/>
                </a:cubicBezTo>
                <a:cubicBezTo>
                  <a:pt x="230056" y="116757"/>
                  <a:pt x="234974" y="118457"/>
                  <a:pt x="242016" y="118457"/>
                </a:cubicBezTo>
                <a:cubicBezTo>
                  <a:pt x="245294" y="118457"/>
                  <a:pt x="248571" y="117789"/>
                  <a:pt x="251849" y="116453"/>
                </a:cubicBezTo>
                <a:cubicBezTo>
                  <a:pt x="255128" y="115117"/>
                  <a:pt x="258195" y="113084"/>
                  <a:pt x="261048" y="110353"/>
                </a:cubicBezTo>
                <a:cubicBezTo>
                  <a:pt x="263901" y="107620"/>
                  <a:pt x="266421" y="104159"/>
                  <a:pt x="268607" y="99970"/>
                </a:cubicBezTo>
                <a:cubicBezTo>
                  <a:pt x="270793" y="95781"/>
                  <a:pt x="272372" y="90833"/>
                  <a:pt x="273343" y="85127"/>
                </a:cubicBezTo>
                <a:lnTo>
                  <a:pt x="280991" y="41414"/>
                </a:lnTo>
                <a:lnTo>
                  <a:pt x="293194" y="41414"/>
                </a:lnTo>
                <a:lnTo>
                  <a:pt x="281538" y="107893"/>
                </a:lnTo>
                <a:cubicBezTo>
                  <a:pt x="281053" y="110200"/>
                  <a:pt x="280537" y="113173"/>
                  <a:pt x="279990" y="116814"/>
                </a:cubicBezTo>
                <a:cubicBezTo>
                  <a:pt x="279444" y="120455"/>
                  <a:pt x="279049" y="123729"/>
                  <a:pt x="278806" y="126638"/>
                </a:cubicBezTo>
                <a:lnTo>
                  <a:pt x="266967" y="126638"/>
                </a:lnTo>
                <a:close/>
                <a:moveTo>
                  <a:pt x="324595" y="87331"/>
                </a:moveTo>
                <a:cubicBezTo>
                  <a:pt x="324474" y="88059"/>
                  <a:pt x="324383" y="88756"/>
                  <a:pt x="324322" y="89423"/>
                </a:cubicBezTo>
                <a:cubicBezTo>
                  <a:pt x="324261" y="90090"/>
                  <a:pt x="324231" y="90728"/>
                  <a:pt x="324231" y="91335"/>
                </a:cubicBezTo>
                <a:cubicBezTo>
                  <a:pt x="324231" y="95339"/>
                  <a:pt x="324928" y="98980"/>
                  <a:pt x="326323" y="102257"/>
                </a:cubicBezTo>
                <a:cubicBezTo>
                  <a:pt x="327720" y="105533"/>
                  <a:pt x="329663" y="108384"/>
                  <a:pt x="332151" y="110811"/>
                </a:cubicBezTo>
                <a:cubicBezTo>
                  <a:pt x="334641" y="113238"/>
                  <a:pt x="337555" y="115120"/>
                  <a:pt x="340894" y="116456"/>
                </a:cubicBezTo>
                <a:cubicBezTo>
                  <a:pt x="344233" y="117790"/>
                  <a:pt x="347846" y="118457"/>
                  <a:pt x="351733" y="118457"/>
                </a:cubicBezTo>
                <a:cubicBezTo>
                  <a:pt x="358410" y="118457"/>
                  <a:pt x="364238" y="116970"/>
                  <a:pt x="369216" y="113996"/>
                </a:cubicBezTo>
                <a:cubicBezTo>
                  <a:pt x="374194" y="111021"/>
                  <a:pt x="378201" y="107529"/>
                  <a:pt x="381236" y="103522"/>
                </a:cubicBezTo>
                <a:lnTo>
                  <a:pt x="388886" y="110806"/>
                </a:lnTo>
                <a:cubicBezTo>
                  <a:pt x="383908" y="116751"/>
                  <a:pt x="378141" y="121232"/>
                  <a:pt x="371584" y="124248"/>
                </a:cubicBezTo>
                <a:cubicBezTo>
                  <a:pt x="365027" y="127264"/>
                  <a:pt x="358045" y="128773"/>
                  <a:pt x="350638" y="128773"/>
                </a:cubicBezTo>
                <a:cubicBezTo>
                  <a:pt x="345174" y="128773"/>
                  <a:pt x="340074" y="127922"/>
                  <a:pt x="335339" y="126221"/>
                </a:cubicBezTo>
                <a:cubicBezTo>
                  <a:pt x="330603" y="124521"/>
                  <a:pt x="326505" y="122092"/>
                  <a:pt x="323044" y="118935"/>
                </a:cubicBezTo>
                <a:cubicBezTo>
                  <a:pt x="319585" y="115776"/>
                  <a:pt x="316853" y="111858"/>
                  <a:pt x="314848" y="107182"/>
                </a:cubicBezTo>
                <a:cubicBezTo>
                  <a:pt x="312846" y="102505"/>
                  <a:pt x="311844" y="97191"/>
                  <a:pt x="311844" y="91238"/>
                </a:cubicBezTo>
                <a:cubicBezTo>
                  <a:pt x="311844" y="84314"/>
                  <a:pt x="313119" y="77694"/>
                  <a:pt x="315668" y="71378"/>
                </a:cubicBezTo>
                <a:cubicBezTo>
                  <a:pt x="318219" y="65063"/>
                  <a:pt x="321711" y="59536"/>
                  <a:pt x="326143" y="54798"/>
                </a:cubicBezTo>
                <a:cubicBezTo>
                  <a:pt x="330574" y="50061"/>
                  <a:pt x="335795" y="46266"/>
                  <a:pt x="341806" y="43412"/>
                </a:cubicBezTo>
                <a:cubicBezTo>
                  <a:pt x="347816" y="40557"/>
                  <a:pt x="354281" y="39130"/>
                  <a:pt x="361201" y="39130"/>
                </a:cubicBezTo>
                <a:cubicBezTo>
                  <a:pt x="372858" y="39130"/>
                  <a:pt x="381692" y="42234"/>
                  <a:pt x="387703" y="48443"/>
                </a:cubicBezTo>
                <a:cubicBezTo>
                  <a:pt x="393713" y="54649"/>
                  <a:pt x="396718" y="62683"/>
                  <a:pt x="396718" y="72543"/>
                </a:cubicBezTo>
                <a:cubicBezTo>
                  <a:pt x="396718" y="74003"/>
                  <a:pt x="396597" y="76224"/>
                  <a:pt x="396354" y="79207"/>
                </a:cubicBezTo>
                <a:cubicBezTo>
                  <a:pt x="396111" y="82188"/>
                  <a:pt x="395686" y="84896"/>
                  <a:pt x="395078" y="87331"/>
                </a:cubicBezTo>
                <a:lnTo>
                  <a:pt x="324595" y="87331"/>
                </a:lnTo>
                <a:moveTo>
                  <a:pt x="384151" y="78260"/>
                </a:moveTo>
                <a:cubicBezTo>
                  <a:pt x="384273" y="77281"/>
                  <a:pt x="384364" y="76211"/>
                  <a:pt x="384423" y="75050"/>
                </a:cubicBezTo>
                <a:cubicBezTo>
                  <a:pt x="384484" y="73886"/>
                  <a:pt x="384515" y="72815"/>
                  <a:pt x="384515" y="71837"/>
                </a:cubicBezTo>
                <a:cubicBezTo>
                  <a:pt x="384515" y="65232"/>
                  <a:pt x="382511" y="59819"/>
                  <a:pt x="378504" y="55599"/>
                </a:cubicBezTo>
                <a:cubicBezTo>
                  <a:pt x="374498" y="51378"/>
                  <a:pt x="368609" y="49268"/>
                  <a:pt x="360837" y="49268"/>
                </a:cubicBezTo>
                <a:cubicBezTo>
                  <a:pt x="356346" y="49268"/>
                  <a:pt x="352187" y="50033"/>
                  <a:pt x="348362" y="51563"/>
                </a:cubicBezTo>
                <a:cubicBezTo>
                  <a:pt x="344538" y="53092"/>
                  <a:pt x="341138" y="55202"/>
                  <a:pt x="338162" y="57894"/>
                </a:cubicBezTo>
                <a:cubicBezTo>
                  <a:pt x="335189" y="60584"/>
                  <a:pt x="332669" y="63673"/>
                  <a:pt x="330603" y="67160"/>
                </a:cubicBezTo>
                <a:cubicBezTo>
                  <a:pt x="328539" y="70645"/>
                  <a:pt x="327083" y="74345"/>
                  <a:pt x="326234" y="78260"/>
                </a:cubicBezTo>
                <a:lnTo>
                  <a:pt x="384151" y="78260"/>
                </a:lnTo>
                <a:close/>
                <a:moveTo>
                  <a:pt x="473833" y="60012"/>
                </a:moveTo>
                <a:cubicBezTo>
                  <a:pt x="472132" y="56855"/>
                  <a:pt x="469582" y="54275"/>
                  <a:pt x="466182" y="52272"/>
                </a:cubicBezTo>
                <a:cubicBezTo>
                  <a:pt x="462783" y="50269"/>
                  <a:pt x="458715" y="49268"/>
                  <a:pt x="453979" y="49268"/>
                </a:cubicBezTo>
                <a:cubicBezTo>
                  <a:pt x="451795" y="49268"/>
                  <a:pt x="449519" y="49512"/>
                  <a:pt x="447151" y="49999"/>
                </a:cubicBezTo>
                <a:cubicBezTo>
                  <a:pt x="444783" y="50484"/>
                  <a:pt x="442597" y="51274"/>
                  <a:pt x="440592" y="52369"/>
                </a:cubicBezTo>
                <a:cubicBezTo>
                  <a:pt x="438590" y="53463"/>
                  <a:pt x="436951" y="54891"/>
                  <a:pt x="435676" y="56655"/>
                </a:cubicBezTo>
                <a:cubicBezTo>
                  <a:pt x="434401" y="58417"/>
                  <a:pt x="433764" y="60574"/>
                  <a:pt x="433764" y="63127"/>
                </a:cubicBezTo>
                <a:cubicBezTo>
                  <a:pt x="433764" y="65436"/>
                  <a:pt x="434159" y="67320"/>
                  <a:pt x="434948" y="68780"/>
                </a:cubicBezTo>
                <a:cubicBezTo>
                  <a:pt x="435737" y="70238"/>
                  <a:pt x="436860" y="71484"/>
                  <a:pt x="438316" y="72518"/>
                </a:cubicBezTo>
                <a:cubicBezTo>
                  <a:pt x="439774" y="73552"/>
                  <a:pt x="441535" y="74464"/>
                  <a:pt x="443599" y="75255"/>
                </a:cubicBezTo>
                <a:cubicBezTo>
                  <a:pt x="445663" y="76045"/>
                  <a:pt x="448031" y="76803"/>
                  <a:pt x="450703" y="77531"/>
                </a:cubicBezTo>
                <a:cubicBezTo>
                  <a:pt x="459081" y="79964"/>
                  <a:pt x="465455" y="83034"/>
                  <a:pt x="469826" y="86741"/>
                </a:cubicBezTo>
                <a:cubicBezTo>
                  <a:pt x="474196" y="90449"/>
                  <a:pt x="476382" y="95706"/>
                  <a:pt x="476382" y="102513"/>
                </a:cubicBezTo>
                <a:cubicBezTo>
                  <a:pt x="476382" y="107134"/>
                  <a:pt x="475350" y="111116"/>
                  <a:pt x="473286" y="114460"/>
                </a:cubicBezTo>
                <a:cubicBezTo>
                  <a:pt x="471222" y="117802"/>
                  <a:pt x="468611" y="120537"/>
                  <a:pt x="465454" y="122664"/>
                </a:cubicBezTo>
                <a:cubicBezTo>
                  <a:pt x="462297" y="124791"/>
                  <a:pt x="458776" y="126341"/>
                  <a:pt x="454891" y="127314"/>
                </a:cubicBezTo>
                <a:cubicBezTo>
                  <a:pt x="451006" y="128286"/>
                  <a:pt x="447181" y="128773"/>
                  <a:pt x="443416" y="128773"/>
                </a:cubicBezTo>
                <a:cubicBezTo>
                  <a:pt x="436253" y="128773"/>
                  <a:pt x="429545" y="127446"/>
                  <a:pt x="423290" y="124793"/>
                </a:cubicBezTo>
                <a:cubicBezTo>
                  <a:pt x="417037" y="122138"/>
                  <a:pt x="412150" y="118083"/>
                  <a:pt x="408630" y="112629"/>
                </a:cubicBezTo>
                <a:lnTo>
                  <a:pt x="419193" y="105706"/>
                </a:lnTo>
                <a:cubicBezTo>
                  <a:pt x="421257" y="109228"/>
                  <a:pt x="424353" y="112234"/>
                  <a:pt x="428481" y="114724"/>
                </a:cubicBezTo>
                <a:cubicBezTo>
                  <a:pt x="432611" y="117212"/>
                  <a:pt x="437408" y="118457"/>
                  <a:pt x="442871" y="118457"/>
                </a:cubicBezTo>
                <a:cubicBezTo>
                  <a:pt x="445541" y="118457"/>
                  <a:pt x="448151" y="118183"/>
                  <a:pt x="450700" y="117637"/>
                </a:cubicBezTo>
                <a:cubicBezTo>
                  <a:pt x="453251" y="117088"/>
                  <a:pt x="455528" y="116237"/>
                  <a:pt x="457531" y="115083"/>
                </a:cubicBezTo>
                <a:cubicBezTo>
                  <a:pt x="459536" y="113928"/>
                  <a:pt x="461145" y="112409"/>
                  <a:pt x="462358" y="110525"/>
                </a:cubicBezTo>
                <a:cubicBezTo>
                  <a:pt x="463572" y="108641"/>
                  <a:pt x="464179" y="106422"/>
                  <a:pt x="464179" y="103869"/>
                </a:cubicBezTo>
                <a:cubicBezTo>
                  <a:pt x="464179" y="99371"/>
                  <a:pt x="462387" y="95937"/>
                  <a:pt x="458804" y="93567"/>
                </a:cubicBezTo>
                <a:cubicBezTo>
                  <a:pt x="455222" y="91195"/>
                  <a:pt x="450093" y="88915"/>
                  <a:pt x="443416" y="86725"/>
                </a:cubicBezTo>
                <a:cubicBezTo>
                  <a:pt x="440867" y="85874"/>
                  <a:pt x="438316" y="84903"/>
                  <a:pt x="435765" y="83809"/>
                </a:cubicBezTo>
                <a:cubicBezTo>
                  <a:pt x="433216" y="82714"/>
                  <a:pt x="430909" y="81286"/>
                  <a:pt x="428845" y="79524"/>
                </a:cubicBezTo>
                <a:cubicBezTo>
                  <a:pt x="426781" y="77760"/>
                  <a:pt x="425112" y="75632"/>
                  <a:pt x="423837" y="73140"/>
                </a:cubicBezTo>
                <a:cubicBezTo>
                  <a:pt x="422562" y="70649"/>
                  <a:pt x="421925" y="67640"/>
                  <a:pt x="421925" y="64114"/>
                </a:cubicBezTo>
                <a:cubicBezTo>
                  <a:pt x="421925" y="59736"/>
                  <a:pt x="422927" y="55967"/>
                  <a:pt x="424929" y="52806"/>
                </a:cubicBezTo>
                <a:cubicBezTo>
                  <a:pt x="426934" y="49645"/>
                  <a:pt x="429484" y="47062"/>
                  <a:pt x="432580" y="45058"/>
                </a:cubicBezTo>
                <a:cubicBezTo>
                  <a:pt x="435676" y="43051"/>
                  <a:pt x="439167" y="41561"/>
                  <a:pt x="443052" y="40589"/>
                </a:cubicBezTo>
                <a:cubicBezTo>
                  <a:pt x="446937" y="39616"/>
                  <a:pt x="450822" y="39130"/>
                  <a:pt x="454707" y="39130"/>
                </a:cubicBezTo>
                <a:cubicBezTo>
                  <a:pt x="461264" y="39130"/>
                  <a:pt x="467123" y="40397"/>
                  <a:pt x="472282" y="42932"/>
                </a:cubicBezTo>
                <a:cubicBezTo>
                  <a:pt x="477444" y="45466"/>
                  <a:pt x="481178" y="48853"/>
                  <a:pt x="483485" y="53092"/>
                </a:cubicBezTo>
                <a:lnTo>
                  <a:pt x="473833" y="600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Usabilit">
            <a:extLst xmlns:a="http://schemas.openxmlformats.org/drawingml/2006/main">
              <a:ext uri="{FF2B5EF4-FFF2-40B4-BE49-F238E27FC236}">
                <a16:creationId xmlns:a16="http://schemas.microsoft.com/office/drawing/2014/main" id="{2C2E5789-252E-4431-9FD1-1F425F51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843" y="1918081"/>
            <a:ext cx="600924" cy="140973"/>
          </a:xfrm>
          <a:custGeom xmlns:a="http://schemas.openxmlformats.org/drawingml/2006/main">
            <a:pathLst>
              <a:path w="600924" h="140973">
                <a:moveTo>
                  <a:pt x="42620" y="140973"/>
                </a:moveTo>
                <a:cubicBezTo>
                  <a:pt x="34848" y="140973"/>
                  <a:pt x="28261" y="139820"/>
                  <a:pt x="22858" y="137516"/>
                </a:cubicBezTo>
                <a:cubicBezTo>
                  <a:pt x="17456" y="135209"/>
                  <a:pt x="13054" y="132206"/>
                  <a:pt x="9655" y="128506"/>
                </a:cubicBezTo>
                <a:cubicBezTo>
                  <a:pt x="6255" y="124804"/>
                  <a:pt x="3795" y="120617"/>
                  <a:pt x="2276" y="115944"/>
                </a:cubicBezTo>
                <a:cubicBezTo>
                  <a:pt x="759" y="111272"/>
                  <a:pt x="0" y="106569"/>
                  <a:pt x="0" y="101837"/>
                </a:cubicBezTo>
                <a:cubicBezTo>
                  <a:pt x="0" y="97589"/>
                  <a:pt x="364" y="93523"/>
                  <a:pt x="1092" y="89640"/>
                </a:cubicBezTo>
                <a:lnTo>
                  <a:pt x="15299" y="8821"/>
                </a:lnTo>
                <a:lnTo>
                  <a:pt x="28230" y="8821"/>
                </a:lnTo>
                <a:lnTo>
                  <a:pt x="14207" y="88120"/>
                </a:lnTo>
                <a:cubicBezTo>
                  <a:pt x="13479" y="92001"/>
                  <a:pt x="13115" y="95700"/>
                  <a:pt x="13115" y="99217"/>
                </a:cubicBezTo>
                <a:cubicBezTo>
                  <a:pt x="13115" y="103339"/>
                  <a:pt x="13631" y="107219"/>
                  <a:pt x="14663" y="110856"/>
                </a:cubicBezTo>
                <a:cubicBezTo>
                  <a:pt x="15695" y="114493"/>
                  <a:pt x="17394" y="117706"/>
                  <a:pt x="19762" y="120496"/>
                </a:cubicBezTo>
                <a:cubicBezTo>
                  <a:pt x="22130" y="123285"/>
                  <a:pt x="25226" y="125498"/>
                  <a:pt x="29050" y="127136"/>
                </a:cubicBezTo>
                <a:cubicBezTo>
                  <a:pt x="32876" y="128772"/>
                  <a:pt x="37642" y="129590"/>
                  <a:pt x="43348" y="129590"/>
                </a:cubicBezTo>
                <a:cubicBezTo>
                  <a:pt x="50148" y="129590"/>
                  <a:pt x="55945" y="128469"/>
                  <a:pt x="60740" y="126227"/>
                </a:cubicBezTo>
                <a:cubicBezTo>
                  <a:pt x="65537" y="123983"/>
                  <a:pt x="69544" y="120951"/>
                  <a:pt x="72762" y="117131"/>
                </a:cubicBezTo>
                <a:cubicBezTo>
                  <a:pt x="75981" y="113311"/>
                  <a:pt x="78530" y="108884"/>
                  <a:pt x="80411" y="103852"/>
                </a:cubicBezTo>
                <a:cubicBezTo>
                  <a:pt x="82293" y="98820"/>
                  <a:pt x="83721" y="93576"/>
                  <a:pt x="84693" y="88120"/>
                </a:cubicBezTo>
                <a:lnTo>
                  <a:pt x="98717" y="8821"/>
                </a:lnTo>
                <a:lnTo>
                  <a:pt x="111648" y="8821"/>
                </a:lnTo>
                <a:lnTo>
                  <a:pt x="97441" y="89640"/>
                </a:lnTo>
                <a:cubicBezTo>
                  <a:pt x="96470" y="94980"/>
                  <a:pt x="94861" y="100654"/>
                  <a:pt x="92614" y="106662"/>
                </a:cubicBezTo>
                <a:cubicBezTo>
                  <a:pt x="90368" y="112669"/>
                  <a:pt x="87151" y="118220"/>
                  <a:pt x="82962" y="123317"/>
                </a:cubicBezTo>
                <a:cubicBezTo>
                  <a:pt x="78773" y="128414"/>
                  <a:pt x="73400" y="132631"/>
                  <a:pt x="66843" y="135968"/>
                </a:cubicBezTo>
                <a:cubicBezTo>
                  <a:pt x="60286" y="139304"/>
                  <a:pt x="52212" y="140973"/>
                  <a:pt x="42620" y="140973"/>
                </a:cubicBezTo>
                <a:close/>
                <a:moveTo>
                  <a:pt x="179455" y="71145"/>
                </a:moveTo>
                <a:cubicBezTo>
                  <a:pt x="177755" y="67988"/>
                  <a:pt x="175204" y="65408"/>
                  <a:pt x="171805" y="63405"/>
                </a:cubicBezTo>
                <a:cubicBezTo>
                  <a:pt x="168405" y="61402"/>
                  <a:pt x="164337" y="60401"/>
                  <a:pt x="159601" y="60401"/>
                </a:cubicBezTo>
                <a:cubicBezTo>
                  <a:pt x="157417" y="60401"/>
                  <a:pt x="155141" y="60645"/>
                  <a:pt x="152773" y="61132"/>
                </a:cubicBezTo>
                <a:cubicBezTo>
                  <a:pt x="150405" y="61617"/>
                  <a:pt x="148219" y="62408"/>
                  <a:pt x="146215" y="63503"/>
                </a:cubicBezTo>
                <a:cubicBezTo>
                  <a:pt x="144212" y="64596"/>
                  <a:pt x="142573" y="66024"/>
                  <a:pt x="141298" y="67788"/>
                </a:cubicBezTo>
                <a:cubicBezTo>
                  <a:pt x="140024" y="69550"/>
                  <a:pt x="139386" y="71707"/>
                  <a:pt x="139386" y="74260"/>
                </a:cubicBezTo>
                <a:cubicBezTo>
                  <a:pt x="139386" y="76569"/>
                  <a:pt x="139781" y="78453"/>
                  <a:pt x="140570" y="79913"/>
                </a:cubicBezTo>
                <a:cubicBezTo>
                  <a:pt x="141359" y="81371"/>
                  <a:pt x="142482" y="82617"/>
                  <a:pt x="143938" y="83651"/>
                </a:cubicBezTo>
                <a:cubicBezTo>
                  <a:pt x="145397" y="84685"/>
                  <a:pt x="147158" y="85597"/>
                  <a:pt x="149222" y="86388"/>
                </a:cubicBezTo>
                <a:cubicBezTo>
                  <a:pt x="151285" y="87178"/>
                  <a:pt x="153653" y="87936"/>
                  <a:pt x="156325" y="88665"/>
                </a:cubicBezTo>
                <a:cubicBezTo>
                  <a:pt x="164703" y="91097"/>
                  <a:pt x="171077" y="94167"/>
                  <a:pt x="175448" y="97874"/>
                </a:cubicBezTo>
                <a:cubicBezTo>
                  <a:pt x="179819" y="101582"/>
                  <a:pt x="182004" y="106839"/>
                  <a:pt x="182004" y="113646"/>
                </a:cubicBezTo>
                <a:cubicBezTo>
                  <a:pt x="182004" y="118267"/>
                  <a:pt x="180972" y="122249"/>
                  <a:pt x="178908" y="125593"/>
                </a:cubicBezTo>
                <a:cubicBezTo>
                  <a:pt x="176844" y="128936"/>
                  <a:pt x="174233" y="131670"/>
                  <a:pt x="171076" y="133797"/>
                </a:cubicBezTo>
                <a:cubicBezTo>
                  <a:pt x="167919" y="135924"/>
                  <a:pt x="164398" y="137474"/>
                  <a:pt x="160513" y="138447"/>
                </a:cubicBezTo>
                <a:cubicBezTo>
                  <a:pt x="156628" y="139419"/>
                  <a:pt x="152803" y="139906"/>
                  <a:pt x="149038" y="139906"/>
                </a:cubicBezTo>
                <a:cubicBezTo>
                  <a:pt x="141875" y="139906"/>
                  <a:pt x="135167" y="138579"/>
                  <a:pt x="128912" y="135926"/>
                </a:cubicBezTo>
                <a:cubicBezTo>
                  <a:pt x="122659" y="133271"/>
                  <a:pt x="117772" y="129216"/>
                  <a:pt x="114252" y="123762"/>
                </a:cubicBezTo>
                <a:lnTo>
                  <a:pt x="124815" y="116839"/>
                </a:lnTo>
                <a:cubicBezTo>
                  <a:pt x="126879" y="120361"/>
                  <a:pt x="129975" y="123367"/>
                  <a:pt x="134103" y="125857"/>
                </a:cubicBezTo>
                <a:cubicBezTo>
                  <a:pt x="138233" y="128345"/>
                  <a:pt x="143030" y="129590"/>
                  <a:pt x="148493" y="129590"/>
                </a:cubicBezTo>
                <a:cubicBezTo>
                  <a:pt x="151163" y="129590"/>
                  <a:pt x="153773" y="129316"/>
                  <a:pt x="156322" y="128770"/>
                </a:cubicBezTo>
                <a:cubicBezTo>
                  <a:pt x="158873" y="128221"/>
                  <a:pt x="161150" y="127370"/>
                  <a:pt x="163153" y="126216"/>
                </a:cubicBezTo>
                <a:cubicBezTo>
                  <a:pt x="165158" y="125062"/>
                  <a:pt x="166767" y="123542"/>
                  <a:pt x="167980" y="121658"/>
                </a:cubicBezTo>
                <a:cubicBezTo>
                  <a:pt x="169194" y="119774"/>
                  <a:pt x="169801" y="117555"/>
                  <a:pt x="169801" y="115002"/>
                </a:cubicBezTo>
                <a:cubicBezTo>
                  <a:pt x="169801" y="110504"/>
                  <a:pt x="168009" y="107070"/>
                  <a:pt x="164426" y="104700"/>
                </a:cubicBezTo>
                <a:cubicBezTo>
                  <a:pt x="160845" y="102328"/>
                  <a:pt x="155715" y="100048"/>
                  <a:pt x="149038" y="97858"/>
                </a:cubicBezTo>
                <a:cubicBezTo>
                  <a:pt x="146489" y="97007"/>
                  <a:pt x="143938" y="96036"/>
                  <a:pt x="141387" y="94943"/>
                </a:cubicBezTo>
                <a:cubicBezTo>
                  <a:pt x="138838" y="93848"/>
                  <a:pt x="136531" y="92419"/>
                  <a:pt x="134467" y="90657"/>
                </a:cubicBezTo>
                <a:cubicBezTo>
                  <a:pt x="132403" y="88893"/>
                  <a:pt x="130734" y="86765"/>
                  <a:pt x="129459" y="84274"/>
                </a:cubicBezTo>
                <a:cubicBezTo>
                  <a:pt x="128185" y="81782"/>
                  <a:pt x="127547" y="78773"/>
                  <a:pt x="127547" y="75247"/>
                </a:cubicBezTo>
                <a:cubicBezTo>
                  <a:pt x="127547" y="70869"/>
                  <a:pt x="128549" y="67100"/>
                  <a:pt x="130552" y="63939"/>
                </a:cubicBezTo>
                <a:cubicBezTo>
                  <a:pt x="132556" y="60778"/>
                  <a:pt x="135106" y="58195"/>
                  <a:pt x="138202" y="56191"/>
                </a:cubicBezTo>
                <a:cubicBezTo>
                  <a:pt x="141298" y="54184"/>
                  <a:pt x="144789" y="52695"/>
                  <a:pt x="148674" y="51722"/>
                </a:cubicBezTo>
                <a:cubicBezTo>
                  <a:pt x="152559" y="50749"/>
                  <a:pt x="156444" y="50263"/>
                  <a:pt x="160330" y="50263"/>
                </a:cubicBezTo>
                <a:cubicBezTo>
                  <a:pt x="166886" y="50263"/>
                  <a:pt x="172745" y="51530"/>
                  <a:pt x="177905" y="54065"/>
                </a:cubicBezTo>
                <a:cubicBezTo>
                  <a:pt x="183066" y="56599"/>
                  <a:pt x="186801" y="59986"/>
                  <a:pt x="189107" y="64225"/>
                </a:cubicBezTo>
                <a:lnTo>
                  <a:pt x="179455" y="71145"/>
                </a:lnTo>
                <a:close/>
                <a:moveTo>
                  <a:pt x="265675" y="85480"/>
                </a:moveTo>
                <a:cubicBezTo>
                  <a:pt x="266040" y="83405"/>
                  <a:pt x="266282" y="81788"/>
                  <a:pt x="266403" y="80630"/>
                </a:cubicBezTo>
                <a:cubicBezTo>
                  <a:pt x="266525" y="79470"/>
                  <a:pt x="266586" y="78402"/>
                  <a:pt x="266586" y="77426"/>
                </a:cubicBezTo>
                <a:cubicBezTo>
                  <a:pt x="266586" y="71201"/>
                  <a:pt x="264825" y="66807"/>
                  <a:pt x="261303" y="64245"/>
                </a:cubicBezTo>
                <a:cubicBezTo>
                  <a:pt x="257783" y="61682"/>
                  <a:pt x="252866" y="60401"/>
                  <a:pt x="246552" y="60401"/>
                </a:cubicBezTo>
                <a:cubicBezTo>
                  <a:pt x="241451" y="60401"/>
                  <a:pt x="236533" y="61402"/>
                  <a:pt x="231797" y="63405"/>
                </a:cubicBezTo>
                <a:cubicBezTo>
                  <a:pt x="227064" y="65408"/>
                  <a:pt x="223118" y="67806"/>
                  <a:pt x="219961" y="70600"/>
                </a:cubicBezTo>
                <a:lnTo>
                  <a:pt x="214497" y="62405"/>
                </a:lnTo>
                <a:cubicBezTo>
                  <a:pt x="218625" y="58775"/>
                  <a:pt x="223724" y="55844"/>
                  <a:pt x="229794" y="53612"/>
                </a:cubicBezTo>
                <a:cubicBezTo>
                  <a:pt x="235865" y="51379"/>
                  <a:pt x="241876" y="50263"/>
                  <a:pt x="247827" y="50263"/>
                </a:cubicBezTo>
                <a:cubicBezTo>
                  <a:pt x="251833" y="50263"/>
                  <a:pt x="255687" y="50719"/>
                  <a:pt x="259391" y="51630"/>
                </a:cubicBezTo>
                <a:cubicBezTo>
                  <a:pt x="263095" y="52542"/>
                  <a:pt x="266312" y="54001"/>
                  <a:pt x="269043" y="56007"/>
                </a:cubicBezTo>
                <a:cubicBezTo>
                  <a:pt x="271776" y="58012"/>
                  <a:pt x="273962" y="60564"/>
                  <a:pt x="275602" y="63664"/>
                </a:cubicBezTo>
                <a:cubicBezTo>
                  <a:pt x="277241" y="66761"/>
                  <a:pt x="278061" y="70498"/>
                  <a:pt x="278061" y="74875"/>
                </a:cubicBezTo>
                <a:cubicBezTo>
                  <a:pt x="278061" y="75968"/>
                  <a:pt x="278000" y="77456"/>
                  <a:pt x="277878" y="79341"/>
                </a:cubicBezTo>
                <a:cubicBezTo>
                  <a:pt x="277757" y="81225"/>
                  <a:pt x="277576" y="82775"/>
                  <a:pt x="277333" y="83990"/>
                </a:cubicBezTo>
                <a:lnTo>
                  <a:pt x="271138" y="118629"/>
                </a:lnTo>
                <a:cubicBezTo>
                  <a:pt x="270531" y="121910"/>
                  <a:pt x="270044" y="125313"/>
                  <a:pt x="269679" y="128839"/>
                </a:cubicBezTo>
                <a:cubicBezTo>
                  <a:pt x="269316" y="132363"/>
                  <a:pt x="269135" y="135340"/>
                  <a:pt x="269135" y="137771"/>
                </a:cubicBezTo>
                <a:lnTo>
                  <a:pt x="258207" y="137771"/>
                </a:lnTo>
                <a:cubicBezTo>
                  <a:pt x="258207" y="135700"/>
                  <a:pt x="258298" y="133446"/>
                  <a:pt x="258480" y="131010"/>
                </a:cubicBezTo>
                <a:cubicBezTo>
                  <a:pt x="258663" y="128573"/>
                  <a:pt x="258937" y="126198"/>
                  <a:pt x="259302" y="123884"/>
                </a:cubicBezTo>
                <a:lnTo>
                  <a:pt x="258935" y="123884"/>
                </a:lnTo>
                <a:cubicBezTo>
                  <a:pt x="256506" y="126678"/>
                  <a:pt x="254077" y="129077"/>
                  <a:pt x="251649" y="131082"/>
                </a:cubicBezTo>
                <a:cubicBezTo>
                  <a:pt x="249221" y="133087"/>
                  <a:pt x="246703" y="134697"/>
                  <a:pt x="244092" y="135912"/>
                </a:cubicBezTo>
                <a:cubicBezTo>
                  <a:pt x="241482" y="137126"/>
                  <a:pt x="238689" y="138006"/>
                  <a:pt x="235713" y="138552"/>
                </a:cubicBezTo>
                <a:cubicBezTo>
                  <a:pt x="232740" y="139099"/>
                  <a:pt x="229492" y="139372"/>
                  <a:pt x="225970" y="139372"/>
                </a:cubicBezTo>
                <a:cubicBezTo>
                  <a:pt x="223055" y="139372"/>
                  <a:pt x="220080" y="139008"/>
                  <a:pt x="217043" y="138280"/>
                </a:cubicBezTo>
                <a:cubicBezTo>
                  <a:pt x="214008" y="137552"/>
                  <a:pt x="211246" y="136308"/>
                  <a:pt x="208756" y="134548"/>
                </a:cubicBezTo>
                <a:cubicBezTo>
                  <a:pt x="206268" y="132787"/>
                  <a:pt x="204204" y="130511"/>
                  <a:pt x="202564" y="127719"/>
                </a:cubicBezTo>
                <a:cubicBezTo>
                  <a:pt x="200926" y="124927"/>
                  <a:pt x="200107" y="121468"/>
                  <a:pt x="200107" y="117342"/>
                </a:cubicBezTo>
                <a:cubicBezTo>
                  <a:pt x="200107" y="110544"/>
                  <a:pt x="202050" y="105052"/>
                  <a:pt x="205935" y="100865"/>
                </a:cubicBezTo>
                <a:cubicBezTo>
                  <a:pt x="209820" y="96678"/>
                  <a:pt x="214889" y="93461"/>
                  <a:pt x="221142" y="91216"/>
                </a:cubicBezTo>
                <a:cubicBezTo>
                  <a:pt x="227397" y="88970"/>
                  <a:pt x="234410" y="87453"/>
                  <a:pt x="242180" y="86664"/>
                </a:cubicBezTo>
                <a:cubicBezTo>
                  <a:pt x="249951" y="85874"/>
                  <a:pt x="257782" y="85480"/>
                  <a:pt x="265675" y="85480"/>
                </a:cubicBezTo>
                <a:moveTo>
                  <a:pt x="261122" y="94729"/>
                </a:moveTo>
                <a:cubicBezTo>
                  <a:pt x="255659" y="94729"/>
                  <a:pt x="250073" y="95003"/>
                  <a:pt x="244365" y="95551"/>
                </a:cubicBezTo>
                <a:cubicBezTo>
                  <a:pt x="238658" y="96098"/>
                  <a:pt x="233468" y="97132"/>
                  <a:pt x="228793" y="98653"/>
                </a:cubicBezTo>
                <a:cubicBezTo>
                  <a:pt x="224119" y="100174"/>
                  <a:pt x="220294" y="102303"/>
                  <a:pt x="217318" y="105042"/>
                </a:cubicBezTo>
                <a:cubicBezTo>
                  <a:pt x="214345" y="107778"/>
                  <a:pt x="212858" y="111398"/>
                  <a:pt x="212858" y="115900"/>
                </a:cubicBezTo>
                <a:cubicBezTo>
                  <a:pt x="212858" y="118577"/>
                  <a:pt x="213343" y="120798"/>
                  <a:pt x="214314" y="122564"/>
                </a:cubicBezTo>
                <a:cubicBezTo>
                  <a:pt x="215285" y="124328"/>
                  <a:pt x="216590" y="125727"/>
                  <a:pt x="218230" y="126760"/>
                </a:cubicBezTo>
                <a:cubicBezTo>
                  <a:pt x="219869" y="127794"/>
                  <a:pt x="221752" y="128524"/>
                  <a:pt x="223877" y="128950"/>
                </a:cubicBezTo>
                <a:cubicBezTo>
                  <a:pt x="226002" y="129377"/>
                  <a:pt x="228157" y="129590"/>
                  <a:pt x="230341" y="129590"/>
                </a:cubicBezTo>
                <a:cubicBezTo>
                  <a:pt x="234714" y="129590"/>
                  <a:pt x="238721" y="128860"/>
                  <a:pt x="242364" y="127400"/>
                </a:cubicBezTo>
                <a:cubicBezTo>
                  <a:pt x="246006" y="125940"/>
                  <a:pt x="249223" y="123932"/>
                  <a:pt x="252015" y="121377"/>
                </a:cubicBezTo>
                <a:cubicBezTo>
                  <a:pt x="254807" y="118821"/>
                  <a:pt x="257114" y="115869"/>
                  <a:pt x="258935" y="112523"/>
                </a:cubicBezTo>
                <a:cubicBezTo>
                  <a:pt x="260757" y="109177"/>
                  <a:pt x="262032" y="105618"/>
                  <a:pt x="262762" y="101846"/>
                </a:cubicBezTo>
                <a:lnTo>
                  <a:pt x="264035" y="94729"/>
                </a:lnTo>
                <a:lnTo>
                  <a:pt x="261122" y="94729"/>
                </a:lnTo>
                <a:close/>
                <a:moveTo>
                  <a:pt x="315160" y="123384"/>
                </a:moveTo>
                <a:lnTo>
                  <a:pt x="312612" y="137771"/>
                </a:lnTo>
                <a:lnTo>
                  <a:pt x="300409" y="137771"/>
                </a:lnTo>
                <a:lnTo>
                  <a:pt x="324815" y="0"/>
                </a:lnTo>
                <a:lnTo>
                  <a:pt x="337018" y="0"/>
                </a:lnTo>
                <a:lnTo>
                  <a:pt x="325179" y="66296"/>
                </a:lnTo>
                <a:lnTo>
                  <a:pt x="325543" y="66296"/>
                </a:lnTo>
                <a:cubicBezTo>
                  <a:pt x="326879" y="64109"/>
                  <a:pt x="328639" y="62044"/>
                  <a:pt x="330823" y="60101"/>
                </a:cubicBezTo>
                <a:cubicBezTo>
                  <a:pt x="333009" y="58157"/>
                  <a:pt x="335468" y="56457"/>
                  <a:pt x="338199" y="55001"/>
                </a:cubicBezTo>
                <a:cubicBezTo>
                  <a:pt x="340932" y="53543"/>
                  <a:pt x="343877" y="52389"/>
                  <a:pt x="347034" y="51538"/>
                </a:cubicBezTo>
                <a:cubicBezTo>
                  <a:pt x="350191" y="50688"/>
                  <a:pt x="353469" y="50263"/>
                  <a:pt x="356869" y="50263"/>
                </a:cubicBezTo>
                <a:cubicBezTo>
                  <a:pt x="362698" y="50263"/>
                  <a:pt x="367949" y="51144"/>
                  <a:pt x="372624" y="52906"/>
                </a:cubicBezTo>
                <a:cubicBezTo>
                  <a:pt x="377298" y="54666"/>
                  <a:pt x="381335" y="57187"/>
                  <a:pt x="384735" y="60468"/>
                </a:cubicBezTo>
                <a:cubicBezTo>
                  <a:pt x="388135" y="63747"/>
                  <a:pt x="390745" y="67634"/>
                  <a:pt x="392567" y="72129"/>
                </a:cubicBezTo>
                <a:cubicBezTo>
                  <a:pt x="394388" y="76622"/>
                  <a:pt x="395298" y="81601"/>
                  <a:pt x="395298" y="87067"/>
                </a:cubicBezTo>
                <a:cubicBezTo>
                  <a:pt x="395298" y="94355"/>
                  <a:pt x="394024" y="101219"/>
                  <a:pt x="391474" y="107657"/>
                </a:cubicBezTo>
                <a:cubicBezTo>
                  <a:pt x="388925" y="114093"/>
                  <a:pt x="385434" y="119680"/>
                  <a:pt x="381003" y="124418"/>
                </a:cubicBezTo>
                <a:cubicBezTo>
                  <a:pt x="376571" y="129155"/>
                  <a:pt x="371289" y="132921"/>
                  <a:pt x="365156" y="135715"/>
                </a:cubicBezTo>
                <a:cubicBezTo>
                  <a:pt x="359024" y="138509"/>
                  <a:pt x="352376" y="139906"/>
                  <a:pt x="345213" y="139906"/>
                </a:cubicBezTo>
                <a:cubicBezTo>
                  <a:pt x="342177" y="139906"/>
                  <a:pt x="339171" y="139550"/>
                  <a:pt x="336195" y="138838"/>
                </a:cubicBezTo>
                <a:cubicBezTo>
                  <a:pt x="333222" y="138127"/>
                  <a:pt x="330399" y="137074"/>
                  <a:pt x="327727" y="135679"/>
                </a:cubicBezTo>
                <a:cubicBezTo>
                  <a:pt x="325058" y="134282"/>
                  <a:pt x="322660" y="132551"/>
                  <a:pt x="320535" y="130487"/>
                </a:cubicBezTo>
                <a:cubicBezTo>
                  <a:pt x="318410" y="128421"/>
                  <a:pt x="316740" y="126054"/>
                  <a:pt x="315524" y="123384"/>
                </a:cubicBezTo>
                <a:lnTo>
                  <a:pt x="315160" y="123384"/>
                </a:lnTo>
                <a:moveTo>
                  <a:pt x="382551" y="87784"/>
                </a:moveTo>
                <a:cubicBezTo>
                  <a:pt x="382551" y="84011"/>
                  <a:pt x="381974" y="80452"/>
                  <a:pt x="380819" y="77106"/>
                </a:cubicBezTo>
                <a:cubicBezTo>
                  <a:pt x="379665" y="73758"/>
                  <a:pt x="377935" y="70837"/>
                  <a:pt x="375628" y="68344"/>
                </a:cubicBezTo>
                <a:cubicBezTo>
                  <a:pt x="373321" y="65848"/>
                  <a:pt x="370528" y="63901"/>
                  <a:pt x="367249" y="62502"/>
                </a:cubicBezTo>
                <a:cubicBezTo>
                  <a:pt x="363971" y="61101"/>
                  <a:pt x="360147" y="60401"/>
                  <a:pt x="355777" y="60401"/>
                </a:cubicBezTo>
                <a:cubicBezTo>
                  <a:pt x="350434" y="60401"/>
                  <a:pt x="345455" y="61497"/>
                  <a:pt x="340842" y="63689"/>
                </a:cubicBezTo>
                <a:cubicBezTo>
                  <a:pt x="336229" y="65879"/>
                  <a:pt x="332222" y="68890"/>
                  <a:pt x="328822" y="72724"/>
                </a:cubicBezTo>
                <a:cubicBezTo>
                  <a:pt x="325423" y="76557"/>
                  <a:pt x="322751" y="80999"/>
                  <a:pt x="320807" y="86049"/>
                </a:cubicBezTo>
                <a:cubicBezTo>
                  <a:pt x="318864" y="91100"/>
                  <a:pt x="317892" y="96425"/>
                  <a:pt x="317892" y="102024"/>
                </a:cubicBezTo>
                <a:cubicBezTo>
                  <a:pt x="317892" y="106040"/>
                  <a:pt x="318529" y="109723"/>
                  <a:pt x="319804" y="113071"/>
                </a:cubicBezTo>
                <a:cubicBezTo>
                  <a:pt x="321081" y="116417"/>
                  <a:pt x="322932" y="119337"/>
                  <a:pt x="325360" y="121833"/>
                </a:cubicBezTo>
                <a:cubicBezTo>
                  <a:pt x="327788" y="124327"/>
                  <a:pt x="330672" y="126244"/>
                  <a:pt x="334011" y="127583"/>
                </a:cubicBezTo>
                <a:cubicBezTo>
                  <a:pt x="337351" y="128921"/>
                  <a:pt x="341146" y="129590"/>
                  <a:pt x="345394" y="129590"/>
                </a:cubicBezTo>
                <a:cubicBezTo>
                  <a:pt x="350980" y="129590"/>
                  <a:pt x="356049" y="128495"/>
                  <a:pt x="360601" y="126305"/>
                </a:cubicBezTo>
                <a:cubicBezTo>
                  <a:pt x="365155" y="124113"/>
                  <a:pt x="369071" y="121131"/>
                  <a:pt x="372349" y="117359"/>
                </a:cubicBezTo>
                <a:cubicBezTo>
                  <a:pt x="375628" y="113587"/>
                  <a:pt x="378148" y="109175"/>
                  <a:pt x="379908" y="104125"/>
                </a:cubicBezTo>
                <a:cubicBezTo>
                  <a:pt x="381670" y="99072"/>
                  <a:pt x="382551" y="93625"/>
                  <a:pt x="382551" y="87784"/>
                </a:cubicBezTo>
                <a:close/>
                <a:moveTo>
                  <a:pt x="426079" y="137771"/>
                </a:moveTo>
                <a:lnTo>
                  <a:pt x="413876" y="137771"/>
                </a:lnTo>
                <a:lnTo>
                  <a:pt x="428992" y="52533"/>
                </a:lnTo>
                <a:lnTo>
                  <a:pt x="441195" y="52533"/>
                </a:lnTo>
                <a:lnTo>
                  <a:pt x="426079" y="137771"/>
                </a:lnTo>
                <a:moveTo>
                  <a:pt x="448482" y="19490"/>
                </a:moveTo>
                <a:cubicBezTo>
                  <a:pt x="448482" y="21911"/>
                  <a:pt x="447662" y="23970"/>
                  <a:pt x="446022" y="25665"/>
                </a:cubicBezTo>
                <a:cubicBezTo>
                  <a:pt x="444383" y="27360"/>
                  <a:pt x="442349" y="28208"/>
                  <a:pt x="439922" y="28208"/>
                </a:cubicBezTo>
                <a:cubicBezTo>
                  <a:pt x="437615" y="28208"/>
                  <a:pt x="435642" y="27482"/>
                  <a:pt x="434003" y="26029"/>
                </a:cubicBezTo>
                <a:cubicBezTo>
                  <a:pt x="432363" y="24575"/>
                  <a:pt x="431543" y="22577"/>
                  <a:pt x="431543" y="20035"/>
                </a:cubicBezTo>
                <a:cubicBezTo>
                  <a:pt x="431543" y="17491"/>
                  <a:pt x="432423" y="15371"/>
                  <a:pt x="434183" y="13676"/>
                </a:cubicBezTo>
                <a:cubicBezTo>
                  <a:pt x="435945" y="11981"/>
                  <a:pt x="437979" y="11133"/>
                  <a:pt x="440286" y="11133"/>
                </a:cubicBezTo>
                <a:cubicBezTo>
                  <a:pt x="442593" y="11133"/>
                  <a:pt x="444535" y="11890"/>
                  <a:pt x="446114" y="13404"/>
                </a:cubicBezTo>
                <a:cubicBezTo>
                  <a:pt x="447692" y="14917"/>
                  <a:pt x="448482" y="16946"/>
                  <a:pt x="448482" y="19490"/>
                </a:cubicBezTo>
                <a:close/>
                <a:moveTo>
                  <a:pt x="471976" y="137771"/>
                </a:moveTo>
                <a:lnTo>
                  <a:pt x="459590" y="137771"/>
                </a:lnTo>
                <a:lnTo>
                  <a:pt x="483812" y="81"/>
                </a:lnTo>
                <a:lnTo>
                  <a:pt x="496199" y="81"/>
                </a:lnTo>
                <a:lnTo>
                  <a:pt x="471976" y="137771"/>
                </a:lnTo>
                <a:close/>
                <a:moveTo>
                  <a:pt x="517145" y="137771"/>
                </a:moveTo>
                <a:lnTo>
                  <a:pt x="504942" y="137771"/>
                </a:lnTo>
                <a:lnTo>
                  <a:pt x="520058" y="52533"/>
                </a:lnTo>
                <a:lnTo>
                  <a:pt x="532261" y="52533"/>
                </a:lnTo>
                <a:lnTo>
                  <a:pt x="517145" y="137771"/>
                </a:lnTo>
                <a:moveTo>
                  <a:pt x="539547" y="19490"/>
                </a:moveTo>
                <a:cubicBezTo>
                  <a:pt x="539547" y="21911"/>
                  <a:pt x="538728" y="23970"/>
                  <a:pt x="537088" y="25665"/>
                </a:cubicBezTo>
                <a:cubicBezTo>
                  <a:pt x="535448" y="27360"/>
                  <a:pt x="533415" y="28208"/>
                  <a:pt x="530988" y="28208"/>
                </a:cubicBezTo>
                <a:cubicBezTo>
                  <a:pt x="528681" y="28208"/>
                  <a:pt x="526708" y="27482"/>
                  <a:pt x="525068" y="26029"/>
                </a:cubicBezTo>
                <a:cubicBezTo>
                  <a:pt x="523429" y="24575"/>
                  <a:pt x="522609" y="22577"/>
                  <a:pt x="522609" y="20035"/>
                </a:cubicBezTo>
                <a:cubicBezTo>
                  <a:pt x="522609" y="17491"/>
                  <a:pt x="523489" y="15371"/>
                  <a:pt x="525249" y="13676"/>
                </a:cubicBezTo>
                <a:cubicBezTo>
                  <a:pt x="527011" y="11981"/>
                  <a:pt x="529045" y="11133"/>
                  <a:pt x="531352" y="11133"/>
                </a:cubicBezTo>
                <a:cubicBezTo>
                  <a:pt x="533658" y="11133"/>
                  <a:pt x="535601" y="11890"/>
                  <a:pt x="537180" y="13404"/>
                </a:cubicBezTo>
                <a:cubicBezTo>
                  <a:pt x="538758" y="14917"/>
                  <a:pt x="539547" y="16946"/>
                  <a:pt x="539547" y="19490"/>
                </a:cubicBezTo>
                <a:close/>
                <a:moveTo>
                  <a:pt x="598920" y="62713"/>
                </a:moveTo>
                <a:lnTo>
                  <a:pt x="575790" y="62713"/>
                </a:lnTo>
                <a:lnTo>
                  <a:pt x="566866" y="112662"/>
                </a:lnTo>
                <a:cubicBezTo>
                  <a:pt x="566501" y="114850"/>
                  <a:pt x="566318" y="116795"/>
                  <a:pt x="566318" y="118495"/>
                </a:cubicBezTo>
                <a:cubicBezTo>
                  <a:pt x="566318" y="122507"/>
                  <a:pt x="567290" y="125181"/>
                  <a:pt x="569234" y="126519"/>
                </a:cubicBezTo>
                <a:cubicBezTo>
                  <a:pt x="571177" y="127855"/>
                  <a:pt x="573728" y="128522"/>
                  <a:pt x="576885" y="128522"/>
                </a:cubicBezTo>
                <a:cubicBezTo>
                  <a:pt x="578584" y="128522"/>
                  <a:pt x="580465" y="128275"/>
                  <a:pt x="582529" y="127780"/>
                </a:cubicBezTo>
                <a:cubicBezTo>
                  <a:pt x="584593" y="127284"/>
                  <a:pt x="586171" y="126602"/>
                  <a:pt x="587265" y="125735"/>
                </a:cubicBezTo>
                <a:lnTo>
                  <a:pt x="585808" y="136290"/>
                </a:lnTo>
                <a:cubicBezTo>
                  <a:pt x="584230" y="137140"/>
                  <a:pt x="582196" y="137778"/>
                  <a:pt x="579705" y="138202"/>
                </a:cubicBezTo>
                <a:cubicBezTo>
                  <a:pt x="577217" y="138626"/>
                  <a:pt x="574577" y="138838"/>
                  <a:pt x="571785" y="138838"/>
                </a:cubicBezTo>
                <a:cubicBezTo>
                  <a:pt x="569719" y="138838"/>
                  <a:pt x="567624" y="138596"/>
                  <a:pt x="565499" y="138110"/>
                </a:cubicBezTo>
                <a:cubicBezTo>
                  <a:pt x="563374" y="137625"/>
                  <a:pt x="561431" y="136745"/>
                  <a:pt x="559671" y="135470"/>
                </a:cubicBezTo>
                <a:cubicBezTo>
                  <a:pt x="557911" y="134196"/>
                  <a:pt x="556454" y="132465"/>
                  <a:pt x="555299" y="130279"/>
                </a:cubicBezTo>
                <a:cubicBezTo>
                  <a:pt x="554147" y="128093"/>
                  <a:pt x="553571" y="125301"/>
                  <a:pt x="553571" y="121903"/>
                </a:cubicBezTo>
                <a:cubicBezTo>
                  <a:pt x="553571" y="120202"/>
                  <a:pt x="553753" y="118259"/>
                  <a:pt x="554118" y="116075"/>
                </a:cubicBezTo>
                <a:lnTo>
                  <a:pt x="563587" y="62713"/>
                </a:lnTo>
                <a:lnTo>
                  <a:pt x="545920" y="62713"/>
                </a:lnTo>
                <a:lnTo>
                  <a:pt x="547924" y="52575"/>
                </a:lnTo>
                <a:lnTo>
                  <a:pt x="565226" y="52575"/>
                </a:lnTo>
                <a:lnTo>
                  <a:pt x="569417" y="28533"/>
                </a:lnTo>
                <a:lnTo>
                  <a:pt x="581617" y="28533"/>
                </a:lnTo>
                <a:lnTo>
                  <a:pt x="577429" y="52575"/>
                </a:lnTo>
                <a:lnTo>
                  <a:pt x="600924" y="52575"/>
                </a:lnTo>
                <a:lnTo>
                  <a:pt x="598920" y="62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y">
            <a:extLst xmlns:a="http://schemas.openxmlformats.org/drawingml/2006/main">
              <a:ext uri="{FF2B5EF4-FFF2-40B4-BE49-F238E27FC236}">
                <a16:creationId xmlns:a16="http://schemas.microsoft.com/office/drawing/2014/main" id="{7C65F73C-F3E0-4C61-AC4E-264ADE5B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124" y="1970620"/>
            <a:ext cx="103088" cy="128987"/>
          </a:xfrm>
          <a:custGeom xmlns:a="http://schemas.openxmlformats.org/drawingml/2006/main">
            <a:pathLst>
              <a:path w="103088" h="128987">
                <a:moveTo>
                  <a:pt x="47537" y="71759"/>
                </a:moveTo>
                <a:lnTo>
                  <a:pt x="47901" y="71759"/>
                </a:lnTo>
                <a:lnTo>
                  <a:pt x="89429" y="0"/>
                </a:lnTo>
                <a:lnTo>
                  <a:pt x="103088" y="0"/>
                </a:lnTo>
                <a:lnTo>
                  <a:pt x="38613" y="107293"/>
                </a:lnTo>
                <a:cubicBezTo>
                  <a:pt x="34605" y="113855"/>
                  <a:pt x="30477" y="119111"/>
                  <a:pt x="26226" y="123061"/>
                </a:cubicBezTo>
                <a:cubicBezTo>
                  <a:pt x="21978" y="127012"/>
                  <a:pt x="16697" y="128987"/>
                  <a:pt x="10383" y="128987"/>
                </a:cubicBezTo>
                <a:cubicBezTo>
                  <a:pt x="6861" y="128987"/>
                  <a:pt x="3400" y="128631"/>
                  <a:pt x="0" y="127919"/>
                </a:cubicBezTo>
                <a:lnTo>
                  <a:pt x="1823" y="116681"/>
                </a:lnTo>
                <a:cubicBezTo>
                  <a:pt x="4495" y="117651"/>
                  <a:pt x="7165" y="118137"/>
                  <a:pt x="9835" y="118137"/>
                </a:cubicBezTo>
                <a:cubicBezTo>
                  <a:pt x="13722" y="118137"/>
                  <a:pt x="17092" y="116827"/>
                  <a:pt x="19946" y="114207"/>
                </a:cubicBezTo>
                <a:cubicBezTo>
                  <a:pt x="22799" y="111587"/>
                  <a:pt x="25621" y="107840"/>
                  <a:pt x="28414" y="102966"/>
                </a:cubicBezTo>
                <a:lnTo>
                  <a:pt x="38977" y="85054"/>
                </a:lnTo>
                <a:lnTo>
                  <a:pt x="21130" y="0"/>
                </a:lnTo>
                <a:lnTo>
                  <a:pt x="33877" y="0"/>
                </a:lnTo>
                <a:lnTo>
                  <a:pt x="47537" y="717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issues">
            <a:extLst xmlns:a="http://schemas.openxmlformats.org/drawingml/2006/main">
              <a:ext uri="{FF2B5EF4-FFF2-40B4-BE49-F238E27FC236}">
                <a16:creationId xmlns:a16="http://schemas.microsoft.com/office/drawing/2014/main" id="{F9FE9221-1A4C-4946-9AB5-84FBE008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08" y="2140487"/>
            <a:ext cx="483485" cy="128773"/>
          </a:xfrm>
          <a:custGeom xmlns:a="http://schemas.openxmlformats.org/drawingml/2006/main">
            <a:pathLst>
              <a:path w="483485" h="128773">
                <a:moveTo>
                  <a:pt x="12203" y="126638"/>
                </a:moveTo>
                <a:lnTo>
                  <a:pt x="0" y="126638"/>
                </a:lnTo>
                <a:lnTo>
                  <a:pt x="15116" y="41400"/>
                </a:lnTo>
                <a:lnTo>
                  <a:pt x="27319" y="41400"/>
                </a:lnTo>
                <a:lnTo>
                  <a:pt x="12203" y="126638"/>
                </a:lnTo>
                <a:moveTo>
                  <a:pt x="34605" y="8357"/>
                </a:moveTo>
                <a:cubicBezTo>
                  <a:pt x="34605" y="10778"/>
                  <a:pt x="33786" y="12837"/>
                  <a:pt x="32146" y="14532"/>
                </a:cubicBezTo>
                <a:cubicBezTo>
                  <a:pt x="30506" y="16227"/>
                  <a:pt x="28473" y="17075"/>
                  <a:pt x="26046" y="17075"/>
                </a:cubicBezTo>
                <a:cubicBezTo>
                  <a:pt x="23739" y="17075"/>
                  <a:pt x="21766" y="16349"/>
                  <a:pt x="20126" y="14896"/>
                </a:cubicBezTo>
                <a:cubicBezTo>
                  <a:pt x="18487" y="13442"/>
                  <a:pt x="17667" y="11443"/>
                  <a:pt x="17667" y="8901"/>
                </a:cubicBezTo>
                <a:cubicBezTo>
                  <a:pt x="17667" y="6358"/>
                  <a:pt x="18547" y="4238"/>
                  <a:pt x="20307" y="2543"/>
                </a:cubicBezTo>
                <a:cubicBezTo>
                  <a:pt x="22069" y="848"/>
                  <a:pt x="24103" y="0"/>
                  <a:pt x="26410" y="0"/>
                </a:cubicBezTo>
                <a:cubicBezTo>
                  <a:pt x="28716" y="0"/>
                  <a:pt x="30659" y="757"/>
                  <a:pt x="32238" y="2271"/>
                </a:cubicBezTo>
                <a:cubicBezTo>
                  <a:pt x="33816" y="3784"/>
                  <a:pt x="34605" y="5813"/>
                  <a:pt x="34605" y="8357"/>
                </a:cubicBezTo>
                <a:close/>
                <a:moveTo>
                  <a:pt x="103268" y="60012"/>
                </a:moveTo>
                <a:cubicBezTo>
                  <a:pt x="101568" y="56855"/>
                  <a:pt x="99017" y="54275"/>
                  <a:pt x="95618" y="52272"/>
                </a:cubicBezTo>
                <a:cubicBezTo>
                  <a:pt x="92218" y="50269"/>
                  <a:pt x="88150" y="49268"/>
                  <a:pt x="83415" y="49268"/>
                </a:cubicBezTo>
                <a:cubicBezTo>
                  <a:pt x="81230" y="49268"/>
                  <a:pt x="78954" y="49512"/>
                  <a:pt x="76586" y="49999"/>
                </a:cubicBezTo>
                <a:cubicBezTo>
                  <a:pt x="74218" y="50484"/>
                  <a:pt x="72032" y="51274"/>
                  <a:pt x="70028" y="52369"/>
                </a:cubicBezTo>
                <a:cubicBezTo>
                  <a:pt x="68025" y="53463"/>
                  <a:pt x="66386" y="54891"/>
                  <a:pt x="65111" y="56655"/>
                </a:cubicBezTo>
                <a:cubicBezTo>
                  <a:pt x="63837" y="58417"/>
                  <a:pt x="63199" y="60574"/>
                  <a:pt x="63199" y="63127"/>
                </a:cubicBezTo>
                <a:cubicBezTo>
                  <a:pt x="63199" y="65436"/>
                  <a:pt x="63594" y="67320"/>
                  <a:pt x="64383" y="68780"/>
                </a:cubicBezTo>
                <a:cubicBezTo>
                  <a:pt x="65172" y="70238"/>
                  <a:pt x="66295" y="71484"/>
                  <a:pt x="67751" y="72518"/>
                </a:cubicBezTo>
                <a:cubicBezTo>
                  <a:pt x="69210" y="73552"/>
                  <a:pt x="70971" y="74464"/>
                  <a:pt x="73035" y="75255"/>
                </a:cubicBezTo>
                <a:cubicBezTo>
                  <a:pt x="75099" y="76045"/>
                  <a:pt x="77466" y="76803"/>
                  <a:pt x="80138" y="77531"/>
                </a:cubicBezTo>
                <a:cubicBezTo>
                  <a:pt x="88516" y="79964"/>
                  <a:pt x="94890" y="83034"/>
                  <a:pt x="99261" y="86741"/>
                </a:cubicBezTo>
                <a:cubicBezTo>
                  <a:pt x="103632" y="90449"/>
                  <a:pt x="105817" y="95706"/>
                  <a:pt x="105817" y="102513"/>
                </a:cubicBezTo>
                <a:cubicBezTo>
                  <a:pt x="105817" y="107134"/>
                  <a:pt x="104785" y="111116"/>
                  <a:pt x="102721" y="114460"/>
                </a:cubicBezTo>
                <a:cubicBezTo>
                  <a:pt x="100657" y="117802"/>
                  <a:pt x="98046" y="120537"/>
                  <a:pt x="94889" y="122664"/>
                </a:cubicBezTo>
                <a:cubicBezTo>
                  <a:pt x="91732" y="124791"/>
                  <a:pt x="88211" y="126341"/>
                  <a:pt x="84326" y="127314"/>
                </a:cubicBezTo>
                <a:cubicBezTo>
                  <a:pt x="80441" y="128286"/>
                  <a:pt x="76616" y="128773"/>
                  <a:pt x="72851" y="128773"/>
                </a:cubicBezTo>
                <a:cubicBezTo>
                  <a:pt x="65688" y="128773"/>
                  <a:pt x="58980" y="127446"/>
                  <a:pt x="52725" y="124793"/>
                </a:cubicBezTo>
                <a:cubicBezTo>
                  <a:pt x="46472" y="122138"/>
                  <a:pt x="41585" y="118083"/>
                  <a:pt x="38065" y="112629"/>
                </a:cubicBezTo>
                <a:lnTo>
                  <a:pt x="48628" y="105706"/>
                </a:lnTo>
                <a:cubicBezTo>
                  <a:pt x="50692" y="109228"/>
                  <a:pt x="53788" y="112234"/>
                  <a:pt x="57916" y="114724"/>
                </a:cubicBezTo>
                <a:cubicBezTo>
                  <a:pt x="62046" y="117212"/>
                  <a:pt x="66843" y="118457"/>
                  <a:pt x="72306" y="118457"/>
                </a:cubicBezTo>
                <a:cubicBezTo>
                  <a:pt x="74976" y="118457"/>
                  <a:pt x="77586" y="118183"/>
                  <a:pt x="80135" y="117637"/>
                </a:cubicBezTo>
                <a:cubicBezTo>
                  <a:pt x="82686" y="117088"/>
                  <a:pt x="84963" y="116237"/>
                  <a:pt x="86966" y="115083"/>
                </a:cubicBezTo>
                <a:cubicBezTo>
                  <a:pt x="88971" y="113928"/>
                  <a:pt x="90580" y="112409"/>
                  <a:pt x="91794" y="110525"/>
                </a:cubicBezTo>
                <a:cubicBezTo>
                  <a:pt x="93007" y="108641"/>
                  <a:pt x="93614" y="106422"/>
                  <a:pt x="93614" y="103869"/>
                </a:cubicBezTo>
                <a:cubicBezTo>
                  <a:pt x="93614" y="99371"/>
                  <a:pt x="91822" y="95937"/>
                  <a:pt x="88239" y="93567"/>
                </a:cubicBezTo>
                <a:cubicBezTo>
                  <a:pt x="84658" y="91195"/>
                  <a:pt x="79528" y="88915"/>
                  <a:pt x="72851" y="86725"/>
                </a:cubicBezTo>
                <a:cubicBezTo>
                  <a:pt x="70302" y="85874"/>
                  <a:pt x="67751" y="84903"/>
                  <a:pt x="65200" y="83809"/>
                </a:cubicBezTo>
                <a:cubicBezTo>
                  <a:pt x="62651" y="82714"/>
                  <a:pt x="60344" y="81286"/>
                  <a:pt x="58280" y="79524"/>
                </a:cubicBezTo>
                <a:cubicBezTo>
                  <a:pt x="56216" y="77760"/>
                  <a:pt x="54547" y="75632"/>
                  <a:pt x="53272" y="73140"/>
                </a:cubicBezTo>
                <a:cubicBezTo>
                  <a:pt x="51998" y="70649"/>
                  <a:pt x="51360" y="67640"/>
                  <a:pt x="51360" y="64114"/>
                </a:cubicBezTo>
                <a:cubicBezTo>
                  <a:pt x="51360" y="59736"/>
                  <a:pt x="52362" y="55967"/>
                  <a:pt x="54365" y="52806"/>
                </a:cubicBezTo>
                <a:cubicBezTo>
                  <a:pt x="56369" y="49645"/>
                  <a:pt x="58919" y="47062"/>
                  <a:pt x="62015" y="45058"/>
                </a:cubicBezTo>
                <a:cubicBezTo>
                  <a:pt x="65111" y="43051"/>
                  <a:pt x="68602" y="41561"/>
                  <a:pt x="72487" y="40589"/>
                </a:cubicBezTo>
                <a:cubicBezTo>
                  <a:pt x="76372" y="39616"/>
                  <a:pt x="80257" y="39130"/>
                  <a:pt x="84143" y="39130"/>
                </a:cubicBezTo>
                <a:cubicBezTo>
                  <a:pt x="90699" y="39130"/>
                  <a:pt x="96558" y="40397"/>
                  <a:pt x="101718" y="42932"/>
                </a:cubicBezTo>
                <a:cubicBezTo>
                  <a:pt x="106879" y="45466"/>
                  <a:pt x="110614" y="48853"/>
                  <a:pt x="112920" y="53092"/>
                </a:cubicBezTo>
                <a:lnTo>
                  <a:pt x="103268" y="60012"/>
                </a:lnTo>
                <a:close/>
                <a:moveTo>
                  <a:pt x="184208" y="60012"/>
                </a:moveTo>
                <a:cubicBezTo>
                  <a:pt x="182507" y="56855"/>
                  <a:pt x="179957" y="54275"/>
                  <a:pt x="176557" y="52272"/>
                </a:cubicBezTo>
                <a:cubicBezTo>
                  <a:pt x="173157" y="50269"/>
                  <a:pt x="169089" y="49268"/>
                  <a:pt x="164354" y="49268"/>
                </a:cubicBezTo>
                <a:cubicBezTo>
                  <a:pt x="162169" y="49268"/>
                  <a:pt x="159893" y="49512"/>
                  <a:pt x="157526" y="49999"/>
                </a:cubicBezTo>
                <a:cubicBezTo>
                  <a:pt x="155158" y="50484"/>
                  <a:pt x="152971" y="51274"/>
                  <a:pt x="150967" y="52369"/>
                </a:cubicBezTo>
                <a:cubicBezTo>
                  <a:pt x="148964" y="53463"/>
                  <a:pt x="147325" y="54891"/>
                  <a:pt x="146051" y="56655"/>
                </a:cubicBezTo>
                <a:cubicBezTo>
                  <a:pt x="144776" y="58417"/>
                  <a:pt x="144139" y="60574"/>
                  <a:pt x="144139" y="63127"/>
                </a:cubicBezTo>
                <a:cubicBezTo>
                  <a:pt x="144139" y="65436"/>
                  <a:pt x="144533" y="67320"/>
                  <a:pt x="145322" y="68780"/>
                </a:cubicBezTo>
                <a:cubicBezTo>
                  <a:pt x="146112" y="70238"/>
                  <a:pt x="147234" y="71484"/>
                  <a:pt x="148691" y="72518"/>
                </a:cubicBezTo>
                <a:cubicBezTo>
                  <a:pt x="150149" y="73552"/>
                  <a:pt x="151910" y="74464"/>
                  <a:pt x="153974" y="75255"/>
                </a:cubicBezTo>
                <a:cubicBezTo>
                  <a:pt x="156038" y="76045"/>
                  <a:pt x="158406" y="76803"/>
                  <a:pt x="161077" y="77531"/>
                </a:cubicBezTo>
                <a:cubicBezTo>
                  <a:pt x="169455" y="79964"/>
                  <a:pt x="175830" y="83034"/>
                  <a:pt x="180200" y="86741"/>
                </a:cubicBezTo>
                <a:cubicBezTo>
                  <a:pt x="184571" y="90449"/>
                  <a:pt x="186756" y="95706"/>
                  <a:pt x="186756" y="102513"/>
                </a:cubicBezTo>
                <a:cubicBezTo>
                  <a:pt x="186756" y="107134"/>
                  <a:pt x="185724" y="111116"/>
                  <a:pt x="183660" y="114460"/>
                </a:cubicBezTo>
                <a:cubicBezTo>
                  <a:pt x="181596" y="117802"/>
                  <a:pt x="178986" y="120537"/>
                  <a:pt x="175829" y="122664"/>
                </a:cubicBezTo>
                <a:cubicBezTo>
                  <a:pt x="172672" y="124791"/>
                  <a:pt x="169151" y="126341"/>
                  <a:pt x="165265" y="127314"/>
                </a:cubicBezTo>
                <a:cubicBezTo>
                  <a:pt x="161380" y="128286"/>
                  <a:pt x="157555" y="128773"/>
                  <a:pt x="153790" y="128773"/>
                </a:cubicBezTo>
                <a:cubicBezTo>
                  <a:pt x="146628" y="128773"/>
                  <a:pt x="139919" y="127446"/>
                  <a:pt x="133664" y="124793"/>
                </a:cubicBezTo>
                <a:cubicBezTo>
                  <a:pt x="127411" y="122138"/>
                  <a:pt x="122525" y="118083"/>
                  <a:pt x="119004" y="112629"/>
                </a:cubicBezTo>
                <a:lnTo>
                  <a:pt x="129568" y="105706"/>
                </a:lnTo>
                <a:cubicBezTo>
                  <a:pt x="131632" y="109228"/>
                  <a:pt x="134728" y="112234"/>
                  <a:pt x="138855" y="114724"/>
                </a:cubicBezTo>
                <a:cubicBezTo>
                  <a:pt x="142985" y="117212"/>
                  <a:pt x="147782" y="118457"/>
                  <a:pt x="153246" y="118457"/>
                </a:cubicBezTo>
                <a:cubicBezTo>
                  <a:pt x="155915" y="118457"/>
                  <a:pt x="158525" y="118183"/>
                  <a:pt x="161074" y="117637"/>
                </a:cubicBezTo>
                <a:cubicBezTo>
                  <a:pt x="163626" y="117088"/>
                  <a:pt x="165903" y="116237"/>
                  <a:pt x="167905" y="115083"/>
                </a:cubicBezTo>
                <a:cubicBezTo>
                  <a:pt x="169910" y="113928"/>
                  <a:pt x="171519" y="112409"/>
                  <a:pt x="172733" y="110525"/>
                </a:cubicBezTo>
                <a:cubicBezTo>
                  <a:pt x="173946" y="108641"/>
                  <a:pt x="174553" y="106422"/>
                  <a:pt x="174553" y="103869"/>
                </a:cubicBezTo>
                <a:cubicBezTo>
                  <a:pt x="174553" y="99371"/>
                  <a:pt x="172761" y="95937"/>
                  <a:pt x="169178" y="93567"/>
                </a:cubicBezTo>
                <a:cubicBezTo>
                  <a:pt x="165597" y="91195"/>
                  <a:pt x="160468" y="88915"/>
                  <a:pt x="153790" y="86725"/>
                </a:cubicBezTo>
                <a:cubicBezTo>
                  <a:pt x="151241" y="85874"/>
                  <a:pt x="148691" y="84903"/>
                  <a:pt x="146140" y="83809"/>
                </a:cubicBezTo>
                <a:cubicBezTo>
                  <a:pt x="143590" y="82714"/>
                  <a:pt x="141284" y="81286"/>
                  <a:pt x="139220" y="79524"/>
                </a:cubicBezTo>
                <a:cubicBezTo>
                  <a:pt x="137156" y="77760"/>
                  <a:pt x="135486" y="75632"/>
                  <a:pt x="134212" y="73140"/>
                </a:cubicBezTo>
                <a:cubicBezTo>
                  <a:pt x="132937" y="70649"/>
                  <a:pt x="132300" y="67640"/>
                  <a:pt x="132300" y="64114"/>
                </a:cubicBezTo>
                <a:cubicBezTo>
                  <a:pt x="132300" y="59736"/>
                  <a:pt x="133301" y="55967"/>
                  <a:pt x="135304" y="52806"/>
                </a:cubicBezTo>
                <a:cubicBezTo>
                  <a:pt x="137308" y="49645"/>
                  <a:pt x="139859" y="47062"/>
                  <a:pt x="142955" y="45058"/>
                </a:cubicBezTo>
                <a:cubicBezTo>
                  <a:pt x="146051" y="43051"/>
                  <a:pt x="149541" y="41561"/>
                  <a:pt x="153426" y="40589"/>
                </a:cubicBezTo>
                <a:cubicBezTo>
                  <a:pt x="157312" y="39616"/>
                  <a:pt x="161197" y="39130"/>
                  <a:pt x="165082" y="39130"/>
                </a:cubicBezTo>
                <a:cubicBezTo>
                  <a:pt x="171639" y="39130"/>
                  <a:pt x="177497" y="40397"/>
                  <a:pt x="182657" y="42932"/>
                </a:cubicBezTo>
                <a:cubicBezTo>
                  <a:pt x="187819" y="45466"/>
                  <a:pt x="191553" y="48853"/>
                  <a:pt x="193860" y="53092"/>
                </a:cubicBezTo>
                <a:lnTo>
                  <a:pt x="184208" y="60012"/>
                </a:lnTo>
                <a:close/>
                <a:moveTo>
                  <a:pt x="266967" y="126638"/>
                </a:moveTo>
                <a:cubicBezTo>
                  <a:pt x="267210" y="124332"/>
                  <a:pt x="267513" y="121782"/>
                  <a:pt x="267876" y="118990"/>
                </a:cubicBezTo>
                <a:cubicBezTo>
                  <a:pt x="268241" y="116196"/>
                  <a:pt x="268606" y="113889"/>
                  <a:pt x="268971" y="112067"/>
                </a:cubicBezTo>
                <a:lnTo>
                  <a:pt x="268607" y="112067"/>
                </a:lnTo>
                <a:cubicBezTo>
                  <a:pt x="265329" y="117288"/>
                  <a:pt x="261110" y="121378"/>
                  <a:pt x="255948" y="124337"/>
                </a:cubicBezTo>
                <a:cubicBezTo>
                  <a:pt x="250788" y="127294"/>
                  <a:pt x="245294" y="128773"/>
                  <a:pt x="239465" y="128773"/>
                </a:cubicBezTo>
                <a:cubicBezTo>
                  <a:pt x="230239" y="128773"/>
                  <a:pt x="223044" y="126446"/>
                  <a:pt x="217883" y="121794"/>
                </a:cubicBezTo>
                <a:cubicBezTo>
                  <a:pt x="212723" y="117140"/>
                  <a:pt x="210143" y="110807"/>
                  <a:pt x="210143" y="102793"/>
                </a:cubicBezTo>
                <a:cubicBezTo>
                  <a:pt x="210143" y="101335"/>
                  <a:pt x="210234" y="99878"/>
                  <a:pt x="210415" y="98422"/>
                </a:cubicBezTo>
                <a:cubicBezTo>
                  <a:pt x="210599" y="96964"/>
                  <a:pt x="210812" y="95385"/>
                  <a:pt x="211054" y="93686"/>
                </a:cubicBezTo>
                <a:lnTo>
                  <a:pt x="220342" y="41414"/>
                </a:lnTo>
                <a:lnTo>
                  <a:pt x="232545" y="41414"/>
                </a:lnTo>
                <a:lnTo>
                  <a:pt x="224166" y="88587"/>
                </a:lnTo>
                <a:cubicBezTo>
                  <a:pt x="223438" y="92472"/>
                  <a:pt x="223074" y="96054"/>
                  <a:pt x="223074" y="99334"/>
                </a:cubicBezTo>
                <a:cubicBezTo>
                  <a:pt x="223074" y="105283"/>
                  <a:pt x="224470" y="109957"/>
                  <a:pt x="227262" y="113357"/>
                </a:cubicBezTo>
                <a:cubicBezTo>
                  <a:pt x="230056" y="116757"/>
                  <a:pt x="234974" y="118457"/>
                  <a:pt x="242016" y="118457"/>
                </a:cubicBezTo>
                <a:cubicBezTo>
                  <a:pt x="245294" y="118457"/>
                  <a:pt x="248571" y="117789"/>
                  <a:pt x="251849" y="116453"/>
                </a:cubicBezTo>
                <a:cubicBezTo>
                  <a:pt x="255128" y="115117"/>
                  <a:pt x="258195" y="113084"/>
                  <a:pt x="261048" y="110353"/>
                </a:cubicBezTo>
                <a:cubicBezTo>
                  <a:pt x="263901" y="107620"/>
                  <a:pt x="266421" y="104159"/>
                  <a:pt x="268607" y="99970"/>
                </a:cubicBezTo>
                <a:cubicBezTo>
                  <a:pt x="270793" y="95781"/>
                  <a:pt x="272372" y="90833"/>
                  <a:pt x="273343" y="85127"/>
                </a:cubicBezTo>
                <a:lnTo>
                  <a:pt x="280991" y="41414"/>
                </a:lnTo>
                <a:lnTo>
                  <a:pt x="293194" y="41414"/>
                </a:lnTo>
                <a:lnTo>
                  <a:pt x="281538" y="107893"/>
                </a:lnTo>
                <a:cubicBezTo>
                  <a:pt x="281053" y="110200"/>
                  <a:pt x="280537" y="113173"/>
                  <a:pt x="279990" y="116814"/>
                </a:cubicBezTo>
                <a:cubicBezTo>
                  <a:pt x="279444" y="120455"/>
                  <a:pt x="279049" y="123729"/>
                  <a:pt x="278806" y="126638"/>
                </a:cubicBezTo>
                <a:lnTo>
                  <a:pt x="266967" y="126638"/>
                </a:lnTo>
                <a:close/>
                <a:moveTo>
                  <a:pt x="324595" y="87331"/>
                </a:moveTo>
                <a:cubicBezTo>
                  <a:pt x="324474" y="88059"/>
                  <a:pt x="324383" y="88756"/>
                  <a:pt x="324322" y="89423"/>
                </a:cubicBezTo>
                <a:cubicBezTo>
                  <a:pt x="324261" y="90090"/>
                  <a:pt x="324231" y="90728"/>
                  <a:pt x="324231" y="91335"/>
                </a:cubicBezTo>
                <a:cubicBezTo>
                  <a:pt x="324231" y="95339"/>
                  <a:pt x="324928" y="98980"/>
                  <a:pt x="326323" y="102257"/>
                </a:cubicBezTo>
                <a:cubicBezTo>
                  <a:pt x="327720" y="105533"/>
                  <a:pt x="329663" y="108384"/>
                  <a:pt x="332151" y="110811"/>
                </a:cubicBezTo>
                <a:cubicBezTo>
                  <a:pt x="334641" y="113238"/>
                  <a:pt x="337555" y="115120"/>
                  <a:pt x="340894" y="116456"/>
                </a:cubicBezTo>
                <a:cubicBezTo>
                  <a:pt x="344233" y="117790"/>
                  <a:pt x="347846" y="118457"/>
                  <a:pt x="351733" y="118457"/>
                </a:cubicBezTo>
                <a:cubicBezTo>
                  <a:pt x="358410" y="118457"/>
                  <a:pt x="364238" y="116970"/>
                  <a:pt x="369216" y="113996"/>
                </a:cubicBezTo>
                <a:cubicBezTo>
                  <a:pt x="374194" y="111021"/>
                  <a:pt x="378201" y="107529"/>
                  <a:pt x="381236" y="103522"/>
                </a:cubicBezTo>
                <a:lnTo>
                  <a:pt x="388886" y="110806"/>
                </a:lnTo>
                <a:cubicBezTo>
                  <a:pt x="383908" y="116751"/>
                  <a:pt x="378141" y="121232"/>
                  <a:pt x="371584" y="124248"/>
                </a:cubicBezTo>
                <a:cubicBezTo>
                  <a:pt x="365027" y="127264"/>
                  <a:pt x="358045" y="128773"/>
                  <a:pt x="350638" y="128773"/>
                </a:cubicBezTo>
                <a:cubicBezTo>
                  <a:pt x="345174" y="128773"/>
                  <a:pt x="340074" y="127922"/>
                  <a:pt x="335339" y="126221"/>
                </a:cubicBezTo>
                <a:cubicBezTo>
                  <a:pt x="330603" y="124521"/>
                  <a:pt x="326505" y="122092"/>
                  <a:pt x="323044" y="118935"/>
                </a:cubicBezTo>
                <a:cubicBezTo>
                  <a:pt x="319585" y="115776"/>
                  <a:pt x="316853" y="111858"/>
                  <a:pt x="314848" y="107182"/>
                </a:cubicBezTo>
                <a:cubicBezTo>
                  <a:pt x="312846" y="102505"/>
                  <a:pt x="311844" y="97191"/>
                  <a:pt x="311844" y="91238"/>
                </a:cubicBezTo>
                <a:cubicBezTo>
                  <a:pt x="311844" y="84314"/>
                  <a:pt x="313119" y="77694"/>
                  <a:pt x="315668" y="71378"/>
                </a:cubicBezTo>
                <a:cubicBezTo>
                  <a:pt x="318219" y="65063"/>
                  <a:pt x="321711" y="59536"/>
                  <a:pt x="326143" y="54798"/>
                </a:cubicBezTo>
                <a:cubicBezTo>
                  <a:pt x="330574" y="50061"/>
                  <a:pt x="335795" y="46266"/>
                  <a:pt x="341806" y="43412"/>
                </a:cubicBezTo>
                <a:cubicBezTo>
                  <a:pt x="347816" y="40557"/>
                  <a:pt x="354281" y="39130"/>
                  <a:pt x="361201" y="39130"/>
                </a:cubicBezTo>
                <a:cubicBezTo>
                  <a:pt x="372858" y="39130"/>
                  <a:pt x="381692" y="42234"/>
                  <a:pt x="387703" y="48443"/>
                </a:cubicBezTo>
                <a:cubicBezTo>
                  <a:pt x="393713" y="54649"/>
                  <a:pt x="396718" y="62683"/>
                  <a:pt x="396718" y="72543"/>
                </a:cubicBezTo>
                <a:cubicBezTo>
                  <a:pt x="396718" y="74003"/>
                  <a:pt x="396597" y="76224"/>
                  <a:pt x="396354" y="79207"/>
                </a:cubicBezTo>
                <a:cubicBezTo>
                  <a:pt x="396111" y="82188"/>
                  <a:pt x="395686" y="84896"/>
                  <a:pt x="395078" y="87331"/>
                </a:cubicBezTo>
                <a:lnTo>
                  <a:pt x="324595" y="87331"/>
                </a:lnTo>
                <a:moveTo>
                  <a:pt x="384151" y="78260"/>
                </a:moveTo>
                <a:cubicBezTo>
                  <a:pt x="384273" y="77281"/>
                  <a:pt x="384364" y="76211"/>
                  <a:pt x="384423" y="75050"/>
                </a:cubicBezTo>
                <a:cubicBezTo>
                  <a:pt x="384484" y="73886"/>
                  <a:pt x="384515" y="72815"/>
                  <a:pt x="384515" y="71837"/>
                </a:cubicBezTo>
                <a:cubicBezTo>
                  <a:pt x="384515" y="65232"/>
                  <a:pt x="382511" y="59819"/>
                  <a:pt x="378504" y="55599"/>
                </a:cubicBezTo>
                <a:cubicBezTo>
                  <a:pt x="374498" y="51378"/>
                  <a:pt x="368609" y="49268"/>
                  <a:pt x="360837" y="49268"/>
                </a:cubicBezTo>
                <a:cubicBezTo>
                  <a:pt x="356346" y="49268"/>
                  <a:pt x="352187" y="50033"/>
                  <a:pt x="348362" y="51563"/>
                </a:cubicBezTo>
                <a:cubicBezTo>
                  <a:pt x="344538" y="53092"/>
                  <a:pt x="341138" y="55202"/>
                  <a:pt x="338162" y="57894"/>
                </a:cubicBezTo>
                <a:cubicBezTo>
                  <a:pt x="335189" y="60584"/>
                  <a:pt x="332669" y="63673"/>
                  <a:pt x="330603" y="67160"/>
                </a:cubicBezTo>
                <a:cubicBezTo>
                  <a:pt x="328539" y="70645"/>
                  <a:pt x="327083" y="74345"/>
                  <a:pt x="326234" y="78260"/>
                </a:cubicBezTo>
                <a:lnTo>
                  <a:pt x="384151" y="78260"/>
                </a:lnTo>
                <a:close/>
                <a:moveTo>
                  <a:pt x="473833" y="60012"/>
                </a:moveTo>
                <a:cubicBezTo>
                  <a:pt x="472132" y="56855"/>
                  <a:pt x="469582" y="54275"/>
                  <a:pt x="466182" y="52272"/>
                </a:cubicBezTo>
                <a:cubicBezTo>
                  <a:pt x="462782" y="50269"/>
                  <a:pt x="458715" y="49268"/>
                  <a:pt x="453979" y="49268"/>
                </a:cubicBezTo>
                <a:cubicBezTo>
                  <a:pt x="451795" y="49268"/>
                  <a:pt x="449519" y="49512"/>
                  <a:pt x="447151" y="49999"/>
                </a:cubicBezTo>
                <a:cubicBezTo>
                  <a:pt x="444783" y="50484"/>
                  <a:pt x="442597" y="51274"/>
                  <a:pt x="440592" y="52369"/>
                </a:cubicBezTo>
                <a:cubicBezTo>
                  <a:pt x="438589" y="53463"/>
                  <a:pt x="436951" y="54891"/>
                  <a:pt x="435676" y="56655"/>
                </a:cubicBezTo>
                <a:cubicBezTo>
                  <a:pt x="434401" y="58417"/>
                  <a:pt x="433764" y="60574"/>
                  <a:pt x="433764" y="63127"/>
                </a:cubicBezTo>
                <a:cubicBezTo>
                  <a:pt x="433764" y="65436"/>
                  <a:pt x="434159" y="67320"/>
                  <a:pt x="434948" y="68780"/>
                </a:cubicBezTo>
                <a:cubicBezTo>
                  <a:pt x="435737" y="70238"/>
                  <a:pt x="436860" y="71484"/>
                  <a:pt x="438316" y="72518"/>
                </a:cubicBezTo>
                <a:cubicBezTo>
                  <a:pt x="439774" y="73552"/>
                  <a:pt x="441535" y="74464"/>
                  <a:pt x="443599" y="75255"/>
                </a:cubicBezTo>
                <a:cubicBezTo>
                  <a:pt x="445663" y="76045"/>
                  <a:pt x="448031" y="76803"/>
                  <a:pt x="450703" y="77531"/>
                </a:cubicBezTo>
                <a:cubicBezTo>
                  <a:pt x="459081" y="79964"/>
                  <a:pt x="465455" y="83034"/>
                  <a:pt x="469826" y="86741"/>
                </a:cubicBezTo>
                <a:cubicBezTo>
                  <a:pt x="474196" y="90449"/>
                  <a:pt x="476381" y="95706"/>
                  <a:pt x="476381" y="102513"/>
                </a:cubicBezTo>
                <a:cubicBezTo>
                  <a:pt x="476381" y="107134"/>
                  <a:pt x="475349" y="111116"/>
                  <a:pt x="473286" y="114460"/>
                </a:cubicBezTo>
                <a:cubicBezTo>
                  <a:pt x="471222" y="117802"/>
                  <a:pt x="468611" y="120537"/>
                  <a:pt x="465454" y="122664"/>
                </a:cubicBezTo>
                <a:cubicBezTo>
                  <a:pt x="462297" y="124791"/>
                  <a:pt x="458776" y="126341"/>
                  <a:pt x="454891" y="127314"/>
                </a:cubicBezTo>
                <a:cubicBezTo>
                  <a:pt x="451005" y="128286"/>
                  <a:pt x="447180" y="128773"/>
                  <a:pt x="443416" y="128773"/>
                </a:cubicBezTo>
                <a:cubicBezTo>
                  <a:pt x="436253" y="128773"/>
                  <a:pt x="429544" y="127446"/>
                  <a:pt x="423289" y="124793"/>
                </a:cubicBezTo>
                <a:cubicBezTo>
                  <a:pt x="417036" y="122138"/>
                  <a:pt x="412150" y="118083"/>
                  <a:pt x="408630" y="112629"/>
                </a:cubicBezTo>
                <a:lnTo>
                  <a:pt x="419193" y="105706"/>
                </a:lnTo>
                <a:cubicBezTo>
                  <a:pt x="421257" y="109228"/>
                  <a:pt x="424353" y="112234"/>
                  <a:pt x="428481" y="114724"/>
                </a:cubicBezTo>
                <a:cubicBezTo>
                  <a:pt x="432611" y="117212"/>
                  <a:pt x="437407" y="118457"/>
                  <a:pt x="442871" y="118457"/>
                </a:cubicBezTo>
                <a:cubicBezTo>
                  <a:pt x="445541" y="118457"/>
                  <a:pt x="448150" y="118183"/>
                  <a:pt x="450700" y="117637"/>
                </a:cubicBezTo>
                <a:cubicBezTo>
                  <a:pt x="453251" y="117088"/>
                  <a:pt x="455528" y="116237"/>
                  <a:pt x="457531" y="115083"/>
                </a:cubicBezTo>
                <a:cubicBezTo>
                  <a:pt x="459535" y="113928"/>
                  <a:pt x="461145" y="112409"/>
                  <a:pt x="462358" y="110525"/>
                </a:cubicBezTo>
                <a:cubicBezTo>
                  <a:pt x="463572" y="108641"/>
                  <a:pt x="464178" y="106422"/>
                  <a:pt x="464178" y="103869"/>
                </a:cubicBezTo>
                <a:cubicBezTo>
                  <a:pt x="464178" y="99371"/>
                  <a:pt x="462387" y="95937"/>
                  <a:pt x="458804" y="93567"/>
                </a:cubicBezTo>
                <a:cubicBezTo>
                  <a:pt x="455222" y="91195"/>
                  <a:pt x="450093" y="88915"/>
                  <a:pt x="443416" y="86725"/>
                </a:cubicBezTo>
                <a:cubicBezTo>
                  <a:pt x="440866" y="85874"/>
                  <a:pt x="438316" y="84903"/>
                  <a:pt x="435765" y="83809"/>
                </a:cubicBezTo>
                <a:cubicBezTo>
                  <a:pt x="433216" y="82714"/>
                  <a:pt x="430909" y="81286"/>
                  <a:pt x="428845" y="79524"/>
                </a:cubicBezTo>
                <a:cubicBezTo>
                  <a:pt x="426781" y="77760"/>
                  <a:pt x="425112" y="75632"/>
                  <a:pt x="423837" y="73140"/>
                </a:cubicBezTo>
                <a:cubicBezTo>
                  <a:pt x="422562" y="70649"/>
                  <a:pt x="421925" y="67640"/>
                  <a:pt x="421925" y="64114"/>
                </a:cubicBezTo>
                <a:cubicBezTo>
                  <a:pt x="421925" y="59736"/>
                  <a:pt x="422926" y="55967"/>
                  <a:pt x="424929" y="52806"/>
                </a:cubicBezTo>
                <a:cubicBezTo>
                  <a:pt x="426934" y="49645"/>
                  <a:pt x="429484" y="47062"/>
                  <a:pt x="432580" y="45058"/>
                </a:cubicBezTo>
                <a:cubicBezTo>
                  <a:pt x="435676" y="43051"/>
                  <a:pt x="439166" y="41561"/>
                  <a:pt x="443052" y="40589"/>
                </a:cubicBezTo>
                <a:cubicBezTo>
                  <a:pt x="446937" y="39616"/>
                  <a:pt x="450822" y="39130"/>
                  <a:pt x="454707" y="39130"/>
                </a:cubicBezTo>
                <a:cubicBezTo>
                  <a:pt x="461264" y="39130"/>
                  <a:pt x="467122" y="40397"/>
                  <a:pt x="472282" y="42932"/>
                </a:cubicBezTo>
                <a:cubicBezTo>
                  <a:pt x="477444" y="45466"/>
                  <a:pt x="481178" y="48853"/>
                  <a:pt x="483485" y="53092"/>
                </a:cubicBezTo>
                <a:lnTo>
                  <a:pt x="473833" y="600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9A79D-339F-408D-AA82-F5D01E2B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59" y="2679684"/>
            <a:ext cx="1394122" cy="552349"/>
          </a:xfrm>
          <a:custGeom xmlns:a="http://schemas.openxmlformats.org/drawingml/2006/main">
            <a:pathLst>
              <a:path w="1394122" h="552349" fill="none">
                <a:moveTo>
                  <a:pt x="0" y="92060"/>
                </a:moveTo>
                <a:cubicBezTo>
                  <a:pt x="0" y="41217"/>
                  <a:pt x="41217" y="0"/>
                  <a:pt x="92060" y="0"/>
                </a:cubicBezTo>
                <a:lnTo>
                  <a:pt x="1302062" y="0"/>
                </a:lnTo>
                <a:cubicBezTo>
                  <a:pt x="1352905" y="0"/>
                  <a:pt x="1394122" y="41217"/>
                  <a:pt x="1394122" y="92060"/>
                </a:cubicBezTo>
                <a:lnTo>
                  <a:pt x="1394122" y="460288"/>
                </a:lnTo>
                <a:cubicBezTo>
                  <a:pt x="1394122" y="511132"/>
                  <a:pt x="1352905" y="552349"/>
                  <a:pt x="1302062" y="552349"/>
                </a:cubicBezTo>
                <a:lnTo>
                  <a:pt x="92060" y="552349"/>
                </a:lnTo>
                <a:cubicBezTo>
                  <a:pt x="41217" y="552349"/>
                  <a:pt x="0" y="511132"/>
                  <a:pt x="0" y="460288"/>
                </a:cubicBezTo>
                <a:lnTo>
                  <a:pt x="0" y="920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27" name="Text Expert">
            <a:extLst xmlns:a="http://schemas.openxmlformats.org/drawingml/2006/main">
              <a:ext uri="{FF2B5EF4-FFF2-40B4-BE49-F238E27FC236}">
                <a16:creationId xmlns:a16="http://schemas.microsoft.com/office/drawing/2014/main" id="{9A0FC73A-15AA-48AE-A3D6-6FB26CFE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49" y="2769563"/>
            <a:ext cx="572074" cy="172627"/>
          </a:xfrm>
          <a:custGeom xmlns:a="http://schemas.openxmlformats.org/drawingml/2006/main">
            <a:pathLst>
              <a:path w="572074" h="172627">
                <a:moveTo>
                  <a:pt x="0" y="128950"/>
                </a:moveTo>
                <a:lnTo>
                  <a:pt x="0" y="0"/>
                </a:lnTo>
                <a:lnTo>
                  <a:pt x="86694" y="0"/>
                </a:lnTo>
                <a:lnTo>
                  <a:pt x="86694" y="26324"/>
                </a:lnTo>
                <a:lnTo>
                  <a:pt x="30053" y="26324"/>
                </a:lnTo>
                <a:lnTo>
                  <a:pt x="30053" y="50691"/>
                </a:lnTo>
                <a:lnTo>
                  <a:pt x="83598" y="50691"/>
                </a:lnTo>
                <a:lnTo>
                  <a:pt x="83598" y="75592"/>
                </a:lnTo>
                <a:lnTo>
                  <a:pt x="30053" y="75592"/>
                </a:lnTo>
                <a:lnTo>
                  <a:pt x="30053" y="102271"/>
                </a:lnTo>
                <a:lnTo>
                  <a:pt x="89973" y="102271"/>
                </a:lnTo>
                <a:lnTo>
                  <a:pt x="89973" y="128950"/>
                </a:lnTo>
                <a:lnTo>
                  <a:pt x="0" y="128950"/>
                </a:lnTo>
                <a:close/>
                <a:moveTo>
                  <a:pt x="170331" y="128950"/>
                </a:moveTo>
                <a:lnTo>
                  <a:pt x="150841" y="101084"/>
                </a:lnTo>
                <a:lnTo>
                  <a:pt x="130806" y="128950"/>
                </a:lnTo>
                <a:lnTo>
                  <a:pt x="96201" y="128950"/>
                </a:lnTo>
                <a:lnTo>
                  <a:pt x="132446" y="81414"/>
                </a:lnTo>
                <a:lnTo>
                  <a:pt x="99664" y="38249"/>
                </a:lnTo>
                <a:lnTo>
                  <a:pt x="134450" y="38249"/>
                </a:lnTo>
                <a:lnTo>
                  <a:pt x="151388" y="62471"/>
                </a:lnTo>
                <a:lnTo>
                  <a:pt x="168508" y="38249"/>
                </a:lnTo>
                <a:lnTo>
                  <a:pt x="202202" y="38249"/>
                </a:lnTo>
                <a:lnTo>
                  <a:pt x="169600" y="81414"/>
                </a:lnTo>
                <a:lnTo>
                  <a:pt x="205481" y="128950"/>
                </a:lnTo>
                <a:lnTo>
                  <a:pt x="170331" y="128950"/>
                </a:lnTo>
                <a:close/>
                <a:moveTo>
                  <a:pt x="318074" y="83231"/>
                </a:moveTo>
                <a:cubicBezTo>
                  <a:pt x="318074" y="89538"/>
                  <a:pt x="317102" y="95602"/>
                  <a:pt x="315159" y="101423"/>
                </a:cubicBezTo>
                <a:cubicBezTo>
                  <a:pt x="313217" y="107245"/>
                  <a:pt x="310394" y="112369"/>
                  <a:pt x="306691" y="116797"/>
                </a:cubicBezTo>
                <a:cubicBezTo>
                  <a:pt x="302987" y="121224"/>
                  <a:pt x="298464" y="124771"/>
                  <a:pt x="293120" y="127439"/>
                </a:cubicBezTo>
                <a:cubicBezTo>
                  <a:pt x="287779" y="130107"/>
                  <a:pt x="281708" y="131440"/>
                  <a:pt x="274909" y="131440"/>
                </a:cubicBezTo>
                <a:cubicBezTo>
                  <a:pt x="269323" y="131440"/>
                  <a:pt x="264041" y="130320"/>
                  <a:pt x="259062" y="128078"/>
                </a:cubicBezTo>
                <a:cubicBezTo>
                  <a:pt x="254084" y="125836"/>
                  <a:pt x="250199" y="122776"/>
                  <a:pt x="247407" y="118898"/>
                </a:cubicBezTo>
                <a:lnTo>
                  <a:pt x="247043" y="118898"/>
                </a:lnTo>
                <a:lnTo>
                  <a:pt x="247043" y="172627"/>
                </a:lnTo>
                <a:lnTo>
                  <a:pt x="217173" y="172627"/>
                </a:lnTo>
                <a:lnTo>
                  <a:pt x="217173" y="38277"/>
                </a:lnTo>
                <a:lnTo>
                  <a:pt x="245586" y="38277"/>
                </a:lnTo>
                <a:lnTo>
                  <a:pt x="245586" y="49387"/>
                </a:lnTo>
                <a:lnTo>
                  <a:pt x="246134" y="49387"/>
                </a:lnTo>
                <a:cubicBezTo>
                  <a:pt x="248926" y="45751"/>
                  <a:pt x="252781" y="42568"/>
                  <a:pt x="257698" y="39841"/>
                </a:cubicBezTo>
                <a:cubicBezTo>
                  <a:pt x="262617" y="37114"/>
                  <a:pt x="268415" y="35750"/>
                  <a:pt x="275092" y="35750"/>
                </a:cubicBezTo>
                <a:cubicBezTo>
                  <a:pt x="281649" y="35750"/>
                  <a:pt x="287598" y="37024"/>
                  <a:pt x="292940" y="39572"/>
                </a:cubicBezTo>
                <a:cubicBezTo>
                  <a:pt x="298283" y="42117"/>
                  <a:pt x="302805" y="45574"/>
                  <a:pt x="306507" y="49940"/>
                </a:cubicBezTo>
                <a:cubicBezTo>
                  <a:pt x="310211" y="54306"/>
                  <a:pt x="313064" y="59369"/>
                  <a:pt x="315067" y="65131"/>
                </a:cubicBezTo>
                <a:cubicBezTo>
                  <a:pt x="317072" y="70891"/>
                  <a:pt x="318074" y="76925"/>
                  <a:pt x="318074" y="83231"/>
                </a:cubicBezTo>
                <a:moveTo>
                  <a:pt x="289116" y="83234"/>
                </a:moveTo>
                <a:cubicBezTo>
                  <a:pt x="289116" y="80322"/>
                  <a:pt x="288660" y="77470"/>
                  <a:pt x="287748" y="74680"/>
                </a:cubicBezTo>
                <a:cubicBezTo>
                  <a:pt x="286839" y="71888"/>
                  <a:pt x="285503" y="69430"/>
                  <a:pt x="283741" y="67307"/>
                </a:cubicBezTo>
                <a:cubicBezTo>
                  <a:pt x="281981" y="65184"/>
                  <a:pt x="279765" y="63455"/>
                  <a:pt x="277093" y="62121"/>
                </a:cubicBezTo>
                <a:cubicBezTo>
                  <a:pt x="274423" y="60785"/>
                  <a:pt x="271327" y="60118"/>
                  <a:pt x="267805" y="60118"/>
                </a:cubicBezTo>
                <a:cubicBezTo>
                  <a:pt x="264406" y="60118"/>
                  <a:pt x="261370" y="60785"/>
                  <a:pt x="258698" y="62121"/>
                </a:cubicBezTo>
                <a:cubicBezTo>
                  <a:pt x="256029" y="63455"/>
                  <a:pt x="253752" y="65214"/>
                  <a:pt x="251870" y="67399"/>
                </a:cubicBezTo>
                <a:cubicBezTo>
                  <a:pt x="249988" y="69583"/>
                  <a:pt x="248530" y="72071"/>
                  <a:pt x="247499" y="74863"/>
                </a:cubicBezTo>
                <a:cubicBezTo>
                  <a:pt x="246467" y="77654"/>
                  <a:pt x="245951" y="80505"/>
                  <a:pt x="245951" y="83418"/>
                </a:cubicBezTo>
                <a:cubicBezTo>
                  <a:pt x="245951" y="86330"/>
                  <a:pt x="246467" y="89182"/>
                  <a:pt x="247499" y="91974"/>
                </a:cubicBezTo>
                <a:cubicBezTo>
                  <a:pt x="248530" y="94765"/>
                  <a:pt x="249988" y="97252"/>
                  <a:pt x="251870" y="99436"/>
                </a:cubicBezTo>
                <a:cubicBezTo>
                  <a:pt x="253752" y="101621"/>
                  <a:pt x="256029" y="103381"/>
                  <a:pt x="258698" y="104717"/>
                </a:cubicBezTo>
                <a:cubicBezTo>
                  <a:pt x="261370" y="106051"/>
                  <a:pt x="264406" y="106718"/>
                  <a:pt x="267805" y="106718"/>
                </a:cubicBezTo>
                <a:cubicBezTo>
                  <a:pt x="271327" y="106718"/>
                  <a:pt x="274423" y="106051"/>
                  <a:pt x="277093" y="104717"/>
                </a:cubicBezTo>
                <a:cubicBezTo>
                  <a:pt x="279765" y="103381"/>
                  <a:pt x="281981" y="101621"/>
                  <a:pt x="283741" y="99436"/>
                </a:cubicBezTo>
                <a:cubicBezTo>
                  <a:pt x="285503" y="97252"/>
                  <a:pt x="286839" y="94734"/>
                  <a:pt x="287748" y="91883"/>
                </a:cubicBezTo>
                <a:cubicBezTo>
                  <a:pt x="288660" y="89030"/>
                  <a:pt x="289116" y="86147"/>
                  <a:pt x="289116" y="83234"/>
                </a:cubicBezTo>
                <a:close/>
                <a:moveTo>
                  <a:pt x="399888" y="73279"/>
                </a:moveTo>
                <a:cubicBezTo>
                  <a:pt x="399888" y="68557"/>
                  <a:pt x="398400" y="64501"/>
                  <a:pt x="395424" y="61112"/>
                </a:cubicBezTo>
                <a:cubicBezTo>
                  <a:pt x="392451" y="57722"/>
                  <a:pt x="387989" y="56027"/>
                  <a:pt x="382040" y="56027"/>
                </a:cubicBezTo>
                <a:cubicBezTo>
                  <a:pt x="379126" y="56027"/>
                  <a:pt x="376454" y="56481"/>
                  <a:pt x="374025" y="57388"/>
                </a:cubicBezTo>
                <a:cubicBezTo>
                  <a:pt x="371596" y="58296"/>
                  <a:pt x="369471" y="59538"/>
                  <a:pt x="367650" y="61112"/>
                </a:cubicBezTo>
                <a:cubicBezTo>
                  <a:pt x="365829" y="62685"/>
                  <a:pt x="364371" y="64532"/>
                  <a:pt x="363278" y="66651"/>
                </a:cubicBezTo>
                <a:cubicBezTo>
                  <a:pt x="362187" y="68769"/>
                  <a:pt x="361580" y="70978"/>
                  <a:pt x="361458" y="73279"/>
                </a:cubicBezTo>
                <a:lnTo>
                  <a:pt x="399888" y="73279"/>
                </a:lnTo>
                <a:moveTo>
                  <a:pt x="427390" y="84685"/>
                </a:moveTo>
                <a:cubicBezTo>
                  <a:pt x="427390" y="85897"/>
                  <a:pt x="427390" y="87109"/>
                  <a:pt x="427390" y="88323"/>
                </a:cubicBezTo>
                <a:cubicBezTo>
                  <a:pt x="427390" y="89534"/>
                  <a:pt x="427329" y="90686"/>
                  <a:pt x="427209" y="91777"/>
                </a:cubicBezTo>
                <a:lnTo>
                  <a:pt x="361458" y="91777"/>
                </a:lnTo>
                <a:cubicBezTo>
                  <a:pt x="361701" y="94321"/>
                  <a:pt x="362459" y="96622"/>
                  <a:pt x="363734" y="98680"/>
                </a:cubicBezTo>
                <a:cubicBezTo>
                  <a:pt x="365009" y="100739"/>
                  <a:pt x="366648" y="102525"/>
                  <a:pt x="368650" y="104039"/>
                </a:cubicBezTo>
                <a:cubicBezTo>
                  <a:pt x="370655" y="105552"/>
                  <a:pt x="372901" y="106733"/>
                  <a:pt x="375390" y="107582"/>
                </a:cubicBezTo>
                <a:cubicBezTo>
                  <a:pt x="377880" y="108429"/>
                  <a:pt x="380461" y="108852"/>
                  <a:pt x="383132" y="108852"/>
                </a:cubicBezTo>
                <a:cubicBezTo>
                  <a:pt x="387868" y="108852"/>
                  <a:pt x="391874" y="107972"/>
                  <a:pt x="395152" y="106212"/>
                </a:cubicBezTo>
                <a:cubicBezTo>
                  <a:pt x="398431" y="104450"/>
                  <a:pt x="401103" y="102173"/>
                  <a:pt x="403167" y="99381"/>
                </a:cubicBezTo>
                <a:lnTo>
                  <a:pt x="423930" y="112493"/>
                </a:lnTo>
                <a:cubicBezTo>
                  <a:pt x="419679" y="118684"/>
                  <a:pt x="414064" y="123450"/>
                  <a:pt x="407083" y="126788"/>
                </a:cubicBezTo>
                <a:cubicBezTo>
                  <a:pt x="400102" y="130127"/>
                  <a:pt x="391997" y="131796"/>
                  <a:pt x="382768" y="131796"/>
                </a:cubicBezTo>
                <a:cubicBezTo>
                  <a:pt x="375969" y="131796"/>
                  <a:pt x="369533" y="130736"/>
                  <a:pt x="363462" y="128614"/>
                </a:cubicBezTo>
                <a:cubicBezTo>
                  <a:pt x="357390" y="126491"/>
                  <a:pt x="352078" y="123399"/>
                  <a:pt x="347524" y="119337"/>
                </a:cubicBezTo>
                <a:cubicBezTo>
                  <a:pt x="342971" y="115274"/>
                  <a:pt x="339390" y="110272"/>
                  <a:pt x="336780" y="104330"/>
                </a:cubicBezTo>
                <a:cubicBezTo>
                  <a:pt x="334169" y="98389"/>
                  <a:pt x="332864" y="91598"/>
                  <a:pt x="332864" y="83959"/>
                </a:cubicBezTo>
                <a:cubicBezTo>
                  <a:pt x="332864" y="76563"/>
                  <a:pt x="334139" y="69864"/>
                  <a:pt x="336688" y="63861"/>
                </a:cubicBezTo>
                <a:cubicBezTo>
                  <a:pt x="339237" y="57858"/>
                  <a:pt x="342697" y="52765"/>
                  <a:pt x="347068" y="48582"/>
                </a:cubicBezTo>
                <a:cubicBezTo>
                  <a:pt x="351440" y="44398"/>
                  <a:pt x="356601" y="41155"/>
                  <a:pt x="362550" y="38852"/>
                </a:cubicBezTo>
                <a:cubicBezTo>
                  <a:pt x="368501" y="36547"/>
                  <a:pt x="374937" y="35395"/>
                  <a:pt x="381857" y="35395"/>
                </a:cubicBezTo>
                <a:cubicBezTo>
                  <a:pt x="388536" y="35395"/>
                  <a:pt x="394667" y="36516"/>
                  <a:pt x="400252" y="38760"/>
                </a:cubicBezTo>
                <a:cubicBezTo>
                  <a:pt x="405838" y="41002"/>
                  <a:pt x="410633" y="44245"/>
                  <a:pt x="414639" y="48490"/>
                </a:cubicBezTo>
                <a:cubicBezTo>
                  <a:pt x="418646" y="52734"/>
                  <a:pt x="421773" y="57888"/>
                  <a:pt x="424018" y="63950"/>
                </a:cubicBezTo>
                <a:cubicBezTo>
                  <a:pt x="426266" y="70012"/>
                  <a:pt x="427390" y="76924"/>
                  <a:pt x="427390" y="84685"/>
                </a:cubicBezTo>
                <a:close/>
                <a:moveTo>
                  <a:pt x="505013" y="62808"/>
                </a:moveTo>
                <a:cubicBezTo>
                  <a:pt x="503679" y="62443"/>
                  <a:pt x="502374" y="62200"/>
                  <a:pt x="501097" y="62080"/>
                </a:cubicBezTo>
                <a:cubicBezTo>
                  <a:pt x="499823" y="61957"/>
                  <a:pt x="498578" y="61896"/>
                  <a:pt x="497365" y="61896"/>
                </a:cubicBezTo>
                <a:cubicBezTo>
                  <a:pt x="493357" y="61896"/>
                  <a:pt x="489987" y="62623"/>
                  <a:pt x="487254" y="64078"/>
                </a:cubicBezTo>
                <a:cubicBezTo>
                  <a:pt x="484524" y="65530"/>
                  <a:pt x="482338" y="67287"/>
                  <a:pt x="480699" y="69347"/>
                </a:cubicBezTo>
                <a:cubicBezTo>
                  <a:pt x="479061" y="71405"/>
                  <a:pt x="477877" y="73646"/>
                  <a:pt x="477147" y="76070"/>
                </a:cubicBezTo>
                <a:cubicBezTo>
                  <a:pt x="476419" y="78493"/>
                  <a:pt x="476055" y="80613"/>
                  <a:pt x="476055" y="82431"/>
                </a:cubicBezTo>
                <a:lnTo>
                  <a:pt x="476055" y="128950"/>
                </a:lnTo>
                <a:lnTo>
                  <a:pt x="446185" y="128950"/>
                </a:lnTo>
                <a:lnTo>
                  <a:pt x="446185" y="38360"/>
                </a:lnTo>
                <a:lnTo>
                  <a:pt x="474962" y="38360"/>
                </a:lnTo>
                <a:lnTo>
                  <a:pt x="474962" y="51475"/>
                </a:lnTo>
                <a:lnTo>
                  <a:pt x="475327" y="51475"/>
                </a:lnTo>
                <a:cubicBezTo>
                  <a:pt x="477633" y="46843"/>
                  <a:pt x="480912" y="43064"/>
                  <a:pt x="485162" y="40139"/>
                </a:cubicBezTo>
                <a:cubicBezTo>
                  <a:pt x="489412" y="37213"/>
                  <a:pt x="494329" y="35750"/>
                  <a:pt x="499913" y="35750"/>
                </a:cubicBezTo>
                <a:cubicBezTo>
                  <a:pt x="501129" y="35750"/>
                  <a:pt x="502313" y="35810"/>
                  <a:pt x="503465" y="35928"/>
                </a:cubicBezTo>
                <a:cubicBezTo>
                  <a:pt x="504619" y="36047"/>
                  <a:pt x="505560" y="36225"/>
                  <a:pt x="506289" y="36462"/>
                </a:cubicBezTo>
                <a:lnTo>
                  <a:pt x="505013" y="62808"/>
                </a:lnTo>
                <a:close/>
                <a:moveTo>
                  <a:pt x="550766" y="60473"/>
                </a:moveTo>
                <a:lnTo>
                  <a:pt x="550766" y="95176"/>
                </a:lnTo>
                <a:cubicBezTo>
                  <a:pt x="550766" y="99439"/>
                  <a:pt x="551585" y="102636"/>
                  <a:pt x="553223" y="104767"/>
                </a:cubicBezTo>
                <a:cubicBezTo>
                  <a:pt x="554863" y="106897"/>
                  <a:pt x="557808" y="107963"/>
                  <a:pt x="562058" y="107963"/>
                </a:cubicBezTo>
                <a:cubicBezTo>
                  <a:pt x="563514" y="107963"/>
                  <a:pt x="565062" y="107841"/>
                  <a:pt x="566702" y="107599"/>
                </a:cubicBezTo>
                <a:cubicBezTo>
                  <a:pt x="568341" y="107356"/>
                  <a:pt x="569708" y="106993"/>
                  <a:pt x="570801" y="106509"/>
                </a:cubicBezTo>
                <a:lnTo>
                  <a:pt x="571165" y="128353"/>
                </a:lnTo>
                <a:cubicBezTo>
                  <a:pt x="569101" y="129081"/>
                  <a:pt x="566491" y="129718"/>
                  <a:pt x="563333" y="130265"/>
                </a:cubicBezTo>
                <a:cubicBezTo>
                  <a:pt x="560176" y="130811"/>
                  <a:pt x="557019" y="131085"/>
                  <a:pt x="553862" y="131085"/>
                </a:cubicBezTo>
                <a:cubicBezTo>
                  <a:pt x="547791" y="131085"/>
                  <a:pt x="542691" y="130325"/>
                  <a:pt x="538563" y="128806"/>
                </a:cubicBezTo>
                <a:cubicBezTo>
                  <a:pt x="534435" y="127285"/>
                  <a:pt x="531126" y="125095"/>
                  <a:pt x="528636" y="122236"/>
                </a:cubicBezTo>
                <a:cubicBezTo>
                  <a:pt x="526148" y="119377"/>
                  <a:pt x="524357" y="115971"/>
                  <a:pt x="523264" y="112017"/>
                </a:cubicBezTo>
                <a:cubicBezTo>
                  <a:pt x="522171" y="108064"/>
                  <a:pt x="521625" y="103654"/>
                  <a:pt x="521625" y="98789"/>
                </a:cubicBezTo>
                <a:lnTo>
                  <a:pt x="521625" y="60473"/>
                </a:lnTo>
                <a:lnTo>
                  <a:pt x="507054" y="60473"/>
                </a:lnTo>
                <a:lnTo>
                  <a:pt x="507054" y="38240"/>
                </a:lnTo>
                <a:lnTo>
                  <a:pt x="521441" y="38240"/>
                </a:lnTo>
                <a:lnTo>
                  <a:pt x="521441" y="14382"/>
                </a:lnTo>
                <a:lnTo>
                  <a:pt x="550766" y="14382"/>
                </a:lnTo>
                <a:lnTo>
                  <a:pt x="550766" y="38240"/>
                </a:lnTo>
                <a:lnTo>
                  <a:pt x="572074" y="38240"/>
                </a:lnTo>
                <a:lnTo>
                  <a:pt x="572074" y="60473"/>
                </a:lnTo>
                <a:lnTo>
                  <a:pt x="550766" y="60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Assessment">
            <a:extLst xmlns:a="http://schemas.openxmlformats.org/drawingml/2006/main">
              <a:ext uri="{FF2B5EF4-FFF2-40B4-BE49-F238E27FC236}">
                <a16:creationId xmlns:a16="http://schemas.microsoft.com/office/drawing/2014/main" id="{A9450D92-AE75-4E6A-9C11-4E25AC1B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38" y="2983264"/>
            <a:ext cx="1043030" cy="131796"/>
          </a:xfrm>
          <a:custGeom xmlns:a="http://schemas.openxmlformats.org/drawingml/2006/main">
            <a:pathLst>
              <a:path w="1043030" h="131796">
                <a:moveTo>
                  <a:pt x="103269" y="128950"/>
                </a:moveTo>
                <a:lnTo>
                  <a:pt x="93253" y="103694"/>
                </a:lnTo>
                <a:lnTo>
                  <a:pt x="43348" y="103694"/>
                </a:lnTo>
                <a:lnTo>
                  <a:pt x="33877" y="128950"/>
                </a:lnTo>
                <a:lnTo>
                  <a:pt x="0" y="128950"/>
                </a:lnTo>
                <a:lnTo>
                  <a:pt x="54095" y="0"/>
                </a:lnTo>
                <a:lnTo>
                  <a:pt x="84329" y="0"/>
                </a:lnTo>
                <a:lnTo>
                  <a:pt x="137874" y="128950"/>
                </a:lnTo>
                <a:lnTo>
                  <a:pt x="103269" y="128950"/>
                </a:lnTo>
                <a:moveTo>
                  <a:pt x="68666" y="34536"/>
                </a:moveTo>
                <a:lnTo>
                  <a:pt x="52272" y="78793"/>
                </a:lnTo>
                <a:lnTo>
                  <a:pt x="84693" y="78793"/>
                </a:lnTo>
                <a:lnTo>
                  <a:pt x="68666" y="34536"/>
                </a:lnTo>
                <a:close/>
                <a:moveTo>
                  <a:pt x="200381" y="65112"/>
                </a:moveTo>
                <a:cubicBezTo>
                  <a:pt x="197954" y="62805"/>
                  <a:pt x="195101" y="60862"/>
                  <a:pt x="191822" y="59284"/>
                </a:cubicBezTo>
                <a:cubicBezTo>
                  <a:pt x="188544" y="57705"/>
                  <a:pt x="185083" y="56916"/>
                  <a:pt x="181439" y="56916"/>
                </a:cubicBezTo>
                <a:cubicBezTo>
                  <a:pt x="178647" y="56916"/>
                  <a:pt x="176067" y="57462"/>
                  <a:pt x="173699" y="58553"/>
                </a:cubicBezTo>
                <a:cubicBezTo>
                  <a:pt x="171331" y="59642"/>
                  <a:pt x="170147" y="61520"/>
                  <a:pt x="170147" y="64186"/>
                </a:cubicBezTo>
                <a:cubicBezTo>
                  <a:pt x="170147" y="66730"/>
                  <a:pt x="171453" y="68548"/>
                  <a:pt x="174063" y="69639"/>
                </a:cubicBezTo>
                <a:cubicBezTo>
                  <a:pt x="176674" y="70728"/>
                  <a:pt x="180893" y="71940"/>
                  <a:pt x="186722" y="73274"/>
                </a:cubicBezTo>
                <a:cubicBezTo>
                  <a:pt x="190122" y="74000"/>
                  <a:pt x="193551" y="75030"/>
                  <a:pt x="197010" y="76364"/>
                </a:cubicBezTo>
                <a:cubicBezTo>
                  <a:pt x="200471" y="77696"/>
                  <a:pt x="203598" y="79453"/>
                  <a:pt x="206390" y="81633"/>
                </a:cubicBezTo>
                <a:cubicBezTo>
                  <a:pt x="209184" y="83814"/>
                  <a:pt x="211430" y="86480"/>
                  <a:pt x="213129" y="89632"/>
                </a:cubicBezTo>
                <a:cubicBezTo>
                  <a:pt x="214830" y="92781"/>
                  <a:pt x="215680" y="96537"/>
                  <a:pt x="215680" y="100898"/>
                </a:cubicBezTo>
                <a:cubicBezTo>
                  <a:pt x="215680" y="106593"/>
                  <a:pt x="214527" y="111411"/>
                  <a:pt x="212220" y="115349"/>
                </a:cubicBezTo>
                <a:cubicBezTo>
                  <a:pt x="209914" y="119287"/>
                  <a:pt x="206908" y="122467"/>
                  <a:pt x="203205" y="124890"/>
                </a:cubicBezTo>
                <a:cubicBezTo>
                  <a:pt x="199501" y="127314"/>
                  <a:pt x="195343" y="129070"/>
                  <a:pt x="190729" y="130159"/>
                </a:cubicBezTo>
                <a:cubicBezTo>
                  <a:pt x="186116" y="131251"/>
                  <a:pt x="181502" y="131796"/>
                  <a:pt x="176887" y="131796"/>
                </a:cubicBezTo>
                <a:cubicBezTo>
                  <a:pt x="169481" y="131796"/>
                  <a:pt x="162227" y="130611"/>
                  <a:pt x="155124" y="128242"/>
                </a:cubicBezTo>
                <a:cubicBezTo>
                  <a:pt x="148020" y="125870"/>
                  <a:pt x="142101" y="122374"/>
                  <a:pt x="137365" y="117753"/>
                </a:cubicBezTo>
                <a:lnTo>
                  <a:pt x="154120" y="100076"/>
                </a:lnTo>
                <a:cubicBezTo>
                  <a:pt x="156792" y="102990"/>
                  <a:pt x="160070" y="105419"/>
                  <a:pt x="163956" y="107362"/>
                </a:cubicBezTo>
                <a:cubicBezTo>
                  <a:pt x="167841" y="109304"/>
                  <a:pt x="171970" y="110275"/>
                  <a:pt x="176342" y="110275"/>
                </a:cubicBezTo>
                <a:cubicBezTo>
                  <a:pt x="178769" y="110275"/>
                  <a:pt x="181167" y="109700"/>
                  <a:pt x="183534" y="108549"/>
                </a:cubicBezTo>
                <a:cubicBezTo>
                  <a:pt x="185902" y="107397"/>
                  <a:pt x="187086" y="105367"/>
                  <a:pt x="187086" y="102460"/>
                </a:cubicBezTo>
                <a:cubicBezTo>
                  <a:pt x="187086" y="99673"/>
                  <a:pt x="185629" y="97614"/>
                  <a:pt x="182715" y="96282"/>
                </a:cubicBezTo>
                <a:cubicBezTo>
                  <a:pt x="179800" y="94948"/>
                  <a:pt x="175247" y="93554"/>
                  <a:pt x="169055" y="92099"/>
                </a:cubicBezTo>
                <a:cubicBezTo>
                  <a:pt x="165898" y="91373"/>
                  <a:pt x="162741" y="90404"/>
                  <a:pt x="159584" y="89193"/>
                </a:cubicBezTo>
                <a:cubicBezTo>
                  <a:pt x="156427" y="87981"/>
                  <a:pt x="153603" y="86345"/>
                  <a:pt x="151113" y="84285"/>
                </a:cubicBezTo>
                <a:cubicBezTo>
                  <a:pt x="148625" y="82224"/>
                  <a:pt x="146592" y="79680"/>
                  <a:pt x="145013" y="76650"/>
                </a:cubicBezTo>
                <a:cubicBezTo>
                  <a:pt x="143435" y="73621"/>
                  <a:pt x="142645" y="69986"/>
                  <a:pt x="142645" y="65745"/>
                </a:cubicBezTo>
                <a:cubicBezTo>
                  <a:pt x="142645" y="60295"/>
                  <a:pt x="143799" y="55661"/>
                  <a:pt x="146105" y="51844"/>
                </a:cubicBezTo>
                <a:cubicBezTo>
                  <a:pt x="148412" y="48026"/>
                  <a:pt x="151387" y="44906"/>
                  <a:pt x="155029" y="42484"/>
                </a:cubicBezTo>
                <a:cubicBezTo>
                  <a:pt x="158673" y="40061"/>
                  <a:pt x="162711" y="38274"/>
                  <a:pt x="167143" y="37123"/>
                </a:cubicBezTo>
                <a:cubicBezTo>
                  <a:pt x="171575" y="35971"/>
                  <a:pt x="175976" y="35395"/>
                  <a:pt x="180347" y="35395"/>
                </a:cubicBezTo>
                <a:cubicBezTo>
                  <a:pt x="187148" y="35395"/>
                  <a:pt x="193797" y="36459"/>
                  <a:pt x="200292" y="38588"/>
                </a:cubicBezTo>
                <a:cubicBezTo>
                  <a:pt x="206788" y="40715"/>
                  <a:pt x="212282" y="43906"/>
                  <a:pt x="216775" y="48162"/>
                </a:cubicBezTo>
                <a:lnTo>
                  <a:pt x="200381" y="65112"/>
                </a:lnTo>
                <a:close/>
                <a:moveTo>
                  <a:pt x="286384" y="65112"/>
                </a:moveTo>
                <a:cubicBezTo>
                  <a:pt x="283957" y="62805"/>
                  <a:pt x="281103" y="60862"/>
                  <a:pt x="277824" y="59284"/>
                </a:cubicBezTo>
                <a:cubicBezTo>
                  <a:pt x="274547" y="57705"/>
                  <a:pt x="271086" y="56916"/>
                  <a:pt x="267441" y="56916"/>
                </a:cubicBezTo>
                <a:cubicBezTo>
                  <a:pt x="264649" y="56916"/>
                  <a:pt x="262069" y="57462"/>
                  <a:pt x="259702" y="58553"/>
                </a:cubicBezTo>
                <a:cubicBezTo>
                  <a:pt x="257334" y="59642"/>
                  <a:pt x="256150" y="61520"/>
                  <a:pt x="256150" y="64186"/>
                </a:cubicBezTo>
                <a:cubicBezTo>
                  <a:pt x="256150" y="66730"/>
                  <a:pt x="257455" y="68548"/>
                  <a:pt x="260066" y="69639"/>
                </a:cubicBezTo>
                <a:cubicBezTo>
                  <a:pt x="262676" y="70728"/>
                  <a:pt x="266896" y="71940"/>
                  <a:pt x="272724" y="73274"/>
                </a:cubicBezTo>
                <a:cubicBezTo>
                  <a:pt x="276124" y="74000"/>
                  <a:pt x="279554" y="75030"/>
                  <a:pt x="283013" y="76364"/>
                </a:cubicBezTo>
                <a:cubicBezTo>
                  <a:pt x="286474" y="77696"/>
                  <a:pt x="289600" y="79453"/>
                  <a:pt x="292392" y="81633"/>
                </a:cubicBezTo>
                <a:cubicBezTo>
                  <a:pt x="295186" y="83814"/>
                  <a:pt x="297433" y="86480"/>
                  <a:pt x="299131" y="89632"/>
                </a:cubicBezTo>
                <a:cubicBezTo>
                  <a:pt x="300832" y="92781"/>
                  <a:pt x="301683" y="96537"/>
                  <a:pt x="301683" y="100898"/>
                </a:cubicBezTo>
                <a:cubicBezTo>
                  <a:pt x="301683" y="106593"/>
                  <a:pt x="300529" y="111411"/>
                  <a:pt x="298223" y="115349"/>
                </a:cubicBezTo>
                <a:cubicBezTo>
                  <a:pt x="295916" y="119287"/>
                  <a:pt x="292911" y="122467"/>
                  <a:pt x="289207" y="124890"/>
                </a:cubicBezTo>
                <a:cubicBezTo>
                  <a:pt x="285504" y="127314"/>
                  <a:pt x="281345" y="129070"/>
                  <a:pt x="276732" y="130159"/>
                </a:cubicBezTo>
                <a:cubicBezTo>
                  <a:pt x="272119" y="131251"/>
                  <a:pt x="267504" y="131796"/>
                  <a:pt x="262889" y="131796"/>
                </a:cubicBezTo>
                <a:cubicBezTo>
                  <a:pt x="255484" y="131796"/>
                  <a:pt x="248229" y="130611"/>
                  <a:pt x="241126" y="128242"/>
                </a:cubicBezTo>
                <a:cubicBezTo>
                  <a:pt x="234023" y="125870"/>
                  <a:pt x="228103" y="122374"/>
                  <a:pt x="223368" y="117753"/>
                </a:cubicBezTo>
                <a:lnTo>
                  <a:pt x="240123" y="100076"/>
                </a:lnTo>
                <a:cubicBezTo>
                  <a:pt x="242794" y="102990"/>
                  <a:pt x="246073" y="105419"/>
                  <a:pt x="249958" y="107362"/>
                </a:cubicBezTo>
                <a:cubicBezTo>
                  <a:pt x="253843" y="109304"/>
                  <a:pt x="257972" y="110275"/>
                  <a:pt x="262344" y="110275"/>
                </a:cubicBezTo>
                <a:cubicBezTo>
                  <a:pt x="264772" y="110275"/>
                  <a:pt x="267169" y="109700"/>
                  <a:pt x="269537" y="108549"/>
                </a:cubicBezTo>
                <a:cubicBezTo>
                  <a:pt x="271905" y="107397"/>
                  <a:pt x="273089" y="105367"/>
                  <a:pt x="273089" y="102460"/>
                </a:cubicBezTo>
                <a:cubicBezTo>
                  <a:pt x="273089" y="99673"/>
                  <a:pt x="271631" y="97614"/>
                  <a:pt x="268717" y="96282"/>
                </a:cubicBezTo>
                <a:cubicBezTo>
                  <a:pt x="265803" y="94948"/>
                  <a:pt x="261250" y="93554"/>
                  <a:pt x="255058" y="92099"/>
                </a:cubicBezTo>
                <a:cubicBezTo>
                  <a:pt x="251901" y="91373"/>
                  <a:pt x="248744" y="90404"/>
                  <a:pt x="245586" y="89193"/>
                </a:cubicBezTo>
                <a:cubicBezTo>
                  <a:pt x="242429" y="87981"/>
                  <a:pt x="239606" y="86345"/>
                  <a:pt x="237116" y="84285"/>
                </a:cubicBezTo>
                <a:cubicBezTo>
                  <a:pt x="234628" y="82224"/>
                  <a:pt x="232594" y="79680"/>
                  <a:pt x="231016" y="76650"/>
                </a:cubicBezTo>
                <a:cubicBezTo>
                  <a:pt x="229437" y="73621"/>
                  <a:pt x="228648" y="69986"/>
                  <a:pt x="228648" y="65745"/>
                </a:cubicBezTo>
                <a:cubicBezTo>
                  <a:pt x="228648" y="60295"/>
                  <a:pt x="229801" y="55661"/>
                  <a:pt x="232108" y="51844"/>
                </a:cubicBezTo>
                <a:cubicBezTo>
                  <a:pt x="234414" y="48026"/>
                  <a:pt x="237389" y="44906"/>
                  <a:pt x="241032" y="42484"/>
                </a:cubicBezTo>
                <a:cubicBezTo>
                  <a:pt x="244676" y="40061"/>
                  <a:pt x="248714" y="38274"/>
                  <a:pt x="253146" y="37123"/>
                </a:cubicBezTo>
                <a:cubicBezTo>
                  <a:pt x="257577" y="35971"/>
                  <a:pt x="261979" y="35395"/>
                  <a:pt x="266349" y="35395"/>
                </a:cubicBezTo>
                <a:cubicBezTo>
                  <a:pt x="273151" y="35395"/>
                  <a:pt x="279799" y="36459"/>
                  <a:pt x="286295" y="38588"/>
                </a:cubicBezTo>
                <a:cubicBezTo>
                  <a:pt x="292790" y="40715"/>
                  <a:pt x="298285" y="43906"/>
                  <a:pt x="302778" y="48162"/>
                </a:cubicBezTo>
                <a:lnTo>
                  <a:pt x="286384" y="65112"/>
                </a:lnTo>
                <a:close/>
                <a:moveTo>
                  <a:pt x="381493" y="73279"/>
                </a:moveTo>
                <a:cubicBezTo>
                  <a:pt x="381493" y="68557"/>
                  <a:pt x="380006" y="64501"/>
                  <a:pt x="377030" y="61112"/>
                </a:cubicBezTo>
                <a:cubicBezTo>
                  <a:pt x="374056" y="57722"/>
                  <a:pt x="369595" y="56027"/>
                  <a:pt x="363646" y="56027"/>
                </a:cubicBezTo>
                <a:cubicBezTo>
                  <a:pt x="360732" y="56027"/>
                  <a:pt x="358060" y="56481"/>
                  <a:pt x="355631" y="57388"/>
                </a:cubicBezTo>
                <a:cubicBezTo>
                  <a:pt x="353202" y="58296"/>
                  <a:pt x="351077" y="59538"/>
                  <a:pt x="349256" y="61112"/>
                </a:cubicBezTo>
                <a:cubicBezTo>
                  <a:pt x="347434" y="62685"/>
                  <a:pt x="345977" y="64532"/>
                  <a:pt x="344884" y="66651"/>
                </a:cubicBezTo>
                <a:cubicBezTo>
                  <a:pt x="343793" y="68769"/>
                  <a:pt x="343186" y="70978"/>
                  <a:pt x="343064" y="73279"/>
                </a:cubicBezTo>
                <a:lnTo>
                  <a:pt x="381493" y="73279"/>
                </a:lnTo>
                <a:moveTo>
                  <a:pt x="408995" y="84685"/>
                </a:moveTo>
                <a:cubicBezTo>
                  <a:pt x="408995" y="85897"/>
                  <a:pt x="408995" y="87109"/>
                  <a:pt x="408995" y="88323"/>
                </a:cubicBezTo>
                <a:cubicBezTo>
                  <a:pt x="408995" y="89534"/>
                  <a:pt x="408935" y="90686"/>
                  <a:pt x="408815" y="91777"/>
                </a:cubicBezTo>
                <a:lnTo>
                  <a:pt x="343064" y="91777"/>
                </a:lnTo>
                <a:cubicBezTo>
                  <a:pt x="343307" y="94321"/>
                  <a:pt x="344065" y="96622"/>
                  <a:pt x="345340" y="98680"/>
                </a:cubicBezTo>
                <a:cubicBezTo>
                  <a:pt x="346615" y="100739"/>
                  <a:pt x="348253" y="102525"/>
                  <a:pt x="350256" y="104039"/>
                </a:cubicBezTo>
                <a:cubicBezTo>
                  <a:pt x="352261" y="105552"/>
                  <a:pt x="354507" y="106733"/>
                  <a:pt x="356995" y="107582"/>
                </a:cubicBezTo>
                <a:cubicBezTo>
                  <a:pt x="359486" y="108429"/>
                  <a:pt x="362066" y="108852"/>
                  <a:pt x="364738" y="108852"/>
                </a:cubicBezTo>
                <a:cubicBezTo>
                  <a:pt x="369474" y="108852"/>
                  <a:pt x="373480" y="107972"/>
                  <a:pt x="376758" y="106212"/>
                </a:cubicBezTo>
                <a:cubicBezTo>
                  <a:pt x="380037" y="104450"/>
                  <a:pt x="382709" y="102173"/>
                  <a:pt x="384773" y="99381"/>
                </a:cubicBezTo>
                <a:lnTo>
                  <a:pt x="405535" y="112493"/>
                </a:lnTo>
                <a:cubicBezTo>
                  <a:pt x="401285" y="118684"/>
                  <a:pt x="395669" y="123450"/>
                  <a:pt x="388688" y="126788"/>
                </a:cubicBezTo>
                <a:cubicBezTo>
                  <a:pt x="381707" y="130127"/>
                  <a:pt x="373602" y="131796"/>
                  <a:pt x="364374" y="131796"/>
                </a:cubicBezTo>
                <a:cubicBezTo>
                  <a:pt x="357574" y="131796"/>
                  <a:pt x="351139" y="130736"/>
                  <a:pt x="345068" y="128614"/>
                </a:cubicBezTo>
                <a:cubicBezTo>
                  <a:pt x="338996" y="126491"/>
                  <a:pt x="333683" y="123399"/>
                  <a:pt x="329129" y="119337"/>
                </a:cubicBezTo>
                <a:cubicBezTo>
                  <a:pt x="324577" y="115274"/>
                  <a:pt x="320996" y="110272"/>
                  <a:pt x="318385" y="104330"/>
                </a:cubicBezTo>
                <a:cubicBezTo>
                  <a:pt x="315775" y="98389"/>
                  <a:pt x="314470" y="91598"/>
                  <a:pt x="314470" y="83959"/>
                </a:cubicBezTo>
                <a:cubicBezTo>
                  <a:pt x="314470" y="76563"/>
                  <a:pt x="315744" y="69864"/>
                  <a:pt x="318294" y="63861"/>
                </a:cubicBezTo>
                <a:cubicBezTo>
                  <a:pt x="320843" y="57858"/>
                  <a:pt x="324303" y="52765"/>
                  <a:pt x="328674" y="48582"/>
                </a:cubicBezTo>
                <a:cubicBezTo>
                  <a:pt x="333046" y="44398"/>
                  <a:pt x="338207" y="41155"/>
                  <a:pt x="344156" y="38852"/>
                </a:cubicBezTo>
                <a:cubicBezTo>
                  <a:pt x="350107" y="36547"/>
                  <a:pt x="356542" y="35395"/>
                  <a:pt x="363462" y="35395"/>
                </a:cubicBezTo>
                <a:cubicBezTo>
                  <a:pt x="370142" y="35395"/>
                  <a:pt x="376273" y="36516"/>
                  <a:pt x="381857" y="38760"/>
                </a:cubicBezTo>
                <a:cubicBezTo>
                  <a:pt x="387443" y="41002"/>
                  <a:pt x="392239" y="44245"/>
                  <a:pt x="396245" y="48490"/>
                </a:cubicBezTo>
                <a:cubicBezTo>
                  <a:pt x="400252" y="52734"/>
                  <a:pt x="403379" y="57888"/>
                  <a:pt x="405624" y="63950"/>
                </a:cubicBezTo>
                <a:cubicBezTo>
                  <a:pt x="407872" y="70012"/>
                  <a:pt x="408995" y="76924"/>
                  <a:pt x="408995" y="84685"/>
                </a:cubicBezTo>
                <a:close/>
                <a:moveTo>
                  <a:pt x="481155" y="65112"/>
                </a:moveTo>
                <a:cubicBezTo>
                  <a:pt x="478728" y="62805"/>
                  <a:pt x="475875" y="60862"/>
                  <a:pt x="472595" y="59284"/>
                </a:cubicBezTo>
                <a:cubicBezTo>
                  <a:pt x="469318" y="57705"/>
                  <a:pt x="465857" y="56916"/>
                  <a:pt x="462213" y="56916"/>
                </a:cubicBezTo>
                <a:cubicBezTo>
                  <a:pt x="459421" y="56916"/>
                  <a:pt x="456841" y="57462"/>
                  <a:pt x="454473" y="58553"/>
                </a:cubicBezTo>
                <a:cubicBezTo>
                  <a:pt x="452105" y="59642"/>
                  <a:pt x="450921" y="61520"/>
                  <a:pt x="450921" y="64186"/>
                </a:cubicBezTo>
                <a:cubicBezTo>
                  <a:pt x="450921" y="66730"/>
                  <a:pt x="452226" y="68548"/>
                  <a:pt x="454837" y="69639"/>
                </a:cubicBezTo>
                <a:cubicBezTo>
                  <a:pt x="457447" y="70728"/>
                  <a:pt x="461667" y="71940"/>
                  <a:pt x="467496" y="73274"/>
                </a:cubicBezTo>
                <a:cubicBezTo>
                  <a:pt x="470895" y="74000"/>
                  <a:pt x="474325" y="75030"/>
                  <a:pt x="477784" y="76364"/>
                </a:cubicBezTo>
                <a:cubicBezTo>
                  <a:pt x="481245" y="77696"/>
                  <a:pt x="484371" y="79453"/>
                  <a:pt x="487163" y="81633"/>
                </a:cubicBezTo>
                <a:cubicBezTo>
                  <a:pt x="489957" y="83814"/>
                  <a:pt x="492204" y="86480"/>
                  <a:pt x="493903" y="89632"/>
                </a:cubicBezTo>
                <a:cubicBezTo>
                  <a:pt x="495604" y="92781"/>
                  <a:pt x="496454" y="96537"/>
                  <a:pt x="496454" y="100898"/>
                </a:cubicBezTo>
                <a:cubicBezTo>
                  <a:pt x="496454" y="106593"/>
                  <a:pt x="495301" y="111411"/>
                  <a:pt x="492994" y="115349"/>
                </a:cubicBezTo>
                <a:cubicBezTo>
                  <a:pt x="490687" y="119287"/>
                  <a:pt x="487682" y="122467"/>
                  <a:pt x="483979" y="124890"/>
                </a:cubicBezTo>
                <a:cubicBezTo>
                  <a:pt x="480275" y="127314"/>
                  <a:pt x="476116" y="129070"/>
                  <a:pt x="471503" y="130159"/>
                </a:cubicBezTo>
                <a:cubicBezTo>
                  <a:pt x="466890" y="131251"/>
                  <a:pt x="462276" y="131796"/>
                  <a:pt x="457660" y="131796"/>
                </a:cubicBezTo>
                <a:cubicBezTo>
                  <a:pt x="450255" y="131796"/>
                  <a:pt x="443001" y="130611"/>
                  <a:pt x="435897" y="128242"/>
                </a:cubicBezTo>
                <a:cubicBezTo>
                  <a:pt x="428794" y="125870"/>
                  <a:pt x="422874" y="122374"/>
                  <a:pt x="418139" y="117753"/>
                </a:cubicBezTo>
                <a:lnTo>
                  <a:pt x="434894" y="100076"/>
                </a:lnTo>
                <a:cubicBezTo>
                  <a:pt x="437566" y="102990"/>
                  <a:pt x="440844" y="105419"/>
                  <a:pt x="444729" y="107362"/>
                </a:cubicBezTo>
                <a:cubicBezTo>
                  <a:pt x="448614" y="109304"/>
                  <a:pt x="452743" y="110275"/>
                  <a:pt x="457116" y="110275"/>
                </a:cubicBezTo>
                <a:cubicBezTo>
                  <a:pt x="459543" y="110275"/>
                  <a:pt x="461940" y="109700"/>
                  <a:pt x="464308" y="108549"/>
                </a:cubicBezTo>
                <a:cubicBezTo>
                  <a:pt x="466676" y="107397"/>
                  <a:pt x="467860" y="105367"/>
                  <a:pt x="467860" y="102460"/>
                </a:cubicBezTo>
                <a:cubicBezTo>
                  <a:pt x="467860" y="99673"/>
                  <a:pt x="466403" y="97614"/>
                  <a:pt x="463488" y="96282"/>
                </a:cubicBezTo>
                <a:cubicBezTo>
                  <a:pt x="460574" y="94948"/>
                  <a:pt x="456021" y="93554"/>
                  <a:pt x="449829" y="92099"/>
                </a:cubicBezTo>
                <a:cubicBezTo>
                  <a:pt x="446672" y="91373"/>
                  <a:pt x="443515" y="90404"/>
                  <a:pt x="440358" y="89193"/>
                </a:cubicBezTo>
                <a:cubicBezTo>
                  <a:pt x="437201" y="87981"/>
                  <a:pt x="434377" y="86345"/>
                  <a:pt x="431887" y="84285"/>
                </a:cubicBezTo>
                <a:cubicBezTo>
                  <a:pt x="429399" y="82224"/>
                  <a:pt x="427365" y="79680"/>
                  <a:pt x="425787" y="76650"/>
                </a:cubicBezTo>
                <a:cubicBezTo>
                  <a:pt x="424208" y="73621"/>
                  <a:pt x="423419" y="69986"/>
                  <a:pt x="423419" y="65745"/>
                </a:cubicBezTo>
                <a:cubicBezTo>
                  <a:pt x="423419" y="60295"/>
                  <a:pt x="424572" y="55661"/>
                  <a:pt x="426879" y="51844"/>
                </a:cubicBezTo>
                <a:cubicBezTo>
                  <a:pt x="429186" y="48026"/>
                  <a:pt x="432160" y="44906"/>
                  <a:pt x="435803" y="42484"/>
                </a:cubicBezTo>
                <a:cubicBezTo>
                  <a:pt x="439447" y="40061"/>
                  <a:pt x="443485" y="38274"/>
                  <a:pt x="447917" y="37123"/>
                </a:cubicBezTo>
                <a:cubicBezTo>
                  <a:pt x="452349" y="35971"/>
                  <a:pt x="456750" y="35395"/>
                  <a:pt x="461120" y="35395"/>
                </a:cubicBezTo>
                <a:cubicBezTo>
                  <a:pt x="467922" y="35395"/>
                  <a:pt x="474570" y="36459"/>
                  <a:pt x="481066" y="38588"/>
                </a:cubicBezTo>
                <a:cubicBezTo>
                  <a:pt x="487562" y="40715"/>
                  <a:pt x="493056" y="43906"/>
                  <a:pt x="497549" y="48162"/>
                </a:cubicBezTo>
                <a:lnTo>
                  <a:pt x="481155" y="65112"/>
                </a:lnTo>
                <a:close/>
                <a:moveTo>
                  <a:pt x="567157" y="65112"/>
                </a:moveTo>
                <a:cubicBezTo>
                  <a:pt x="564730" y="62805"/>
                  <a:pt x="561877" y="60862"/>
                  <a:pt x="558598" y="59284"/>
                </a:cubicBezTo>
                <a:cubicBezTo>
                  <a:pt x="555320" y="57705"/>
                  <a:pt x="551859" y="56916"/>
                  <a:pt x="548215" y="56916"/>
                </a:cubicBezTo>
                <a:cubicBezTo>
                  <a:pt x="545423" y="56916"/>
                  <a:pt x="542843" y="57462"/>
                  <a:pt x="540475" y="58553"/>
                </a:cubicBezTo>
                <a:cubicBezTo>
                  <a:pt x="538107" y="59642"/>
                  <a:pt x="536924" y="61520"/>
                  <a:pt x="536924" y="64186"/>
                </a:cubicBezTo>
                <a:cubicBezTo>
                  <a:pt x="536924" y="66730"/>
                  <a:pt x="538229" y="68548"/>
                  <a:pt x="540839" y="69639"/>
                </a:cubicBezTo>
                <a:cubicBezTo>
                  <a:pt x="543450" y="70728"/>
                  <a:pt x="547669" y="71940"/>
                  <a:pt x="553498" y="73274"/>
                </a:cubicBezTo>
                <a:cubicBezTo>
                  <a:pt x="556898" y="74000"/>
                  <a:pt x="560327" y="75030"/>
                  <a:pt x="563786" y="76364"/>
                </a:cubicBezTo>
                <a:cubicBezTo>
                  <a:pt x="567247" y="77696"/>
                  <a:pt x="570374" y="79453"/>
                  <a:pt x="573166" y="81633"/>
                </a:cubicBezTo>
                <a:cubicBezTo>
                  <a:pt x="575960" y="83814"/>
                  <a:pt x="578206" y="86480"/>
                  <a:pt x="579905" y="89632"/>
                </a:cubicBezTo>
                <a:cubicBezTo>
                  <a:pt x="581606" y="92781"/>
                  <a:pt x="582456" y="96537"/>
                  <a:pt x="582456" y="100898"/>
                </a:cubicBezTo>
                <a:cubicBezTo>
                  <a:pt x="582456" y="106593"/>
                  <a:pt x="581303" y="111411"/>
                  <a:pt x="578996" y="115349"/>
                </a:cubicBezTo>
                <a:cubicBezTo>
                  <a:pt x="576690" y="119287"/>
                  <a:pt x="573685" y="122467"/>
                  <a:pt x="569981" y="124890"/>
                </a:cubicBezTo>
                <a:cubicBezTo>
                  <a:pt x="566277" y="127314"/>
                  <a:pt x="562119" y="129070"/>
                  <a:pt x="557506" y="130159"/>
                </a:cubicBezTo>
                <a:cubicBezTo>
                  <a:pt x="552892" y="131251"/>
                  <a:pt x="548278" y="131796"/>
                  <a:pt x="543663" y="131796"/>
                </a:cubicBezTo>
                <a:cubicBezTo>
                  <a:pt x="536258" y="131796"/>
                  <a:pt x="529003" y="130611"/>
                  <a:pt x="521900" y="128242"/>
                </a:cubicBezTo>
                <a:cubicBezTo>
                  <a:pt x="514796" y="125870"/>
                  <a:pt x="508877" y="122374"/>
                  <a:pt x="504141" y="117753"/>
                </a:cubicBezTo>
                <a:lnTo>
                  <a:pt x="520896" y="100076"/>
                </a:lnTo>
                <a:cubicBezTo>
                  <a:pt x="523568" y="102990"/>
                  <a:pt x="526847" y="105419"/>
                  <a:pt x="530732" y="107362"/>
                </a:cubicBezTo>
                <a:cubicBezTo>
                  <a:pt x="534617" y="109304"/>
                  <a:pt x="538746" y="110275"/>
                  <a:pt x="543118" y="110275"/>
                </a:cubicBezTo>
                <a:cubicBezTo>
                  <a:pt x="545545" y="110275"/>
                  <a:pt x="547943" y="109700"/>
                  <a:pt x="550311" y="108549"/>
                </a:cubicBezTo>
                <a:cubicBezTo>
                  <a:pt x="552678" y="107397"/>
                  <a:pt x="553862" y="105367"/>
                  <a:pt x="553862" y="102460"/>
                </a:cubicBezTo>
                <a:cubicBezTo>
                  <a:pt x="553862" y="99673"/>
                  <a:pt x="552405" y="97614"/>
                  <a:pt x="549491" y="96282"/>
                </a:cubicBezTo>
                <a:cubicBezTo>
                  <a:pt x="546576" y="94948"/>
                  <a:pt x="542023" y="93554"/>
                  <a:pt x="535831" y="92099"/>
                </a:cubicBezTo>
                <a:cubicBezTo>
                  <a:pt x="532674" y="91373"/>
                  <a:pt x="529517" y="90404"/>
                  <a:pt x="526360" y="89193"/>
                </a:cubicBezTo>
                <a:cubicBezTo>
                  <a:pt x="523203" y="87981"/>
                  <a:pt x="520380" y="86345"/>
                  <a:pt x="517890" y="84285"/>
                </a:cubicBezTo>
                <a:cubicBezTo>
                  <a:pt x="515401" y="82224"/>
                  <a:pt x="513368" y="79680"/>
                  <a:pt x="511789" y="76650"/>
                </a:cubicBezTo>
                <a:cubicBezTo>
                  <a:pt x="510211" y="73621"/>
                  <a:pt x="509422" y="69986"/>
                  <a:pt x="509422" y="65745"/>
                </a:cubicBezTo>
                <a:cubicBezTo>
                  <a:pt x="509422" y="60295"/>
                  <a:pt x="510575" y="55661"/>
                  <a:pt x="512882" y="51844"/>
                </a:cubicBezTo>
                <a:cubicBezTo>
                  <a:pt x="515188" y="48026"/>
                  <a:pt x="518163" y="44906"/>
                  <a:pt x="521805" y="42484"/>
                </a:cubicBezTo>
                <a:cubicBezTo>
                  <a:pt x="525450" y="40061"/>
                  <a:pt x="529488" y="38274"/>
                  <a:pt x="533919" y="37123"/>
                </a:cubicBezTo>
                <a:cubicBezTo>
                  <a:pt x="538351" y="35971"/>
                  <a:pt x="542752" y="35395"/>
                  <a:pt x="547123" y="35395"/>
                </a:cubicBezTo>
                <a:cubicBezTo>
                  <a:pt x="553924" y="35395"/>
                  <a:pt x="560573" y="36459"/>
                  <a:pt x="567069" y="38588"/>
                </a:cubicBezTo>
                <a:cubicBezTo>
                  <a:pt x="573564" y="40715"/>
                  <a:pt x="579059" y="43906"/>
                  <a:pt x="583551" y="48162"/>
                </a:cubicBezTo>
                <a:lnTo>
                  <a:pt x="567157" y="65112"/>
                </a:lnTo>
                <a:close/>
                <a:moveTo>
                  <a:pt x="715631" y="128950"/>
                </a:moveTo>
                <a:lnTo>
                  <a:pt x="715631" y="79416"/>
                </a:lnTo>
                <a:cubicBezTo>
                  <a:pt x="715631" y="76866"/>
                  <a:pt x="715449" y="74409"/>
                  <a:pt x="715084" y="72043"/>
                </a:cubicBezTo>
                <a:cubicBezTo>
                  <a:pt x="714721" y="69675"/>
                  <a:pt x="714053" y="67642"/>
                  <a:pt x="713080" y="65943"/>
                </a:cubicBezTo>
                <a:cubicBezTo>
                  <a:pt x="712109" y="64242"/>
                  <a:pt x="710804" y="62875"/>
                  <a:pt x="709164" y="61843"/>
                </a:cubicBezTo>
                <a:cubicBezTo>
                  <a:pt x="707527" y="60811"/>
                  <a:pt x="705372" y="60295"/>
                  <a:pt x="702700" y="60295"/>
                </a:cubicBezTo>
                <a:cubicBezTo>
                  <a:pt x="700151" y="60295"/>
                  <a:pt x="697935" y="60842"/>
                  <a:pt x="696053" y="61935"/>
                </a:cubicBezTo>
                <a:cubicBezTo>
                  <a:pt x="694172" y="63028"/>
                  <a:pt x="692593" y="64485"/>
                  <a:pt x="691317" y="66307"/>
                </a:cubicBezTo>
                <a:cubicBezTo>
                  <a:pt x="690042" y="68126"/>
                  <a:pt x="689101" y="70220"/>
                  <a:pt x="688493" y="72587"/>
                </a:cubicBezTo>
                <a:cubicBezTo>
                  <a:pt x="687888" y="74955"/>
                  <a:pt x="687585" y="77414"/>
                  <a:pt x="687585" y="79963"/>
                </a:cubicBezTo>
                <a:lnTo>
                  <a:pt x="687585" y="128950"/>
                </a:lnTo>
                <a:lnTo>
                  <a:pt x="657715" y="128950"/>
                </a:lnTo>
                <a:lnTo>
                  <a:pt x="657715" y="77231"/>
                </a:lnTo>
                <a:cubicBezTo>
                  <a:pt x="657715" y="72010"/>
                  <a:pt x="656683" y="67882"/>
                  <a:pt x="654619" y="64848"/>
                </a:cubicBezTo>
                <a:cubicBezTo>
                  <a:pt x="652555" y="61813"/>
                  <a:pt x="649277" y="60295"/>
                  <a:pt x="644784" y="60295"/>
                </a:cubicBezTo>
                <a:cubicBezTo>
                  <a:pt x="640048" y="60295"/>
                  <a:pt x="636375" y="62178"/>
                  <a:pt x="633764" y="65943"/>
                </a:cubicBezTo>
                <a:cubicBezTo>
                  <a:pt x="631154" y="69705"/>
                  <a:pt x="629849" y="74318"/>
                  <a:pt x="629849" y="79780"/>
                </a:cubicBezTo>
                <a:lnTo>
                  <a:pt x="629849" y="128950"/>
                </a:lnTo>
                <a:lnTo>
                  <a:pt x="599796" y="128950"/>
                </a:lnTo>
                <a:lnTo>
                  <a:pt x="599796" y="38274"/>
                </a:lnTo>
                <a:lnTo>
                  <a:pt x="628757" y="38274"/>
                </a:lnTo>
                <a:lnTo>
                  <a:pt x="628757" y="50841"/>
                </a:lnTo>
                <a:lnTo>
                  <a:pt x="629121" y="50841"/>
                </a:lnTo>
                <a:cubicBezTo>
                  <a:pt x="630214" y="48901"/>
                  <a:pt x="631579" y="47022"/>
                  <a:pt x="633217" y="45205"/>
                </a:cubicBezTo>
                <a:cubicBezTo>
                  <a:pt x="634857" y="43387"/>
                  <a:pt x="636830" y="41782"/>
                  <a:pt x="639137" y="40389"/>
                </a:cubicBezTo>
                <a:cubicBezTo>
                  <a:pt x="641445" y="38994"/>
                  <a:pt x="644026" y="37872"/>
                  <a:pt x="646879" y="37023"/>
                </a:cubicBezTo>
                <a:cubicBezTo>
                  <a:pt x="649732" y="36175"/>
                  <a:pt x="652859" y="35750"/>
                  <a:pt x="656259" y="35750"/>
                </a:cubicBezTo>
                <a:cubicBezTo>
                  <a:pt x="662815" y="35750"/>
                  <a:pt x="668370" y="37084"/>
                  <a:pt x="672922" y="39752"/>
                </a:cubicBezTo>
                <a:cubicBezTo>
                  <a:pt x="677476" y="42418"/>
                  <a:pt x="681028" y="46236"/>
                  <a:pt x="683577" y="51205"/>
                </a:cubicBezTo>
                <a:cubicBezTo>
                  <a:pt x="686612" y="46477"/>
                  <a:pt x="690497" y="42719"/>
                  <a:pt x="695233" y="39933"/>
                </a:cubicBezTo>
                <a:cubicBezTo>
                  <a:pt x="699968" y="37145"/>
                  <a:pt x="705736" y="35750"/>
                  <a:pt x="712535" y="35750"/>
                </a:cubicBezTo>
                <a:cubicBezTo>
                  <a:pt x="718727" y="35750"/>
                  <a:pt x="723918" y="36873"/>
                  <a:pt x="728107" y="39119"/>
                </a:cubicBezTo>
                <a:cubicBezTo>
                  <a:pt x="732296" y="41362"/>
                  <a:pt x="735665" y="44275"/>
                  <a:pt x="738214" y="47856"/>
                </a:cubicBezTo>
                <a:cubicBezTo>
                  <a:pt x="740766" y="51436"/>
                  <a:pt x="742617" y="55440"/>
                  <a:pt x="743770" y="59870"/>
                </a:cubicBezTo>
                <a:cubicBezTo>
                  <a:pt x="744924" y="64298"/>
                  <a:pt x="745501" y="68636"/>
                  <a:pt x="745501" y="72885"/>
                </a:cubicBezTo>
                <a:lnTo>
                  <a:pt x="745501" y="128950"/>
                </a:lnTo>
                <a:lnTo>
                  <a:pt x="715631" y="128950"/>
                </a:lnTo>
                <a:close/>
                <a:moveTo>
                  <a:pt x="830410" y="73279"/>
                </a:moveTo>
                <a:cubicBezTo>
                  <a:pt x="830410" y="68557"/>
                  <a:pt x="828923" y="64501"/>
                  <a:pt x="825947" y="61112"/>
                </a:cubicBezTo>
                <a:cubicBezTo>
                  <a:pt x="822974" y="57722"/>
                  <a:pt x="818512" y="56027"/>
                  <a:pt x="812563" y="56027"/>
                </a:cubicBezTo>
                <a:cubicBezTo>
                  <a:pt x="809649" y="56027"/>
                  <a:pt x="806977" y="56481"/>
                  <a:pt x="804548" y="57388"/>
                </a:cubicBezTo>
                <a:cubicBezTo>
                  <a:pt x="802119" y="58296"/>
                  <a:pt x="799994" y="59538"/>
                  <a:pt x="798173" y="61112"/>
                </a:cubicBezTo>
                <a:cubicBezTo>
                  <a:pt x="796352" y="62685"/>
                  <a:pt x="794894" y="64532"/>
                  <a:pt x="793801" y="66651"/>
                </a:cubicBezTo>
                <a:cubicBezTo>
                  <a:pt x="792710" y="68769"/>
                  <a:pt x="792103" y="70978"/>
                  <a:pt x="791981" y="73279"/>
                </a:cubicBezTo>
                <a:lnTo>
                  <a:pt x="830410" y="73279"/>
                </a:lnTo>
                <a:moveTo>
                  <a:pt x="857912" y="84685"/>
                </a:moveTo>
                <a:cubicBezTo>
                  <a:pt x="857912" y="85897"/>
                  <a:pt x="857912" y="87109"/>
                  <a:pt x="857912" y="88323"/>
                </a:cubicBezTo>
                <a:cubicBezTo>
                  <a:pt x="857912" y="89534"/>
                  <a:pt x="857852" y="90686"/>
                  <a:pt x="857732" y="91777"/>
                </a:cubicBezTo>
                <a:lnTo>
                  <a:pt x="791981" y="91777"/>
                </a:lnTo>
                <a:cubicBezTo>
                  <a:pt x="792224" y="94321"/>
                  <a:pt x="792982" y="96622"/>
                  <a:pt x="794257" y="98680"/>
                </a:cubicBezTo>
                <a:cubicBezTo>
                  <a:pt x="795532" y="100739"/>
                  <a:pt x="797171" y="102525"/>
                  <a:pt x="799173" y="104039"/>
                </a:cubicBezTo>
                <a:cubicBezTo>
                  <a:pt x="801178" y="105552"/>
                  <a:pt x="803424" y="106733"/>
                  <a:pt x="805913" y="107582"/>
                </a:cubicBezTo>
                <a:cubicBezTo>
                  <a:pt x="808403" y="108429"/>
                  <a:pt x="810984" y="108852"/>
                  <a:pt x="813655" y="108852"/>
                </a:cubicBezTo>
                <a:cubicBezTo>
                  <a:pt x="818391" y="108852"/>
                  <a:pt x="822397" y="107972"/>
                  <a:pt x="825675" y="106212"/>
                </a:cubicBezTo>
                <a:cubicBezTo>
                  <a:pt x="828954" y="104450"/>
                  <a:pt x="831626" y="102173"/>
                  <a:pt x="833690" y="99381"/>
                </a:cubicBezTo>
                <a:lnTo>
                  <a:pt x="854452" y="112493"/>
                </a:lnTo>
                <a:cubicBezTo>
                  <a:pt x="850202" y="118684"/>
                  <a:pt x="844587" y="123450"/>
                  <a:pt x="837606" y="126788"/>
                </a:cubicBezTo>
                <a:cubicBezTo>
                  <a:pt x="830624" y="130127"/>
                  <a:pt x="822520" y="131796"/>
                  <a:pt x="813291" y="131796"/>
                </a:cubicBezTo>
                <a:cubicBezTo>
                  <a:pt x="806492" y="131796"/>
                  <a:pt x="800056" y="130736"/>
                  <a:pt x="793985" y="128614"/>
                </a:cubicBezTo>
                <a:cubicBezTo>
                  <a:pt x="787913" y="126491"/>
                  <a:pt x="782601" y="123399"/>
                  <a:pt x="778047" y="119337"/>
                </a:cubicBezTo>
                <a:cubicBezTo>
                  <a:pt x="773494" y="115274"/>
                  <a:pt x="769913" y="110272"/>
                  <a:pt x="767303" y="104330"/>
                </a:cubicBezTo>
                <a:cubicBezTo>
                  <a:pt x="764692" y="98389"/>
                  <a:pt x="763387" y="91598"/>
                  <a:pt x="763387" y="83959"/>
                </a:cubicBezTo>
                <a:cubicBezTo>
                  <a:pt x="763387" y="76563"/>
                  <a:pt x="764661" y="69864"/>
                  <a:pt x="767211" y="63861"/>
                </a:cubicBezTo>
                <a:cubicBezTo>
                  <a:pt x="769760" y="57858"/>
                  <a:pt x="773220" y="52765"/>
                  <a:pt x="777591" y="48582"/>
                </a:cubicBezTo>
                <a:cubicBezTo>
                  <a:pt x="781963" y="44398"/>
                  <a:pt x="787124" y="41155"/>
                  <a:pt x="793073" y="38852"/>
                </a:cubicBezTo>
                <a:cubicBezTo>
                  <a:pt x="799024" y="36547"/>
                  <a:pt x="805460" y="35395"/>
                  <a:pt x="812380" y="35395"/>
                </a:cubicBezTo>
                <a:cubicBezTo>
                  <a:pt x="819059" y="35395"/>
                  <a:pt x="825190" y="36516"/>
                  <a:pt x="830775" y="38760"/>
                </a:cubicBezTo>
                <a:cubicBezTo>
                  <a:pt x="836361" y="41002"/>
                  <a:pt x="841156" y="44245"/>
                  <a:pt x="845162" y="48490"/>
                </a:cubicBezTo>
                <a:cubicBezTo>
                  <a:pt x="849169" y="52734"/>
                  <a:pt x="852296" y="57888"/>
                  <a:pt x="854541" y="63950"/>
                </a:cubicBezTo>
                <a:cubicBezTo>
                  <a:pt x="856789" y="70012"/>
                  <a:pt x="857912" y="76924"/>
                  <a:pt x="857912" y="84685"/>
                </a:cubicBezTo>
                <a:close/>
                <a:moveTo>
                  <a:pt x="936267" y="128950"/>
                </a:moveTo>
                <a:lnTo>
                  <a:pt x="936267" y="79416"/>
                </a:lnTo>
                <a:cubicBezTo>
                  <a:pt x="936267" y="76866"/>
                  <a:pt x="936054" y="74438"/>
                  <a:pt x="935628" y="72132"/>
                </a:cubicBezTo>
                <a:cubicBezTo>
                  <a:pt x="935203" y="69825"/>
                  <a:pt x="934506" y="67792"/>
                  <a:pt x="933535" y="66031"/>
                </a:cubicBezTo>
                <a:cubicBezTo>
                  <a:pt x="932564" y="64271"/>
                  <a:pt x="931198" y="62875"/>
                  <a:pt x="929436" y="61843"/>
                </a:cubicBezTo>
                <a:cubicBezTo>
                  <a:pt x="927676" y="60811"/>
                  <a:pt x="925460" y="60295"/>
                  <a:pt x="922788" y="60295"/>
                </a:cubicBezTo>
                <a:cubicBezTo>
                  <a:pt x="920117" y="60295"/>
                  <a:pt x="917779" y="60811"/>
                  <a:pt x="915777" y="61843"/>
                </a:cubicBezTo>
                <a:cubicBezTo>
                  <a:pt x="913774" y="62875"/>
                  <a:pt x="912104" y="64302"/>
                  <a:pt x="910769" y="66123"/>
                </a:cubicBezTo>
                <a:cubicBezTo>
                  <a:pt x="909433" y="67944"/>
                  <a:pt x="908430" y="70039"/>
                  <a:pt x="907762" y="72407"/>
                </a:cubicBezTo>
                <a:cubicBezTo>
                  <a:pt x="907095" y="74773"/>
                  <a:pt x="906761" y="77230"/>
                  <a:pt x="906761" y="79780"/>
                </a:cubicBezTo>
                <a:lnTo>
                  <a:pt x="906761" y="128950"/>
                </a:lnTo>
                <a:lnTo>
                  <a:pt x="876708" y="128950"/>
                </a:lnTo>
                <a:lnTo>
                  <a:pt x="876708" y="38274"/>
                </a:lnTo>
                <a:lnTo>
                  <a:pt x="905669" y="38274"/>
                </a:lnTo>
                <a:lnTo>
                  <a:pt x="905669" y="50841"/>
                </a:lnTo>
                <a:lnTo>
                  <a:pt x="906033" y="50841"/>
                </a:lnTo>
                <a:cubicBezTo>
                  <a:pt x="907126" y="48901"/>
                  <a:pt x="908553" y="46992"/>
                  <a:pt x="910313" y="45113"/>
                </a:cubicBezTo>
                <a:cubicBezTo>
                  <a:pt x="912073" y="43235"/>
                  <a:pt x="914137" y="41629"/>
                  <a:pt x="916505" y="40297"/>
                </a:cubicBezTo>
                <a:cubicBezTo>
                  <a:pt x="918873" y="38963"/>
                  <a:pt x="921452" y="37872"/>
                  <a:pt x="924245" y="37023"/>
                </a:cubicBezTo>
                <a:cubicBezTo>
                  <a:pt x="927038" y="36175"/>
                  <a:pt x="930014" y="35750"/>
                  <a:pt x="933171" y="35750"/>
                </a:cubicBezTo>
                <a:cubicBezTo>
                  <a:pt x="939241" y="35750"/>
                  <a:pt x="944400" y="36843"/>
                  <a:pt x="948651" y="39027"/>
                </a:cubicBezTo>
                <a:cubicBezTo>
                  <a:pt x="952901" y="41211"/>
                  <a:pt x="956331" y="44033"/>
                  <a:pt x="958942" y="47492"/>
                </a:cubicBezTo>
                <a:cubicBezTo>
                  <a:pt x="961552" y="50949"/>
                  <a:pt x="963434" y="54923"/>
                  <a:pt x="964586" y="59414"/>
                </a:cubicBezTo>
                <a:cubicBezTo>
                  <a:pt x="965740" y="63904"/>
                  <a:pt x="966317" y="68394"/>
                  <a:pt x="966317" y="72885"/>
                </a:cubicBezTo>
                <a:lnTo>
                  <a:pt x="966317" y="128950"/>
                </a:lnTo>
                <a:lnTo>
                  <a:pt x="936267" y="128950"/>
                </a:lnTo>
                <a:close/>
                <a:moveTo>
                  <a:pt x="1021723" y="60473"/>
                </a:moveTo>
                <a:lnTo>
                  <a:pt x="1021723" y="95176"/>
                </a:lnTo>
                <a:cubicBezTo>
                  <a:pt x="1021723" y="99439"/>
                  <a:pt x="1022541" y="102636"/>
                  <a:pt x="1024179" y="104767"/>
                </a:cubicBezTo>
                <a:cubicBezTo>
                  <a:pt x="1025819" y="106897"/>
                  <a:pt x="1028764" y="107963"/>
                  <a:pt x="1033014" y="107963"/>
                </a:cubicBezTo>
                <a:cubicBezTo>
                  <a:pt x="1034470" y="107963"/>
                  <a:pt x="1036018" y="107841"/>
                  <a:pt x="1037658" y="107599"/>
                </a:cubicBezTo>
                <a:cubicBezTo>
                  <a:pt x="1039298" y="107356"/>
                  <a:pt x="1040664" y="106993"/>
                  <a:pt x="1041757" y="106509"/>
                </a:cubicBezTo>
                <a:lnTo>
                  <a:pt x="1042121" y="128353"/>
                </a:lnTo>
                <a:cubicBezTo>
                  <a:pt x="1040057" y="129081"/>
                  <a:pt x="1037447" y="129718"/>
                  <a:pt x="1034290" y="130265"/>
                </a:cubicBezTo>
                <a:cubicBezTo>
                  <a:pt x="1031133" y="130811"/>
                  <a:pt x="1027976" y="131085"/>
                  <a:pt x="1024818" y="131085"/>
                </a:cubicBezTo>
                <a:cubicBezTo>
                  <a:pt x="1018747" y="131085"/>
                  <a:pt x="1013647" y="130325"/>
                  <a:pt x="1009519" y="128806"/>
                </a:cubicBezTo>
                <a:cubicBezTo>
                  <a:pt x="1005392" y="127285"/>
                  <a:pt x="1002083" y="125095"/>
                  <a:pt x="999593" y="122236"/>
                </a:cubicBezTo>
                <a:cubicBezTo>
                  <a:pt x="997104" y="119377"/>
                  <a:pt x="995314" y="115971"/>
                  <a:pt x="994221" y="112017"/>
                </a:cubicBezTo>
                <a:cubicBezTo>
                  <a:pt x="993127" y="108064"/>
                  <a:pt x="992581" y="103654"/>
                  <a:pt x="992581" y="98789"/>
                </a:cubicBezTo>
                <a:lnTo>
                  <a:pt x="992581" y="60473"/>
                </a:lnTo>
                <a:lnTo>
                  <a:pt x="978010" y="60473"/>
                </a:lnTo>
                <a:lnTo>
                  <a:pt x="978010" y="38240"/>
                </a:lnTo>
                <a:lnTo>
                  <a:pt x="992397" y="38240"/>
                </a:lnTo>
                <a:lnTo>
                  <a:pt x="992397" y="14382"/>
                </a:lnTo>
                <a:lnTo>
                  <a:pt x="1021723" y="14382"/>
                </a:lnTo>
                <a:lnTo>
                  <a:pt x="1021723" y="38240"/>
                </a:lnTo>
                <a:lnTo>
                  <a:pt x="1043030" y="38240"/>
                </a:lnTo>
                <a:lnTo>
                  <a:pt x="1043030" y="60473"/>
                </a:lnTo>
                <a:lnTo>
                  <a:pt x="1021723" y="60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72F76-A95A-4E35-AB09-8FF0F0C0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82" y="3596024"/>
            <a:ext cx="1488379" cy="630848"/>
          </a:xfrm>
          <a:custGeom xmlns:a="http://schemas.openxmlformats.org/drawingml/2006/main">
            <a:pathLst>
              <a:path w="1488379" h="630848" fill="none">
                <a:moveTo>
                  <a:pt x="0" y="105144"/>
                </a:moveTo>
                <a:cubicBezTo>
                  <a:pt x="0" y="47074"/>
                  <a:pt x="47074" y="0"/>
                  <a:pt x="105144" y="0"/>
                </a:cubicBezTo>
                <a:lnTo>
                  <a:pt x="1383235" y="0"/>
                </a:lnTo>
                <a:cubicBezTo>
                  <a:pt x="1441304" y="0"/>
                  <a:pt x="1488379" y="47074"/>
                  <a:pt x="1488379" y="105144"/>
                </a:cubicBezTo>
                <a:lnTo>
                  <a:pt x="1488379" y="525704"/>
                </a:lnTo>
                <a:cubicBezTo>
                  <a:pt x="1488379" y="583773"/>
                  <a:pt x="1441304" y="630848"/>
                  <a:pt x="1383235" y="630848"/>
                </a:cubicBezTo>
                <a:lnTo>
                  <a:pt x="105144" y="630848"/>
                </a:lnTo>
                <a:cubicBezTo>
                  <a:pt x="47074" y="630848"/>
                  <a:pt x="0" y="583773"/>
                  <a:pt x="0" y="525704"/>
                </a:cubicBezTo>
                <a:lnTo>
                  <a:pt x="0" y="1051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30" name="Text Performance">
            <a:extLst xmlns:a="http://schemas.openxmlformats.org/drawingml/2006/main">
              <a:ext uri="{FF2B5EF4-FFF2-40B4-BE49-F238E27FC236}">
                <a16:creationId xmlns:a16="http://schemas.microsoft.com/office/drawing/2014/main" id="{E0378CF7-6283-472C-AF50-56335D97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61" y="3715510"/>
            <a:ext cx="1024983" cy="141934"/>
          </a:xfrm>
          <a:custGeom xmlns:a="http://schemas.openxmlformats.org/drawingml/2006/main">
            <a:pathLst>
              <a:path w="1024983" h="141934">
                <a:moveTo>
                  <a:pt x="0" y="10850"/>
                </a:moveTo>
                <a:lnTo>
                  <a:pt x="36428" y="10850"/>
                </a:lnTo>
                <a:cubicBezTo>
                  <a:pt x="42985" y="10850"/>
                  <a:pt x="48934" y="11548"/>
                  <a:pt x="54276" y="12945"/>
                </a:cubicBezTo>
                <a:cubicBezTo>
                  <a:pt x="59619" y="14340"/>
                  <a:pt x="64203" y="16464"/>
                  <a:pt x="68027" y="19318"/>
                </a:cubicBezTo>
                <a:cubicBezTo>
                  <a:pt x="71853" y="22169"/>
                  <a:pt x="74798" y="25749"/>
                  <a:pt x="76862" y="30059"/>
                </a:cubicBezTo>
                <a:cubicBezTo>
                  <a:pt x="78926" y="34368"/>
                  <a:pt x="79958" y="39436"/>
                  <a:pt x="79958" y="45263"/>
                </a:cubicBezTo>
                <a:cubicBezTo>
                  <a:pt x="79958" y="51090"/>
                  <a:pt x="78895" y="56158"/>
                  <a:pt x="76770" y="60468"/>
                </a:cubicBezTo>
                <a:cubicBezTo>
                  <a:pt x="74645" y="64777"/>
                  <a:pt x="71669" y="68359"/>
                  <a:pt x="67843" y="71212"/>
                </a:cubicBezTo>
                <a:cubicBezTo>
                  <a:pt x="64019" y="74065"/>
                  <a:pt x="59406" y="76220"/>
                  <a:pt x="54004" y="77676"/>
                </a:cubicBezTo>
                <a:cubicBezTo>
                  <a:pt x="48601" y="79132"/>
                  <a:pt x="42621" y="79860"/>
                  <a:pt x="36064" y="79860"/>
                </a:cubicBezTo>
                <a:lnTo>
                  <a:pt x="13115" y="79860"/>
                </a:lnTo>
                <a:lnTo>
                  <a:pt x="13115" y="139800"/>
                </a:lnTo>
                <a:lnTo>
                  <a:pt x="0" y="139800"/>
                </a:lnTo>
                <a:lnTo>
                  <a:pt x="0" y="10850"/>
                </a:lnTo>
                <a:moveTo>
                  <a:pt x="13115" y="68833"/>
                </a:moveTo>
                <a:lnTo>
                  <a:pt x="35334" y="68833"/>
                </a:lnTo>
                <a:cubicBezTo>
                  <a:pt x="45655" y="68833"/>
                  <a:pt x="53487" y="66823"/>
                  <a:pt x="58828" y="62802"/>
                </a:cubicBezTo>
                <a:cubicBezTo>
                  <a:pt x="64171" y="58782"/>
                  <a:pt x="66843" y="52935"/>
                  <a:pt x="66843" y="45260"/>
                </a:cubicBezTo>
                <a:cubicBezTo>
                  <a:pt x="66843" y="37221"/>
                  <a:pt x="64081" y="31345"/>
                  <a:pt x="58556" y="27630"/>
                </a:cubicBezTo>
                <a:cubicBezTo>
                  <a:pt x="53031" y="23913"/>
                  <a:pt x="45290" y="22055"/>
                  <a:pt x="35334" y="22055"/>
                </a:cubicBezTo>
                <a:lnTo>
                  <a:pt x="13115" y="22055"/>
                </a:lnTo>
                <a:lnTo>
                  <a:pt x="13115" y="68833"/>
                </a:lnTo>
                <a:close/>
                <a:moveTo>
                  <a:pt x="157437" y="90710"/>
                </a:moveTo>
                <a:cubicBezTo>
                  <a:pt x="157072" y="82628"/>
                  <a:pt x="154491" y="75924"/>
                  <a:pt x="149694" y="70598"/>
                </a:cubicBezTo>
                <a:cubicBezTo>
                  <a:pt x="144899" y="65271"/>
                  <a:pt x="138070" y="62608"/>
                  <a:pt x="129206" y="62608"/>
                </a:cubicBezTo>
                <a:cubicBezTo>
                  <a:pt x="125079" y="62608"/>
                  <a:pt x="121254" y="63373"/>
                  <a:pt x="117731" y="64903"/>
                </a:cubicBezTo>
                <a:cubicBezTo>
                  <a:pt x="114211" y="66434"/>
                  <a:pt x="111115" y="68515"/>
                  <a:pt x="108444" y="71148"/>
                </a:cubicBezTo>
                <a:cubicBezTo>
                  <a:pt x="105772" y="73781"/>
                  <a:pt x="103647" y="76781"/>
                  <a:pt x="102068" y="80149"/>
                </a:cubicBezTo>
                <a:cubicBezTo>
                  <a:pt x="100490" y="83516"/>
                  <a:pt x="99579" y="87036"/>
                  <a:pt x="99337" y="90710"/>
                </a:cubicBezTo>
                <a:lnTo>
                  <a:pt x="157437" y="90710"/>
                </a:lnTo>
                <a:moveTo>
                  <a:pt x="170004" y="94651"/>
                </a:moveTo>
                <a:cubicBezTo>
                  <a:pt x="170004" y="95503"/>
                  <a:pt x="170004" y="96416"/>
                  <a:pt x="170004" y="97391"/>
                </a:cubicBezTo>
                <a:cubicBezTo>
                  <a:pt x="170004" y="98364"/>
                  <a:pt x="169943" y="99397"/>
                  <a:pt x="169820" y="100492"/>
                </a:cubicBezTo>
                <a:lnTo>
                  <a:pt x="99153" y="100492"/>
                </a:lnTo>
                <a:cubicBezTo>
                  <a:pt x="99275" y="104741"/>
                  <a:pt x="100125" y="108746"/>
                  <a:pt x="101702" y="112509"/>
                </a:cubicBezTo>
                <a:cubicBezTo>
                  <a:pt x="103280" y="116270"/>
                  <a:pt x="105465" y="119547"/>
                  <a:pt x="108258" y="122339"/>
                </a:cubicBezTo>
                <a:cubicBezTo>
                  <a:pt x="111051" y="125129"/>
                  <a:pt x="114330" y="127344"/>
                  <a:pt x="118093" y="128984"/>
                </a:cubicBezTo>
                <a:cubicBezTo>
                  <a:pt x="121858" y="130622"/>
                  <a:pt x="125926" y="131440"/>
                  <a:pt x="130299" y="131440"/>
                </a:cubicBezTo>
                <a:cubicBezTo>
                  <a:pt x="136733" y="131440"/>
                  <a:pt x="142288" y="129954"/>
                  <a:pt x="146962" y="126980"/>
                </a:cubicBezTo>
                <a:cubicBezTo>
                  <a:pt x="151637" y="124005"/>
                  <a:pt x="155188" y="120574"/>
                  <a:pt x="157617" y="116689"/>
                </a:cubicBezTo>
                <a:lnTo>
                  <a:pt x="166905" y="123973"/>
                </a:lnTo>
                <a:cubicBezTo>
                  <a:pt x="161806" y="130398"/>
                  <a:pt x="156191" y="134999"/>
                  <a:pt x="150058" y="137774"/>
                </a:cubicBezTo>
                <a:cubicBezTo>
                  <a:pt x="143927" y="140548"/>
                  <a:pt x="137341" y="141934"/>
                  <a:pt x="130299" y="141934"/>
                </a:cubicBezTo>
                <a:cubicBezTo>
                  <a:pt x="123984" y="141934"/>
                  <a:pt x="118125" y="140811"/>
                  <a:pt x="112721" y="138563"/>
                </a:cubicBezTo>
                <a:cubicBezTo>
                  <a:pt x="107318" y="136316"/>
                  <a:pt x="102674" y="133189"/>
                  <a:pt x="98789" y="129181"/>
                </a:cubicBezTo>
                <a:cubicBezTo>
                  <a:pt x="94904" y="125172"/>
                  <a:pt x="91838" y="120434"/>
                  <a:pt x="89590" y="114969"/>
                </a:cubicBezTo>
                <a:cubicBezTo>
                  <a:pt x="87345" y="109503"/>
                  <a:pt x="86222" y="103551"/>
                  <a:pt x="86222" y="97113"/>
                </a:cubicBezTo>
                <a:cubicBezTo>
                  <a:pt x="86222" y="90675"/>
                  <a:pt x="87314" y="84723"/>
                  <a:pt x="89499" y="79257"/>
                </a:cubicBezTo>
                <a:cubicBezTo>
                  <a:pt x="91685" y="73792"/>
                  <a:pt x="94721" y="69055"/>
                  <a:pt x="98606" y="65048"/>
                </a:cubicBezTo>
                <a:cubicBezTo>
                  <a:pt x="102493" y="61038"/>
                  <a:pt x="107047" y="57910"/>
                  <a:pt x="112268" y="55663"/>
                </a:cubicBezTo>
                <a:cubicBezTo>
                  <a:pt x="117489" y="53415"/>
                  <a:pt x="123135" y="52292"/>
                  <a:pt x="129206" y="52292"/>
                </a:cubicBezTo>
                <a:cubicBezTo>
                  <a:pt x="135884" y="52292"/>
                  <a:pt x="141772" y="53418"/>
                  <a:pt x="146870" y="55671"/>
                </a:cubicBezTo>
                <a:cubicBezTo>
                  <a:pt x="151971" y="57922"/>
                  <a:pt x="156221" y="60965"/>
                  <a:pt x="159621" y="64800"/>
                </a:cubicBezTo>
                <a:cubicBezTo>
                  <a:pt x="163021" y="68634"/>
                  <a:pt x="165601" y="73106"/>
                  <a:pt x="167361" y="78218"/>
                </a:cubicBezTo>
                <a:cubicBezTo>
                  <a:pt x="169123" y="83330"/>
                  <a:pt x="170004" y="88807"/>
                  <a:pt x="170004" y="94651"/>
                </a:cubicBezTo>
                <a:close/>
                <a:moveTo>
                  <a:pt x="196119" y="73257"/>
                </a:moveTo>
                <a:cubicBezTo>
                  <a:pt x="196119" y="70947"/>
                  <a:pt x="196058" y="67970"/>
                  <a:pt x="195936" y="64328"/>
                </a:cubicBezTo>
                <a:cubicBezTo>
                  <a:pt x="195816" y="60685"/>
                  <a:pt x="195634" y="57407"/>
                  <a:pt x="195391" y="54493"/>
                </a:cubicBezTo>
                <a:lnTo>
                  <a:pt x="207230" y="54493"/>
                </a:lnTo>
                <a:cubicBezTo>
                  <a:pt x="207473" y="56799"/>
                  <a:pt x="207655" y="59350"/>
                  <a:pt x="207775" y="62144"/>
                </a:cubicBezTo>
                <a:cubicBezTo>
                  <a:pt x="207897" y="64936"/>
                  <a:pt x="207958" y="67242"/>
                  <a:pt x="207958" y="69063"/>
                </a:cubicBezTo>
                <a:lnTo>
                  <a:pt x="208322" y="69063"/>
                </a:lnTo>
                <a:cubicBezTo>
                  <a:pt x="210751" y="64080"/>
                  <a:pt x="214394" y="60039"/>
                  <a:pt x="219250" y="56941"/>
                </a:cubicBezTo>
                <a:cubicBezTo>
                  <a:pt x="224108" y="53841"/>
                  <a:pt x="229572" y="52292"/>
                  <a:pt x="235644" y="52292"/>
                </a:cubicBezTo>
                <a:cubicBezTo>
                  <a:pt x="237222" y="52292"/>
                  <a:pt x="238649" y="52363"/>
                  <a:pt x="239924" y="52506"/>
                </a:cubicBezTo>
                <a:cubicBezTo>
                  <a:pt x="241198" y="52648"/>
                  <a:pt x="242504" y="52933"/>
                  <a:pt x="243839" y="53359"/>
                </a:cubicBezTo>
                <a:lnTo>
                  <a:pt x="242200" y="64948"/>
                </a:lnTo>
                <a:cubicBezTo>
                  <a:pt x="241472" y="64705"/>
                  <a:pt x="240257" y="64462"/>
                  <a:pt x="238556" y="64220"/>
                </a:cubicBezTo>
                <a:cubicBezTo>
                  <a:pt x="236857" y="63975"/>
                  <a:pt x="235158" y="63853"/>
                  <a:pt x="233457" y="63853"/>
                </a:cubicBezTo>
                <a:cubicBezTo>
                  <a:pt x="230179" y="63853"/>
                  <a:pt x="227022" y="64460"/>
                  <a:pt x="223986" y="65676"/>
                </a:cubicBezTo>
                <a:cubicBezTo>
                  <a:pt x="220951" y="66889"/>
                  <a:pt x="218310" y="68801"/>
                  <a:pt x="216062" y="71412"/>
                </a:cubicBezTo>
                <a:cubicBezTo>
                  <a:pt x="213817" y="74022"/>
                  <a:pt x="211996" y="77362"/>
                  <a:pt x="210599" y="81431"/>
                </a:cubicBezTo>
                <a:cubicBezTo>
                  <a:pt x="209203" y="85497"/>
                  <a:pt x="208506" y="90384"/>
                  <a:pt x="208506" y="96090"/>
                </a:cubicBezTo>
                <a:lnTo>
                  <a:pt x="208506" y="139800"/>
                </a:lnTo>
                <a:lnTo>
                  <a:pt x="196119" y="139800"/>
                </a:lnTo>
                <a:lnTo>
                  <a:pt x="196119" y="73257"/>
                </a:lnTo>
                <a:close/>
                <a:moveTo>
                  <a:pt x="297949" y="64920"/>
                </a:moveTo>
                <a:lnTo>
                  <a:pt x="277914" y="64920"/>
                </a:lnTo>
                <a:lnTo>
                  <a:pt x="277914" y="139800"/>
                </a:lnTo>
                <a:lnTo>
                  <a:pt x="265530" y="139800"/>
                </a:lnTo>
                <a:lnTo>
                  <a:pt x="265530" y="64920"/>
                </a:lnTo>
                <a:lnTo>
                  <a:pt x="247680" y="64920"/>
                </a:lnTo>
                <a:lnTo>
                  <a:pt x="247680" y="54604"/>
                </a:lnTo>
                <a:lnTo>
                  <a:pt x="265530" y="54604"/>
                </a:lnTo>
                <a:lnTo>
                  <a:pt x="265530" y="31307"/>
                </a:lnTo>
                <a:cubicBezTo>
                  <a:pt x="265530" y="21598"/>
                  <a:pt x="267898" y="13954"/>
                  <a:pt x="272634" y="8373"/>
                </a:cubicBezTo>
                <a:cubicBezTo>
                  <a:pt x="277369" y="2791"/>
                  <a:pt x="284654" y="0"/>
                  <a:pt x="294489" y="0"/>
                </a:cubicBezTo>
                <a:cubicBezTo>
                  <a:pt x="296067" y="0"/>
                  <a:pt x="297767" y="91"/>
                  <a:pt x="299588" y="272"/>
                </a:cubicBezTo>
                <a:cubicBezTo>
                  <a:pt x="301410" y="452"/>
                  <a:pt x="303109" y="783"/>
                  <a:pt x="304688" y="1264"/>
                </a:cubicBezTo>
                <a:lnTo>
                  <a:pt x="302504" y="12122"/>
                </a:lnTo>
                <a:cubicBezTo>
                  <a:pt x="301168" y="11759"/>
                  <a:pt x="299832" y="11456"/>
                  <a:pt x="298496" y="11214"/>
                </a:cubicBezTo>
                <a:cubicBezTo>
                  <a:pt x="297160" y="10971"/>
                  <a:pt x="295643" y="10850"/>
                  <a:pt x="293944" y="10850"/>
                </a:cubicBezTo>
                <a:cubicBezTo>
                  <a:pt x="290665" y="10850"/>
                  <a:pt x="287962" y="11397"/>
                  <a:pt x="285837" y="12492"/>
                </a:cubicBezTo>
                <a:cubicBezTo>
                  <a:pt x="283712" y="13585"/>
                  <a:pt x="282073" y="15135"/>
                  <a:pt x="280918" y="17142"/>
                </a:cubicBezTo>
                <a:cubicBezTo>
                  <a:pt x="279766" y="19146"/>
                  <a:pt x="278977" y="21485"/>
                  <a:pt x="278551" y="24159"/>
                </a:cubicBezTo>
                <a:cubicBezTo>
                  <a:pt x="278126" y="26832"/>
                  <a:pt x="277914" y="29688"/>
                  <a:pt x="277914" y="32727"/>
                </a:cubicBezTo>
                <a:lnTo>
                  <a:pt x="277914" y="54604"/>
                </a:lnTo>
                <a:lnTo>
                  <a:pt x="297949" y="54604"/>
                </a:lnTo>
                <a:lnTo>
                  <a:pt x="297949" y="64920"/>
                </a:lnTo>
                <a:close/>
                <a:moveTo>
                  <a:pt x="399705" y="97113"/>
                </a:moveTo>
                <a:cubicBezTo>
                  <a:pt x="399705" y="103551"/>
                  <a:pt x="398581" y="109503"/>
                  <a:pt x="396334" y="114969"/>
                </a:cubicBezTo>
                <a:cubicBezTo>
                  <a:pt x="394089" y="120434"/>
                  <a:pt x="390962" y="125172"/>
                  <a:pt x="386955" y="129181"/>
                </a:cubicBezTo>
                <a:cubicBezTo>
                  <a:pt x="382949" y="133189"/>
                  <a:pt x="378153" y="136316"/>
                  <a:pt x="372567" y="138563"/>
                </a:cubicBezTo>
                <a:cubicBezTo>
                  <a:pt x="366983" y="140811"/>
                  <a:pt x="360851" y="141934"/>
                  <a:pt x="354172" y="141934"/>
                </a:cubicBezTo>
                <a:cubicBezTo>
                  <a:pt x="347616" y="141934"/>
                  <a:pt x="341544" y="140811"/>
                  <a:pt x="335958" y="138563"/>
                </a:cubicBezTo>
                <a:cubicBezTo>
                  <a:pt x="330374" y="136316"/>
                  <a:pt x="325578" y="133189"/>
                  <a:pt x="321571" y="129181"/>
                </a:cubicBezTo>
                <a:cubicBezTo>
                  <a:pt x="317565" y="125172"/>
                  <a:pt x="314439" y="120434"/>
                  <a:pt x="312191" y="114969"/>
                </a:cubicBezTo>
                <a:cubicBezTo>
                  <a:pt x="309946" y="109503"/>
                  <a:pt x="308823" y="103551"/>
                  <a:pt x="308823" y="97113"/>
                </a:cubicBezTo>
                <a:cubicBezTo>
                  <a:pt x="308823" y="90675"/>
                  <a:pt x="309946" y="84723"/>
                  <a:pt x="312191" y="79257"/>
                </a:cubicBezTo>
                <a:cubicBezTo>
                  <a:pt x="314439" y="73792"/>
                  <a:pt x="317565" y="69055"/>
                  <a:pt x="321571" y="65048"/>
                </a:cubicBezTo>
                <a:cubicBezTo>
                  <a:pt x="325578" y="61038"/>
                  <a:pt x="330374" y="57910"/>
                  <a:pt x="335958" y="55663"/>
                </a:cubicBezTo>
                <a:cubicBezTo>
                  <a:pt x="341544" y="53415"/>
                  <a:pt x="347616" y="52292"/>
                  <a:pt x="354172" y="52292"/>
                </a:cubicBezTo>
                <a:cubicBezTo>
                  <a:pt x="360851" y="52292"/>
                  <a:pt x="366983" y="53415"/>
                  <a:pt x="372567" y="55663"/>
                </a:cubicBezTo>
                <a:cubicBezTo>
                  <a:pt x="378153" y="57910"/>
                  <a:pt x="382949" y="61038"/>
                  <a:pt x="386955" y="65048"/>
                </a:cubicBezTo>
                <a:cubicBezTo>
                  <a:pt x="390962" y="69055"/>
                  <a:pt x="394089" y="73792"/>
                  <a:pt x="396334" y="79257"/>
                </a:cubicBezTo>
                <a:cubicBezTo>
                  <a:pt x="398581" y="84723"/>
                  <a:pt x="399705" y="90675"/>
                  <a:pt x="399705" y="97113"/>
                </a:cubicBezTo>
                <a:moveTo>
                  <a:pt x="386593" y="97116"/>
                </a:moveTo>
                <a:cubicBezTo>
                  <a:pt x="386593" y="92369"/>
                  <a:pt x="385835" y="87897"/>
                  <a:pt x="384317" y="83698"/>
                </a:cubicBezTo>
                <a:cubicBezTo>
                  <a:pt x="382800" y="79498"/>
                  <a:pt x="380644" y="75846"/>
                  <a:pt x="377850" y="72743"/>
                </a:cubicBezTo>
                <a:cubicBezTo>
                  <a:pt x="375058" y="69638"/>
                  <a:pt x="371658" y="67173"/>
                  <a:pt x="367651" y="65348"/>
                </a:cubicBezTo>
                <a:cubicBezTo>
                  <a:pt x="363645" y="63521"/>
                  <a:pt x="359153" y="62608"/>
                  <a:pt x="354175" y="62608"/>
                </a:cubicBezTo>
                <a:cubicBezTo>
                  <a:pt x="349197" y="62608"/>
                  <a:pt x="344735" y="63521"/>
                  <a:pt x="340788" y="65348"/>
                </a:cubicBezTo>
                <a:cubicBezTo>
                  <a:pt x="336842" y="67173"/>
                  <a:pt x="333472" y="69638"/>
                  <a:pt x="330678" y="72743"/>
                </a:cubicBezTo>
                <a:cubicBezTo>
                  <a:pt x="327886" y="75846"/>
                  <a:pt x="325731" y="79498"/>
                  <a:pt x="324214" y="83698"/>
                </a:cubicBezTo>
                <a:cubicBezTo>
                  <a:pt x="322696" y="87897"/>
                  <a:pt x="321938" y="92369"/>
                  <a:pt x="321938" y="97116"/>
                </a:cubicBezTo>
                <a:cubicBezTo>
                  <a:pt x="321938" y="101862"/>
                  <a:pt x="322696" y="106336"/>
                  <a:pt x="324214" y="110536"/>
                </a:cubicBezTo>
                <a:cubicBezTo>
                  <a:pt x="325731" y="114734"/>
                  <a:pt x="327886" y="118386"/>
                  <a:pt x="330678" y="121491"/>
                </a:cubicBezTo>
                <a:cubicBezTo>
                  <a:pt x="333472" y="124595"/>
                  <a:pt x="336842" y="127029"/>
                  <a:pt x="340788" y="128795"/>
                </a:cubicBezTo>
                <a:cubicBezTo>
                  <a:pt x="344735" y="130559"/>
                  <a:pt x="349197" y="131440"/>
                  <a:pt x="354175" y="131440"/>
                </a:cubicBezTo>
                <a:cubicBezTo>
                  <a:pt x="359153" y="131440"/>
                  <a:pt x="363645" y="130559"/>
                  <a:pt x="367651" y="128795"/>
                </a:cubicBezTo>
                <a:cubicBezTo>
                  <a:pt x="371658" y="127029"/>
                  <a:pt x="375058" y="124595"/>
                  <a:pt x="377850" y="121491"/>
                </a:cubicBezTo>
                <a:cubicBezTo>
                  <a:pt x="380644" y="118386"/>
                  <a:pt x="382800" y="114734"/>
                  <a:pt x="384317" y="110536"/>
                </a:cubicBezTo>
                <a:cubicBezTo>
                  <a:pt x="385835" y="106336"/>
                  <a:pt x="386593" y="101862"/>
                  <a:pt x="386593" y="97116"/>
                </a:cubicBezTo>
                <a:close/>
                <a:moveTo>
                  <a:pt x="426315" y="73257"/>
                </a:moveTo>
                <a:cubicBezTo>
                  <a:pt x="426315" y="70947"/>
                  <a:pt x="426254" y="67970"/>
                  <a:pt x="426132" y="64328"/>
                </a:cubicBezTo>
                <a:cubicBezTo>
                  <a:pt x="426011" y="60685"/>
                  <a:pt x="425830" y="57407"/>
                  <a:pt x="425587" y="54493"/>
                </a:cubicBezTo>
                <a:lnTo>
                  <a:pt x="437426" y="54493"/>
                </a:lnTo>
                <a:cubicBezTo>
                  <a:pt x="437669" y="56799"/>
                  <a:pt x="437850" y="59350"/>
                  <a:pt x="437971" y="62144"/>
                </a:cubicBezTo>
                <a:cubicBezTo>
                  <a:pt x="438093" y="64936"/>
                  <a:pt x="438154" y="67242"/>
                  <a:pt x="438154" y="69063"/>
                </a:cubicBezTo>
                <a:lnTo>
                  <a:pt x="438518" y="69063"/>
                </a:lnTo>
                <a:cubicBezTo>
                  <a:pt x="440947" y="64080"/>
                  <a:pt x="444590" y="60039"/>
                  <a:pt x="449446" y="56941"/>
                </a:cubicBezTo>
                <a:cubicBezTo>
                  <a:pt x="454304" y="53841"/>
                  <a:pt x="459768" y="52292"/>
                  <a:pt x="465840" y="52292"/>
                </a:cubicBezTo>
                <a:cubicBezTo>
                  <a:pt x="467418" y="52292"/>
                  <a:pt x="468845" y="52363"/>
                  <a:pt x="470119" y="52506"/>
                </a:cubicBezTo>
                <a:cubicBezTo>
                  <a:pt x="471394" y="52648"/>
                  <a:pt x="472699" y="52933"/>
                  <a:pt x="474035" y="53359"/>
                </a:cubicBezTo>
                <a:lnTo>
                  <a:pt x="472396" y="64948"/>
                </a:lnTo>
                <a:cubicBezTo>
                  <a:pt x="471667" y="64705"/>
                  <a:pt x="470453" y="64462"/>
                  <a:pt x="468752" y="64220"/>
                </a:cubicBezTo>
                <a:cubicBezTo>
                  <a:pt x="467053" y="63975"/>
                  <a:pt x="465353" y="63853"/>
                  <a:pt x="463652" y="63853"/>
                </a:cubicBezTo>
                <a:cubicBezTo>
                  <a:pt x="460375" y="63853"/>
                  <a:pt x="457218" y="64460"/>
                  <a:pt x="454181" y="65676"/>
                </a:cubicBezTo>
                <a:cubicBezTo>
                  <a:pt x="451147" y="66889"/>
                  <a:pt x="448505" y="68801"/>
                  <a:pt x="446258" y="71412"/>
                </a:cubicBezTo>
                <a:cubicBezTo>
                  <a:pt x="444013" y="74022"/>
                  <a:pt x="442191" y="77362"/>
                  <a:pt x="440794" y="81431"/>
                </a:cubicBezTo>
                <a:cubicBezTo>
                  <a:pt x="439399" y="85497"/>
                  <a:pt x="438702" y="90384"/>
                  <a:pt x="438702" y="96090"/>
                </a:cubicBezTo>
                <a:lnTo>
                  <a:pt x="438702" y="139800"/>
                </a:lnTo>
                <a:lnTo>
                  <a:pt x="426315" y="139800"/>
                </a:lnTo>
                <a:lnTo>
                  <a:pt x="426315" y="73257"/>
                </a:lnTo>
                <a:close/>
                <a:moveTo>
                  <a:pt x="504286" y="69063"/>
                </a:moveTo>
                <a:cubicBezTo>
                  <a:pt x="506715" y="64081"/>
                  <a:pt x="510448" y="60041"/>
                  <a:pt x="515486" y="56941"/>
                </a:cubicBezTo>
                <a:cubicBezTo>
                  <a:pt x="520525" y="53841"/>
                  <a:pt x="526142" y="52292"/>
                  <a:pt x="532335" y="52292"/>
                </a:cubicBezTo>
                <a:cubicBezTo>
                  <a:pt x="534642" y="52292"/>
                  <a:pt x="537040" y="52535"/>
                  <a:pt x="539528" y="53023"/>
                </a:cubicBezTo>
                <a:cubicBezTo>
                  <a:pt x="542018" y="53508"/>
                  <a:pt x="544447" y="54449"/>
                  <a:pt x="546815" y="55846"/>
                </a:cubicBezTo>
                <a:cubicBezTo>
                  <a:pt x="549182" y="57243"/>
                  <a:pt x="551368" y="59097"/>
                  <a:pt x="553370" y="61407"/>
                </a:cubicBezTo>
                <a:cubicBezTo>
                  <a:pt x="555375" y="63716"/>
                  <a:pt x="557106" y="66693"/>
                  <a:pt x="558562" y="70339"/>
                </a:cubicBezTo>
                <a:cubicBezTo>
                  <a:pt x="561476" y="64505"/>
                  <a:pt x="565452" y="60039"/>
                  <a:pt x="570490" y="56941"/>
                </a:cubicBezTo>
                <a:cubicBezTo>
                  <a:pt x="575529" y="53841"/>
                  <a:pt x="581510" y="52292"/>
                  <a:pt x="588432" y="52292"/>
                </a:cubicBezTo>
                <a:cubicBezTo>
                  <a:pt x="599237" y="52292"/>
                  <a:pt x="607341" y="55513"/>
                  <a:pt x="612743" y="61955"/>
                </a:cubicBezTo>
                <a:cubicBezTo>
                  <a:pt x="618148" y="68397"/>
                  <a:pt x="620850" y="76904"/>
                  <a:pt x="620850" y="87478"/>
                </a:cubicBezTo>
                <a:lnTo>
                  <a:pt x="620850" y="139800"/>
                </a:lnTo>
                <a:lnTo>
                  <a:pt x="608466" y="139800"/>
                </a:lnTo>
                <a:lnTo>
                  <a:pt x="608466" y="92536"/>
                </a:lnTo>
                <a:cubicBezTo>
                  <a:pt x="608466" y="83533"/>
                  <a:pt x="606797" y="76295"/>
                  <a:pt x="603458" y="70820"/>
                </a:cubicBezTo>
                <a:cubicBezTo>
                  <a:pt x="600120" y="65345"/>
                  <a:pt x="594443" y="62608"/>
                  <a:pt x="586428" y="62608"/>
                </a:cubicBezTo>
                <a:cubicBezTo>
                  <a:pt x="581935" y="62608"/>
                  <a:pt x="578141" y="63520"/>
                  <a:pt x="575045" y="65345"/>
                </a:cubicBezTo>
                <a:cubicBezTo>
                  <a:pt x="571949" y="67170"/>
                  <a:pt x="569460" y="69573"/>
                  <a:pt x="567577" y="72554"/>
                </a:cubicBezTo>
                <a:cubicBezTo>
                  <a:pt x="565695" y="75533"/>
                  <a:pt x="564328" y="78909"/>
                  <a:pt x="563478" y="82681"/>
                </a:cubicBezTo>
                <a:cubicBezTo>
                  <a:pt x="562630" y="86453"/>
                  <a:pt x="562205" y="90347"/>
                  <a:pt x="562205" y="94362"/>
                </a:cubicBezTo>
                <a:lnTo>
                  <a:pt x="562205" y="139800"/>
                </a:lnTo>
                <a:lnTo>
                  <a:pt x="549819" y="139800"/>
                </a:lnTo>
                <a:lnTo>
                  <a:pt x="549819" y="89982"/>
                </a:lnTo>
                <a:cubicBezTo>
                  <a:pt x="549819" y="85845"/>
                  <a:pt x="549515" y="82073"/>
                  <a:pt x="548907" y="78668"/>
                </a:cubicBezTo>
                <a:cubicBezTo>
                  <a:pt x="548301" y="75261"/>
                  <a:pt x="547239" y="72372"/>
                  <a:pt x="545720" y="70000"/>
                </a:cubicBezTo>
                <a:cubicBezTo>
                  <a:pt x="544202" y="67627"/>
                  <a:pt x="542108" y="65802"/>
                  <a:pt x="539436" y="64525"/>
                </a:cubicBezTo>
                <a:cubicBezTo>
                  <a:pt x="536766" y="63247"/>
                  <a:pt x="533367" y="62608"/>
                  <a:pt x="529240" y="62608"/>
                </a:cubicBezTo>
                <a:cubicBezTo>
                  <a:pt x="526325" y="62608"/>
                  <a:pt x="523380" y="63277"/>
                  <a:pt x="520405" y="64617"/>
                </a:cubicBezTo>
                <a:cubicBezTo>
                  <a:pt x="517431" y="65955"/>
                  <a:pt x="514760" y="67993"/>
                  <a:pt x="512393" y="70731"/>
                </a:cubicBezTo>
                <a:cubicBezTo>
                  <a:pt x="510025" y="73467"/>
                  <a:pt x="508112" y="76934"/>
                  <a:pt x="506654" y="81130"/>
                </a:cubicBezTo>
                <a:cubicBezTo>
                  <a:pt x="505197" y="85327"/>
                  <a:pt x="504469" y="90285"/>
                  <a:pt x="504469" y="96004"/>
                </a:cubicBezTo>
                <a:lnTo>
                  <a:pt x="504469" y="139800"/>
                </a:lnTo>
                <a:lnTo>
                  <a:pt x="492083" y="139800"/>
                </a:lnTo>
                <a:lnTo>
                  <a:pt x="492083" y="73257"/>
                </a:lnTo>
                <a:cubicBezTo>
                  <a:pt x="492083" y="70949"/>
                  <a:pt x="492022" y="67971"/>
                  <a:pt x="491899" y="64325"/>
                </a:cubicBezTo>
                <a:cubicBezTo>
                  <a:pt x="491779" y="60679"/>
                  <a:pt x="491597" y="57397"/>
                  <a:pt x="491355" y="54479"/>
                </a:cubicBezTo>
                <a:lnTo>
                  <a:pt x="503194" y="54479"/>
                </a:lnTo>
                <a:cubicBezTo>
                  <a:pt x="503436" y="56789"/>
                  <a:pt x="503618" y="59342"/>
                  <a:pt x="503738" y="62138"/>
                </a:cubicBezTo>
                <a:cubicBezTo>
                  <a:pt x="503861" y="64932"/>
                  <a:pt x="503922" y="67240"/>
                  <a:pt x="503922" y="69063"/>
                </a:cubicBezTo>
                <a:lnTo>
                  <a:pt x="504286" y="69063"/>
                </a:lnTo>
                <a:close/>
                <a:moveTo>
                  <a:pt x="706433" y="84763"/>
                </a:moveTo>
                <a:cubicBezTo>
                  <a:pt x="706433" y="77317"/>
                  <a:pt x="704490" y="71763"/>
                  <a:pt x="700605" y="68102"/>
                </a:cubicBezTo>
                <a:cubicBezTo>
                  <a:pt x="696720" y="64439"/>
                  <a:pt x="691074" y="62608"/>
                  <a:pt x="683667" y="62608"/>
                </a:cubicBezTo>
                <a:cubicBezTo>
                  <a:pt x="678568" y="62608"/>
                  <a:pt x="673832" y="63518"/>
                  <a:pt x="669460" y="65339"/>
                </a:cubicBezTo>
                <a:cubicBezTo>
                  <a:pt x="665089" y="67161"/>
                  <a:pt x="661386" y="69590"/>
                  <a:pt x="658352" y="72626"/>
                </a:cubicBezTo>
                <a:lnTo>
                  <a:pt x="651429" y="64431"/>
                </a:lnTo>
                <a:cubicBezTo>
                  <a:pt x="654951" y="60924"/>
                  <a:pt x="659596" y="58024"/>
                  <a:pt x="665363" y="55732"/>
                </a:cubicBezTo>
                <a:cubicBezTo>
                  <a:pt x="671131" y="53438"/>
                  <a:pt x="677657" y="52292"/>
                  <a:pt x="684942" y="52292"/>
                </a:cubicBezTo>
                <a:cubicBezTo>
                  <a:pt x="689557" y="52292"/>
                  <a:pt x="693868" y="52930"/>
                  <a:pt x="697873" y="54206"/>
                </a:cubicBezTo>
                <a:cubicBezTo>
                  <a:pt x="701881" y="55483"/>
                  <a:pt x="705402" y="57398"/>
                  <a:pt x="708437" y="59951"/>
                </a:cubicBezTo>
                <a:cubicBezTo>
                  <a:pt x="711473" y="62502"/>
                  <a:pt x="713841" y="65722"/>
                  <a:pt x="715540" y="69611"/>
                </a:cubicBezTo>
                <a:cubicBezTo>
                  <a:pt x="717241" y="73500"/>
                  <a:pt x="718091" y="78058"/>
                  <a:pt x="718091" y="83284"/>
                </a:cubicBezTo>
                <a:lnTo>
                  <a:pt x="718091" y="120658"/>
                </a:lnTo>
                <a:cubicBezTo>
                  <a:pt x="718091" y="123939"/>
                  <a:pt x="718213" y="127342"/>
                  <a:pt x="718455" y="130868"/>
                </a:cubicBezTo>
                <a:cubicBezTo>
                  <a:pt x="718698" y="134392"/>
                  <a:pt x="719062" y="137369"/>
                  <a:pt x="719548" y="139800"/>
                </a:cubicBezTo>
                <a:lnTo>
                  <a:pt x="708439" y="139800"/>
                </a:lnTo>
                <a:cubicBezTo>
                  <a:pt x="708075" y="137727"/>
                  <a:pt x="707771" y="135471"/>
                  <a:pt x="707528" y="133033"/>
                </a:cubicBezTo>
                <a:cubicBezTo>
                  <a:pt x="707285" y="130595"/>
                  <a:pt x="707164" y="128218"/>
                  <a:pt x="707164" y="125902"/>
                </a:cubicBezTo>
                <a:lnTo>
                  <a:pt x="706797" y="125902"/>
                </a:lnTo>
                <a:cubicBezTo>
                  <a:pt x="702912" y="131610"/>
                  <a:pt x="698510" y="135709"/>
                  <a:pt x="693591" y="138199"/>
                </a:cubicBezTo>
                <a:cubicBezTo>
                  <a:pt x="688674" y="140689"/>
                  <a:pt x="682755" y="141934"/>
                  <a:pt x="675835" y="141934"/>
                </a:cubicBezTo>
                <a:cubicBezTo>
                  <a:pt x="672556" y="141934"/>
                  <a:pt x="669186" y="141480"/>
                  <a:pt x="665725" y="140570"/>
                </a:cubicBezTo>
                <a:cubicBezTo>
                  <a:pt x="662266" y="139660"/>
                  <a:pt x="659109" y="138174"/>
                  <a:pt x="656256" y="136112"/>
                </a:cubicBezTo>
                <a:cubicBezTo>
                  <a:pt x="653403" y="134048"/>
                  <a:pt x="651035" y="131378"/>
                  <a:pt x="649153" y="128103"/>
                </a:cubicBezTo>
                <a:cubicBezTo>
                  <a:pt x="647270" y="124825"/>
                  <a:pt x="646329" y="120820"/>
                  <a:pt x="646329" y="116086"/>
                </a:cubicBezTo>
                <a:cubicBezTo>
                  <a:pt x="646329" y="109533"/>
                  <a:pt x="647999" y="104345"/>
                  <a:pt x="651337" y="100523"/>
                </a:cubicBezTo>
                <a:cubicBezTo>
                  <a:pt x="654676" y="96701"/>
                  <a:pt x="659138" y="93849"/>
                  <a:pt x="664724" y="91969"/>
                </a:cubicBezTo>
                <a:cubicBezTo>
                  <a:pt x="670310" y="90086"/>
                  <a:pt x="676715" y="88873"/>
                  <a:pt x="683939" y="88328"/>
                </a:cubicBezTo>
                <a:cubicBezTo>
                  <a:pt x="691165" y="87782"/>
                  <a:pt x="698663" y="87508"/>
                  <a:pt x="706433" y="87508"/>
                </a:cubicBezTo>
                <a:lnTo>
                  <a:pt x="706433" y="84763"/>
                </a:lnTo>
                <a:moveTo>
                  <a:pt x="702790" y="97291"/>
                </a:moveTo>
                <a:cubicBezTo>
                  <a:pt x="697691" y="97291"/>
                  <a:pt x="692561" y="97503"/>
                  <a:pt x="687399" y="97927"/>
                </a:cubicBezTo>
                <a:cubicBezTo>
                  <a:pt x="682239" y="98350"/>
                  <a:pt x="677565" y="99197"/>
                  <a:pt x="673376" y="100470"/>
                </a:cubicBezTo>
                <a:cubicBezTo>
                  <a:pt x="669188" y="101741"/>
                  <a:pt x="665759" y="103587"/>
                  <a:pt x="663087" y="106009"/>
                </a:cubicBezTo>
                <a:cubicBezTo>
                  <a:pt x="660416" y="108430"/>
                  <a:pt x="659080" y="111638"/>
                  <a:pt x="659080" y="115633"/>
                </a:cubicBezTo>
                <a:cubicBezTo>
                  <a:pt x="659080" y="118660"/>
                  <a:pt x="659656" y="121203"/>
                  <a:pt x="660808" y="123262"/>
                </a:cubicBezTo>
                <a:cubicBezTo>
                  <a:pt x="661963" y="125320"/>
                  <a:pt x="663511" y="126985"/>
                  <a:pt x="665452" y="128256"/>
                </a:cubicBezTo>
                <a:cubicBezTo>
                  <a:pt x="667396" y="129527"/>
                  <a:pt x="669551" y="130434"/>
                  <a:pt x="671919" y="130979"/>
                </a:cubicBezTo>
                <a:cubicBezTo>
                  <a:pt x="674287" y="131524"/>
                  <a:pt x="676685" y="131796"/>
                  <a:pt x="679114" y="131796"/>
                </a:cubicBezTo>
                <a:cubicBezTo>
                  <a:pt x="683485" y="131796"/>
                  <a:pt x="687370" y="131039"/>
                  <a:pt x="690770" y="129526"/>
                </a:cubicBezTo>
                <a:cubicBezTo>
                  <a:pt x="694170" y="128012"/>
                  <a:pt x="697023" y="125954"/>
                  <a:pt x="699330" y="123351"/>
                </a:cubicBezTo>
                <a:cubicBezTo>
                  <a:pt x="701636" y="120747"/>
                  <a:pt x="703396" y="117752"/>
                  <a:pt x="704610" y="114363"/>
                </a:cubicBezTo>
                <a:cubicBezTo>
                  <a:pt x="705825" y="110972"/>
                  <a:pt x="706433" y="107400"/>
                  <a:pt x="706433" y="103647"/>
                </a:cubicBezTo>
                <a:lnTo>
                  <a:pt x="706433" y="97291"/>
                </a:lnTo>
                <a:lnTo>
                  <a:pt x="702790" y="97291"/>
                </a:lnTo>
                <a:close/>
                <a:moveTo>
                  <a:pt x="761201" y="54493"/>
                </a:moveTo>
                <a:cubicBezTo>
                  <a:pt x="761444" y="56799"/>
                  <a:pt x="761625" y="59350"/>
                  <a:pt x="761746" y="62144"/>
                </a:cubicBezTo>
                <a:cubicBezTo>
                  <a:pt x="761868" y="64936"/>
                  <a:pt x="761929" y="67242"/>
                  <a:pt x="761929" y="69063"/>
                </a:cubicBezTo>
                <a:lnTo>
                  <a:pt x="762293" y="69063"/>
                </a:lnTo>
                <a:cubicBezTo>
                  <a:pt x="764722" y="64080"/>
                  <a:pt x="768668" y="60039"/>
                  <a:pt x="774132" y="56941"/>
                </a:cubicBezTo>
                <a:cubicBezTo>
                  <a:pt x="779596" y="53841"/>
                  <a:pt x="785363" y="52292"/>
                  <a:pt x="791435" y="52292"/>
                </a:cubicBezTo>
                <a:cubicBezTo>
                  <a:pt x="802240" y="52292"/>
                  <a:pt x="810344" y="55513"/>
                  <a:pt x="815746" y="61955"/>
                </a:cubicBezTo>
                <a:cubicBezTo>
                  <a:pt x="821151" y="68397"/>
                  <a:pt x="823853" y="76904"/>
                  <a:pt x="823853" y="87478"/>
                </a:cubicBezTo>
                <a:lnTo>
                  <a:pt x="823853" y="139800"/>
                </a:lnTo>
                <a:lnTo>
                  <a:pt x="811469" y="139800"/>
                </a:lnTo>
                <a:lnTo>
                  <a:pt x="811469" y="92536"/>
                </a:lnTo>
                <a:cubicBezTo>
                  <a:pt x="811469" y="88034"/>
                  <a:pt x="811105" y="83959"/>
                  <a:pt x="810377" y="80311"/>
                </a:cubicBezTo>
                <a:cubicBezTo>
                  <a:pt x="809649" y="76661"/>
                  <a:pt x="808404" y="73528"/>
                  <a:pt x="806642" y="70912"/>
                </a:cubicBezTo>
                <a:cubicBezTo>
                  <a:pt x="804882" y="68296"/>
                  <a:pt x="802514" y="66258"/>
                  <a:pt x="799539" y="64798"/>
                </a:cubicBezTo>
                <a:cubicBezTo>
                  <a:pt x="796565" y="63338"/>
                  <a:pt x="792832" y="62608"/>
                  <a:pt x="788339" y="62608"/>
                </a:cubicBezTo>
                <a:cubicBezTo>
                  <a:pt x="785061" y="62608"/>
                  <a:pt x="781874" y="63277"/>
                  <a:pt x="778776" y="64617"/>
                </a:cubicBezTo>
                <a:cubicBezTo>
                  <a:pt x="775680" y="65955"/>
                  <a:pt x="772918" y="67993"/>
                  <a:pt x="770489" y="70731"/>
                </a:cubicBezTo>
                <a:cubicBezTo>
                  <a:pt x="768062" y="73467"/>
                  <a:pt x="766119" y="76934"/>
                  <a:pt x="764661" y="81130"/>
                </a:cubicBezTo>
                <a:cubicBezTo>
                  <a:pt x="763205" y="85327"/>
                  <a:pt x="762476" y="90285"/>
                  <a:pt x="762476" y="96004"/>
                </a:cubicBezTo>
                <a:lnTo>
                  <a:pt x="762476" y="139800"/>
                </a:lnTo>
                <a:lnTo>
                  <a:pt x="750090" y="139800"/>
                </a:lnTo>
                <a:lnTo>
                  <a:pt x="750090" y="73257"/>
                </a:lnTo>
                <a:cubicBezTo>
                  <a:pt x="750090" y="70947"/>
                  <a:pt x="750029" y="67970"/>
                  <a:pt x="749907" y="64328"/>
                </a:cubicBezTo>
                <a:cubicBezTo>
                  <a:pt x="749786" y="60685"/>
                  <a:pt x="749605" y="57407"/>
                  <a:pt x="749362" y="54493"/>
                </a:cubicBezTo>
                <a:lnTo>
                  <a:pt x="761201" y="54493"/>
                </a:lnTo>
                <a:close/>
                <a:moveTo>
                  <a:pt x="917707" y="73902"/>
                </a:moveTo>
                <a:cubicBezTo>
                  <a:pt x="915643" y="70623"/>
                  <a:pt x="912637" y="67920"/>
                  <a:pt x="908691" y="65795"/>
                </a:cubicBezTo>
                <a:cubicBezTo>
                  <a:pt x="904745" y="63670"/>
                  <a:pt x="900465" y="62608"/>
                  <a:pt x="895852" y="62608"/>
                </a:cubicBezTo>
                <a:cubicBezTo>
                  <a:pt x="890873" y="62608"/>
                  <a:pt x="886381" y="63490"/>
                  <a:pt x="882373" y="65256"/>
                </a:cubicBezTo>
                <a:cubicBezTo>
                  <a:pt x="878366" y="67020"/>
                  <a:pt x="874935" y="69454"/>
                  <a:pt x="872082" y="72560"/>
                </a:cubicBezTo>
                <a:cubicBezTo>
                  <a:pt x="869229" y="75663"/>
                  <a:pt x="867044" y="79315"/>
                  <a:pt x="865526" y="83515"/>
                </a:cubicBezTo>
                <a:cubicBezTo>
                  <a:pt x="864009" y="87713"/>
                  <a:pt x="863250" y="92247"/>
                  <a:pt x="863250" y="97116"/>
                </a:cubicBezTo>
                <a:cubicBezTo>
                  <a:pt x="863250" y="101985"/>
                  <a:pt x="864009" y="106489"/>
                  <a:pt x="865526" y="110628"/>
                </a:cubicBezTo>
                <a:cubicBezTo>
                  <a:pt x="867044" y="114765"/>
                  <a:pt x="869198" y="118386"/>
                  <a:pt x="871990" y="121491"/>
                </a:cubicBezTo>
                <a:cubicBezTo>
                  <a:pt x="874784" y="124595"/>
                  <a:pt x="878184" y="127029"/>
                  <a:pt x="882190" y="128795"/>
                </a:cubicBezTo>
                <a:cubicBezTo>
                  <a:pt x="886197" y="130559"/>
                  <a:pt x="890690" y="131440"/>
                  <a:pt x="895668" y="131440"/>
                </a:cubicBezTo>
                <a:cubicBezTo>
                  <a:pt x="901132" y="131440"/>
                  <a:pt x="905745" y="130409"/>
                  <a:pt x="909508" y="128345"/>
                </a:cubicBezTo>
                <a:cubicBezTo>
                  <a:pt x="913273" y="126281"/>
                  <a:pt x="916370" y="123610"/>
                  <a:pt x="918799" y="120332"/>
                </a:cubicBezTo>
                <a:lnTo>
                  <a:pt x="928087" y="127252"/>
                </a:lnTo>
                <a:cubicBezTo>
                  <a:pt x="924444" y="131732"/>
                  <a:pt x="919982" y="135300"/>
                  <a:pt x="914700" y="137955"/>
                </a:cubicBezTo>
                <a:cubicBezTo>
                  <a:pt x="909419" y="140608"/>
                  <a:pt x="903076" y="141934"/>
                  <a:pt x="895668" y="141934"/>
                </a:cubicBezTo>
                <a:cubicBezTo>
                  <a:pt x="888746" y="141934"/>
                  <a:pt x="882493" y="140811"/>
                  <a:pt x="876907" y="138563"/>
                </a:cubicBezTo>
                <a:cubicBezTo>
                  <a:pt x="871322" y="136316"/>
                  <a:pt x="866557" y="133189"/>
                  <a:pt x="862611" y="129181"/>
                </a:cubicBezTo>
                <a:cubicBezTo>
                  <a:pt x="858666" y="125172"/>
                  <a:pt x="855601" y="120434"/>
                  <a:pt x="853415" y="114969"/>
                </a:cubicBezTo>
                <a:cubicBezTo>
                  <a:pt x="851229" y="109503"/>
                  <a:pt x="850135" y="103551"/>
                  <a:pt x="850135" y="97113"/>
                </a:cubicBezTo>
                <a:cubicBezTo>
                  <a:pt x="850135" y="90675"/>
                  <a:pt x="851229" y="84723"/>
                  <a:pt x="853415" y="79257"/>
                </a:cubicBezTo>
                <a:cubicBezTo>
                  <a:pt x="855601" y="73792"/>
                  <a:pt x="858666" y="69055"/>
                  <a:pt x="862611" y="65048"/>
                </a:cubicBezTo>
                <a:cubicBezTo>
                  <a:pt x="866557" y="61038"/>
                  <a:pt x="871322" y="57910"/>
                  <a:pt x="876907" y="55663"/>
                </a:cubicBezTo>
                <a:cubicBezTo>
                  <a:pt x="882493" y="53415"/>
                  <a:pt x="888746" y="52292"/>
                  <a:pt x="895668" y="52292"/>
                </a:cubicBezTo>
                <a:cubicBezTo>
                  <a:pt x="901375" y="52292"/>
                  <a:pt x="907172" y="53528"/>
                  <a:pt x="913060" y="56002"/>
                </a:cubicBezTo>
                <a:cubicBezTo>
                  <a:pt x="918950" y="58475"/>
                  <a:pt x="923716" y="62134"/>
                  <a:pt x="927358" y="66979"/>
                </a:cubicBezTo>
                <a:lnTo>
                  <a:pt x="917707" y="73902"/>
                </a:lnTo>
                <a:close/>
                <a:moveTo>
                  <a:pt x="1012416" y="90710"/>
                </a:moveTo>
                <a:cubicBezTo>
                  <a:pt x="1012051" y="82628"/>
                  <a:pt x="1009470" y="75924"/>
                  <a:pt x="1004673" y="70598"/>
                </a:cubicBezTo>
                <a:cubicBezTo>
                  <a:pt x="999878" y="65271"/>
                  <a:pt x="993049" y="62608"/>
                  <a:pt x="984186" y="62608"/>
                </a:cubicBezTo>
                <a:cubicBezTo>
                  <a:pt x="980058" y="62608"/>
                  <a:pt x="976233" y="63373"/>
                  <a:pt x="972711" y="64903"/>
                </a:cubicBezTo>
                <a:cubicBezTo>
                  <a:pt x="969190" y="66434"/>
                  <a:pt x="966094" y="68515"/>
                  <a:pt x="963423" y="71148"/>
                </a:cubicBezTo>
                <a:cubicBezTo>
                  <a:pt x="960751" y="73781"/>
                  <a:pt x="958626" y="76781"/>
                  <a:pt x="957048" y="80149"/>
                </a:cubicBezTo>
                <a:cubicBezTo>
                  <a:pt x="955469" y="83516"/>
                  <a:pt x="954558" y="87036"/>
                  <a:pt x="954316" y="90710"/>
                </a:cubicBezTo>
                <a:lnTo>
                  <a:pt x="1012416" y="90710"/>
                </a:lnTo>
                <a:moveTo>
                  <a:pt x="1024983" y="94651"/>
                </a:moveTo>
                <a:cubicBezTo>
                  <a:pt x="1024983" y="95503"/>
                  <a:pt x="1024983" y="96416"/>
                  <a:pt x="1024983" y="97391"/>
                </a:cubicBezTo>
                <a:cubicBezTo>
                  <a:pt x="1024983" y="98364"/>
                  <a:pt x="1024922" y="99397"/>
                  <a:pt x="1024799" y="100492"/>
                </a:cubicBezTo>
                <a:lnTo>
                  <a:pt x="954132" y="100492"/>
                </a:lnTo>
                <a:cubicBezTo>
                  <a:pt x="954255" y="104741"/>
                  <a:pt x="955104" y="108746"/>
                  <a:pt x="956681" y="112509"/>
                </a:cubicBezTo>
                <a:cubicBezTo>
                  <a:pt x="958259" y="116270"/>
                  <a:pt x="960445" y="119547"/>
                  <a:pt x="963237" y="122339"/>
                </a:cubicBezTo>
                <a:cubicBezTo>
                  <a:pt x="966031" y="125129"/>
                  <a:pt x="969309" y="127344"/>
                  <a:pt x="973072" y="128984"/>
                </a:cubicBezTo>
                <a:cubicBezTo>
                  <a:pt x="976837" y="130622"/>
                  <a:pt x="980905" y="131440"/>
                  <a:pt x="985278" y="131440"/>
                </a:cubicBezTo>
                <a:cubicBezTo>
                  <a:pt x="991712" y="131440"/>
                  <a:pt x="997267" y="129954"/>
                  <a:pt x="1001941" y="126980"/>
                </a:cubicBezTo>
                <a:cubicBezTo>
                  <a:pt x="1006616" y="124005"/>
                  <a:pt x="1010167" y="120574"/>
                  <a:pt x="1012596" y="116689"/>
                </a:cubicBezTo>
                <a:lnTo>
                  <a:pt x="1021884" y="123973"/>
                </a:lnTo>
                <a:cubicBezTo>
                  <a:pt x="1016785" y="130398"/>
                  <a:pt x="1011170" y="134999"/>
                  <a:pt x="1005037" y="137774"/>
                </a:cubicBezTo>
                <a:cubicBezTo>
                  <a:pt x="998906" y="140548"/>
                  <a:pt x="992320" y="141934"/>
                  <a:pt x="985278" y="141934"/>
                </a:cubicBezTo>
                <a:cubicBezTo>
                  <a:pt x="978964" y="141934"/>
                  <a:pt x="973104" y="140811"/>
                  <a:pt x="967700" y="138563"/>
                </a:cubicBezTo>
                <a:cubicBezTo>
                  <a:pt x="962297" y="136316"/>
                  <a:pt x="957653" y="133189"/>
                  <a:pt x="953768" y="129181"/>
                </a:cubicBezTo>
                <a:cubicBezTo>
                  <a:pt x="949883" y="125172"/>
                  <a:pt x="946817" y="120434"/>
                  <a:pt x="944569" y="114969"/>
                </a:cubicBezTo>
                <a:cubicBezTo>
                  <a:pt x="942324" y="109503"/>
                  <a:pt x="941201" y="103551"/>
                  <a:pt x="941201" y="97113"/>
                </a:cubicBezTo>
                <a:cubicBezTo>
                  <a:pt x="941201" y="90675"/>
                  <a:pt x="942293" y="84723"/>
                  <a:pt x="944478" y="79257"/>
                </a:cubicBezTo>
                <a:cubicBezTo>
                  <a:pt x="946664" y="73792"/>
                  <a:pt x="949700" y="69055"/>
                  <a:pt x="953585" y="65048"/>
                </a:cubicBezTo>
                <a:cubicBezTo>
                  <a:pt x="957472" y="61038"/>
                  <a:pt x="962026" y="57910"/>
                  <a:pt x="967247" y="55663"/>
                </a:cubicBezTo>
                <a:cubicBezTo>
                  <a:pt x="972468" y="53415"/>
                  <a:pt x="978114" y="52292"/>
                  <a:pt x="984186" y="52292"/>
                </a:cubicBezTo>
                <a:cubicBezTo>
                  <a:pt x="990863" y="52292"/>
                  <a:pt x="996751" y="53418"/>
                  <a:pt x="1001849" y="55671"/>
                </a:cubicBezTo>
                <a:cubicBezTo>
                  <a:pt x="1006950" y="57922"/>
                  <a:pt x="1011200" y="60965"/>
                  <a:pt x="1014600" y="64800"/>
                </a:cubicBezTo>
                <a:cubicBezTo>
                  <a:pt x="1018000" y="68634"/>
                  <a:pt x="1020580" y="73106"/>
                  <a:pt x="1022340" y="78218"/>
                </a:cubicBezTo>
                <a:cubicBezTo>
                  <a:pt x="1024102" y="83330"/>
                  <a:pt x="1024983" y="88807"/>
                  <a:pt x="1024983" y="946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Analysis">
            <a:extLst xmlns:a="http://schemas.openxmlformats.org/drawingml/2006/main">
              <a:ext uri="{FF2B5EF4-FFF2-40B4-BE49-F238E27FC236}">
                <a16:creationId xmlns:a16="http://schemas.microsoft.com/office/drawing/2014/main" id="{71781B99-3F18-4672-8E9D-D751846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80" y="3928892"/>
            <a:ext cx="662759" cy="181445"/>
          </a:xfrm>
          <a:custGeom xmlns:a="http://schemas.openxmlformats.org/drawingml/2006/main">
            <a:pathLst>
              <a:path w="662759" h="181445">
                <a:moveTo>
                  <a:pt x="14390" y="137691"/>
                </a:moveTo>
                <a:lnTo>
                  <a:pt x="0" y="137691"/>
                </a:lnTo>
                <a:lnTo>
                  <a:pt x="55732" y="8740"/>
                </a:lnTo>
                <a:lnTo>
                  <a:pt x="68483" y="8740"/>
                </a:lnTo>
                <a:lnTo>
                  <a:pt x="123851" y="137691"/>
                </a:lnTo>
                <a:lnTo>
                  <a:pt x="109280" y="137691"/>
                </a:lnTo>
                <a:lnTo>
                  <a:pt x="95073" y="103897"/>
                </a:lnTo>
                <a:lnTo>
                  <a:pt x="28414" y="103897"/>
                </a:lnTo>
                <a:lnTo>
                  <a:pt x="14390" y="137691"/>
                </a:lnTo>
                <a:moveTo>
                  <a:pt x="33330" y="91802"/>
                </a:moveTo>
                <a:lnTo>
                  <a:pt x="90157" y="91802"/>
                </a:lnTo>
                <a:lnTo>
                  <a:pt x="61743" y="23319"/>
                </a:lnTo>
                <a:lnTo>
                  <a:pt x="33330" y="91802"/>
                </a:lnTo>
                <a:close/>
                <a:moveTo>
                  <a:pt x="153429" y="52383"/>
                </a:moveTo>
                <a:cubicBezTo>
                  <a:pt x="153671" y="54690"/>
                  <a:pt x="153853" y="57240"/>
                  <a:pt x="153973" y="60034"/>
                </a:cubicBezTo>
                <a:cubicBezTo>
                  <a:pt x="154096" y="62826"/>
                  <a:pt x="154157" y="65133"/>
                  <a:pt x="154157" y="66954"/>
                </a:cubicBezTo>
                <a:lnTo>
                  <a:pt x="154521" y="66954"/>
                </a:lnTo>
                <a:cubicBezTo>
                  <a:pt x="156950" y="61970"/>
                  <a:pt x="160896" y="57929"/>
                  <a:pt x="166360" y="54832"/>
                </a:cubicBezTo>
                <a:cubicBezTo>
                  <a:pt x="171823" y="51732"/>
                  <a:pt x="177591" y="50182"/>
                  <a:pt x="183662" y="50182"/>
                </a:cubicBezTo>
                <a:cubicBezTo>
                  <a:pt x="194468" y="50182"/>
                  <a:pt x="202571" y="53403"/>
                  <a:pt x="207974" y="59845"/>
                </a:cubicBezTo>
                <a:cubicBezTo>
                  <a:pt x="213379" y="66287"/>
                  <a:pt x="216081" y="74795"/>
                  <a:pt x="216081" y="85369"/>
                </a:cubicBezTo>
                <a:lnTo>
                  <a:pt x="216081" y="137691"/>
                </a:lnTo>
                <a:lnTo>
                  <a:pt x="203697" y="137691"/>
                </a:lnTo>
                <a:lnTo>
                  <a:pt x="203697" y="90426"/>
                </a:lnTo>
                <a:cubicBezTo>
                  <a:pt x="203697" y="85924"/>
                  <a:pt x="203333" y="81849"/>
                  <a:pt x="202605" y="78201"/>
                </a:cubicBezTo>
                <a:cubicBezTo>
                  <a:pt x="201877" y="74551"/>
                  <a:pt x="200632" y="71418"/>
                  <a:pt x="198870" y="68802"/>
                </a:cubicBezTo>
                <a:cubicBezTo>
                  <a:pt x="197110" y="66186"/>
                  <a:pt x="194742" y="64148"/>
                  <a:pt x="191766" y="62688"/>
                </a:cubicBezTo>
                <a:cubicBezTo>
                  <a:pt x="188793" y="61228"/>
                  <a:pt x="185059" y="60498"/>
                  <a:pt x="180567" y="60498"/>
                </a:cubicBezTo>
                <a:cubicBezTo>
                  <a:pt x="177289" y="60498"/>
                  <a:pt x="174101" y="61168"/>
                  <a:pt x="171004" y="62508"/>
                </a:cubicBezTo>
                <a:cubicBezTo>
                  <a:pt x="167908" y="63845"/>
                  <a:pt x="165145" y="65883"/>
                  <a:pt x="162716" y="68622"/>
                </a:cubicBezTo>
                <a:cubicBezTo>
                  <a:pt x="160289" y="71358"/>
                  <a:pt x="158347" y="74825"/>
                  <a:pt x="156889" y="79021"/>
                </a:cubicBezTo>
                <a:cubicBezTo>
                  <a:pt x="155432" y="83217"/>
                  <a:pt x="154704" y="88175"/>
                  <a:pt x="154704" y="93895"/>
                </a:cubicBezTo>
                <a:lnTo>
                  <a:pt x="154704" y="137691"/>
                </a:lnTo>
                <a:lnTo>
                  <a:pt x="142318" y="137691"/>
                </a:lnTo>
                <a:lnTo>
                  <a:pt x="142318" y="71148"/>
                </a:lnTo>
                <a:cubicBezTo>
                  <a:pt x="142318" y="68837"/>
                  <a:pt x="142257" y="65861"/>
                  <a:pt x="142134" y="62219"/>
                </a:cubicBezTo>
                <a:cubicBezTo>
                  <a:pt x="142014" y="58576"/>
                  <a:pt x="141832" y="55298"/>
                  <a:pt x="141590" y="52383"/>
                </a:cubicBezTo>
                <a:lnTo>
                  <a:pt x="153429" y="52383"/>
                </a:lnTo>
                <a:close/>
                <a:moveTo>
                  <a:pt x="302283" y="82653"/>
                </a:moveTo>
                <a:cubicBezTo>
                  <a:pt x="302283" y="75207"/>
                  <a:pt x="300341" y="69654"/>
                  <a:pt x="296456" y="65993"/>
                </a:cubicBezTo>
                <a:cubicBezTo>
                  <a:pt x="292570" y="62330"/>
                  <a:pt x="286924" y="60498"/>
                  <a:pt x="279517" y="60498"/>
                </a:cubicBezTo>
                <a:cubicBezTo>
                  <a:pt x="274418" y="60498"/>
                  <a:pt x="269683" y="61409"/>
                  <a:pt x="265310" y="63230"/>
                </a:cubicBezTo>
                <a:cubicBezTo>
                  <a:pt x="260940" y="65051"/>
                  <a:pt x="257237" y="67480"/>
                  <a:pt x="254202" y="70517"/>
                </a:cubicBezTo>
                <a:lnTo>
                  <a:pt x="247279" y="62321"/>
                </a:lnTo>
                <a:cubicBezTo>
                  <a:pt x="250801" y="58814"/>
                  <a:pt x="255446" y="55915"/>
                  <a:pt x="261214" y="53623"/>
                </a:cubicBezTo>
                <a:cubicBezTo>
                  <a:pt x="266981" y="51329"/>
                  <a:pt x="273508" y="50182"/>
                  <a:pt x="280793" y="50182"/>
                </a:cubicBezTo>
                <a:cubicBezTo>
                  <a:pt x="285408" y="50182"/>
                  <a:pt x="289718" y="50821"/>
                  <a:pt x="293724" y="52097"/>
                </a:cubicBezTo>
                <a:cubicBezTo>
                  <a:pt x="297731" y="53374"/>
                  <a:pt x="301252" y="55288"/>
                  <a:pt x="304287" y="57841"/>
                </a:cubicBezTo>
                <a:cubicBezTo>
                  <a:pt x="307324" y="60393"/>
                  <a:pt x="309692" y="63613"/>
                  <a:pt x="311391" y="67502"/>
                </a:cubicBezTo>
                <a:cubicBezTo>
                  <a:pt x="313091" y="71391"/>
                  <a:pt x="313942" y="75948"/>
                  <a:pt x="313942" y="81175"/>
                </a:cubicBezTo>
                <a:lnTo>
                  <a:pt x="313942" y="118548"/>
                </a:lnTo>
                <a:cubicBezTo>
                  <a:pt x="313942" y="121829"/>
                  <a:pt x="314063" y="125233"/>
                  <a:pt x="314306" y="128759"/>
                </a:cubicBezTo>
                <a:cubicBezTo>
                  <a:pt x="314548" y="132283"/>
                  <a:pt x="314913" y="135260"/>
                  <a:pt x="315398" y="137691"/>
                </a:cubicBezTo>
                <a:lnTo>
                  <a:pt x="304290" y="137691"/>
                </a:lnTo>
                <a:cubicBezTo>
                  <a:pt x="303925" y="135617"/>
                  <a:pt x="303621" y="133362"/>
                  <a:pt x="303378" y="130924"/>
                </a:cubicBezTo>
                <a:cubicBezTo>
                  <a:pt x="303136" y="128485"/>
                  <a:pt x="303014" y="126108"/>
                  <a:pt x="303014" y="123792"/>
                </a:cubicBezTo>
                <a:lnTo>
                  <a:pt x="302647" y="123792"/>
                </a:lnTo>
                <a:cubicBezTo>
                  <a:pt x="298762" y="129501"/>
                  <a:pt x="294360" y="133600"/>
                  <a:pt x="289441" y="136090"/>
                </a:cubicBezTo>
                <a:cubicBezTo>
                  <a:pt x="284524" y="138580"/>
                  <a:pt x="278605" y="139825"/>
                  <a:pt x="271685" y="139825"/>
                </a:cubicBezTo>
                <a:cubicBezTo>
                  <a:pt x="268406" y="139825"/>
                  <a:pt x="265036" y="139370"/>
                  <a:pt x="261575" y="138460"/>
                </a:cubicBezTo>
                <a:cubicBezTo>
                  <a:pt x="258116" y="137551"/>
                  <a:pt x="254960" y="136065"/>
                  <a:pt x="252107" y="134003"/>
                </a:cubicBezTo>
                <a:cubicBezTo>
                  <a:pt x="249253" y="131939"/>
                  <a:pt x="246886" y="129269"/>
                  <a:pt x="245003" y="125993"/>
                </a:cubicBezTo>
                <a:cubicBezTo>
                  <a:pt x="243121" y="122716"/>
                  <a:pt x="242180" y="118710"/>
                  <a:pt x="242180" y="113977"/>
                </a:cubicBezTo>
                <a:cubicBezTo>
                  <a:pt x="242180" y="107423"/>
                  <a:pt x="243849" y="102236"/>
                  <a:pt x="247188" y="98414"/>
                </a:cubicBezTo>
                <a:cubicBezTo>
                  <a:pt x="250526" y="94591"/>
                  <a:pt x="254989" y="91740"/>
                  <a:pt x="260575" y="89860"/>
                </a:cubicBezTo>
                <a:cubicBezTo>
                  <a:pt x="266161" y="87977"/>
                  <a:pt x="272566" y="86764"/>
                  <a:pt x="279789" y="86219"/>
                </a:cubicBezTo>
                <a:cubicBezTo>
                  <a:pt x="287015" y="85672"/>
                  <a:pt x="294513" y="85399"/>
                  <a:pt x="302283" y="85399"/>
                </a:cubicBezTo>
                <a:lnTo>
                  <a:pt x="302283" y="82653"/>
                </a:lnTo>
                <a:moveTo>
                  <a:pt x="298640" y="95182"/>
                </a:moveTo>
                <a:cubicBezTo>
                  <a:pt x="293541" y="95182"/>
                  <a:pt x="288411" y="95394"/>
                  <a:pt x="283249" y="95818"/>
                </a:cubicBezTo>
                <a:cubicBezTo>
                  <a:pt x="278089" y="96240"/>
                  <a:pt x="273415" y="97088"/>
                  <a:pt x="269226" y="98361"/>
                </a:cubicBezTo>
                <a:cubicBezTo>
                  <a:pt x="265039" y="99632"/>
                  <a:pt x="261609" y="101478"/>
                  <a:pt x="258938" y="103900"/>
                </a:cubicBezTo>
                <a:cubicBezTo>
                  <a:pt x="256266" y="106321"/>
                  <a:pt x="254930" y="109529"/>
                  <a:pt x="254930" y="113524"/>
                </a:cubicBezTo>
                <a:cubicBezTo>
                  <a:pt x="254930" y="116551"/>
                  <a:pt x="255506" y="119094"/>
                  <a:pt x="256659" y="121152"/>
                </a:cubicBezTo>
                <a:cubicBezTo>
                  <a:pt x="257813" y="123211"/>
                  <a:pt x="259361" y="124875"/>
                  <a:pt x="261303" y="126146"/>
                </a:cubicBezTo>
                <a:cubicBezTo>
                  <a:pt x="263246" y="127417"/>
                  <a:pt x="265402" y="128325"/>
                  <a:pt x="267770" y="128870"/>
                </a:cubicBezTo>
                <a:cubicBezTo>
                  <a:pt x="270137" y="129415"/>
                  <a:pt x="272536" y="129687"/>
                  <a:pt x="274965" y="129687"/>
                </a:cubicBezTo>
                <a:cubicBezTo>
                  <a:pt x="279335" y="129687"/>
                  <a:pt x="283221" y="128930"/>
                  <a:pt x="286620" y="127416"/>
                </a:cubicBezTo>
                <a:cubicBezTo>
                  <a:pt x="290020" y="125903"/>
                  <a:pt x="292873" y="123844"/>
                  <a:pt x="295180" y="121241"/>
                </a:cubicBezTo>
                <a:cubicBezTo>
                  <a:pt x="297487" y="118638"/>
                  <a:pt x="299247" y="115642"/>
                  <a:pt x="300460" y="112254"/>
                </a:cubicBezTo>
                <a:cubicBezTo>
                  <a:pt x="301676" y="108863"/>
                  <a:pt x="302283" y="105291"/>
                  <a:pt x="302283" y="101537"/>
                </a:cubicBezTo>
                <a:lnTo>
                  <a:pt x="302283" y="95182"/>
                </a:lnTo>
                <a:lnTo>
                  <a:pt x="298640" y="95182"/>
                </a:lnTo>
                <a:close/>
                <a:moveTo>
                  <a:pt x="358691" y="137691"/>
                </a:moveTo>
                <a:lnTo>
                  <a:pt x="346305" y="137691"/>
                </a:lnTo>
                <a:lnTo>
                  <a:pt x="346305" y="0"/>
                </a:lnTo>
                <a:lnTo>
                  <a:pt x="358691" y="0"/>
                </a:lnTo>
                <a:lnTo>
                  <a:pt x="358691" y="137691"/>
                </a:lnTo>
                <a:close/>
                <a:moveTo>
                  <a:pt x="420799" y="124518"/>
                </a:moveTo>
                <a:lnTo>
                  <a:pt x="421163" y="124518"/>
                </a:lnTo>
                <a:lnTo>
                  <a:pt x="447570" y="52575"/>
                </a:lnTo>
                <a:lnTo>
                  <a:pt x="461048" y="52575"/>
                </a:lnTo>
                <a:lnTo>
                  <a:pt x="418611" y="159851"/>
                </a:lnTo>
                <a:cubicBezTo>
                  <a:pt x="416062" y="166408"/>
                  <a:pt x="412814" y="171646"/>
                  <a:pt x="408868" y="175564"/>
                </a:cubicBezTo>
                <a:cubicBezTo>
                  <a:pt x="404922" y="179485"/>
                  <a:pt x="399245" y="181445"/>
                  <a:pt x="391838" y="181445"/>
                </a:cubicBezTo>
                <a:cubicBezTo>
                  <a:pt x="388075" y="181445"/>
                  <a:pt x="384372" y="181089"/>
                  <a:pt x="380729" y="180378"/>
                </a:cubicBezTo>
                <a:lnTo>
                  <a:pt x="382002" y="169139"/>
                </a:lnTo>
                <a:cubicBezTo>
                  <a:pt x="384917" y="170110"/>
                  <a:pt x="387952" y="170595"/>
                  <a:pt x="391109" y="170595"/>
                </a:cubicBezTo>
                <a:cubicBezTo>
                  <a:pt x="395360" y="170595"/>
                  <a:pt x="398698" y="169290"/>
                  <a:pt x="401125" y="166680"/>
                </a:cubicBezTo>
                <a:cubicBezTo>
                  <a:pt x="403554" y="164069"/>
                  <a:pt x="405679" y="160336"/>
                  <a:pt x="407501" y="155480"/>
                </a:cubicBezTo>
                <a:lnTo>
                  <a:pt x="414423" y="137630"/>
                </a:lnTo>
                <a:lnTo>
                  <a:pt x="377998" y="52575"/>
                </a:lnTo>
                <a:lnTo>
                  <a:pt x="391838" y="52575"/>
                </a:lnTo>
                <a:lnTo>
                  <a:pt x="420799" y="124518"/>
                </a:lnTo>
                <a:close/>
                <a:moveTo>
                  <a:pt x="525360" y="72521"/>
                </a:moveTo>
                <a:cubicBezTo>
                  <a:pt x="523538" y="68999"/>
                  <a:pt x="520776" y="66115"/>
                  <a:pt x="517072" y="63869"/>
                </a:cubicBezTo>
                <a:cubicBezTo>
                  <a:pt x="513369" y="61622"/>
                  <a:pt x="509149" y="60498"/>
                  <a:pt x="504414" y="60498"/>
                </a:cubicBezTo>
                <a:cubicBezTo>
                  <a:pt x="502229" y="60498"/>
                  <a:pt x="500044" y="60742"/>
                  <a:pt x="497858" y="61229"/>
                </a:cubicBezTo>
                <a:cubicBezTo>
                  <a:pt x="495671" y="61715"/>
                  <a:pt x="493728" y="62505"/>
                  <a:pt x="492027" y="63600"/>
                </a:cubicBezTo>
                <a:cubicBezTo>
                  <a:pt x="490328" y="64693"/>
                  <a:pt x="488963" y="66091"/>
                  <a:pt x="487931" y="67793"/>
                </a:cubicBezTo>
                <a:cubicBezTo>
                  <a:pt x="486899" y="69494"/>
                  <a:pt x="486383" y="71500"/>
                  <a:pt x="486383" y="73810"/>
                </a:cubicBezTo>
                <a:cubicBezTo>
                  <a:pt x="486383" y="77823"/>
                  <a:pt x="488021" y="80893"/>
                  <a:pt x="491299" y="83020"/>
                </a:cubicBezTo>
                <a:cubicBezTo>
                  <a:pt x="494578" y="85147"/>
                  <a:pt x="499739" y="86941"/>
                  <a:pt x="506781" y="88401"/>
                </a:cubicBezTo>
                <a:cubicBezTo>
                  <a:pt x="516860" y="90466"/>
                  <a:pt x="524297" y="93475"/>
                  <a:pt x="529092" y="97427"/>
                </a:cubicBezTo>
                <a:cubicBezTo>
                  <a:pt x="533889" y="101377"/>
                  <a:pt x="536287" y="106695"/>
                  <a:pt x="536287" y="113382"/>
                </a:cubicBezTo>
                <a:cubicBezTo>
                  <a:pt x="536287" y="118245"/>
                  <a:pt x="535346" y="122349"/>
                  <a:pt x="533464" y="125693"/>
                </a:cubicBezTo>
                <a:cubicBezTo>
                  <a:pt x="531581" y="129036"/>
                  <a:pt x="529122" y="131771"/>
                  <a:pt x="526085" y="133900"/>
                </a:cubicBezTo>
                <a:cubicBezTo>
                  <a:pt x="523050" y="136027"/>
                  <a:pt x="519621" y="137546"/>
                  <a:pt x="515797" y="138458"/>
                </a:cubicBezTo>
                <a:cubicBezTo>
                  <a:pt x="511973" y="139369"/>
                  <a:pt x="508118" y="139825"/>
                  <a:pt x="504233" y="139825"/>
                </a:cubicBezTo>
                <a:cubicBezTo>
                  <a:pt x="497797" y="139825"/>
                  <a:pt x="491543" y="138498"/>
                  <a:pt x="485471" y="135845"/>
                </a:cubicBezTo>
                <a:cubicBezTo>
                  <a:pt x="479402" y="133190"/>
                  <a:pt x="474423" y="129016"/>
                  <a:pt x="470536" y="123323"/>
                </a:cubicBezTo>
                <a:lnTo>
                  <a:pt x="480372" y="116036"/>
                </a:lnTo>
                <a:cubicBezTo>
                  <a:pt x="482558" y="119801"/>
                  <a:pt x="485775" y="122958"/>
                  <a:pt x="490023" y="125507"/>
                </a:cubicBezTo>
                <a:cubicBezTo>
                  <a:pt x="494274" y="128056"/>
                  <a:pt x="498949" y="129331"/>
                  <a:pt x="504049" y="129331"/>
                </a:cubicBezTo>
                <a:cubicBezTo>
                  <a:pt x="506721" y="129331"/>
                  <a:pt x="509271" y="129088"/>
                  <a:pt x="511698" y="128603"/>
                </a:cubicBezTo>
                <a:cubicBezTo>
                  <a:pt x="514127" y="128116"/>
                  <a:pt x="516252" y="127264"/>
                  <a:pt x="518073" y="126049"/>
                </a:cubicBezTo>
                <a:cubicBezTo>
                  <a:pt x="519894" y="124834"/>
                  <a:pt x="521351" y="123284"/>
                  <a:pt x="522444" y="121400"/>
                </a:cubicBezTo>
                <a:cubicBezTo>
                  <a:pt x="523538" y="119513"/>
                  <a:pt x="524084" y="117173"/>
                  <a:pt x="524084" y="114377"/>
                </a:cubicBezTo>
                <a:cubicBezTo>
                  <a:pt x="524084" y="109878"/>
                  <a:pt x="521928" y="106505"/>
                  <a:pt x="517617" y="104255"/>
                </a:cubicBezTo>
                <a:cubicBezTo>
                  <a:pt x="513308" y="102006"/>
                  <a:pt x="507085" y="99909"/>
                  <a:pt x="498950" y="97963"/>
                </a:cubicBezTo>
                <a:cubicBezTo>
                  <a:pt x="496400" y="97356"/>
                  <a:pt x="493698" y="96596"/>
                  <a:pt x="490843" y="95685"/>
                </a:cubicBezTo>
                <a:cubicBezTo>
                  <a:pt x="487990" y="94773"/>
                  <a:pt x="485349" y="93436"/>
                  <a:pt x="482920" y="91674"/>
                </a:cubicBezTo>
                <a:cubicBezTo>
                  <a:pt x="480493" y="89910"/>
                  <a:pt x="478490" y="87691"/>
                  <a:pt x="476912" y="85016"/>
                </a:cubicBezTo>
                <a:cubicBezTo>
                  <a:pt x="475333" y="82340"/>
                  <a:pt x="474544" y="78997"/>
                  <a:pt x="474544" y="74986"/>
                </a:cubicBezTo>
                <a:cubicBezTo>
                  <a:pt x="474544" y="70608"/>
                  <a:pt x="475393" y="66869"/>
                  <a:pt x="477092" y="63769"/>
                </a:cubicBezTo>
                <a:cubicBezTo>
                  <a:pt x="478793" y="60668"/>
                  <a:pt x="481070" y="58115"/>
                  <a:pt x="483923" y="56110"/>
                </a:cubicBezTo>
                <a:cubicBezTo>
                  <a:pt x="486776" y="54104"/>
                  <a:pt x="490024" y="52614"/>
                  <a:pt x="493667" y="51641"/>
                </a:cubicBezTo>
                <a:cubicBezTo>
                  <a:pt x="497311" y="50669"/>
                  <a:pt x="501076" y="50182"/>
                  <a:pt x="504961" y="50182"/>
                </a:cubicBezTo>
                <a:cubicBezTo>
                  <a:pt x="510910" y="50182"/>
                  <a:pt x="516677" y="51510"/>
                  <a:pt x="522261" y="54165"/>
                </a:cubicBezTo>
                <a:cubicBezTo>
                  <a:pt x="527847" y="56818"/>
                  <a:pt x="532037" y="60569"/>
                  <a:pt x="534831" y="65417"/>
                </a:cubicBezTo>
                <a:lnTo>
                  <a:pt x="525360" y="72521"/>
                </a:lnTo>
                <a:close/>
                <a:moveTo>
                  <a:pt x="573514" y="137691"/>
                </a:moveTo>
                <a:lnTo>
                  <a:pt x="561130" y="137691"/>
                </a:lnTo>
                <a:lnTo>
                  <a:pt x="561130" y="52453"/>
                </a:lnTo>
                <a:lnTo>
                  <a:pt x="573514" y="52453"/>
                </a:lnTo>
                <a:lnTo>
                  <a:pt x="573514" y="137691"/>
                </a:lnTo>
                <a:moveTo>
                  <a:pt x="576065" y="19590"/>
                </a:moveTo>
                <a:cubicBezTo>
                  <a:pt x="576065" y="22132"/>
                  <a:pt x="575154" y="24220"/>
                  <a:pt x="573333" y="25854"/>
                </a:cubicBezTo>
                <a:cubicBezTo>
                  <a:pt x="571512" y="27488"/>
                  <a:pt x="569508" y="28305"/>
                  <a:pt x="567322" y="28305"/>
                </a:cubicBezTo>
                <a:cubicBezTo>
                  <a:pt x="565136" y="28305"/>
                  <a:pt x="563132" y="27488"/>
                  <a:pt x="561311" y="25854"/>
                </a:cubicBezTo>
                <a:cubicBezTo>
                  <a:pt x="559490" y="24220"/>
                  <a:pt x="558579" y="22132"/>
                  <a:pt x="558579" y="19590"/>
                </a:cubicBezTo>
                <a:cubicBezTo>
                  <a:pt x="558579" y="17048"/>
                  <a:pt x="559490" y="14960"/>
                  <a:pt x="561311" y="13326"/>
                </a:cubicBezTo>
                <a:cubicBezTo>
                  <a:pt x="563132" y="11692"/>
                  <a:pt x="565136" y="10875"/>
                  <a:pt x="567322" y="10875"/>
                </a:cubicBezTo>
                <a:cubicBezTo>
                  <a:pt x="569508" y="10875"/>
                  <a:pt x="571512" y="11692"/>
                  <a:pt x="573333" y="13326"/>
                </a:cubicBezTo>
                <a:cubicBezTo>
                  <a:pt x="575154" y="14960"/>
                  <a:pt x="576065" y="17048"/>
                  <a:pt x="576065" y="19590"/>
                </a:cubicBezTo>
                <a:close/>
                <a:moveTo>
                  <a:pt x="651832" y="72521"/>
                </a:moveTo>
                <a:cubicBezTo>
                  <a:pt x="650011" y="68999"/>
                  <a:pt x="647248" y="66115"/>
                  <a:pt x="643544" y="63869"/>
                </a:cubicBezTo>
                <a:cubicBezTo>
                  <a:pt x="639841" y="61622"/>
                  <a:pt x="635621" y="60498"/>
                  <a:pt x="630886" y="60498"/>
                </a:cubicBezTo>
                <a:cubicBezTo>
                  <a:pt x="628701" y="60498"/>
                  <a:pt x="626516" y="60742"/>
                  <a:pt x="624330" y="61229"/>
                </a:cubicBezTo>
                <a:cubicBezTo>
                  <a:pt x="622144" y="61715"/>
                  <a:pt x="620200" y="62505"/>
                  <a:pt x="618499" y="63600"/>
                </a:cubicBezTo>
                <a:cubicBezTo>
                  <a:pt x="616800" y="64693"/>
                  <a:pt x="615435" y="66091"/>
                  <a:pt x="614403" y="67793"/>
                </a:cubicBezTo>
                <a:cubicBezTo>
                  <a:pt x="613371" y="69494"/>
                  <a:pt x="612855" y="71500"/>
                  <a:pt x="612855" y="73810"/>
                </a:cubicBezTo>
                <a:cubicBezTo>
                  <a:pt x="612855" y="77823"/>
                  <a:pt x="614494" y="80893"/>
                  <a:pt x="617771" y="83020"/>
                </a:cubicBezTo>
                <a:cubicBezTo>
                  <a:pt x="621050" y="85147"/>
                  <a:pt x="626211" y="86941"/>
                  <a:pt x="633253" y="88401"/>
                </a:cubicBezTo>
                <a:cubicBezTo>
                  <a:pt x="643332" y="90466"/>
                  <a:pt x="650769" y="93475"/>
                  <a:pt x="655564" y="97427"/>
                </a:cubicBezTo>
                <a:cubicBezTo>
                  <a:pt x="660361" y="101377"/>
                  <a:pt x="662759" y="106695"/>
                  <a:pt x="662759" y="113382"/>
                </a:cubicBezTo>
                <a:cubicBezTo>
                  <a:pt x="662759" y="118245"/>
                  <a:pt x="661818" y="122349"/>
                  <a:pt x="659936" y="125693"/>
                </a:cubicBezTo>
                <a:cubicBezTo>
                  <a:pt x="658053" y="129036"/>
                  <a:pt x="655594" y="131771"/>
                  <a:pt x="652557" y="133900"/>
                </a:cubicBezTo>
                <a:cubicBezTo>
                  <a:pt x="649522" y="136027"/>
                  <a:pt x="646093" y="137546"/>
                  <a:pt x="642269" y="138458"/>
                </a:cubicBezTo>
                <a:cubicBezTo>
                  <a:pt x="638445" y="139369"/>
                  <a:pt x="634590" y="139825"/>
                  <a:pt x="630705" y="139825"/>
                </a:cubicBezTo>
                <a:cubicBezTo>
                  <a:pt x="624269" y="139825"/>
                  <a:pt x="618015" y="138498"/>
                  <a:pt x="611943" y="135845"/>
                </a:cubicBezTo>
                <a:cubicBezTo>
                  <a:pt x="605874" y="133190"/>
                  <a:pt x="600895" y="129016"/>
                  <a:pt x="597008" y="123323"/>
                </a:cubicBezTo>
                <a:lnTo>
                  <a:pt x="606844" y="116036"/>
                </a:lnTo>
                <a:cubicBezTo>
                  <a:pt x="609030" y="119801"/>
                  <a:pt x="612247" y="122958"/>
                  <a:pt x="616495" y="125507"/>
                </a:cubicBezTo>
                <a:cubicBezTo>
                  <a:pt x="620746" y="128056"/>
                  <a:pt x="625421" y="129331"/>
                  <a:pt x="630522" y="129331"/>
                </a:cubicBezTo>
                <a:cubicBezTo>
                  <a:pt x="633193" y="129331"/>
                  <a:pt x="635743" y="129088"/>
                  <a:pt x="638170" y="128603"/>
                </a:cubicBezTo>
                <a:cubicBezTo>
                  <a:pt x="640599" y="128116"/>
                  <a:pt x="642724" y="127264"/>
                  <a:pt x="644545" y="126049"/>
                </a:cubicBezTo>
                <a:cubicBezTo>
                  <a:pt x="646366" y="124834"/>
                  <a:pt x="647823" y="123284"/>
                  <a:pt x="648916" y="121400"/>
                </a:cubicBezTo>
                <a:cubicBezTo>
                  <a:pt x="650010" y="119513"/>
                  <a:pt x="650556" y="117173"/>
                  <a:pt x="650556" y="114377"/>
                </a:cubicBezTo>
                <a:cubicBezTo>
                  <a:pt x="650556" y="109878"/>
                  <a:pt x="648400" y="106505"/>
                  <a:pt x="644089" y="104255"/>
                </a:cubicBezTo>
                <a:cubicBezTo>
                  <a:pt x="639780" y="102006"/>
                  <a:pt x="633557" y="99909"/>
                  <a:pt x="625422" y="97963"/>
                </a:cubicBezTo>
                <a:cubicBezTo>
                  <a:pt x="622873" y="97356"/>
                  <a:pt x="620170" y="96596"/>
                  <a:pt x="617315" y="95685"/>
                </a:cubicBezTo>
                <a:cubicBezTo>
                  <a:pt x="614462" y="94773"/>
                  <a:pt x="611821" y="93436"/>
                  <a:pt x="609392" y="91674"/>
                </a:cubicBezTo>
                <a:cubicBezTo>
                  <a:pt x="606965" y="89910"/>
                  <a:pt x="604962" y="87691"/>
                  <a:pt x="603384" y="85016"/>
                </a:cubicBezTo>
                <a:cubicBezTo>
                  <a:pt x="601805" y="82340"/>
                  <a:pt x="601016" y="78997"/>
                  <a:pt x="601016" y="74986"/>
                </a:cubicBezTo>
                <a:cubicBezTo>
                  <a:pt x="601016" y="70608"/>
                  <a:pt x="601865" y="66869"/>
                  <a:pt x="603564" y="63769"/>
                </a:cubicBezTo>
                <a:cubicBezTo>
                  <a:pt x="605265" y="60668"/>
                  <a:pt x="607542" y="58115"/>
                  <a:pt x="610395" y="56110"/>
                </a:cubicBezTo>
                <a:cubicBezTo>
                  <a:pt x="613249" y="54104"/>
                  <a:pt x="616496" y="52614"/>
                  <a:pt x="620139" y="51641"/>
                </a:cubicBezTo>
                <a:cubicBezTo>
                  <a:pt x="623783" y="50669"/>
                  <a:pt x="627548" y="50182"/>
                  <a:pt x="631433" y="50182"/>
                </a:cubicBezTo>
                <a:cubicBezTo>
                  <a:pt x="637382" y="50182"/>
                  <a:pt x="643149" y="51510"/>
                  <a:pt x="648733" y="54165"/>
                </a:cubicBezTo>
                <a:cubicBezTo>
                  <a:pt x="654319" y="56818"/>
                  <a:pt x="658509" y="60569"/>
                  <a:pt x="661303" y="65417"/>
                </a:cubicBezTo>
                <a:lnTo>
                  <a:pt x="651832" y="725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AE7F6-5AB6-4F70-9379-C3A36D96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282" y="3596023"/>
            <a:ext cx="1488379" cy="630848"/>
          </a:xfrm>
          <a:custGeom xmlns:a="http://schemas.openxmlformats.org/drawingml/2006/main">
            <a:pathLst>
              <a:path w="1488379" h="630848" fill="none">
                <a:moveTo>
                  <a:pt x="0" y="105144"/>
                </a:moveTo>
                <a:cubicBezTo>
                  <a:pt x="0" y="47074"/>
                  <a:pt x="47074" y="0"/>
                  <a:pt x="105144" y="0"/>
                </a:cubicBezTo>
                <a:lnTo>
                  <a:pt x="1383235" y="0"/>
                </a:lnTo>
                <a:cubicBezTo>
                  <a:pt x="1441304" y="0"/>
                  <a:pt x="1488379" y="47074"/>
                  <a:pt x="1488379" y="105144"/>
                </a:cubicBezTo>
                <a:lnTo>
                  <a:pt x="1488379" y="525704"/>
                </a:lnTo>
                <a:cubicBezTo>
                  <a:pt x="1488379" y="583773"/>
                  <a:pt x="1441304" y="630848"/>
                  <a:pt x="1383235" y="630848"/>
                </a:cubicBezTo>
                <a:lnTo>
                  <a:pt x="105144" y="630848"/>
                </a:lnTo>
                <a:cubicBezTo>
                  <a:pt x="47074" y="630848"/>
                  <a:pt x="0" y="583773"/>
                  <a:pt x="0" y="525704"/>
                </a:cubicBezTo>
                <a:lnTo>
                  <a:pt x="0" y="1051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33" name="Text Methods">
            <a:extLst xmlns:a="http://schemas.openxmlformats.org/drawingml/2006/main">
              <a:ext uri="{FF2B5EF4-FFF2-40B4-BE49-F238E27FC236}">
                <a16:creationId xmlns:a16="http://schemas.microsoft.com/office/drawing/2014/main" id="{F20EAC3C-7D94-4835-A79F-2B7873C8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294" y="3717533"/>
            <a:ext cx="712936" cy="139911"/>
          </a:xfrm>
          <a:custGeom xmlns:a="http://schemas.openxmlformats.org/drawingml/2006/main">
            <a:pathLst>
              <a:path w="712936" h="139911">
                <a:moveTo>
                  <a:pt x="63747" y="115558"/>
                </a:moveTo>
                <a:lnTo>
                  <a:pt x="63931" y="115558"/>
                </a:lnTo>
                <a:lnTo>
                  <a:pt x="107096" y="8826"/>
                </a:lnTo>
                <a:lnTo>
                  <a:pt x="127130" y="8826"/>
                </a:lnTo>
                <a:lnTo>
                  <a:pt x="127130" y="137777"/>
                </a:lnTo>
                <a:lnTo>
                  <a:pt x="114016" y="137777"/>
                </a:lnTo>
                <a:lnTo>
                  <a:pt x="114016" y="25765"/>
                </a:lnTo>
                <a:lnTo>
                  <a:pt x="113651" y="25765"/>
                </a:lnTo>
                <a:lnTo>
                  <a:pt x="67026" y="137777"/>
                </a:lnTo>
                <a:lnTo>
                  <a:pt x="60104" y="137777"/>
                </a:lnTo>
                <a:lnTo>
                  <a:pt x="13479" y="25765"/>
                </a:lnTo>
                <a:lnTo>
                  <a:pt x="13115" y="25765"/>
                </a:lnTo>
                <a:lnTo>
                  <a:pt x="13115" y="137777"/>
                </a:lnTo>
                <a:lnTo>
                  <a:pt x="0" y="137777"/>
                </a:lnTo>
                <a:lnTo>
                  <a:pt x="0" y="8826"/>
                </a:lnTo>
                <a:lnTo>
                  <a:pt x="20035" y="8826"/>
                </a:lnTo>
                <a:lnTo>
                  <a:pt x="63747" y="115558"/>
                </a:lnTo>
                <a:close/>
                <a:moveTo>
                  <a:pt x="226191" y="88687"/>
                </a:moveTo>
                <a:cubicBezTo>
                  <a:pt x="225826" y="80605"/>
                  <a:pt x="223245" y="73901"/>
                  <a:pt x="218449" y="68574"/>
                </a:cubicBezTo>
                <a:cubicBezTo>
                  <a:pt x="213654" y="63248"/>
                  <a:pt x="206824" y="60584"/>
                  <a:pt x="197961" y="60584"/>
                </a:cubicBezTo>
                <a:cubicBezTo>
                  <a:pt x="193833" y="60584"/>
                  <a:pt x="190008" y="61350"/>
                  <a:pt x="186486" y="62880"/>
                </a:cubicBezTo>
                <a:cubicBezTo>
                  <a:pt x="182966" y="64410"/>
                  <a:pt x="179870" y="66492"/>
                  <a:pt x="177198" y="69125"/>
                </a:cubicBezTo>
                <a:cubicBezTo>
                  <a:pt x="174527" y="71757"/>
                  <a:pt x="172402" y="74758"/>
                  <a:pt x="170823" y="78126"/>
                </a:cubicBezTo>
                <a:cubicBezTo>
                  <a:pt x="169244" y="81493"/>
                  <a:pt x="168334" y="85013"/>
                  <a:pt x="168091" y="88687"/>
                </a:cubicBezTo>
                <a:lnTo>
                  <a:pt x="226191" y="88687"/>
                </a:lnTo>
                <a:moveTo>
                  <a:pt x="238758" y="92628"/>
                </a:moveTo>
                <a:cubicBezTo>
                  <a:pt x="238758" y="93480"/>
                  <a:pt x="238758" y="94393"/>
                  <a:pt x="238758" y="95368"/>
                </a:cubicBezTo>
                <a:cubicBezTo>
                  <a:pt x="238758" y="96340"/>
                  <a:pt x="238697" y="97374"/>
                  <a:pt x="238575" y="98469"/>
                </a:cubicBezTo>
                <a:lnTo>
                  <a:pt x="167908" y="98469"/>
                </a:lnTo>
                <a:cubicBezTo>
                  <a:pt x="168030" y="102718"/>
                  <a:pt x="168879" y="106723"/>
                  <a:pt x="170456" y="110486"/>
                </a:cubicBezTo>
                <a:cubicBezTo>
                  <a:pt x="172035" y="114247"/>
                  <a:pt x="174220" y="117524"/>
                  <a:pt x="177012" y="120316"/>
                </a:cubicBezTo>
                <a:cubicBezTo>
                  <a:pt x="179806" y="123106"/>
                  <a:pt x="183084" y="125321"/>
                  <a:pt x="186847" y="126961"/>
                </a:cubicBezTo>
                <a:cubicBezTo>
                  <a:pt x="190612" y="128598"/>
                  <a:pt x="194681" y="129417"/>
                  <a:pt x="199053" y="129417"/>
                </a:cubicBezTo>
                <a:cubicBezTo>
                  <a:pt x="205488" y="129417"/>
                  <a:pt x="211042" y="127930"/>
                  <a:pt x="215717" y="124957"/>
                </a:cubicBezTo>
                <a:cubicBezTo>
                  <a:pt x="220391" y="121981"/>
                  <a:pt x="223943" y="118551"/>
                  <a:pt x="226372" y="114666"/>
                </a:cubicBezTo>
                <a:lnTo>
                  <a:pt x="235659" y="121950"/>
                </a:lnTo>
                <a:cubicBezTo>
                  <a:pt x="230561" y="128375"/>
                  <a:pt x="224945" y="132975"/>
                  <a:pt x="218813" y="135751"/>
                </a:cubicBezTo>
                <a:cubicBezTo>
                  <a:pt x="212682" y="138524"/>
                  <a:pt x="206095" y="139911"/>
                  <a:pt x="199053" y="139911"/>
                </a:cubicBezTo>
                <a:cubicBezTo>
                  <a:pt x="192739" y="139911"/>
                  <a:pt x="186880" y="138788"/>
                  <a:pt x="181475" y="136540"/>
                </a:cubicBezTo>
                <a:cubicBezTo>
                  <a:pt x="176073" y="134293"/>
                  <a:pt x="171429" y="131165"/>
                  <a:pt x="167544" y="127158"/>
                </a:cubicBezTo>
                <a:cubicBezTo>
                  <a:pt x="163658" y="123149"/>
                  <a:pt x="160592" y="118411"/>
                  <a:pt x="158345" y="112946"/>
                </a:cubicBezTo>
                <a:cubicBezTo>
                  <a:pt x="156099" y="107480"/>
                  <a:pt x="154977" y="101528"/>
                  <a:pt x="154977" y="95090"/>
                </a:cubicBezTo>
                <a:cubicBezTo>
                  <a:pt x="154977" y="88652"/>
                  <a:pt x="156069" y="82700"/>
                  <a:pt x="158253" y="77234"/>
                </a:cubicBezTo>
                <a:cubicBezTo>
                  <a:pt x="160439" y="71768"/>
                  <a:pt x="163475" y="67032"/>
                  <a:pt x="167360" y="63025"/>
                </a:cubicBezTo>
                <a:cubicBezTo>
                  <a:pt x="171247" y="59015"/>
                  <a:pt x="175801" y="55887"/>
                  <a:pt x="181022" y="53639"/>
                </a:cubicBezTo>
                <a:cubicBezTo>
                  <a:pt x="186243" y="51392"/>
                  <a:pt x="191890" y="50268"/>
                  <a:pt x="197961" y="50268"/>
                </a:cubicBezTo>
                <a:cubicBezTo>
                  <a:pt x="204638" y="50268"/>
                  <a:pt x="210526" y="51395"/>
                  <a:pt x="215625" y="53648"/>
                </a:cubicBezTo>
                <a:cubicBezTo>
                  <a:pt x="220726" y="55899"/>
                  <a:pt x="224976" y="58942"/>
                  <a:pt x="228375" y="62777"/>
                </a:cubicBezTo>
                <a:cubicBezTo>
                  <a:pt x="231775" y="66610"/>
                  <a:pt x="234355" y="71083"/>
                  <a:pt x="236115" y="76195"/>
                </a:cubicBezTo>
                <a:cubicBezTo>
                  <a:pt x="237877" y="81306"/>
                  <a:pt x="238758" y="86784"/>
                  <a:pt x="238758" y="92628"/>
                </a:cubicBezTo>
                <a:close/>
                <a:moveTo>
                  <a:pt x="303213" y="62897"/>
                </a:moveTo>
                <a:lnTo>
                  <a:pt x="279173" y="62897"/>
                </a:lnTo>
                <a:lnTo>
                  <a:pt x="279173" y="112670"/>
                </a:lnTo>
                <a:cubicBezTo>
                  <a:pt x="279173" y="115831"/>
                  <a:pt x="279476" y="118444"/>
                  <a:pt x="280082" y="120510"/>
                </a:cubicBezTo>
                <a:cubicBezTo>
                  <a:pt x="280690" y="122576"/>
                  <a:pt x="281570" y="124187"/>
                  <a:pt x="282722" y="125343"/>
                </a:cubicBezTo>
                <a:cubicBezTo>
                  <a:pt x="283876" y="126497"/>
                  <a:pt x="285243" y="127288"/>
                  <a:pt x="286821" y="127714"/>
                </a:cubicBezTo>
                <a:cubicBezTo>
                  <a:pt x="288400" y="128138"/>
                  <a:pt x="290100" y="128350"/>
                  <a:pt x="291921" y="128350"/>
                </a:cubicBezTo>
                <a:cubicBezTo>
                  <a:pt x="293622" y="128350"/>
                  <a:pt x="295412" y="128103"/>
                  <a:pt x="297293" y="127608"/>
                </a:cubicBezTo>
                <a:cubicBezTo>
                  <a:pt x="299175" y="127112"/>
                  <a:pt x="300967" y="126429"/>
                  <a:pt x="302668" y="125560"/>
                </a:cubicBezTo>
                <a:lnTo>
                  <a:pt x="303213" y="136296"/>
                </a:lnTo>
                <a:cubicBezTo>
                  <a:pt x="301028" y="137146"/>
                  <a:pt x="298752" y="137783"/>
                  <a:pt x="296384" y="138208"/>
                </a:cubicBezTo>
                <a:cubicBezTo>
                  <a:pt x="294016" y="138632"/>
                  <a:pt x="291436" y="138844"/>
                  <a:pt x="288642" y="138844"/>
                </a:cubicBezTo>
                <a:cubicBezTo>
                  <a:pt x="286335" y="138844"/>
                  <a:pt x="283907" y="138540"/>
                  <a:pt x="281358" y="137932"/>
                </a:cubicBezTo>
                <a:cubicBezTo>
                  <a:pt x="278808" y="137327"/>
                  <a:pt x="276440" y="136174"/>
                  <a:pt x="274254" y="134475"/>
                </a:cubicBezTo>
                <a:cubicBezTo>
                  <a:pt x="272070" y="132774"/>
                  <a:pt x="270279" y="130467"/>
                  <a:pt x="268882" y="127553"/>
                </a:cubicBezTo>
                <a:cubicBezTo>
                  <a:pt x="267485" y="124638"/>
                  <a:pt x="266787" y="120813"/>
                  <a:pt x="266787" y="116078"/>
                </a:cubicBezTo>
                <a:lnTo>
                  <a:pt x="266787" y="62897"/>
                </a:lnTo>
                <a:lnTo>
                  <a:pt x="249120" y="62897"/>
                </a:lnTo>
                <a:lnTo>
                  <a:pt x="249120" y="52581"/>
                </a:lnTo>
                <a:lnTo>
                  <a:pt x="266787" y="52581"/>
                </a:lnTo>
                <a:lnTo>
                  <a:pt x="266787" y="28539"/>
                </a:lnTo>
                <a:lnTo>
                  <a:pt x="279173" y="28539"/>
                </a:lnTo>
                <a:lnTo>
                  <a:pt x="279173" y="52581"/>
                </a:lnTo>
                <a:lnTo>
                  <a:pt x="303213" y="52581"/>
                </a:lnTo>
                <a:lnTo>
                  <a:pt x="303213" y="62897"/>
                </a:lnTo>
                <a:close/>
                <a:moveTo>
                  <a:pt x="335979" y="66493"/>
                </a:moveTo>
                <a:cubicBezTo>
                  <a:pt x="338286" y="61511"/>
                  <a:pt x="342110" y="57562"/>
                  <a:pt x="347451" y="54646"/>
                </a:cubicBezTo>
                <a:cubicBezTo>
                  <a:pt x="352795" y="51727"/>
                  <a:pt x="358502" y="50268"/>
                  <a:pt x="364573" y="50268"/>
                </a:cubicBezTo>
                <a:cubicBezTo>
                  <a:pt x="375379" y="50268"/>
                  <a:pt x="383482" y="53489"/>
                  <a:pt x="388885" y="59931"/>
                </a:cubicBezTo>
                <a:cubicBezTo>
                  <a:pt x="394289" y="66373"/>
                  <a:pt x="396992" y="74881"/>
                  <a:pt x="396992" y="85455"/>
                </a:cubicBezTo>
                <a:lnTo>
                  <a:pt x="396992" y="137777"/>
                </a:lnTo>
                <a:lnTo>
                  <a:pt x="384608" y="137777"/>
                </a:lnTo>
                <a:lnTo>
                  <a:pt x="384608" y="90513"/>
                </a:lnTo>
                <a:cubicBezTo>
                  <a:pt x="384608" y="86010"/>
                  <a:pt x="384244" y="81935"/>
                  <a:pt x="383516" y="78287"/>
                </a:cubicBezTo>
                <a:cubicBezTo>
                  <a:pt x="382788" y="74637"/>
                  <a:pt x="381543" y="71504"/>
                  <a:pt x="379781" y="68888"/>
                </a:cubicBezTo>
                <a:cubicBezTo>
                  <a:pt x="378021" y="66272"/>
                  <a:pt x="375653" y="64234"/>
                  <a:pt x="372677" y="62774"/>
                </a:cubicBezTo>
                <a:cubicBezTo>
                  <a:pt x="369704" y="61314"/>
                  <a:pt x="365970" y="60584"/>
                  <a:pt x="361477" y="60584"/>
                </a:cubicBezTo>
                <a:cubicBezTo>
                  <a:pt x="358200" y="60584"/>
                  <a:pt x="355012" y="61254"/>
                  <a:pt x="351915" y="62594"/>
                </a:cubicBezTo>
                <a:cubicBezTo>
                  <a:pt x="348819" y="63931"/>
                  <a:pt x="346056" y="65969"/>
                  <a:pt x="343627" y="68708"/>
                </a:cubicBezTo>
                <a:cubicBezTo>
                  <a:pt x="341200" y="71444"/>
                  <a:pt x="339258" y="74911"/>
                  <a:pt x="337800" y="79107"/>
                </a:cubicBezTo>
                <a:cubicBezTo>
                  <a:pt x="336343" y="83304"/>
                  <a:pt x="335615" y="88262"/>
                  <a:pt x="335615" y="93981"/>
                </a:cubicBezTo>
                <a:lnTo>
                  <a:pt x="335615" y="137777"/>
                </a:lnTo>
                <a:lnTo>
                  <a:pt x="323229" y="137777"/>
                </a:lnTo>
                <a:lnTo>
                  <a:pt x="323229" y="0"/>
                </a:lnTo>
                <a:lnTo>
                  <a:pt x="335615" y="0"/>
                </a:lnTo>
                <a:lnTo>
                  <a:pt x="335615" y="66493"/>
                </a:lnTo>
                <a:lnTo>
                  <a:pt x="335979" y="66493"/>
                </a:lnTo>
                <a:close/>
                <a:moveTo>
                  <a:pt x="513719" y="95090"/>
                </a:moveTo>
                <a:cubicBezTo>
                  <a:pt x="513719" y="101528"/>
                  <a:pt x="512596" y="107480"/>
                  <a:pt x="510348" y="112946"/>
                </a:cubicBezTo>
                <a:cubicBezTo>
                  <a:pt x="508103" y="118411"/>
                  <a:pt x="504976" y="123149"/>
                  <a:pt x="500969" y="127158"/>
                </a:cubicBezTo>
                <a:cubicBezTo>
                  <a:pt x="496963" y="131165"/>
                  <a:pt x="492167" y="134293"/>
                  <a:pt x="486581" y="136540"/>
                </a:cubicBezTo>
                <a:cubicBezTo>
                  <a:pt x="480997" y="138788"/>
                  <a:pt x="474866" y="139911"/>
                  <a:pt x="468187" y="139911"/>
                </a:cubicBezTo>
                <a:cubicBezTo>
                  <a:pt x="461630" y="139911"/>
                  <a:pt x="455558" y="138788"/>
                  <a:pt x="449972" y="136540"/>
                </a:cubicBezTo>
                <a:cubicBezTo>
                  <a:pt x="444388" y="134293"/>
                  <a:pt x="439592" y="131165"/>
                  <a:pt x="435585" y="127158"/>
                </a:cubicBezTo>
                <a:cubicBezTo>
                  <a:pt x="431579" y="123149"/>
                  <a:pt x="428453" y="118411"/>
                  <a:pt x="426205" y="112946"/>
                </a:cubicBezTo>
                <a:cubicBezTo>
                  <a:pt x="423960" y="107480"/>
                  <a:pt x="422837" y="101528"/>
                  <a:pt x="422837" y="95090"/>
                </a:cubicBezTo>
                <a:cubicBezTo>
                  <a:pt x="422837" y="88652"/>
                  <a:pt x="423960" y="82700"/>
                  <a:pt x="426205" y="77234"/>
                </a:cubicBezTo>
                <a:cubicBezTo>
                  <a:pt x="428453" y="71768"/>
                  <a:pt x="431579" y="67032"/>
                  <a:pt x="435585" y="63025"/>
                </a:cubicBezTo>
                <a:cubicBezTo>
                  <a:pt x="439592" y="59015"/>
                  <a:pt x="444388" y="55887"/>
                  <a:pt x="449972" y="53639"/>
                </a:cubicBezTo>
                <a:cubicBezTo>
                  <a:pt x="455558" y="51392"/>
                  <a:pt x="461630" y="50268"/>
                  <a:pt x="468187" y="50268"/>
                </a:cubicBezTo>
                <a:cubicBezTo>
                  <a:pt x="474866" y="50268"/>
                  <a:pt x="480997" y="51392"/>
                  <a:pt x="486581" y="53639"/>
                </a:cubicBezTo>
                <a:cubicBezTo>
                  <a:pt x="492167" y="55887"/>
                  <a:pt x="496963" y="59015"/>
                  <a:pt x="500969" y="63025"/>
                </a:cubicBezTo>
                <a:cubicBezTo>
                  <a:pt x="504976" y="67032"/>
                  <a:pt x="508103" y="71768"/>
                  <a:pt x="510348" y="77234"/>
                </a:cubicBezTo>
                <a:cubicBezTo>
                  <a:pt x="512596" y="82700"/>
                  <a:pt x="513719" y="88652"/>
                  <a:pt x="513719" y="95090"/>
                </a:cubicBezTo>
                <a:moveTo>
                  <a:pt x="500608" y="95093"/>
                </a:moveTo>
                <a:cubicBezTo>
                  <a:pt x="500608" y="90346"/>
                  <a:pt x="499849" y="85873"/>
                  <a:pt x="498332" y="81675"/>
                </a:cubicBezTo>
                <a:cubicBezTo>
                  <a:pt x="496814" y="77475"/>
                  <a:pt x="494658" y="73823"/>
                  <a:pt x="491865" y="70720"/>
                </a:cubicBezTo>
                <a:cubicBezTo>
                  <a:pt x="489072" y="67615"/>
                  <a:pt x="485673" y="65150"/>
                  <a:pt x="481665" y="63325"/>
                </a:cubicBezTo>
                <a:cubicBezTo>
                  <a:pt x="477660" y="61498"/>
                  <a:pt x="473168" y="60584"/>
                  <a:pt x="468189" y="60584"/>
                </a:cubicBezTo>
                <a:cubicBezTo>
                  <a:pt x="463211" y="60584"/>
                  <a:pt x="458749" y="61498"/>
                  <a:pt x="454802" y="63325"/>
                </a:cubicBezTo>
                <a:cubicBezTo>
                  <a:pt x="450856" y="65150"/>
                  <a:pt x="447486" y="67615"/>
                  <a:pt x="444692" y="70720"/>
                </a:cubicBezTo>
                <a:cubicBezTo>
                  <a:pt x="441900" y="73823"/>
                  <a:pt x="439745" y="77475"/>
                  <a:pt x="438228" y="81675"/>
                </a:cubicBezTo>
                <a:cubicBezTo>
                  <a:pt x="436710" y="85873"/>
                  <a:pt x="435952" y="90346"/>
                  <a:pt x="435952" y="95093"/>
                </a:cubicBezTo>
                <a:cubicBezTo>
                  <a:pt x="435952" y="99839"/>
                  <a:pt x="436710" y="104313"/>
                  <a:pt x="438228" y="108513"/>
                </a:cubicBezTo>
                <a:cubicBezTo>
                  <a:pt x="439745" y="112711"/>
                  <a:pt x="441900" y="116363"/>
                  <a:pt x="444692" y="119468"/>
                </a:cubicBezTo>
                <a:cubicBezTo>
                  <a:pt x="447486" y="122571"/>
                  <a:pt x="450856" y="125006"/>
                  <a:pt x="454802" y="126772"/>
                </a:cubicBezTo>
                <a:cubicBezTo>
                  <a:pt x="458749" y="128535"/>
                  <a:pt x="463211" y="129417"/>
                  <a:pt x="468189" y="129417"/>
                </a:cubicBezTo>
                <a:cubicBezTo>
                  <a:pt x="473168" y="129417"/>
                  <a:pt x="477660" y="128535"/>
                  <a:pt x="481665" y="126772"/>
                </a:cubicBezTo>
                <a:cubicBezTo>
                  <a:pt x="485673" y="125006"/>
                  <a:pt x="489072" y="122571"/>
                  <a:pt x="491865" y="119468"/>
                </a:cubicBezTo>
                <a:cubicBezTo>
                  <a:pt x="494658" y="116363"/>
                  <a:pt x="496814" y="112711"/>
                  <a:pt x="498332" y="108513"/>
                </a:cubicBezTo>
                <a:cubicBezTo>
                  <a:pt x="499849" y="104313"/>
                  <a:pt x="500608" y="99839"/>
                  <a:pt x="500608" y="95093"/>
                </a:cubicBezTo>
                <a:close/>
                <a:moveTo>
                  <a:pt x="610415" y="123389"/>
                </a:moveTo>
                <a:cubicBezTo>
                  <a:pt x="606773" y="128853"/>
                  <a:pt x="602037" y="132973"/>
                  <a:pt x="596208" y="135748"/>
                </a:cubicBezTo>
                <a:cubicBezTo>
                  <a:pt x="590380" y="138523"/>
                  <a:pt x="584370" y="139911"/>
                  <a:pt x="578178" y="139911"/>
                </a:cubicBezTo>
                <a:cubicBezTo>
                  <a:pt x="571499" y="139911"/>
                  <a:pt x="565458" y="138758"/>
                  <a:pt x="560055" y="136451"/>
                </a:cubicBezTo>
                <a:cubicBezTo>
                  <a:pt x="554653" y="134143"/>
                  <a:pt x="550038" y="130985"/>
                  <a:pt x="546212" y="126977"/>
                </a:cubicBezTo>
                <a:cubicBezTo>
                  <a:pt x="542388" y="122968"/>
                  <a:pt x="539414" y="118230"/>
                  <a:pt x="537289" y="112765"/>
                </a:cubicBezTo>
                <a:cubicBezTo>
                  <a:pt x="535164" y="107297"/>
                  <a:pt x="534101" y="101406"/>
                  <a:pt x="534101" y="95090"/>
                </a:cubicBezTo>
                <a:cubicBezTo>
                  <a:pt x="534101" y="88774"/>
                  <a:pt x="535164" y="82883"/>
                  <a:pt x="537289" y="77417"/>
                </a:cubicBezTo>
                <a:cubicBezTo>
                  <a:pt x="539414" y="71950"/>
                  <a:pt x="542388" y="67213"/>
                  <a:pt x="546212" y="63205"/>
                </a:cubicBezTo>
                <a:cubicBezTo>
                  <a:pt x="550038" y="59196"/>
                  <a:pt x="554653" y="56038"/>
                  <a:pt x="560055" y="53731"/>
                </a:cubicBezTo>
                <a:cubicBezTo>
                  <a:pt x="565458" y="51423"/>
                  <a:pt x="571499" y="50268"/>
                  <a:pt x="578178" y="50268"/>
                </a:cubicBezTo>
                <a:cubicBezTo>
                  <a:pt x="584370" y="50268"/>
                  <a:pt x="590380" y="51696"/>
                  <a:pt x="596208" y="54551"/>
                </a:cubicBezTo>
                <a:cubicBezTo>
                  <a:pt x="602037" y="57404"/>
                  <a:pt x="606773" y="61625"/>
                  <a:pt x="610415" y="67213"/>
                </a:cubicBezTo>
                <a:lnTo>
                  <a:pt x="610779" y="67213"/>
                </a:lnTo>
                <a:lnTo>
                  <a:pt x="610779" y="6"/>
                </a:lnTo>
                <a:lnTo>
                  <a:pt x="623163" y="6"/>
                </a:lnTo>
                <a:lnTo>
                  <a:pt x="623163" y="137777"/>
                </a:lnTo>
                <a:lnTo>
                  <a:pt x="610779" y="137777"/>
                </a:lnTo>
                <a:lnTo>
                  <a:pt x="610779" y="123389"/>
                </a:lnTo>
                <a:lnTo>
                  <a:pt x="610415" y="123389"/>
                </a:lnTo>
                <a:moveTo>
                  <a:pt x="547216" y="95093"/>
                </a:moveTo>
                <a:cubicBezTo>
                  <a:pt x="547216" y="99839"/>
                  <a:pt x="547944" y="104313"/>
                  <a:pt x="549400" y="108513"/>
                </a:cubicBezTo>
                <a:cubicBezTo>
                  <a:pt x="550856" y="112711"/>
                  <a:pt x="552951" y="116363"/>
                  <a:pt x="555684" y="119468"/>
                </a:cubicBezTo>
                <a:cubicBezTo>
                  <a:pt x="558416" y="122571"/>
                  <a:pt x="561786" y="125006"/>
                  <a:pt x="565791" y="126772"/>
                </a:cubicBezTo>
                <a:cubicBezTo>
                  <a:pt x="569799" y="128535"/>
                  <a:pt x="574352" y="129417"/>
                  <a:pt x="579450" y="129417"/>
                </a:cubicBezTo>
                <a:cubicBezTo>
                  <a:pt x="584186" y="129417"/>
                  <a:pt x="588558" y="128535"/>
                  <a:pt x="592565" y="126772"/>
                </a:cubicBezTo>
                <a:cubicBezTo>
                  <a:pt x="596573" y="125006"/>
                  <a:pt x="600033" y="122602"/>
                  <a:pt x="602945" y="119560"/>
                </a:cubicBezTo>
                <a:cubicBezTo>
                  <a:pt x="605859" y="116516"/>
                  <a:pt x="608136" y="112895"/>
                  <a:pt x="609776" y="108696"/>
                </a:cubicBezTo>
                <a:cubicBezTo>
                  <a:pt x="611416" y="104496"/>
                  <a:pt x="612236" y="99962"/>
                  <a:pt x="612236" y="95093"/>
                </a:cubicBezTo>
                <a:cubicBezTo>
                  <a:pt x="612236" y="90224"/>
                  <a:pt x="611416" y="85690"/>
                  <a:pt x="609776" y="81492"/>
                </a:cubicBezTo>
                <a:cubicBezTo>
                  <a:pt x="608136" y="77291"/>
                  <a:pt x="605859" y="73640"/>
                  <a:pt x="602945" y="70536"/>
                </a:cubicBezTo>
                <a:cubicBezTo>
                  <a:pt x="600033" y="67431"/>
                  <a:pt x="596573" y="64997"/>
                  <a:pt x="592565" y="63233"/>
                </a:cubicBezTo>
                <a:cubicBezTo>
                  <a:pt x="588558" y="61467"/>
                  <a:pt x="584186" y="60584"/>
                  <a:pt x="579450" y="60584"/>
                </a:cubicBezTo>
                <a:cubicBezTo>
                  <a:pt x="574352" y="60584"/>
                  <a:pt x="569799" y="61498"/>
                  <a:pt x="565791" y="63325"/>
                </a:cubicBezTo>
                <a:cubicBezTo>
                  <a:pt x="561786" y="65150"/>
                  <a:pt x="558416" y="67615"/>
                  <a:pt x="555684" y="70720"/>
                </a:cubicBezTo>
                <a:cubicBezTo>
                  <a:pt x="552951" y="73823"/>
                  <a:pt x="550856" y="77475"/>
                  <a:pt x="549400" y="81675"/>
                </a:cubicBezTo>
                <a:cubicBezTo>
                  <a:pt x="547944" y="85873"/>
                  <a:pt x="547216" y="90346"/>
                  <a:pt x="547216" y="95093"/>
                </a:cubicBezTo>
                <a:close/>
                <a:moveTo>
                  <a:pt x="702009" y="72607"/>
                </a:moveTo>
                <a:cubicBezTo>
                  <a:pt x="700188" y="69085"/>
                  <a:pt x="697425" y="66201"/>
                  <a:pt x="693722" y="63956"/>
                </a:cubicBezTo>
                <a:cubicBezTo>
                  <a:pt x="690018" y="61708"/>
                  <a:pt x="685798" y="60584"/>
                  <a:pt x="681063" y="60584"/>
                </a:cubicBezTo>
                <a:cubicBezTo>
                  <a:pt x="678878" y="60584"/>
                  <a:pt x="676693" y="60828"/>
                  <a:pt x="674507" y="61315"/>
                </a:cubicBezTo>
                <a:cubicBezTo>
                  <a:pt x="672321" y="61801"/>
                  <a:pt x="670377" y="62591"/>
                  <a:pt x="668676" y="63686"/>
                </a:cubicBezTo>
                <a:cubicBezTo>
                  <a:pt x="666977" y="64779"/>
                  <a:pt x="665612" y="66177"/>
                  <a:pt x="664580" y="67880"/>
                </a:cubicBezTo>
                <a:cubicBezTo>
                  <a:pt x="663548" y="69580"/>
                  <a:pt x="663032" y="71586"/>
                  <a:pt x="663032" y="73896"/>
                </a:cubicBezTo>
                <a:cubicBezTo>
                  <a:pt x="663032" y="77909"/>
                  <a:pt x="664671" y="80979"/>
                  <a:pt x="667948" y="83106"/>
                </a:cubicBezTo>
                <a:cubicBezTo>
                  <a:pt x="671227" y="85233"/>
                  <a:pt x="676388" y="87027"/>
                  <a:pt x="683430" y="88487"/>
                </a:cubicBezTo>
                <a:cubicBezTo>
                  <a:pt x="693509" y="90552"/>
                  <a:pt x="700946" y="93561"/>
                  <a:pt x="705741" y="97513"/>
                </a:cubicBezTo>
                <a:cubicBezTo>
                  <a:pt x="710538" y="101463"/>
                  <a:pt x="712936" y="106781"/>
                  <a:pt x="712936" y="113468"/>
                </a:cubicBezTo>
                <a:cubicBezTo>
                  <a:pt x="712936" y="118331"/>
                  <a:pt x="711995" y="122435"/>
                  <a:pt x="710113" y="125779"/>
                </a:cubicBezTo>
                <a:cubicBezTo>
                  <a:pt x="708230" y="129122"/>
                  <a:pt x="705771" y="131857"/>
                  <a:pt x="702734" y="133986"/>
                </a:cubicBezTo>
                <a:cubicBezTo>
                  <a:pt x="699699" y="136113"/>
                  <a:pt x="696270" y="137632"/>
                  <a:pt x="692446" y="138544"/>
                </a:cubicBezTo>
                <a:cubicBezTo>
                  <a:pt x="688622" y="139455"/>
                  <a:pt x="684767" y="139911"/>
                  <a:pt x="680882" y="139911"/>
                </a:cubicBezTo>
                <a:cubicBezTo>
                  <a:pt x="674446" y="139911"/>
                  <a:pt x="668192" y="138585"/>
                  <a:pt x="662120" y="135932"/>
                </a:cubicBezTo>
                <a:cubicBezTo>
                  <a:pt x="656051" y="133277"/>
                  <a:pt x="651072" y="129102"/>
                  <a:pt x="647185" y="123409"/>
                </a:cubicBezTo>
                <a:lnTo>
                  <a:pt x="657021" y="116122"/>
                </a:lnTo>
                <a:cubicBezTo>
                  <a:pt x="659207" y="119887"/>
                  <a:pt x="662424" y="123044"/>
                  <a:pt x="666672" y="125593"/>
                </a:cubicBezTo>
                <a:cubicBezTo>
                  <a:pt x="670923" y="128143"/>
                  <a:pt x="675598" y="129417"/>
                  <a:pt x="680699" y="129417"/>
                </a:cubicBezTo>
                <a:cubicBezTo>
                  <a:pt x="683370" y="129417"/>
                  <a:pt x="685920" y="129175"/>
                  <a:pt x="688347" y="128689"/>
                </a:cubicBezTo>
                <a:cubicBezTo>
                  <a:pt x="690776" y="128202"/>
                  <a:pt x="692901" y="127351"/>
                  <a:pt x="694722" y="126135"/>
                </a:cubicBezTo>
                <a:cubicBezTo>
                  <a:pt x="696543" y="124920"/>
                  <a:pt x="698000" y="123370"/>
                  <a:pt x="699094" y="121486"/>
                </a:cubicBezTo>
                <a:cubicBezTo>
                  <a:pt x="700187" y="119600"/>
                  <a:pt x="700733" y="117259"/>
                  <a:pt x="700733" y="114463"/>
                </a:cubicBezTo>
                <a:cubicBezTo>
                  <a:pt x="700733" y="109964"/>
                  <a:pt x="698578" y="106591"/>
                  <a:pt x="694266" y="104341"/>
                </a:cubicBezTo>
                <a:cubicBezTo>
                  <a:pt x="689957" y="102092"/>
                  <a:pt x="683734" y="99995"/>
                  <a:pt x="675599" y="98050"/>
                </a:cubicBezTo>
                <a:cubicBezTo>
                  <a:pt x="673050" y="97442"/>
                  <a:pt x="670347" y="96682"/>
                  <a:pt x="667492" y="95771"/>
                </a:cubicBezTo>
                <a:cubicBezTo>
                  <a:pt x="664639" y="94859"/>
                  <a:pt x="661998" y="93522"/>
                  <a:pt x="659569" y="91760"/>
                </a:cubicBezTo>
                <a:cubicBezTo>
                  <a:pt x="657142" y="89997"/>
                  <a:pt x="655139" y="87777"/>
                  <a:pt x="653561" y="85102"/>
                </a:cubicBezTo>
                <a:cubicBezTo>
                  <a:pt x="651982" y="82426"/>
                  <a:pt x="651193" y="79083"/>
                  <a:pt x="651193" y="75072"/>
                </a:cubicBezTo>
                <a:cubicBezTo>
                  <a:pt x="651193" y="70694"/>
                  <a:pt x="652042" y="66955"/>
                  <a:pt x="653741" y="63855"/>
                </a:cubicBezTo>
                <a:cubicBezTo>
                  <a:pt x="655442" y="60754"/>
                  <a:pt x="657719" y="58201"/>
                  <a:pt x="660572" y="56196"/>
                </a:cubicBezTo>
                <a:cubicBezTo>
                  <a:pt x="663426" y="54190"/>
                  <a:pt x="666673" y="52700"/>
                  <a:pt x="670316" y="51727"/>
                </a:cubicBezTo>
                <a:cubicBezTo>
                  <a:pt x="673960" y="50755"/>
                  <a:pt x="677725" y="50268"/>
                  <a:pt x="681610" y="50268"/>
                </a:cubicBezTo>
                <a:cubicBezTo>
                  <a:pt x="687559" y="50268"/>
                  <a:pt x="693326" y="51596"/>
                  <a:pt x="698910" y="54251"/>
                </a:cubicBezTo>
                <a:cubicBezTo>
                  <a:pt x="704496" y="56904"/>
                  <a:pt x="708686" y="60655"/>
                  <a:pt x="711480" y="65503"/>
                </a:cubicBezTo>
                <a:lnTo>
                  <a:pt x="702009" y="726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Comparison">
            <a:extLst xmlns:a="http://schemas.openxmlformats.org/drawingml/2006/main">
              <a:ext uri="{FF2B5EF4-FFF2-40B4-BE49-F238E27FC236}">
                <a16:creationId xmlns:a16="http://schemas.microsoft.com/office/drawing/2014/main" id="{C9373A6A-B437-4CD1-8FA5-97C12D0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794" y="3934431"/>
            <a:ext cx="999427" cy="175806"/>
          </a:xfrm>
          <a:custGeom xmlns:a="http://schemas.openxmlformats.org/drawingml/2006/main">
            <a:pathLst>
              <a:path w="999427" h="175806">
                <a:moveTo>
                  <a:pt x="115472" y="111225"/>
                </a:moveTo>
                <a:cubicBezTo>
                  <a:pt x="113286" y="114503"/>
                  <a:pt x="110644" y="117601"/>
                  <a:pt x="107549" y="120519"/>
                </a:cubicBezTo>
                <a:cubicBezTo>
                  <a:pt x="104453" y="123435"/>
                  <a:pt x="100870" y="125994"/>
                  <a:pt x="96802" y="128197"/>
                </a:cubicBezTo>
                <a:cubicBezTo>
                  <a:pt x="92735" y="130398"/>
                  <a:pt x="88243" y="132141"/>
                  <a:pt x="83326" y="133425"/>
                </a:cubicBezTo>
                <a:cubicBezTo>
                  <a:pt x="78409" y="134711"/>
                  <a:pt x="73036" y="135353"/>
                  <a:pt x="67207" y="135353"/>
                </a:cubicBezTo>
                <a:cubicBezTo>
                  <a:pt x="57493" y="135353"/>
                  <a:pt x="48507" y="133655"/>
                  <a:pt x="40250" y="130259"/>
                </a:cubicBezTo>
                <a:cubicBezTo>
                  <a:pt x="31994" y="126863"/>
                  <a:pt x="24892" y="122164"/>
                  <a:pt x="18942" y="116161"/>
                </a:cubicBezTo>
                <a:cubicBezTo>
                  <a:pt x="12993" y="110156"/>
                  <a:pt x="8348" y="103031"/>
                  <a:pt x="5008" y="94784"/>
                </a:cubicBezTo>
                <a:cubicBezTo>
                  <a:pt x="1669" y="86536"/>
                  <a:pt x="0" y="77500"/>
                  <a:pt x="0" y="67677"/>
                </a:cubicBezTo>
                <a:cubicBezTo>
                  <a:pt x="0" y="57854"/>
                  <a:pt x="1700" y="48819"/>
                  <a:pt x="5100" y="40572"/>
                </a:cubicBezTo>
                <a:cubicBezTo>
                  <a:pt x="8499" y="32324"/>
                  <a:pt x="13204" y="25198"/>
                  <a:pt x="19215" y="19195"/>
                </a:cubicBezTo>
                <a:cubicBezTo>
                  <a:pt x="25225" y="13191"/>
                  <a:pt x="32327" y="8490"/>
                  <a:pt x="40522" y="5094"/>
                </a:cubicBezTo>
                <a:cubicBezTo>
                  <a:pt x="48719" y="1698"/>
                  <a:pt x="57614" y="0"/>
                  <a:pt x="67207" y="0"/>
                </a:cubicBezTo>
                <a:cubicBezTo>
                  <a:pt x="71943" y="0"/>
                  <a:pt x="76587" y="490"/>
                  <a:pt x="81139" y="1470"/>
                </a:cubicBezTo>
                <a:cubicBezTo>
                  <a:pt x="85693" y="2448"/>
                  <a:pt x="89973" y="3824"/>
                  <a:pt x="93978" y="5597"/>
                </a:cubicBezTo>
                <a:cubicBezTo>
                  <a:pt x="97986" y="7370"/>
                  <a:pt x="101628" y="9505"/>
                  <a:pt x="104906" y="12003"/>
                </a:cubicBezTo>
                <a:cubicBezTo>
                  <a:pt x="108185" y="14500"/>
                  <a:pt x="110918" y="17328"/>
                  <a:pt x="113104" y="20485"/>
                </a:cubicBezTo>
                <a:lnTo>
                  <a:pt x="102177" y="28497"/>
                </a:lnTo>
                <a:cubicBezTo>
                  <a:pt x="100841" y="26433"/>
                  <a:pt x="99049" y="24369"/>
                  <a:pt x="96802" y="22305"/>
                </a:cubicBezTo>
                <a:cubicBezTo>
                  <a:pt x="94556" y="20241"/>
                  <a:pt x="91915" y="18420"/>
                  <a:pt x="88879" y="16841"/>
                </a:cubicBezTo>
                <a:cubicBezTo>
                  <a:pt x="85844" y="15263"/>
                  <a:pt x="82536" y="13988"/>
                  <a:pt x="78954" y="13017"/>
                </a:cubicBezTo>
                <a:cubicBezTo>
                  <a:pt x="75373" y="12046"/>
                  <a:pt x="71517" y="11561"/>
                  <a:pt x="67388" y="11561"/>
                </a:cubicBezTo>
                <a:cubicBezTo>
                  <a:pt x="59010" y="11561"/>
                  <a:pt x="51512" y="13075"/>
                  <a:pt x="44894" y="16102"/>
                </a:cubicBezTo>
                <a:cubicBezTo>
                  <a:pt x="38278" y="19128"/>
                  <a:pt x="32662" y="23214"/>
                  <a:pt x="28047" y="28361"/>
                </a:cubicBezTo>
                <a:cubicBezTo>
                  <a:pt x="23433" y="33506"/>
                  <a:pt x="19912" y="39469"/>
                  <a:pt x="17483" y="46250"/>
                </a:cubicBezTo>
                <a:cubicBezTo>
                  <a:pt x="15056" y="53029"/>
                  <a:pt x="13843" y="60171"/>
                  <a:pt x="13843" y="67677"/>
                </a:cubicBezTo>
                <a:cubicBezTo>
                  <a:pt x="13843" y="75182"/>
                  <a:pt x="15087" y="82325"/>
                  <a:pt x="17575" y="89106"/>
                </a:cubicBezTo>
                <a:cubicBezTo>
                  <a:pt x="20065" y="95886"/>
                  <a:pt x="23617" y="101849"/>
                  <a:pt x="28230" y="106995"/>
                </a:cubicBezTo>
                <a:cubicBezTo>
                  <a:pt x="32843" y="112141"/>
                  <a:pt x="38459" y="116227"/>
                  <a:pt x="45077" y="119254"/>
                </a:cubicBezTo>
                <a:cubicBezTo>
                  <a:pt x="51695" y="122280"/>
                  <a:pt x="59132" y="123792"/>
                  <a:pt x="67388" y="123792"/>
                </a:cubicBezTo>
                <a:cubicBezTo>
                  <a:pt x="74795" y="123792"/>
                  <a:pt x="81837" y="122275"/>
                  <a:pt x="88514" y="119240"/>
                </a:cubicBezTo>
                <a:cubicBezTo>
                  <a:pt x="95194" y="116204"/>
                  <a:pt x="100780" y="111347"/>
                  <a:pt x="105272" y="104669"/>
                </a:cubicBezTo>
                <a:lnTo>
                  <a:pt x="115472" y="111225"/>
                </a:lnTo>
                <a:close/>
                <a:moveTo>
                  <a:pt x="222417" y="89465"/>
                </a:moveTo>
                <a:cubicBezTo>
                  <a:pt x="222417" y="95903"/>
                  <a:pt x="221294" y="101855"/>
                  <a:pt x="219046" y="107321"/>
                </a:cubicBezTo>
                <a:cubicBezTo>
                  <a:pt x="216801" y="112786"/>
                  <a:pt x="213674" y="117524"/>
                  <a:pt x="209667" y="121533"/>
                </a:cubicBezTo>
                <a:cubicBezTo>
                  <a:pt x="205661" y="125540"/>
                  <a:pt x="200865" y="128668"/>
                  <a:pt x="195279" y="130915"/>
                </a:cubicBezTo>
                <a:cubicBezTo>
                  <a:pt x="189695" y="133163"/>
                  <a:pt x="183564" y="134286"/>
                  <a:pt x="176884" y="134286"/>
                </a:cubicBezTo>
                <a:cubicBezTo>
                  <a:pt x="170328" y="134286"/>
                  <a:pt x="164256" y="133163"/>
                  <a:pt x="158670" y="130915"/>
                </a:cubicBezTo>
                <a:cubicBezTo>
                  <a:pt x="153086" y="128668"/>
                  <a:pt x="148290" y="125540"/>
                  <a:pt x="144283" y="121533"/>
                </a:cubicBezTo>
                <a:cubicBezTo>
                  <a:pt x="140277" y="117524"/>
                  <a:pt x="137151" y="112786"/>
                  <a:pt x="134903" y="107321"/>
                </a:cubicBezTo>
                <a:cubicBezTo>
                  <a:pt x="132658" y="101855"/>
                  <a:pt x="131535" y="95903"/>
                  <a:pt x="131535" y="89465"/>
                </a:cubicBezTo>
                <a:cubicBezTo>
                  <a:pt x="131535" y="83027"/>
                  <a:pt x="132658" y="77075"/>
                  <a:pt x="134903" y="71609"/>
                </a:cubicBezTo>
                <a:cubicBezTo>
                  <a:pt x="137151" y="66144"/>
                  <a:pt x="140277" y="61407"/>
                  <a:pt x="144283" y="57400"/>
                </a:cubicBezTo>
                <a:cubicBezTo>
                  <a:pt x="148290" y="53390"/>
                  <a:pt x="153086" y="50262"/>
                  <a:pt x="158670" y="48015"/>
                </a:cubicBezTo>
                <a:cubicBezTo>
                  <a:pt x="164256" y="45767"/>
                  <a:pt x="170328" y="44644"/>
                  <a:pt x="176884" y="44644"/>
                </a:cubicBezTo>
                <a:cubicBezTo>
                  <a:pt x="183564" y="44644"/>
                  <a:pt x="189695" y="45767"/>
                  <a:pt x="195279" y="48015"/>
                </a:cubicBezTo>
                <a:cubicBezTo>
                  <a:pt x="200865" y="50262"/>
                  <a:pt x="205661" y="53390"/>
                  <a:pt x="209667" y="57400"/>
                </a:cubicBezTo>
                <a:cubicBezTo>
                  <a:pt x="213674" y="61407"/>
                  <a:pt x="216801" y="66144"/>
                  <a:pt x="219046" y="71609"/>
                </a:cubicBezTo>
                <a:cubicBezTo>
                  <a:pt x="221294" y="77075"/>
                  <a:pt x="222417" y="83027"/>
                  <a:pt x="222417" y="89465"/>
                </a:cubicBezTo>
                <a:moveTo>
                  <a:pt x="209306" y="89468"/>
                </a:moveTo>
                <a:cubicBezTo>
                  <a:pt x="209306" y="84721"/>
                  <a:pt x="208547" y="80248"/>
                  <a:pt x="207029" y="76050"/>
                </a:cubicBezTo>
                <a:cubicBezTo>
                  <a:pt x="205512" y="71850"/>
                  <a:pt x="203356" y="68198"/>
                  <a:pt x="200562" y="65095"/>
                </a:cubicBezTo>
                <a:cubicBezTo>
                  <a:pt x="197770" y="61990"/>
                  <a:pt x="194371" y="59525"/>
                  <a:pt x="190363" y="57700"/>
                </a:cubicBezTo>
                <a:cubicBezTo>
                  <a:pt x="186358" y="55873"/>
                  <a:pt x="181866" y="54960"/>
                  <a:pt x="176887" y="54960"/>
                </a:cubicBezTo>
                <a:cubicBezTo>
                  <a:pt x="171909" y="54960"/>
                  <a:pt x="167447" y="55873"/>
                  <a:pt x="163500" y="57700"/>
                </a:cubicBezTo>
                <a:cubicBezTo>
                  <a:pt x="159554" y="59525"/>
                  <a:pt x="156184" y="61990"/>
                  <a:pt x="153390" y="65095"/>
                </a:cubicBezTo>
                <a:cubicBezTo>
                  <a:pt x="150598" y="68198"/>
                  <a:pt x="148443" y="71850"/>
                  <a:pt x="146926" y="76050"/>
                </a:cubicBezTo>
                <a:cubicBezTo>
                  <a:pt x="145408" y="80248"/>
                  <a:pt x="144650" y="84721"/>
                  <a:pt x="144650" y="89468"/>
                </a:cubicBezTo>
                <a:cubicBezTo>
                  <a:pt x="144650" y="94214"/>
                  <a:pt x="145408" y="98688"/>
                  <a:pt x="146926" y="102888"/>
                </a:cubicBezTo>
                <a:cubicBezTo>
                  <a:pt x="148443" y="107086"/>
                  <a:pt x="150598" y="110738"/>
                  <a:pt x="153390" y="113843"/>
                </a:cubicBezTo>
                <a:cubicBezTo>
                  <a:pt x="156184" y="116947"/>
                  <a:pt x="159554" y="119381"/>
                  <a:pt x="163500" y="121147"/>
                </a:cubicBezTo>
                <a:cubicBezTo>
                  <a:pt x="167447" y="122910"/>
                  <a:pt x="171909" y="123792"/>
                  <a:pt x="176887" y="123792"/>
                </a:cubicBezTo>
                <a:cubicBezTo>
                  <a:pt x="181866" y="123792"/>
                  <a:pt x="186358" y="122910"/>
                  <a:pt x="190363" y="121147"/>
                </a:cubicBezTo>
                <a:cubicBezTo>
                  <a:pt x="194371" y="119381"/>
                  <a:pt x="197770" y="116947"/>
                  <a:pt x="200562" y="113843"/>
                </a:cubicBezTo>
                <a:cubicBezTo>
                  <a:pt x="203356" y="110738"/>
                  <a:pt x="205512" y="107086"/>
                  <a:pt x="207029" y="102888"/>
                </a:cubicBezTo>
                <a:cubicBezTo>
                  <a:pt x="208547" y="98688"/>
                  <a:pt x="209306" y="94214"/>
                  <a:pt x="209306" y="89468"/>
                </a:cubicBezTo>
                <a:close/>
                <a:moveTo>
                  <a:pt x="261231" y="61415"/>
                </a:moveTo>
                <a:cubicBezTo>
                  <a:pt x="263660" y="56433"/>
                  <a:pt x="267393" y="52393"/>
                  <a:pt x="272430" y="49293"/>
                </a:cubicBezTo>
                <a:cubicBezTo>
                  <a:pt x="277470" y="46193"/>
                  <a:pt x="283086" y="44644"/>
                  <a:pt x="289280" y="44644"/>
                </a:cubicBezTo>
                <a:cubicBezTo>
                  <a:pt x="291587" y="44644"/>
                  <a:pt x="293984" y="44887"/>
                  <a:pt x="296473" y="45374"/>
                </a:cubicBezTo>
                <a:cubicBezTo>
                  <a:pt x="298963" y="45860"/>
                  <a:pt x="301392" y="46801"/>
                  <a:pt x="303759" y="48198"/>
                </a:cubicBezTo>
                <a:cubicBezTo>
                  <a:pt x="306127" y="49595"/>
                  <a:pt x="308312" y="51449"/>
                  <a:pt x="310315" y="53759"/>
                </a:cubicBezTo>
                <a:cubicBezTo>
                  <a:pt x="312320" y="56067"/>
                  <a:pt x="314050" y="59045"/>
                  <a:pt x="315507" y="62691"/>
                </a:cubicBezTo>
                <a:cubicBezTo>
                  <a:pt x="318421" y="56857"/>
                  <a:pt x="322397" y="52391"/>
                  <a:pt x="327435" y="49293"/>
                </a:cubicBezTo>
                <a:cubicBezTo>
                  <a:pt x="332474" y="46193"/>
                  <a:pt x="338455" y="44644"/>
                  <a:pt x="345376" y="44644"/>
                </a:cubicBezTo>
                <a:cubicBezTo>
                  <a:pt x="356182" y="44644"/>
                  <a:pt x="364285" y="47865"/>
                  <a:pt x="369688" y="54306"/>
                </a:cubicBezTo>
                <a:cubicBezTo>
                  <a:pt x="375092" y="60748"/>
                  <a:pt x="377795" y="69256"/>
                  <a:pt x="377795" y="79830"/>
                </a:cubicBezTo>
                <a:lnTo>
                  <a:pt x="377795" y="132152"/>
                </a:lnTo>
                <a:lnTo>
                  <a:pt x="365411" y="132152"/>
                </a:lnTo>
                <a:lnTo>
                  <a:pt x="365411" y="84888"/>
                </a:lnTo>
                <a:cubicBezTo>
                  <a:pt x="365411" y="75885"/>
                  <a:pt x="363742" y="68647"/>
                  <a:pt x="360403" y="63172"/>
                </a:cubicBezTo>
                <a:cubicBezTo>
                  <a:pt x="357064" y="57697"/>
                  <a:pt x="351388" y="54960"/>
                  <a:pt x="343373" y="54960"/>
                </a:cubicBezTo>
                <a:cubicBezTo>
                  <a:pt x="338880" y="54960"/>
                  <a:pt x="335085" y="55872"/>
                  <a:pt x="331989" y="57697"/>
                </a:cubicBezTo>
                <a:cubicBezTo>
                  <a:pt x="328894" y="59522"/>
                  <a:pt x="326404" y="61925"/>
                  <a:pt x="324522" y="64906"/>
                </a:cubicBezTo>
                <a:cubicBezTo>
                  <a:pt x="322640" y="67885"/>
                  <a:pt x="321273" y="71261"/>
                  <a:pt x="320423" y="75033"/>
                </a:cubicBezTo>
                <a:cubicBezTo>
                  <a:pt x="319574" y="78805"/>
                  <a:pt x="319150" y="82699"/>
                  <a:pt x="319150" y="86714"/>
                </a:cubicBezTo>
                <a:lnTo>
                  <a:pt x="319150" y="132152"/>
                </a:lnTo>
                <a:lnTo>
                  <a:pt x="306764" y="132152"/>
                </a:lnTo>
                <a:lnTo>
                  <a:pt x="306764" y="82334"/>
                </a:lnTo>
                <a:cubicBezTo>
                  <a:pt x="306764" y="78197"/>
                  <a:pt x="306460" y="74425"/>
                  <a:pt x="305852" y="71020"/>
                </a:cubicBezTo>
                <a:cubicBezTo>
                  <a:pt x="305246" y="67613"/>
                  <a:pt x="304184" y="64723"/>
                  <a:pt x="302664" y="62352"/>
                </a:cubicBezTo>
                <a:cubicBezTo>
                  <a:pt x="301147" y="59979"/>
                  <a:pt x="299052" y="58154"/>
                  <a:pt x="296381" y="56877"/>
                </a:cubicBezTo>
                <a:cubicBezTo>
                  <a:pt x="293711" y="55599"/>
                  <a:pt x="290312" y="54960"/>
                  <a:pt x="286184" y="54960"/>
                </a:cubicBezTo>
                <a:cubicBezTo>
                  <a:pt x="283270" y="54960"/>
                  <a:pt x="280325" y="55629"/>
                  <a:pt x="277349" y="56969"/>
                </a:cubicBezTo>
                <a:cubicBezTo>
                  <a:pt x="274376" y="58307"/>
                  <a:pt x="271705" y="60345"/>
                  <a:pt x="269337" y="63083"/>
                </a:cubicBezTo>
                <a:cubicBezTo>
                  <a:pt x="266970" y="65819"/>
                  <a:pt x="265057" y="69286"/>
                  <a:pt x="263598" y="73482"/>
                </a:cubicBezTo>
                <a:cubicBezTo>
                  <a:pt x="262142" y="77679"/>
                  <a:pt x="261414" y="82637"/>
                  <a:pt x="261414" y="88356"/>
                </a:cubicBezTo>
                <a:lnTo>
                  <a:pt x="261414" y="132152"/>
                </a:lnTo>
                <a:lnTo>
                  <a:pt x="249028" y="132152"/>
                </a:lnTo>
                <a:lnTo>
                  <a:pt x="249028" y="65609"/>
                </a:lnTo>
                <a:cubicBezTo>
                  <a:pt x="249028" y="63301"/>
                  <a:pt x="248967" y="60323"/>
                  <a:pt x="248844" y="56677"/>
                </a:cubicBezTo>
                <a:cubicBezTo>
                  <a:pt x="248724" y="53031"/>
                  <a:pt x="248542" y="49749"/>
                  <a:pt x="248300" y="46831"/>
                </a:cubicBezTo>
                <a:lnTo>
                  <a:pt x="260139" y="46831"/>
                </a:lnTo>
                <a:cubicBezTo>
                  <a:pt x="260381" y="49141"/>
                  <a:pt x="260563" y="51694"/>
                  <a:pt x="260683" y="54490"/>
                </a:cubicBezTo>
                <a:cubicBezTo>
                  <a:pt x="260805" y="57284"/>
                  <a:pt x="260867" y="59592"/>
                  <a:pt x="260867" y="61415"/>
                </a:cubicBezTo>
                <a:lnTo>
                  <a:pt x="261231" y="61415"/>
                </a:lnTo>
                <a:close/>
                <a:moveTo>
                  <a:pt x="422036" y="175806"/>
                </a:moveTo>
                <a:lnTo>
                  <a:pt x="409649" y="175806"/>
                </a:lnTo>
                <a:lnTo>
                  <a:pt x="409649" y="46833"/>
                </a:lnTo>
                <a:lnTo>
                  <a:pt x="422036" y="46833"/>
                </a:lnTo>
                <a:lnTo>
                  <a:pt x="422036" y="61588"/>
                </a:lnTo>
                <a:lnTo>
                  <a:pt x="422580" y="61588"/>
                </a:lnTo>
                <a:cubicBezTo>
                  <a:pt x="426102" y="56000"/>
                  <a:pt x="430807" y="51779"/>
                  <a:pt x="436695" y="48926"/>
                </a:cubicBezTo>
                <a:cubicBezTo>
                  <a:pt x="442585" y="46071"/>
                  <a:pt x="448565" y="44644"/>
                  <a:pt x="454635" y="44644"/>
                </a:cubicBezTo>
                <a:cubicBezTo>
                  <a:pt x="461314" y="44644"/>
                  <a:pt x="467354" y="45798"/>
                  <a:pt x="472757" y="48106"/>
                </a:cubicBezTo>
                <a:cubicBezTo>
                  <a:pt x="478160" y="50413"/>
                  <a:pt x="482773" y="53571"/>
                  <a:pt x="486597" y="57580"/>
                </a:cubicBezTo>
                <a:cubicBezTo>
                  <a:pt x="490423" y="61588"/>
                  <a:pt x="493398" y="66325"/>
                  <a:pt x="495523" y="71793"/>
                </a:cubicBezTo>
                <a:cubicBezTo>
                  <a:pt x="497649" y="77258"/>
                  <a:pt x="498711" y="83149"/>
                  <a:pt x="498711" y="89465"/>
                </a:cubicBezTo>
                <a:cubicBezTo>
                  <a:pt x="498711" y="95781"/>
                  <a:pt x="497649" y="101673"/>
                  <a:pt x="495523" y="107140"/>
                </a:cubicBezTo>
                <a:cubicBezTo>
                  <a:pt x="493398" y="112606"/>
                  <a:pt x="490423" y="117343"/>
                  <a:pt x="486597" y="121352"/>
                </a:cubicBezTo>
                <a:cubicBezTo>
                  <a:pt x="482773" y="125360"/>
                  <a:pt x="478160" y="128518"/>
                  <a:pt x="472757" y="130826"/>
                </a:cubicBezTo>
                <a:cubicBezTo>
                  <a:pt x="467354" y="133133"/>
                  <a:pt x="461314" y="134286"/>
                  <a:pt x="454635" y="134286"/>
                </a:cubicBezTo>
                <a:cubicBezTo>
                  <a:pt x="448565" y="134286"/>
                  <a:pt x="442585" y="132860"/>
                  <a:pt x="436695" y="130006"/>
                </a:cubicBezTo>
                <a:cubicBezTo>
                  <a:pt x="430807" y="127151"/>
                  <a:pt x="426102" y="123051"/>
                  <a:pt x="422580" y="117706"/>
                </a:cubicBezTo>
                <a:lnTo>
                  <a:pt x="422036" y="117706"/>
                </a:lnTo>
                <a:lnTo>
                  <a:pt x="422036" y="175806"/>
                </a:lnTo>
                <a:moveTo>
                  <a:pt x="485599" y="89468"/>
                </a:moveTo>
                <a:cubicBezTo>
                  <a:pt x="485599" y="84721"/>
                  <a:pt x="484870" y="80248"/>
                  <a:pt x="483412" y="76050"/>
                </a:cubicBezTo>
                <a:cubicBezTo>
                  <a:pt x="481956" y="71850"/>
                  <a:pt x="479861" y="68198"/>
                  <a:pt x="477129" y="65095"/>
                </a:cubicBezTo>
                <a:cubicBezTo>
                  <a:pt x="474398" y="61990"/>
                  <a:pt x="471028" y="59525"/>
                  <a:pt x="467021" y="57700"/>
                </a:cubicBezTo>
                <a:cubicBezTo>
                  <a:pt x="463014" y="55873"/>
                  <a:pt x="458460" y="54960"/>
                  <a:pt x="453362" y="54960"/>
                </a:cubicBezTo>
                <a:cubicBezTo>
                  <a:pt x="448626" y="54960"/>
                  <a:pt x="444255" y="55842"/>
                  <a:pt x="440247" y="57608"/>
                </a:cubicBezTo>
                <a:cubicBezTo>
                  <a:pt x="436242" y="59372"/>
                  <a:pt x="432782" y="61806"/>
                  <a:pt x="429867" y="64912"/>
                </a:cubicBezTo>
                <a:cubicBezTo>
                  <a:pt x="426953" y="68015"/>
                  <a:pt x="424676" y="71667"/>
                  <a:pt x="423036" y="75867"/>
                </a:cubicBezTo>
                <a:cubicBezTo>
                  <a:pt x="421396" y="80065"/>
                  <a:pt x="420577" y="84599"/>
                  <a:pt x="420577" y="89468"/>
                </a:cubicBezTo>
                <a:cubicBezTo>
                  <a:pt x="420577" y="94337"/>
                  <a:pt x="421396" y="98871"/>
                  <a:pt x="423036" y="103071"/>
                </a:cubicBezTo>
                <a:cubicBezTo>
                  <a:pt x="424676" y="107270"/>
                  <a:pt x="426953" y="110891"/>
                  <a:pt x="429867" y="113935"/>
                </a:cubicBezTo>
                <a:cubicBezTo>
                  <a:pt x="432782" y="116977"/>
                  <a:pt x="436242" y="119381"/>
                  <a:pt x="440247" y="121147"/>
                </a:cubicBezTo>
                <a:cubicBezTo>
                  <a:pt x="444255" y="122910"/>
                  <a:pt x="448626" y="123792"/>
                  <a:pt x="453362" y="123792"/>
                </a:cubicBezTo>
                <a:cubicBezTo>
                  <a:pt x="458460" y="123792"/>
                  <a:pt x="463014" y="122910"/>
                  <a:pt x="467021" y="121147"/>
                </a:cubicBezTo>
                <a:cubicBezTo>
                  <a:pt x="471028" y="119381"/>
                  <a:pt x="474398" y="116947"/>
                  <a:pt x="477129" y="113843"/>
                </a:cubicBezTo>
                <a:cubicBezTo>
                  <a:pt x="479861" y="110738"/>
                  <a:pt x="481956" y="107086"/>
                  <a:pt x="483412" y="102888"/>
                </a:cubicBezTo>
                <a:cubicBezTo>
                  <a:pt x="484870" y="98688"/>
                  <a:pt x="485599" y="94214"/>
                  <a:pt x="485599" y="89468"/>
                </a:cubicBezTo>
                <a:close/>
                <a:moveTo>
                  <a:pt x="578466" y="77115"/>
                </a:moveTo>
                <a:cubicBezTo>
                  <a:pt x="578466" y="69668"/>
                  <a:pt x="576524" y="64115"/>
                  <a:pt x="572638" y="60454"/>
                </a:cubicBezTo>
                <a:cubicBezTo>
                  <a:pt x="568753" y="56791"/>
                  <a:pt x="563107" y="54960"/>
                  <a:pt x="555700" y="54960"/>
                </a:cubicBezTo>
                <a:cubicBezTo>
                  <a:pt x="550601" y="54960"/>
                  <a:pt x="545866" y="55870"/>
                  <a:pt x="541493" y="57691"/>
                </a:cubicBezTo>
                <a:cubicBezTo>
                  <a:pt x="537122" y="59513"/>
                  <a:pt x="533420" y="61942"/>
                  <a:pt x="530385" y="64978"/>
                </a:cubicBezTo>
                <a:lnTo>
                  <a:pt x="523462" y="56783"/>
                </a:lnTo>
                <a:cubicBezTo>
                  <a:pt x="526984" y="53275"/>
                  <a:pt x="531629" y="50376"/>
                  <a:pt x="537397" y="48084"/>
                </a:cubicBezTo>
                <a:cubicBezTo>
                  <a:pt x="543164" y="45790"/>
                  <a:pt x="549690" y="44644"/>
                  <a:pt x="556975" y="44644"/>
                </a:cubicBezTo>
                <a:cubicBezTo>
                  <a:pt x="561591" y="44644"/>
                  <a:pt x="565901" y="45282"/>
                  <a:pt x="569907" y="46558"/>
                </a:cubicBezTo>
                <a:cubicBezTo>
                  <a:pt x="573914" y="47835"/>
                  <a:pt x="577435" y="49750"/>
                  <a:pt x="580470" y="52303"/>
                </a:cubicBezTo>
                <a:cubicBezTo>
                  <a:pt x="583507" y="54854"/>
                  <a:pt x="585874" y="58074"/>
                  <a:pt x="587573" y="61963"/>
                </a:cubicBezTo>
                <a:cubicBezTo>
                  <a:pt x="589274" y="65852"/>
                  <a:pt x="590125" y="70410"/>
                  <a:pt x="590125" y="75636"/>
                </a:cubicBezTo>
                <a:lnTo>
                  <a:pt x="590125" y="113009"/>
                </a:lnTo>
                <a:cubicBezTo>
                  <a:pt x="590125" y="116291"/>
                  <a:pt x="590246" y="119694"/>
                  <a:pt x="590489" y="123220"/>
                </a:cubicBezTo>
                <a:cubicBezTo>
                  <a:pt x="590731" y="126744"/>
                  <a:pt x="591095" y="129721"/>
                  <a:pt x="591581" y="132152"/>
                </a:cubicBezTo>
                <a:lnTo>
                  <a:pt x="580473" y="132152"/>
                </a:lnTo>
                <a:cubicBezTo>
                  <a:pt x="580108" y="130079"/>
                  <a:pt x="579804" y="127823"/>
                  <a:pt x="579561" y="125385"/>
                </a:cubicBezTo>
                <a:cubicBezTo>
                  <a:pt x="579319" y="122947"/>
                  <a:pt x="579197" y="120570"/>
                  <a:pt x="579197" y="118254"/>
                </a:cubicBezTo>
                <a:lnTo>
                  <a:pt x="578830" y="118254"/>
                </a:lnTo>
                <a:cubicBezTo>
                  <a:pt x="574945" y="123962"/>
                  <a:pt x="570543" y="128061"/>
                  <a:pt x="565624" y="130551"/>
                </a:cubicBezTo>
                <a:cubicBezTo>
                  <a:pt x="560707" y="133041"/>
                  <a:pt x="554788" y="134286"/>
                  <a:pt x="547868" y="134286"/>
                </a:cubicBezTo>
                <a:cubicBezTo>
                  <a:pt x="544589" y="134286"/>
                  <a:pt x="541219" y="133831"/>
                  <a:pt x="537758" y="132922"/>
                </a:cubicBezTo>
                <a:cubicBezTo>
                  <a:pt x="534299" y="132012"/>
                  <a:pt x="531143" y="130526"/>
                  <a:pt x="528290" y="128464"/>
                </a:cubicBezTo>
                <a:cubicBezTo>
                  <a:pt x="525436" y="126400"/>
                  <a:pt x="523069" y="123730"/>
                  <a:pt x="521186" y="120455"/>
                </a:cubicBezTo>
                <a:cubicBezTo>
                  <a:pt x="519304" y="117177"/>
                  <a:pt x="518363" y="113172"/>
                  <a:pt x="518363" y="108438"/>
                </a:cubicBezTo>
                <a:cubicBezTo>
                  <a:pt x="518363" y="101885"/>
                  <a:pt x="520032" y="96697"/>
                  <a:pt x="523371" y="92875"/>
                </a:cubicBezTo>
                <a:cubicBezTo>
                  <a:pt x="526709" y="89053"/>
                  <a:pt x="531171" y="86201"/>
                  <a:pt x="536757" y="84321"/>
                </a:cubicBezTo>
                <a:cubicBezTo>
                  <a:pt x="542343" y="82438"/>
                  <a:pt x="548748" y="81225"/>
                  <a:pt x="555972" y="80680"/>
                </a:cubicBezTo>
                <a:cubicBezTo>
                  <a:pt x="563198" y="80134"/>
                  <a:pt x="570696" y="79860"/>
                  <a:pt x="578466" y="79860"/>
                </a:cubicBezTo>
                <a:lnTo>
                  <a:pt x="578466" y="77115"/>
                </a:lnTo>
                <a:moveTo>
                  <a:pt x="574823" y="89643"/>
                </a:moveTo>
                <a:cubicBezTo>
                  <a:pt x="569724" y="89643"/>
                  <a:pt x="564594" y="89855"/>
                  <a:pt x="559432" y="90279"/>
                </a:cubicBezTo>
                <a:cubicBezTo>
                  <a:pt x="554272" y="90702"/>
                  <a:pt x="549598" y="91549"/>
                  <a:pt x="545409" y="92822"/>
                </a:cubicBezTo>
                <a:cubicBezTo>
                  <a:pt x="541222" y="94093"/>
                  <a:pt x="537792" y="95939"/>
                  <a:pt x="535121" y="98361"/>
                </a:cubicBezTo>
                <a:cubicBezTo>
                  <a:pt x="532449" y="100782"/>
                  <a:pt x="531113" y="103990"/>
                  <a:pt x="531113" y="107985"/>
                </a:cubicBezTo>
                <a:cubicBezTo>
                  <a:pt x="531113" y="111012"/>
                  <a:pt x="531689" y="113555"/>
                  <a:pt x="532842" y="115613"/>
                </a:cubicBezTo>
                <a:cubicBezTo>
                  <a:pt x="533996" y="117672"/>
                  <a:pt x="535544" y="119337"/>
                  <a:pt x="537486" y="120608"/>
                </a:cubicBezTo>
                <a:cubicBezTo>
                  <a:pt x="539429" y="121879"/>
                  <a:pt x="541585" y="122786"/>
                  <a:pt x="543953" y="123331"/>
                </a:cubicBezTo>
                <a:cubicBezTo>
                  <a:pt x="546320" y="123876"/>
                  <a:pt x="548719" y="124148"/>
                  <a:pt x="551148" y="124148"/>
                </a:cubicBezTo>
                <a:cubicBezTo>
                  <a:pt x="555518" y="124148"/>
                  <a:pt x="559403" y="123391"/>
                  <a:pt x="562803" y="121878"/>
                </a:cubicBezTo>
                <a:cubicBezTo>
                  <a:pt x="566203" y="120364"/>
                  <a:pt x="569056" y="118306"/>
                  <a:pt x="571363" y="115702"/>
                </a:cubicBezTo>
                <a:cubicBezTo>
                  <a:pt x="573670" y="113099"/>
                  <a:pt x="575430" y="110103"/>
                  <a:pt x="576643" y="106715"/>
                </a:cubicBezTo>
                <a:cubicBezTo>
                  <a:pt x="577859" y="103324"/>
                  <a:pt x="578466" y="99752"/>
                  <a:pt x="578466" y="95999"/>
                </a:cubicBezTo>
                <a:lnTo>
                  <a:pt x="578466" y="89643"/>
                </a:lnTo>
                <a:lnTo>
                  <a:pt x="574823" y="89643"/>
                </a:lnTo>
                <a:close/>
                <a:moveTo>
                  <a:pt x="622124" y="65609"/>
                </a:moveTo>
                <a:cubicBezTo>
                  <a:pt x="622124" y="63299"/>
                  <a:pt x="622063" y="60322"/>
                  <a:pt x="621940" y="56680"/>
                </a:cubicBezTo>
                <a:cubicBezTo>
                  <a:pt x="621820" y="53037"/>
                  <a:pt x="621638" y="49759"/>
                  <a:pt x="621396" y="46845"/>
                </a:cubicBezTo>
                <a:lnTo>
                  <a:pt x="633235" y="46845"/>
                </a:lnTo>
                <a:cubicBezTo>
                  <a:pt x="633477" y="49151"/>
                  <a:pt x="633659" y="51702"/>
                  <a:pt x="633779" y="54495"/>
                </a:cubicBezTo>
                <a:cubicBezTo>
                  <a:pt x="633902" y="57288"/>
                  <a:pt x="633963" y="59594"/>
                  <a:pt x="633963" y="61415"/>
                </a:cubicBezTo>
                <a:lnTo>
                  <a:pt x="634327" y="61415"/>
                </a:lnTo>
                <a:cubicBezTo>
                  <a:pt x="636756" y="56432"/>
                  <a:pt x="640398" y="52391"/>
                  <a:pt x="645254" y="49293"/>
                </a:cubicBezTo>
                <a:cubicBezTo>
                  <a:pt x="650112" y="46193"/>
                  <a:pt x="655577" y="44644"/>
                  <a:pt x="661648" y="44644"/>
                </a:cubicBezTo>
                <a:cubicBezTo>
                  <a:pt x="663227" y="44644"/>
                  <a:pt x="664653" y="44715"/>
                  <a:pt x="665928" y="44858"/>
                </a:cubicBezTo>
                <a:cubicBezTo>
                  <a:pt x="667203" y="45000"/>
                  <a:pt x="668508" y="45285"/>
                  <a:pt x="669844" y="45711"/>
                </a:cubicBezTo>
                <a:lnTo>
                  <a:pt x="668204" y="57300"/>
                </a:lnTo>
                <a:cubicBezTo>
                  <a:pt x="667476" y="57057"/>
                  <a:pt x="666261" y="56814"/>
                  <a:pt x="664561" y="56571"/>
                </a:cubicBezTo>
                <a:cubicBezTo>
                  <a:pt x="662862" y="56327"/>
                  <a:pt x="661162" y="56205"/>
                  <a:pt x="659461" y="56205"/>
                </a:cubicBezTo>
                <a:cubicBezTo>
                  <a:pt x="656184" y="56205"/>
                  <a:pt x="653026" y="56812"/>
                  <a:pt x="649990" y="58028"/>
                </a:cubicBezTo>
                <a:cubicBezTo>
                  <a:pt x="646955" y="59241"/>
                  <a:pt x="644314" y="61153"/>
                  <a:pt x="642067" y="63764"/>
                </a:cubicBezTo>
                <a:cubicBezTo>
                  <a:pt x="639821" y="66374"/>
                  <a:pt x="638000" y="69714"/>
                  <a:pt x="636603" y="73782"/>
                </a:cubicBezTo>
                <a:cubicBezTo>
                  <a:pt x="635208" y="77849"/>
                  <a:pt x="634510" y="82736"/>
                  <a:pt x="634510" y="88442"/>
                </a:cubicBezTo>
                <a:lnTo>
                  <a:pt x="634510" y="132152"/>
                </a:lnTo>
                <a:lnTo>
                  <a:pt x="622124" y="132152"/>
                </a:lnTo>
                <a:lnTo>
                  <a:pt x="622124" y="65609"/>
                </a:lnTo>
                <a:close/>
                <a:moveTo>
                  <a:pt x="700458" y="132152"/>
                </a:moveTo>
                <a:lnTo>
                  <a:pt x="688075" y="132152"/>
                </a:lnTo>
                <a:lnTo>
                  <a:pt x="688075" y="46914"/>
                </a:lnTo>
                <a:lnTo>
                  <a:pt x="700458" y="46914"/>
                </a:lnTo>
                <a:lnTo>
                  <a:pt x="700458" y="132152"/>
                </a:lnTo>
                <a:moveTo>
                  <a:pt x="703010" y="14051"/>
                </a:moveTo>
                <a:cubicBezTo>
                  <a:pt x="703010" y="16593"/>
                  <a:pt x="702099" y="18681"/>
                  <a:pt x="700278" y="20315"/>
                </a:cubicBezTo>
                <a:cubicBezTo>
                  <a:pt x="698457" y="21949"/>
                  <a:pt x="696453" y="22766"/>
                  <a:pt x="694267" y="22766"/>
                </a:cubicBezTo>
                <a:cubicBezTo>
                  <a:pt x="692080" y="22766"/>
                  <a:pt x="690077" y="21949"/>
                  <a:pt x="688255" y="20315"/>
                </a:cubicBezTo>
                <a:cubicBezTo>
                  <a:pt x="686434" y="18681"/>
                  <a:pt x="685524" y="16593"/>
                  <a:pt x="685524" y="14051"/>
                </a:cubicBezTo>
                <a:cubicBezTo>
                  <a:pt x="685524" y="11509"/>
                  <a:pt x="686434" y="9421"/>
                  <a:pt x="688255" y="7787"/>
                </a:cubicBezTo>
                <a:cubicBezTo>
                  <a:pt x="690077" y="6153"/>
                  <a:pt x="692080" y="5336"/>
                  <a:pt x="694267" y="5336"/>
                </a:cubicBezTo>
                <a:cubicBezTo>
                  <a:pt x="696453" y="5336"/>
                  <a:pt x="698457" y="6153"/>
                  <a:pt x="700278" y="7787"/>
                </a:cubicBezTo>
                <a:cubicBezTo>
                  <a:pt x="702099" y="9421"/>
                  <a:pt x="703010" y="11509"/>
                  <a:pt x="703010" y="14051"/>
                </a:cubicBezTo>
                <a:close/>
                <a:moveTo>
                  <a:pt x="778776" y="66982"/>
                </a:moveTo>
                <a:cubicBezTo>
                  <a:pt x="776955" y="63460"/>
                  <a:pt x="774192" y="60576"/>
                  <a:pt x="770489" y="58331"/>
                </a:cubicBezTo>
                <a:cubicBezTo>
                  <a:pt x="766785" y="56083"/>
                  <a:pt x="762566" y="54960"/>
                  <a:pt x="757830" y="54960"/>
                </a:cubicBezTo>
                <a:cubicBezTo>
                  <a:pt x="755646" y="54960"/>
                  <a:pt x="753460" y="55203"/>
                  <a:pt x="751274" y="55690"/>
                </a:cubicBezTo>
                <a:cubicBezTo>
                  <a:pt x="749088" y="56176"/>
                  <a:pt x="747144" y="56966"/>
                  <a:pt x="745444" y="58061"/>
                </a:cubicBezTo>
                <a:cubicBezTo>
                  <a:pt x="743745" y="59154"/>
                  <a:pt x="742379" y="60552"/>
                  <a:pt x="741347" y="62255"/>
                </a:cubicBezTo>
                <a:cubicBezTo>
                  <a:pt x="740315" y="63956"/>
                  <a:pt x="739799" y="65961"/>
                  <a:pt x="739799" y="68271"/>
                </a:cubicBezTo>
                <a:cubicBezTo>
                  <a:pt x="739799" y="72284"/>
                  <a:pt x="741438" y="75354"/>
                  <a:pt x="744715" y="77481"/>
                </a:cubicBezTo>
                <a:cubicBezTo>
                  <a:pt x="747995" y="79608"/>
                  <a:pt x="753156" y="81402"/>
                  <a:pt x="760198" y="82862"/>
                </a:cubicBezTo>
                <a:cubicBezTo>
                  <a:pt x="770277" y="84928"/>
                  <a:pt x="777714" y="87936"/>
                  <a:pt x="782508" y="91888"/>
                </a:cubicBezTo>
                <a:cubicBezTo>
                  <a:pt x="787305" y="95838"/>
                  <a:pt x="789704" y="101157"/>
                  <a:pt x="789704" y="107843"/>
                </a:cubicBezTo>
                <a:cubicBezTo>
                  <a:pt x="789704" y="112707"/>
                  <a:pt x="788762" y="116810"/>
                  <a:pt x="786880" y="120155"/>
                </a:cubicBezTo>
                <a:cubicBezTo>
                  <a:pt x="784998" y="123497"/>
                  <a:pt x="782538" y="126232"/>
                  <a:pt x="779501" y="128361"/>
                </a:cubicBezTo>
                <a:cubicBezTo>
                  <a:pt x="776467" y="130488"/>
                  <a:pt x="773037" y="132007"/>
                  <a:pt x="769213" y="132919"/>
                </a:cubicBezTo>
                <a:cubicBezTo>
                  <a:pt x="765389" y="133831"/>
                  <a:pt x="761535" y="134286"/>
                  <a:pt x="757649" y="134286"/>
                </a:cubicBezTo>
                <a:cubicBezTo>
                  <a:pt x="751213" y="134286"/>
                  <a:pt x="744959" y="132960"/>
                  <a:pt x="738888" y="130307"/>
                </a:cubicBezTo>
                <a:cubicBezTo>
                  <a:pt x="732818" y="127652"/>
                  <a:pt x="727840" y="123477"/>
                  <a:pt x="723953" y="117784"/>
                </a:cubicBezTo>
                <a:lnTo>
                  <a:pt x="733788" y="110497"/>
                </a:lnTo>
                <a:cubicBezTo>
                  <a:pt x="735974" y="114262"/>
                  <a:pt x="739192" y="117419"/>
                  <a:pt x="743440" y="119968"/>
                </a:cubicBezTo>
                <a:cubicBezTo>
                  <a:pt x="747690" y="122518"/>
                  <a:pt x="752365" y="123792"/>
                  <a:pt x="757466" y="123792"/>
                </a:cubicBezTo>
                <a:cubicBezTo>
                  <a:pt x="760138" y="123792"/>
                  <a:pt x="762687" y="123550"/>
                  <a:pt x="765114" y="123064"/>
                </a:cubicBezTo>
                <a:cubicBezTo>
                  <a:pt x="767543" y="122577"/>
                  <a:pt x="769668" y="121726"/>
                  <a:pt x="771489" y="120510"/>
                </a:cubicBezTo>
                <a:cubicBezTo>
                  <a:pt x="773311" y="119295"/>
                  <a:pt x="774768" y="117745"/>
                  <a:pt x="775861" y="115861"/>
                </a:cubicBezTo>
                <a:cubicBezTo>
                  <a:pt x="776954" y="113975"/>
                  <a:pt x="777501" y="111634"/>
                  <a:pt x="777501" y="108838"/>
                </a:cubicBezTo>
                <a:cubicBezTo>
                  <a:pt x="777501" y="104340"/>
                  <a:pt x="775345" y="100966"/>
                  <a:pt x="771034" y="98717"/>
                </a:cubicBezTo>
                <a:cubicBezTo>
                  <a:pt x="766724" y="96467"/>
                  <a:pt x="760502" y="94370"/>
                  <a:pt x="752366" y="92425"/>
                </a:cubicBezTo>
                <a:cubicBezTo>
                  <a:pt x="749817" y="91817"/>
                  <a:pt x="747115" y="91057"/>
                  <a:pt x="744260" y="90146"/>
                </a:cubicBezTo>
                <a:cubicBezTo>
                  <a:pt x="741406" y="89234"/>
                  <a:pt x="738765" y="87897"/>
                  <a:pt x="736336" y="86136"/>
                </a:cubicBezTo>
                <a:cubicBezTo>
                  <a:pt x="733909" y="84372"/>
                  <a:pt x="731907" y="82152"/>
                  <a:pt x="730328" y="79477"/>
                </a:cubicBezTo>
                <a:cubicBezTo>
                  <a:pt x="728749" y="76801"/>
                  <a:pt x="727960" y="73458"/>
                  <a:pt x="727960" y="69447"/>
                </a:cubicBezTo>
                <a:cubicBezTo>
                  <a:pt x="727960" y="65069"/>
                  <a:pt x="728810" y="61330"/>
                  <a:pt x="730509" y="58231"/>
                </a:cubicBezTo>
                <a:cubicBezTo>
                  <a:pt x="732209" y="55129"/>
                  <a:pt x="734486" y="52576"/>
                  <a:pt x="737340" y="50571"/>
                </a:cubicBezTo>
                <a:cubicBezTo>
                  <a:pt x="740193" y="48565"/>
                  <a:pt x="743441" y="47075"/>
                  <a:pt x="747083" y="46103"/>
                </a:cubicBezTo>
                <a:cubicBezTo>
                  <a:pt x="750728" y="45130"/>
                  <a:pt x="754492" y="44644"/>
                  <a:pt x="758378" y="44644"/>
                </a:cubicBezTo>
                <a:cubicBezTo>
                  <a:pt x="764327" y="44644"/>
                  <a:pt x="770093" y="45971"/>
                  <a:pt x="775677" y="48626"/>
                </a:cubicBezTo>
                <a:cubicBezTo>
                  <a:pt x="781263" y="51279"/>
                  <a:pt x="785453" y="55030"/>
                  <a:pt x="788247" y="59879"/>
                </a:cubicBezTo>
                <a:lnTo>
                  <a:pt x="778776" y="66982"/>
                </a:lnTo>
                <a:close/>
                <a:moveTo>
                  <a:pt x="899053" y="89465"/>
                </a:moveTo>
                <a:cubicBezTo>
                  <a:pt x="899053" y="95903"/>
                  <a:pt x="897930" y="101855"/>
                  <a:pt x="895682" y="107321"/>
                </a:cubicBezTo>
                <a:cubicBezTo>
                  <a:pt x="893437" y="112786"/>
                  <a:pt x="890310" y="117524"/>
                  <a:pt x="886303" y="121533"/>
                </a:cubicBezTo>
                <a:cubicBezTo>
                  <a:pt x="882297" y="125540"/>
                  <a:pt x="877501" y="128668"/>
                  <a:pt x="871915" y="130915"/>
                </a:cubicBezTo>
                <a:cubicBezTo>
                  <a:pt x="866331" y="133163"/>
                  <a:pt x="860200" y="134286"/>
                  <a:pt x="853520" y="134286"/>
                </a:cubicBezTo>
                <a:cubicBezTo>
                  <a:pt x="846964" y="134286"/>
                  <a:pt x="840892" y="133163"/>
                  <a:pt x="835306" y="130915"/>
                </a:cubicBezTo>
                <a:cubicBezTo>
                  <a:pt x="829722" y="128668"/>
                  <a:pt x="824926" y="125540"/>
                  <a:pt x="820919" y="121533"/>
                </a:cubicBezTo>
                <a:cubicBezTo>
                  <a:pt x="816913" y="117524"/>
                  <a:pt x="813787" y="112786"/>
                  <a:pt x="811539" y="107321"/>
                </a:cubicBezTo>
                <a:cubicBezTo>
                  <a:pt x="809294" y="101855"/>
                  <a:pt x="808171" y="95903"/>
                  <a:pt x="808171" y="89465"/>
                </a:cubicBezTo>
                <a:cubicBezTo>
                  <a:pt x="808171" y="83027"/>
                  <a:pt x="809294" y="77075"/>
                  <a:pt x="811539" y="71609"/>
                </a:cubicBezTo>
                <a:cubicBezTo>
                  <a:pt x="813787" y="66144"/>
                  <a:pt x="816913" y="61407"/>
                  <a:pt x="820919" y="57400"/>
                </a:cubicBezTo>
                <a:cubicBezTo>
                  <a:pt x="824926" y="53390"/>
                  <a:pt x="829722" y="50262"/>
                  <a:pt x="835306" y="48015"/>
                </a:cubicBezTo>
                <a:cubicBezTo>
                  <a:pt x="840892" y="45767"/>
                  <a:pt x="846964" y="44644"/>
                  <a:pt x="853520" y="44644"/>
                </a:cubicBezTo>
                <a:cubicBezTo>
                  <a:pt x="860200" y="44644"/>
                  <a:pt x="866331" y="45767"/>
                  <a:pt x="871915" y="48015"/>
                </a:cubicBezTo>
                <a:cubicBezTo>
                  <a:pt x="877501" y="50262"/>
                  <a:pt x="882297" y="53390"/>
                  <a:pt x="886303" y="57400"/>
                </a:cubicBezTo>
                <a:cubicBezTo>
                  <a:pt x="890310" y="61407"/>
                  <a:pt x="893437" y="66144"/>
                  <a:pt x="895682" y="71609"/>
                </a:cubicBezTo>
                <a:cubicBezTo>
                  <a:pt x="897930" y="77075"/>
                  <a:pt x="899053" y="83027"/>
                  <a:pt x="899053" y="89465"/>
                </a:cubicBezTo>
                <a:moveTo>
                  <a:pt x="885941" y="89468"/>
                </a:moveTo>
                <a:cubicBezTo>
                  <a:pt x="885941" y="84721"/>
                  <a:pt x="885183" y="80248"/>
                  <a:pt x="883665" y="76050"/>
                </a:cubicBezTo>
                <a:cubicBezTo>
                  <a:pt x="882148" y="71850"/>
                  <a:pt x="879992" y="68198"/>
                  <a:pt x="877198" y="65095"/>
                </a:cubicBezTo>
                <a:cubicBezTo>
                  <a:pt x="874406" y="61990"/>
                  <a:pt x="871007" y="59525"/>
                  <a:pt x="866999" y="57700"/>
                </a:cubicBezTo>
                <a:cubicBezTo>
                  <a:pt x="862994" y="55873"/>
                  <a:pt x="858502" y="54960"/>
                  <a:pt x="853523" y="54960"/>
                </a:cubicBezTo>
                <a:cubicBezTo>
                  <a:pt x="848545" y="54960"/>
                  <a:pt x="844083" y="55873"/>
                  <a:pt x="840136" y="57700"/>
                </a:cubicBezTo>
                <a:cubicBezTo>
                  <a:pt x="836190" y="59525"/>
                  <a:pt x="832820" y="61990"/>
                  <a:pt x="830026" y="65095"/>
                </a:cubicBezTo>
                <a:cubicBezTo>
                  <a:pt x="827234" y="68198"/>
                  <a:pt x="825079" y="71850"/>
                  <a:pt x="823562" y="76050"/>
                </a:cubicBezTo>
                <a:cubicBezTo>
                  <a:pt x="822044" y="80248"/>
                  <a:pt x="821286" y="84721"/>
                  <a:pt x="821286" y="89468"/>
                </a:cubicBezTo>
                <a:cubicBezTo>
                  <a:pt x="821286" y="94214"/>
                  <a:pt x="822044" y="98688"/>
                  <a:pt x="823562" y="102888"/>
                </a:cubicBezTo>
                <a:cubicBezTo>
                  <a:pt x="825079" y="107086"/>
                  <a:pt x="827234" y="110738"/>
                  <a:pt x="830026" y="113843"/>
                </a:cubicBezTo>
                <a:cubicBezTo>
                  <a:pt x="832820" y="116947"/>
                  <a:pt x="836190" y="119381"/>
                  <a:pt x="840136" y="121147"/>
                </a:cubicBezTo>
                <a:cubicBezTo>
                  <a:pt x="844083" y="122910"/>
                  <a:pt x="848545" y="123792"/>
                  <a:pt x="853523" y="123792"/>
                </a:cubicBezTo>
                <a:cubicBezTo>
                  <a:pt x="858502" y="123792"/>
                  <a:pt x="862994" y="122910"/>
                  <a:pt x="866999" y="121147"/>
                </a:cubicBezTo>
                <a:cubicBezTo>
                  <a:pt x="871007" y="119381"/>
                  <a:pt x="874406" y="116947"/>
                  <a:pt x="877198" y="113843"/>
                </a:cubicBezTo>
                <a:cubicBezTo>
                  <a:pt x="879992" y="110738"/>
                  <a:pt x="882148" y="107086"/>
                  <a:pt x="883665" y="102888"/>
                </a:cubicBezTo>
                <a:cubicBezTo>
                  <a:pt x="885183" y="98688"/>
                  <a:pt x="885941" y="94214"/>
                  <a:pt x="885941" y="89468"/>
                </a:cubicBezTo>
                <a:close/>
                <a:moveTo>
                  <a:pt x="936775" y="46845"/>
                </a:moveTo>
                <a:cubicBezTo>
                  <a:pt x="937017" y="49151"/>
                  <a:pt x="937199" y="51702"/>
                  <a:pt x="937319" y="54495"/>
                </a:cubicBezTo>
                <a:cubicBezTo>
                  <a:pt x="937442" y="57288"/>
                  <a:pt x="937503" y="59594"/>
                  <a:pt x="937503" y="61415"/>
                </a:cubicBezTo>
                <a:lnTo>
                  <a:pt x="937867" y="61415"/>
                </a:lnTo>
                <a:cubicBezTo>
                  <a:pt x="940296" y="56432"/>
                  <a:pt x="944242" y="52391"/>
                  <a:pt x="949706" y="49293"/>
                </a:cubicBezTo>
                <a:cubicBezTo>
                  <a:pt x="955169" y="46193"/>
                  <a:pt x="960937" y="44644"/>
                  <a:pt x="967008" y="44644"/>
                </a:cubicBezTo>
                <a:cubicBezTo>
                  <a:pt x="977814" y="44644"/>
                  <a:pt x="985917" y="47865"/>
                  <a:pt x="991320" y="54306"/>
                </a:cubicBezTo>
                <a:cubicBezTo>
                  <a:pt x="996724" y="60748"/>
                  <a:pt x="999427" y="69256"/>
                  <a:pt x="999427" y="79830"/>
                </a:cubicBezTo>
                <a:lnTo>
                  <a:pt x="999427" y="132152"/>
                </a:lnTo>
                <a:lnTo>
                  <a:pt x="987043" y="132152"/>
                </a:lnTo>
                <a:lnTo>
                  <a:pt x="987043" y="84888"/>
                </a:lnTo>
                <a:cubicBezTo>
                  <a:pt x="987043" y="80386"/>
                  <a:pt x="986679" y="76310"/>
                  <a:pt x="985951" y="72662"/>
                </a:cubicBezTo>
                <a:cubicBezTo>
                  <a:pt x="985223" y="69013"/>
                  <a:pt x="983978" y="65880"/>
                  <a:pt x="982216" y="63264"/>
                </a:cubicBezTo>
                <a:cubicBezTo>
                  <a:pt x="980456" y="60647"/>
                  <a:pt x="978088" y="58609"/>
                  <a:pt x="975112" y="57149"/>
                </a:cubicBezTo>
                <a:cubicBezTo>
                  <a:pt x="972139" y="55690"/>
                  <a:pt x="968405" y="54960"/>
                  <a:pt x="963912" y="54960"/>
                </a:cubicBezTo>
                <a:cubicBezTo>
                  <a:pt x="960635" y="54960"/>
                  <a:pt x="957447" y="55629"/>
                  <a:pt x="954350" y="56969"/>
                </a:cubicBezTo>
                <a:cubicBezTo>
                  <a:pt x="951254" y="58307"/>
                  <a:pt x="948491" y="60345"/>
                  <a:pt x="946062" y="63083"/>
                </a:cubicBezTo>
                <a:cubicBezTo>
                  <a:pt x="943635" y="65819"/>
                  <a:pt x="941693" y="69286"/>
                  <a:pt x="940235" y="73482"/>
                </a:cubicBezTo>
                <a:cubicBezTo>
                  <a:pt x="938778" y="77679"/>
                  <a:pt x="938050" y="82637"/>
                  <a:pt x="938050" y="88356"/>
                </a:cubicBezTo>
                <a:lnTo>
                  <a:pt x="938050" y="132152"/>
                </a:lnTo>
                <a:lnTo>
                  <a:pt x="925664" y="132152"/>
                </a:lnTo>
                <a:lnTo>
                  <a:pt x="925664" y="65609"/>
                </a:lnTo>
                <a:cubicBezTo>
                  <a:pt x="925664" y="63299"/>
                  <a:pt x="925603" y="60322"/>
                  <a:pt x="925480" y="56680"/>
                </a:cubicBezTo>
                <a:cubicBezTo>
                  <a:pt x="925360" y="53037"/>
                  <a:pt x="925178" y="49759"/>
                  <a:pt x="924936" y="46845"/>
                </a:cubicBezTo>
                <a:lnTo>
                  <a:pt x="936775" y="468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380CA-1829-4CF8-AAB4-A2B92C0C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798" y="46327"/>
            <a:ext cx="1488379" cy="630848"/>
          </a:xfrm>
          <a:custGeom xmlns:a="http://schemas.openxmlformats.org/drawingml/2006/main">
            <a:pathLst>
              <a:path w="1488379" h="630848" fill="none">
                <a:moveTo>
                  <a:pt x="0" y="105144"/>
                </a:moveTo>
                <a:cubicBezTo>
                  <a:pt x="0" y="47074"/>
                  <a:pt x="47074" y="0"/>
                  <a:pt x="105144" y="0"/>
                </a:cubicBezTo>
                <a:lnTo>
                  <a:pt x="1383235" y="0"/>
                </a:lnTo>
                <a:cubicBezTo>
                  <a:pt x="1441304" y="0"/>
                  <a:pt x="1488379" y="47074"/>
                  <a:pt x="1488379" y="105144"/>
                </a:cubicBezTo>
                <a:lnTo>
                  <a:pt x="1488379" y="525704"/>
                </a:lnTo>
                <a:cubicBezTo>
                  <a:pt x="1488379" y="583773"/>
                  <a:pt x="1441304" y="630848"/>
                  <a:pt x="1383235" y="630848"/>
                </a:cubicBezTo>
                <a:lnTo>
                  <a:pt x="105144" y="630848"/>
                </a:lnTo>
                <a:cubicBezTo>
                  <a:pt x="47074" y="630848"/>
                  <a:pt x="0" y="583773"/>
                  <a:pt x="0" y="525704"/>
                </a:cubicBezTo>
                <a:lnTo>
                  <a:pt x="0" y="1051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36" name="Text CaseSelection">
            <a:extLst xmlns:a="http://schemas.openxmlformats.org/drawingml/2006/main">
              <a:ext uri="{FF2B5EF4-FFF2-40B4-BE49-F238E27FC236}">
                <a16:creationId xmlns:a16="http://schemas.microsoft.com/office/drawing/2014/main" id="{1A6F5D23-AECC-4286-AF49-03BA8C5B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402" y="276551"/>
            <a:ext cx="1197254" cy="140892"/>
          </a:xfrm>
          <a:custGeom xmlns:a="http://schemas.openxmlformats.org/drawingml/2006/main">
            <a:pathLst>
              <a:path w="1197254" h="140892">
                <a:moveTo>
                  <a:pt x="115472" y="116764"/>
                </a:moveTo>
                <a:cubicBezTo>
                  <a:pt x="113286" y="120042"/>
                  <a:pt x="110644" y="123139"/>
                  <a:pt x="107549" y="126057"/>
                </a:cubicBezTo>
                <a:cubicBezTo>
                  <a:pt x="104453" y="128974"/>
                  <a:pt x="100870" y="131533"/>
                  <a:pt x="96802" y="133736"/>
                </a:cubicBezTo>
                <a:cubicBezTo>
                  <a:pt x="92735" y="135937"/>
                  <a:pt x="88243" y="137680"/>
                  <a:pt x="83326" y="138964"/>
                </a:cubicBezTo>
                <a:cubicBezTo>
                  <a:pt x="78409" y="140249"/>
                  <a:pt x="73036" y="140892"/>
                  <a:pt x="67207" y="140892"/>
                </a:cubicBezTo>
                <a:cubicBezTo>
                  <a:pt x="57493" y="140892"/>
                  <a:pt x="48507" y="139194"/>
                  <a:pt x="40250" y="135798"/>
                </a:cubicBezTo>
                <a:cubicBezTo>
                  <a:pt x="31994" y="132402"/>
                  <a:pt x="24892" y="127703"/>
                  <a:pt x="18942" y="121700"/>
                </a:cubicBezTo>
                <a:cubicBezTo>
                  <a:pt x="12993" y="115695"/>
                  <a:pt x="8348" y="108569"/>
                  <a:pt x="5008" y="100323"/>
                </a:cubicBezTo>
                <a:cubicBezTo>
                  <a:pt x="1669" y="92074"/>
                  <a:pt x="0" y="83039"/>
                  <a:pt x="0" y="73215"/>
                </a:cubicBezTo>
                <a:cubicBezTo>
                  <a:pt x="0" y="63392"/>
                  <a:pt x="1700" y="54357"/>
                  <a:pt x="5100" y="46111"/>
                </a:cubicBezTo>
                <a:cubicBezTo>
                  <a:pt x="8499" y="37863"/>
                  <a:pt x="13204" y="30737"/>
                  <a:pt x="19215" y="24734"/>
                </a:cubicBezTo>
                <a:cubicBezTo>
                  <a:pt x="25225" y="18729"/>
                  <a:pt x="32327" y="14029"/>
                  <a:pt x="40522" y="10633"/>
                </a:cubicBezTo>
                <a:cubicBezTo>
                  <a:pt x="48719" y="7237"/>
                  <a:pt x="57614" y="5539"/>
                  <a:pt x="67207" y="5539"/>
                </a:cubicBezTo>
                <a:cubicBezTo>
                  <a:pt x="71943" y="5539"/>
                  <a:pt x="76587" y="6029"/>
                  <a:pt x="81139" y="7009"/>
                </a:cubicBezTo>
                <a:cubicBezTo>
                  <a:pt x="85693" y="7987"/>
                  <a:pt x="89973" y="9363"/>
                  <a:pt x="93978" y="11136"/>
                </a:cubicBezTo>
                <a:cubicBezTo>
                  <a:pt x="97986" y="12909"/>
                  <a:pt x="101628" y="15044"/>
                  <a:pt x="104906" y="17542"/>
                </a:cubicBezTo>
                <a:cubicBezTo>
                  <a:pt x="108185" y="20039"/>
                  <a:pt x="110918" y="22866"/>
                  <a:pt x="113104" y="26024"/>
                </a:cubicBezTo>
                <a:lnTo>
                  <a:pt x="102177" y="34036"/>
                </a:lnTo>
                <a:cubicBezTo>
                  <a:pt x="100841" y="31972"/>
                  <a:pt x="99049" y="29908"/>
                  <a:pt x="96802" y="27844"/>
                </a:cubicBezTo>
                <a:cubicBezTo>
                  <a:pt x="94556" y="25780"/>
                  <a:pt x="91915" y="23959"/>
                  <a:pt x="88879" y="22380"/>
                </a:cubicBezTo>
                <a:cubicBezTo>
                  <a:pt x="85844" y="20802"/>
                  <a:pt x="82536" y="19527"/>
                  <a:pt x="78954" y="18556"/>
                </a:cubicBezTo>
                <a:cubicBezTo>
                  <a:pt x="75373" y="17585"/>
                  <a:pt x="71517" y="17100"/>
                  <a:pt x="67388" y="17100"/>
                </a:cubicBezTo>
                <a:cubicBezTo>
                  <a:pt x="59010" y="17100"/>
                  <a:pt x="51512" y="18614"/>
                  <a:pt x="44894" y="21641"/>
                </a:cubicBezTo>
                <a:cubicBezTo>
                  <a:pt x="38278" y="24666"/>
                  <a:pt x="32662" y="28753"/>
                  <a:pt x="28047" y="33900"/>
                </a:cubicBezTo>
                <a:cubicBezTo>
                  <a:pt x="23433" y="39045"/>
                  <a:pt x="19912" y="45008"/>
                  <a:pt x="17483" y="51789"/>
                </a:cubicBezTo>
                <a:cubicBezTo>
                  <a:pt x="15056" y="58568"/>
                  <a:pt x="13843" y="65710"/>
                  <a:pt x="13843" y="73215"/>
                </a:cubicBezTo>
                <a:cubicBezTo>
                  <a:pt x="13843" y="80721"/>
                  <a:pt x="15087" y="87864"/>
                  <a:pt x="17575" y="94645"/>
                </a:cubicBezTo>
                <a:cubicBezTo>
                  <a:pt x="20065" y="101424"/>
                  <a:pt x="23617" y="107387"/>
                  <a:pt x="28230" y="112534"/>
                </a:cubicBezTo>
                <a:cubicBezTo>
                  <a:pt x="32843" y="117679"/>
                  <a:pt x="38459" y="121765"/>
                  <a:pt x="45077" y="124793"/>
                </a:cubicBezTo>
                <a:cubicBezTo>
                  <a:pt x="51695" y="127818"/>
                  <a:pt x="59132" y="129331"/>
                  <a:pt x="67388" y="129331"/>
                </a:cubicBezTo>
                <a:cubicBezTo>
                  <a:pt x="74795" y="129331"/>
                  <a:pt x="81837" y="127814"/>
                  <a:pt x="88514" y="124779"/>
                </a:cubicBezTo>
                <a:cubicBezTo>
                  <a:pt x="95194" y="121742"/>
                  <a:pt x="100780" y="116885"/>
                  <a:pt x="105272" y="110208"/>
                </a:cubicBezTo>
                <a:lnTo>
                  <a:pt x="115472" y="116764"/>
                </a:lnTo>
                <a:close/>
                <a:moveTo>
                  <a:pt x="188177" y="82653"/>
                </a:moveTo>
                <a:cubicBezTo>
                  <a:pt x="188177" y="75207"/>
                  <a:pt x="186235" y="69654"/>
                  <a:pt x="182350" y="65993"/>
                </a:cubicBezTo>
                <a:cubicBezTo>
                  <a:pt x="178464" y="62330"/>
                  <a:pt x="172818" y="60498"/>
                  <a:pt x="165411" y="60498"/>
                </a:cubicBezTo>
                <a:cubicBezTo>
                  <a:pt x="160312" y="60498"/>
                  <a:pt x="155577" y="61409"/>
                  <a:pt x="151204" y="63230"/>
                </a:cubicBezTo>
                <a:cubicBezTo>
                  <a:pt x="146834" y="65051"/>
                  <a:pt x="143131" y="67480"/>
                  <a:pt x="140096" y="70517"/>
                </a:cubicBezTo>
                <a:lnTo>
                  <a:pt x="133173" y="62321"/>
                </a:lnTo>
                <a:cubicBezTo>
                  <a:pt x="136695" y="58814"/>
                  <a:pt x="141340" y="55915"/>
                  <a:pt x="147108" y="53623"/>
                </a:cubicBezTo>
                <a:cubicBezTo>
                  <a:pt x="152875" y="51329"/>
                  <a:pt x="159402" y="50182"/>
                  <a:pt x="166687" y="50182"/>
                </a:cubicBezTo>
                <a:cubicBezTo>
                  <a:pt x="171302" y="50182"/>
                  <a:pt x="175612" y="50821"/>
                  <a:pt x="179618" y="52097"/>
                </a:cubicBezTo>
                <a:cubicBezTo>
                  <a:pt x="183625" y="53374"/>
                  <a:pt x="187146" y="55288"/>
                  <a:pt x="190181" y="57841"/>
                </a:cubicBezTo>
                <a:cubicBezTo>
                  <a:pt x="193218" y="60393"/>
                  <a:pt x="195586" y="63613"/>
                  <a:pt x="197285" y="67502"/>
                </a:cubicBezTo>
                <a:cubicBezTo>
                  <a:pt x="198985" y="71391"/>
                  <a:pt x="199836" y="75948"/>
                  <a:pt x="199836" y="81175"/>
                </a:cubicBezTo>
                <a:lnTo>
                  <a:pt x="199836" y="118548"/>
                </a:lnTo>
                <a:cubicBezTo>
                  <a:pt x="199836" y="121829"/>
                  <a:pt x="199957" y="125233"/>
                  <a:pt x="200200" y="128759"/>
                </a:cubicBezTo>
                <a:cubicBezTo>
                  <a:pt x="200443" y="132283"/>
                  <a:pt x="200807" y="135260"/>
                  <a:pt x="201292" y="137691"/>
                </a:cubicBezTo>
                <a:lnTo>
                  <a:pt x="190184" y="137691"/>
                </a:lnTo>
                <a:cubicBezTo>
                  <a:pt x="189819" y="135617"/>
                  <a:pt x="189515" y="133362"/>
                  <a:pt x="189272" y="130924"/>
                </a:cubicBezTo>
                <a:cubicBezTo>
                  <a:pt x="189030" y="128485"/>
                  <a:pt x="188908" y="126108"/>
                  <a:pt x="188908" y="123792"/>
                </a:cubicBezTo>
                <a:lnTo>
                  <a:pt x="188541" y="123792"/>
                </a:lnTo>
                <a:cubicBezTo>
                  <a:pt x="184656" y="129501"/>
                  <a:pt x="180254" y="133600"/>
                  <a:pt x="175335" y="136090"/>
                </a:cubicBezTo>
                <a:cubicBezTo>
                  <a:pt x="170418" y="138580"/>
                  <a:pt x="164499" y="139825"/>
                  <a:pt x="157579" y="139825"/>
                </a:cubicBezTo>
                <a:cubicBezTo>
                  <a:pt x="154300" y="139825"/>
                  <a:pt x="150930" y="139370"/>
                  <a:pt x="147469" y="138460"/>
                </a:cubicBezTo>
                <a:cubicBezTo>
                  <a:pt x="144010" y="137551"/>
                  <a:pt x="140854" y="136065"/>
                  <a:pt x="138001" y="134003"/>
                </a:cubicBezTo>
                <a:cubicBezTo>
                  <a:pt x="135147" y="131939"/>
                  <a:pt x="132780" y="129269"/>
                  <a:pt x="130897" y="125993"/>
                </a:cubicBezTo>
                <a:cubicBezTo>
                  <a:pt x="129015" y="122716"/>
                  <a:pt x="128074" y="118710"/>
                  <a:pt x="128074" y="113977"/>
                </a:cubicBezTo>
                <a:cubicBezTo>
                  <a:pt x="128074" y="107423"/>
                  <a:pt x="129743" y="102236"/>
                  <a:pt x="133082" y="98414"/>
                </a:cubicBezTo>
                <a:cubicBezTo>
                  <a:pt x="136420" y="94591"/>
                  <a:pt x="140883" y="91740"/>
                  <a:pt x="146469" y="89860"/>
                </a:cubicBezTo>
                <a:cubicBezTo>
                  <a:pt x="152055" y="87977"/>
                  <a:pt x="158460" y="86764"/>
                  <a:pt x="165683" y="86219"/>
                </a:cubicBezTo>
                <a:cubicBezTo>
                  <a:pt x="172909" y="85672"/>
                  <a:pt x="180407" y="85399"/>
                  <a:pt x="188177" y="85399"/>
                </a:cubicBezTo>
                <a:lnTo>
                  <a:pt x="188177" y="82653"/>
                </a:lnTo>
                <a:moveTo>
                  <a:pt x="184534" y="95182"/>
                </a:moveTo>
                <a:cubicBezTo>
                  <a:pt x="179435" y="95182"/>
                  <a:pt x="174305" y="95394"/>
                  <a:pt x="169143" y="95818"/>
                </a:cubicBezTo>
                <a:cubicBezTo>
                  <a:pt x="163983" y="96240"/>
                  <a:pt x="159309" y="97088"/>
                  <a:pt x="155120" y="98361"/>
                </a:cubicBezTo>
                <a:cubicBezTo>
                  <a:pt x="150933" y="99632"/>
                  <a:pt x="147503" y="101478"/>
                  <a:pt x="144832" y="103900"/>
                </a:cubicBezTo>
                <a:cubicBezTo>
                  <a:pt x="142160" y="106321"/>
                  <a:pt x="140824" y="109529"/>
                  <a:pt x="140824" y="113524"/>
                </a:cubicBezTo>
                <a:cubicBezTo>
                  <a:pt x="140824" y="116551"/>
                  <a:pt x="141400" y="119094"/>
                  <a:pt x="142553" y="121152"/>
                </a:cubicBezTo>
                <a:cubicBezTo>
                  <a:pt x="143707" y="123211"/>
                  <a:pt x="145255" y="124875"/>
                  <a:pt x="147197" y="126146"/>
                </a:cubicBezTo>
                <a:cubicBezTo>
                  <a:pt x="149140" y="127417"/>
                  <a:pt x="151296" y="128325"/>
                  <a:pt x="153664" y="128870"/>
                </a:cubicBezTo>
                <a:cubicBezTo>
                  <a:pt x="156032" y="129415"/>
                  <a:pt x="158430" y="129687"/>
                  <a:pt x="160859" y="129687"/>
                </a:cubicBezTo>
                <a:cubicBezTo>
                  <a:pt x="165229" y="129687"/>
                  <a:pt x="169115" y="128930"/>
                  <a:pt x="172514" y="127416"/>
                </a:cubicBezTo>
                <a:cubicBezTo>
                  <a:pt x="175914" y="125903"/>
                  <a:pt x="178767" y="123844"/>
                  <a:pt x="181074" y="121241"/>
                </a:cubicBezTo>
                <a:cubicBezTo>
                  <a:pt x="183381" y="118638"/>
                  <a:pt x="185141" y="115642"/>
                  <a:pt x="186354" y="112254"/>
                </a:cubicBezTo>
                <a:cubicBezTo>
                  <a:pt x="187570" y="108863"/>
                  <a:pt x="188177" y="105291"/>
                  <a:pt x="188177" y="101537"/>
                </a:cubicBezTo>
                <a:lnTo>
                  <a:pt x="188177" y="95182"/>
                </a:lnTo>
                <a:lnTo>
                  <a:pt x="184534" y="95182"/>
                </a:lnTo>
                <a:close/>
                <a:moveTo>
                  <a:pt x="277278" y="72521"/>
                </a:moveTo>
                <a:cubicBezTo>
                  <a:pt x="275456" y="68999"/>
                  <a:pt x="272694" y="66115"/>
                  <a:pt x="268990" y="63869"/>
                </a:cubicBezTo>
                <a:cubicBezTo>
                  <a:pt x="265287" y="61622"/>
                  <a:pt x="261067" y="60498"/>
                  <a:pt x="256332" y="60498"/>
                </a:cubicBezTo>
                <a:cubicBezTo>
                  <a:pt x="254147" y="60498"/>
                  <a:pt x="251962" y="60742"/>
                  <a:pt x="249776" y="61229"/>
                </a:cubicBezTo>
                <a:cubicBezTo>
                  <a:pt x="247589" y="61715"/>
                  <a:pt x="245646" y="62505"/>
                  <a:pt x="243945" y="63600"/>
                </a:cubicBezTo>
                <a:cubicBezTo>
                  <a:pt x="242246" y="64693"/>
                  <a:pt x="240881" y="66091"/>
                  <a:pt x="239849" y="67793"/>
                </a:cubicBezTo>
                <a:cubicBezTo>
                  <a:pt x="238817" y="69494"/>
                  <a:pt x="238301" y="71500"/>
                  <a:pt x="238301" y="73810"/>
                </a:cubicBezTo>
                <a:cubicBezTo>
                  <a:pt x="238301" y="77823"/>
                  <a:pt x="239939" y="80893"/>
                  <a:pt x="243217" y="83020"/>
                </a:cubicBezTo>
                <a:cubicBezTo>
                  <a:pt x="246496" y="85147"/>
                  <a:pt x="251657" y="86941"/>
                  <a:pt x="258699" y="88401"/>
                </a:cubicBezTo>
                <a:cubicBezTo>
                  <a:pt x="268778" y="90466"/>
                  <a:pt x="276215" y="93475"/>
                  <a:pt x="281010" y="97427"/>
                </a:cubicBezTo>
                <a:cubicBezTo>
                  <a:pt x="285807" y="101377"/>
                  <a:pt x="288205" y="106695"/>
                  <a:pt x="288205" y="113382"/>
                </a:cubicBezTo>
                <a:cubicBezTo>
                  <a:pt x="288205" y="118245"/>
                  <a:pt x="287264" y="122349"/>
                  <a:pt x="285382" y="125693"/>
                </a:cubicBezTo>
                <a:cubicBezTo>
                  <a:pt x="283499" y="129036"/>
                  <a:pt x="281040" y="131771"/>
                  <a:pt x="278003" y="133900"/>
                </a:cubicBezTo>
                <a:cubicBezTo>
                  <a:pt x="274968" y="136027"/>
                  <a:pt x="271539" y="137546"/>
                  <a:pt x="267715" y="138458"/>
                </a:cubicBezTo>
                <a:cubicBezTo>
                  <a:pt x="263891" y="139369"/>
                  <a:pt x="260036" y="139825"/>
                  <a:pt x="256151" y="139825"/>
                </a:cubicBezTo>
                <a:cubicBezTo>
                  <a:pt x="249715" y="139825"/>
                  <a:pt x="243461" y="138498"/>
                  <a:pt x="237389" y="135845"/>
                </a:cubicBezTo>
                <a:cubicBezTo>
                  <a:pt x="231320" y="133190"/>
                  <a:pt x="226341" y="129016"/>
                  <a:pt x="222454" y="123323"/>
                </a:cubicBezTo>
                <a:lnTo>
                  <a:pt x="232290" y="116036"/>
                </a:lnTo>
                <a:cubicBezTo>
                  <a:pt x="234476" y="119801"/>
                  <a:pt x="237693" y="122958"/>
                  <a:pt x="241941" y="125507"/>
                </a:cubicBezTo>
                <a:cubicBezTo>
                  <a:pt x="246192" y="128056"/>
                  <a:pt x="250867" y="129331"/>
                  <a:pt x="255968" y="129331"/>
                </a:cubicBezTo>
                <a:cubicBezTo>
                  <a:pt x="258639" y="129331"/>
                  <a:pt x="261189" y="129088"/>
                  <a:pt x="263616" y="128603"/>
                </a:cubicBezTo>
                <a:cubicBezTo>
                  <a:pt x="266045" y="128116"/>
                  <a:pt x="268170" y="127264"/>
                  <a:pt x="269991" y="126049"/>
                </a:cubicBezTo>
                <a:cubicBezTo>
                  <a:pt x="271812" y="124834"/>
                  <a:pt x="273269" y="123284"/>
                  <a:pt x="274362" y="121400"/>
                </a:cubicBezTo>
                <a:cubicBezTo>
                  <a:pt x="275456" y="119513"/>
                  <a:pt x="276002" y="117173"/>
                  <a:pt x="276002" y="114377"/>
                </a:cubicBezTo>
                <a:cubicBezTo>
                  <a:pt x="276002" y="109878"/>
                  <a:pt x="273846" y="106505"/>
                  <a:pt x="269535" y="104255"/>
                </a:cubicBezTo>
                <a:cubicBezTo>
                  <a:pt x="265226" y="102006"/>
                  <a:pt x="259003" y="99909"/>
                  <a:pt x="250868" y="97963"/>
                </a:cubicBezTo>
                <a:cubicBezTo>
                  <a:pt x="248318" y="97356"/>
                  <a:pt x="245616" y="96596"/>
                  <a:pt x="242761" y="95685"/>
                </a:cubicBezTo>
                <a:cubicBezTo>
                  <a:pt x="239908" y="94773"/>
                  <a:pt x="237267" y="93436"/>
                  <a:pt x="234838" y="91674"/>
                </a:cubicBezTo>
                <a:cubicBezTo>
                  <a:pt x="232411" y="89910"/>
                  <a:pt x="230408" y="87691"/>
                  <a:pt x="228830" y="85016"/>
                </a:cubicBezTo>
                <a:cubicBezTo>
                  <a:pt x="227251" y="82340"/>
                  <a:pt x="226462" y="78997"/>
                  <a:pt x="226462" y="74986"/>
                </a:cubicBezTo>
                <a:cubicBezTo>
                  <a:pt x="226462" y="70608"/>
                  <a:pt x="227311" y="66869"/>
                  <a:pt x="229010" y="63769"/>
                </a:cubicBezTo>
                <a:cubicBezTo>
                  <a:pt x="230711" y="60668"/>
                  <a:pt x="232988" y="58115"/>
                  <a:pt x="235841" y="56110"/>
                </a:cubicBezTo>
                <a:cubicBezTo>
                  <a:pt x="238694" y="54104"/>
                  <a:pt x="241942" y="52614"/>
                  <a:pt x="245585" y="51641"/>
                </a:cubicBezTo>
                <a:cubicBezTo>
                  <a:pt x="249229" y="50669"/>
                  <a:pt x="252994" y="50182"/>
                  <a:pt x="256879" y="50182"/>
                </a:cubicBezTo>
                <a:cubicBezTo>
                  <a:pt x="262828" y="50182"/>
                  <a:pt x="268595" y="51510"/>
                  <a:pt x="274179" y="54165"/>
                </a:cubicBezTo>
                <a:cubicBezTo>
                  <a:pt x="279765" y="56818"/>
                  <a:pt x="283955" y="60569"/>
                  <a:pt x="286749" y="65417"/>
                </a:cubicBezTo>
                <a:lnTo>
                  <a:pt x="277278" y="72521"/>
                </a:lnTo>
                <a:close/>
                <a:moveTo>
                  <a:pt x="377851" y="88601"/>
                </a:moveTo>
                <a:cubicBezTo>
                  <a:pt x="377486" y="80519"/>
                  <a:pt x="374905" y="73815"/>
                  <a:pt x="370108" y="68488"/>
                </a:cubicBezTo>
                <a:cubicBezTo>
                  <a:pt x="365313" y="63162"/>
                  <a:pt x="358484" y="60498"/>
                  <a:pt x="349620" y="60498"/>
                </a:cubicBezTo>
                <a:cubicBezTo>
                  <a:pt x="345493" y="60498"/>
                  <a:pt x="341668" y="61263"/>
                  <a:pt x="338146" y="62794"/>
                </a:cubicBezTo>
                <a:cubicBezTo>
                  <a:pt x="334625" y="64324"/>
                  <a:pt x="331529" y="66406"/>
                  <a:pt x="328858" y="69038"/>
                </a:cubicBezTo>
                <a:cubicBezTo>
                  <a:pt x="326186" y="71671"/>
                  <a:pt x="324061" y="74672"/>
                  <a:pt x="322482" y="78040"/>
                </a:cubicBezTo>
                <a:cubicBezTo>
                  <a:pt x="320904" y="81406"/>
                  <a:pt x="319993" y="84927"/>
                  <a:pt x="319751" y="88601"/>
                </a:cubicBezTo>
                <a:lnTo>
                  <a:pt x="377851" y="88601"/>
                </a:lnTo>
                <a:moveTo>
                  <a:pt x="390418" y="92541"/>
                </a:moveTo>
                <a:cubicBezTo>
                  <a:pt x="390418" y="93394"/>
                  <a:pt x="390418" y="94307"/>
                  <a:pt x="390418" y="95282"/>
                </a:cubicBezTo>
                <a:cubicBezTo>
                  <a:pt x="390418" y="96254"/>
                  <a:pt x="390357" y="97288"/>
                  <a:pt x="390234" y="98383"/>
                </a:cubicBezTo>
                <a:lnTo>
                  <a:pt x="319567" y="98383"/>
                </a:lnTo>
                <a:cubicBezTo>
                  <a:pt x="319689" y="102631"/>
                  <a:pt x="320539" y="106637"/>
                  <a:pt x="322116" y="110400"/>
                </a:cubicBezTo>
                <a:cubicBezTo>
                  <a:pt x="323694" y="114161"/>
                  <a:pt x="325879" y="117438"/>
                  <a:pt x="328672" y="120230"/>
                </a:cubicBezTo>
                <a:cubicBezTo>
                  <a:pt x="331465" y="123020"/>
                  <a:pt x="334744" y="125235"/>
                  <a:pt x="338507" y="126874"/>
                </a:cubicBezTo>
                <a:cubicBezTo>
                  <a:pt x="342272" y="128512"/>
                  <a:pt x="346340" y="129331"/>
                  <a:pt x="350713" y="129331"/>
                </a:cubicBezTo>
                <a:cubicBezTo>
                  <a:pt x="357147" y="129331"/>
                  <a:pt x="362702" y="127844"/>
                  <a:pt x="367376" y="124871"/>
                </a:cubicBezTo>
                <a:cubicBezTo>
                  <a:pt x="372051" y="121895"/>
                  <a:pt x="375602" y="118465"/>
                  <a:pt x="378031" y="114580"/>
                </a:cubicBezTo>
                <a:lnTo>
                  <a:pt x="387319" y="121864"/>
                </a:lnTo>
                <a:cubicBezTo>
                  <a:pt x="382220" y="128289"/>
                  <a:pt x="376605" y="132889"/>
                  <a:pt x="370472" y="135665"/>
                </a:cubicBezTo>
                <a:cubicBezTo>
                  <a:pt x="364341" y="138438"/>
                  <a:pt x="357755" y="139825"/>
                  <a:pt x="350713" y="139825"/>
                </a:cubicBezTo>
                <a:cubicBezTo>
                  <a:pt x="344399" y="139825"/>
                  <a:pt x="338539" y="138701"/>
                  <a:pt x="333135" y="136454"/>
                </a:cubicBezTo>
                <a:cubicBezTo>
                  <a:pt x="327732" y="134207"/>
                  <a:pt x="323088" y="131079"/>
                  <a:pt x="319203" y="127072"/>
                </a:cubicBezTo>
                <a:cubicBezTo>
                  <a:pt x="315318" y="123062"/>
                  <a:pt x="312252" y="118325"/>
                  <a:pt x="310004" y="112859"/>
                </a:cubicBezTo>
                <a:cubicBezTo>
                  <a:pt x="307759" y="107394"/>
                  <a:pt x="306636" y="101442"/>
                  <a:pt x="306636" y="95004"/>
                </a:cubicBezTo>
                <a:cubicBezTo>
                  <a:pt x="306636" y="88565"/>
                  <a:pt x="307728" y="82613"/>
                  <a:pt x="309913" y="77148"/>
                </a:cubicBezTo>
                <a:cubicBezTo>
                  <a:pt x="312099" y="71682"/>
                  <a:pt x="315135" y="66946"/>
                  <a:pt x="319020" y="62938"/>
                </a:cubicBezTo>
                <a:cubicBezTo>
                  <a:pt x="322907" y="58929"/>
                  <a:pt x="327461" y="55801"/>
                  <a:pt x="332682" y="53553"/>
                </a:cubicBezTo>
                <a:cubicBezTo>
                  <a:pt x="337903" y="51306"/>
                  <a:pt x="343549" y="50182"/>
                  <a:pt x="349620" y="50182"/>
                </a:cubicBezTo>
                <a:cubicBezTo>
                  <a:pt x="356298" y="50182"/>
                  <a:pt x="362186" y="51309"/>
                  <a:pt x="367284" y="53562"/>
                </a:cubicBezTo>
                <a:cubicBezTo>
                  <a:pt x="372385" y="55813"/>
                  <a:pt x="376635" y="58856"/>
                  <a:pt x="380035" y="62691"/>
                </a:cubicBezTo>
                <a:cubicBezTo>
                  <a:pt x="383435" y="66524"/>
                  <a:pt x="386015" y="70997"/>
                  <a:pt x="387775" y="76109"/>
                </a:cubicBezTo>
                <a:cubicBezTo>
                  <a:pt x="389537" y="81220"/>
                  <a:pt x="390418" y="86698"/>
                  <a:pt x="390418" y="92541"/>
                </a:cubicBezTo>
                <a:close/>
                <a:moveTo>
                  <a:pt x="525226" y="29497"/>
                </a:moveTo>
                <a:cubicBezTo>
                  <a:pt x="522434" y="25610"/>
                  <a:pt x="518852" y="22484"/>
                  <a:pt x="514479" y="20118"/>
                </a:cubicBezTo>
                <a:cubicBezTo>
                  <a:pt x="510108" y="17750"/>
                  <a:pt x="504827" y="16566"/>
                  <a:pt x="498635" y="16566"/>
                </a:cubicBezTo>
                <a:cubicBezTo>
                  <a:pt x="495478" y="16566"/>
                  <a:pt x="492260" y="17052"/>
                  <a:pt x="488981" y="18022"/>
                </a:cubicBezTo>
                <a:cubicBezTo>
                  <a:pt x="485703" y="18993"/>
                  <a:pt x="482729" y="20480"/>
                  <a:pt x="480057" y="22483"/>
                </a:cubicBezTo>
                <a:cubicBezTo>
                  <a:pt x="477385" y="24484"/>
                  <a:pt x="475230" y="27002"/>
                  <a:pt x="473590" y="30037"/>
                </a:cubicBezTo>
                <a:cubicBezTo>
                  <a:pt x="471952" y="33069"/>
                  <a:pt x="471133" y="36649"/>
                  <a:pt x="471133" y="40775"/>
                </a:cubicBezTo>
                <a:cubicBezTo>
                  <a:pt x="471133" y="44901"/>
                  <a:pt x="471923" y="48299"/>
                  <a:pt x="473501" y="50969"/>
                </a:cubicBezTo>
                <a:cubicBezTo>
                  <a:pt x="475080" y="53639"/>
                  <a:pt x="477174" y="55915"/>
                  <a:pt x="479785" y="57797"/>
                </a:cubicBezTo>
                <a:cubicBezTo>
                  <a:pt x="482395" y="59678"/>
                  <a:pt x="485370" y="61225"/>
                  <a:pt x="488708" y="62438"/>
                </a:cubicBezTo>
                <a:cubicBezTo>
                  <a:pt x="492047" y="63652"/>
                  <a:pt x="495539" y="64865"/>
                  <a:pt x="499183" y="66079"/>
                </a:cubicBezTo>
                <a:cubicBezTo>
                  <a:pt x="503674" y="67535"/>
                  <a:pt x="508196" y="69113"/>
                  <a:pt x="512750" y="70812"/>
                </a:cubicBezTo>
                <a:cubicBezTo>
                  <a:pt x="517304" y="72511"/>
                  <a:pt x="521403" y="74725"/>
                  <a:pt x="525045" y="77456"/>
                </a:cubicBezTo>
                <a:cubicBezTo>
                  <a:pt x="528688" y="80185"/>
                  <a:pt x="531662" y="83644"/>
                  <a:pt x="533969" y="87831"/>
                </a:cubicBezTo>
                <a:cubicBezTo>
                  <a:pt x="536276" y="92018"/>
                  <a:pt x="537429" y="97327"/>
                  <a:pt x="537429" y="103758"/>
                </a:cubicBezTo>
                <a:cubicBezTo>
                  <a:pt x="537429" y="110191"/>
                  <a:pt x="536184" y="115743"/>
                  <a:pt x="533694" y="120416"/>
                </a:cubicBezTo>
                <a:cubicBezTo>
                  <a:pt x="531206" y="125087"/>
                  <a:pt x="527988" y="128939"/>
                  <a:pt x="524042" y="131974"/>
                </a:cubicBezTo>
                <a:cubicBezTo>
                  <a:pt x="520096" y="135007"/>
                  <a:pt x="515603" y="137252"/>
                  <a:pt x="510563" y="138708"/>
                </a:cubicBezTo>
                <a:cubicBezTo>
                  <a:pt x="505526" y="140164"/>
                  <a:pt x="500457" y="140892"/>
                  <a:pt x="495356" y="140892"/>
                </a:cubicBezTo>
                <a:cubicBezTo>
                  <a:pt x="491471" y="140892"/>
                  <a:pt x="487586" y="140494"/>
                  <a:pt x="483700" y="139697"/>
                </a:cubicBezTo>
                <a:cubicBezTo>
                  <a:pt x="479815" y="138902"/>
                  <a:pt x="476112" y="137709"/>
                  <a:pt x="472590" y="136118"/>
                </a:cubicBezTo>
                <a:cubicBezTo>
                  <a:pt x="469069" y="134526"/>
                  <a:pt x="465791" y="132511"/>
                  <a:pt x="462754" y="130073"/>
                </a:cubicBezTo>
                <a:cubicBezTo>
                  <a:pt x="459720" y="127633"/>
                  <a:pt x="457049" y="124835"/>
                  <a:pt x="454742" y="121677"/>
                </a:cubicBezTo>
                <a:lnTo>
                  <a:pt x="466034" y="113301"/>
                </a:lnTo>
                <a:cubicBezTo>
                  <a:pt x="468826" y="117915"/>
                  <a:pt x="472742" y="121769"/>
                  <a:pt x="477781" y="124865"/>
                </a:cubicBezTo>
                <a:cubicBezTo>
                  <a:pt x="482820" y="127961"/>
                  <a:pt x="488740" y="129509"/>
                  <a:pt x="495539" y="129509"/>
                </a:cubicBezTo>
                <a:cubicBezTo>
                  <a:pt x="498817" y="129509"/>
                  <a:pt x="502156" y="128994"/>
                  <a:pt x="505555" y="127964"/>
                </a:cubicBezTo>
                <a:cubicBezTo>
                  <a:pt x="508955" y="126934"/>
                  <a:pt x="512020" y="125359"/>
                  <a:pt x="514751" y="123239"/>
                </a:cubicBezTo>
                <a:cubicBezTo>
                  <a:pt x="517484" y="121118"/>
                  <a:pt x="519731" y="118512"/>
                  <a:pt x="521491" y="115422"/>
                </a:cubicBezTo>
                <a:cubicBezTo>
                  <a:pt x="523253" y="112331"/>
                  <a:pt x="524134" y="108726"/>
                  <a:pt x="524134" y="104605"/>
                </a:cubicBezTo>
                <a:cubicBezTo>
                  <a:pt x="524134" y="100122"/>
                  <a:pt x="523253" y="96396"/>
                  <a:pt x="521491" y="93428"/>
                </a:cubicBezTo>
                <a:cubicBezTo>
                  <a:pt x="519731" y="90458"/>
                  <a:pt x="517393" y="87973"/>
                  <a:pt x="514479" y="85974"/>
                </a:cubicBezTo>
                <a:cubicBezTo>
                  <a:pt x="511567" y="83975"/>
                  <a:pt x="508228" y="82310"/>
                  <a:pt x="504463" y="80978"/>
                </a:cubicBezTo>
                <a:cubicBezTo>
                  <a:pt x="500698" y="79644"/>
                  <a:pt x="496752" y="78310"/>
                  <a:pt x="492624" y="76976"/>
                </a:cubicBezTo>
                <a:cubicBezTo>
                  <a:pt x="488374" y="75643"/>
                  <a:pt x="484185" y="74129"/>
                  <a:pt x="480057" y="72432"/>
                </a:cubicBezTo>
                <a:cubicBezTo>
                  <a:pt x="475929" y="70735"/>
                  <a:pt x="472226" y="68523"/>
                  <a:pt x="468946" y="65798"/>
                </a:cubicBezTo>
                <a:cubicBezTo>
                  <a:pt x="465669" y="63071"/>
                  <a:pt x="463028" y="59708"/>
                  <a:pt x="461023" y="55710"/>
                </a:cubicBezTo>
                <a:cubicBezTo>
                  <a:pt x="459020" y="51710"/>
                  <a:pt x="458019" y="46801"/>
                  <a:pt x="458019" y="40983"/>
                </a:cubicBezTo>
                <a:cubicBezTo>
                  <a:pt x="458019" y="34805"/>
                  <a:pt x="459263" y="29473"/>
                  <a:pt x="461751" y="24990"/>
                </a:cubicBezTo>
                <a:cubicBezTo>
                  <a:pt x="464241" y="20506"/>
                  <a:pt x="467489" y="16810"/>
                  <a:pt x="471495" y="13901"/>
                </a:cubicBezTo>
                <a:cubicBezTo>
                  <a:pt x="475502" y="10992"/>
                  <a:pt x="479934" y="8872"/>
                  <a:pt x="484790" y="7540"/>
                </a:cubicBezTo>
                <a:cubicBezTo>
                  <a:pt x="489648" y="6206"/>
                  <a:pt x="494444" y="5539"/>
                  <a:pt x="499180" y="5539"/>
                </a:cubicBezTo>
                <a:cubicBezTo>
                  <a:pt x="507923" y="5539"/>
                  <a:pt x="515391" y="7076"/>
                  <a:pt x="521582" y="10149"/>
                </a:cubicBezTo>
                <a:cubicBezTo>
                  <a:pt x="527776" y="13223"/>
                  <a:pt x="532452" y="16879"/>
                  <a:pt x="535609" y="21118"/>
                </a:cubicBezTo>
                <a:lnTo>
                  <a:pt x="525226" y="29497"/>
                </a:lnTo>
                <a:close/>
                <a:moveTo>
                  <a:pt x="629498" y="88601"/>
                </a:moveTo>
                <a:cubicBezTo>
                  <a:pt x="629133" y="80519"/>
                  <a:pt x="626552" y="73815"/>
                  <a:pt x="621755" y="68488"/>
                </a:cubicBezTo>
                <a:cubicBezTo>
                  <a:pt x="616961" y="63162"/>
                  <a:pt x="610131" y="60498"/>
                  <a:pt x="601268" y="60498"/>
                </a:cubicBezTo>
                <a:cubicBezTo>
                  <a:pt x="597140" y="60498"/>
                  <a:pt x="593315" y="61263"/>
                  <a:pt x="589793" y="62794"/>
                </a:cubicBezTo>
                <a:cubicBezTo>
                  <a:pt x="586273" y="64324"/>
                  <a:pt x="583177" y="66406"/>
                  <a:pt x="580505" y="69038"/>
                </a:cubicBezTo>
                <a:cubicBezTo>
                  <a:pt x="577834" y="71671"/>
                  <a:pt x="575708" y="74672"/>
                  <a:pt x="574130" y="78040"/>
                </a:cubicBezTo>
                <a:cubicBezTo>
                  <a:pt x="572551" y="81406"/>
                  <a:pt x="571641" y="84927"/>
                  <a:pt x="571398" y="88601"/>
                </a:cubicBezTo>
                <a:lnTo>
                  <a:pt x="629498" y="88601"/>
                </a:lnTo>
                <a:moveTo>
                  <a:pt x="642065" y="92541"/>
                </a:moveTo>
                <a:cubicBezTo>
                  <a:pt x="642065" y="93394"/>
                  <a:pt x="642065" y="94307"/>
                  <a:pt x="642065" y="95282"/>
                </a:cubicBezTo>
                <a:cubicBezTo>
                  <a:pt x="642065" y="96254"/>
                  <a:pt x="642004" y="97288"/>
                  <a:pt x="641882" y="98383"/>
                </a:cubicBezTo>
                <a:lnTo>
                  <a:pt x="571215" y="98383"/>
                </a:lnTo>
                <a:cubicBezTo>
                  <a:pt x="571337" y="102631"/>
                  <a:pt x="572186" y="106637"/>
                  <a:pt x="573763" y="110400"/>
                </a:cubicBezTo>
                <a:cubicBezTo>
                  <a:pt x="575342" y="114161"/>
                  <a:pt x="577527" y="117438"/>
                  <a:pt x="580319" y="120230"/>
                </a:cubicBezTo>
                <a:cubicBezTo>
                  <a:pt x="583113" y="123020"/>
                  <a:pt x="586391" y="125235"/>
                  <a:pt x="590154" y="126874"/>
                </a:cubicBezTo>
                <a:cubicBezTo>
                  <a:pt x="593919" y="128512"/>
                  <a:pt x="597988" y="129331"/>
                  <a:pt x="602360" y="129331"/>
                </a:cubicBezTo>
                <a:cubicBezTo>
                  <a:pt x="608795" y="129331"/>
                  <a:pt x="614349" y="127844"/>
                  <a:pt x="619024" y="124871"/>
                </a:cubicBezTo>
                <a:cubicBezTo>
                  <a:pt x="623698" y="121895"/>
                  <a:pt x="627250" y="118465"/>
                  <a:pt x="629679" y="114580"/>
                </a:cubicBezTo>
                <a:lnTo>
                  <a:pt x="638966" y="121864"/>
                </a:lnTo>
                <a:cubicBezTo>
                  <a:pt x="633868" y="128289"/>
                  <a:pt x="628252" y="132889"/>
                  <a:pt x="622120" y="135665"/>
                </a:cubicBezTo>
                <a:cubicBezTo>
                  <a:pt x="615989" y="138438"/>
                  <a:pt x="609402" y="139825"/>
                  <a:pt x="602360" y="139825"/>
                </a:cubicBezTo>
                <a:cubicBezTo>
                  <a:pt x="596046" y="139825"/>
                  <a:pt x="590187" y="138701"/>
                  <a:pt x="584782" y="136454"/>
                </a:cubicBezTo>
                <a:cubicBezTo>
                  <a:pt x="579380" y="134207"/>
                  <a:pt x="574736" y="131079"/>
                  <a:pt x="570851" y="127072"/>
                </a:cubicBezTo>
                <a:cubicBezTo>
                  <a:pt x="566965" y="123062"/>
                  <a:pt x="563899" y="118325"/>
                  <a:pt x="561652" y="112859"/>
                </a:cubicBezTo>
                <a:cubicBezTo>
                  <a:pt x="559406" y="107394"/>
                  <a:pt x="558283" y="101442"/>
                  <a:pt x="558283" y="95004"/>
                </a:cubicBezTo>
                <a:cubicBezTo>
                  <a:pt x="558283" y="88565"/>
                  <a:pt x="559376" y="82613"/>
                  <a:pt x="561560" y="77148"/>
                </a:cubicBezTo>
                <a:cubicBezTo>
                  <a:pt x="563746" y="71682"/>
                  <a:pt x="566782" y="66946"/>
                  <a:pt x="570667" y="62938"/>
                </a:cubicBezTo>
                <a:cubicBezTo>
                  <a:pt x="574554" y="58929"/>
                  <a:pt x="579108" y="55801"/>
                  <a:pt x="584329" y="53553"/>
                </a:cubicBezTo>
                <a:cubicBezTo>
                  <a:pt x="589550" y="51306"/>
                  <a:pt x="595196" y="50182"/>
                  <a:pt x="601268" y="50182"/>
                </a:cubicBezTo>
                <a:cubicBezTo>
                  <a:pt x="607945" y="50182"/>
                  <a:pt x="613833" y="51309"/>
                  <a:pt x="618932" y="53562"/>
                </a:cubicBezTo>
                <a:cubicBezTo>
                  <a:pt x="624032" y="55813"/>
                  <a:pt x="628283" y="58856"/>
                  <a:pt x="631682" y="62691"/>
                </a:cubicBezTo>
                <a:cubicBezTo>
                  <a:pt x="635082" y="66524"/>
                  <a:pt x="637662" y="70997"/>
                  <a:pt x="639422" y="76109"/>
                </a:cubicBezTo>
                <a:cubicBezTo>
                  <a:pt x="641184" y="81220"/>
                  <a:pt x="642065" y="86698"/>
                  <a:pt x="642065" y="92541"/>
                </a:cubicBezTo>
                <a:close/>
                <a:moveTo>
                  <a:pt x="680931" y="137691"/>
                </a:moveTo>
                <a:lnTo>
                  <a:pt x="668545" y="137691"/>
                </a:lnTo>
                <a:lnTo>
                  <a:pt x="668545" y="0"/>
                </a:lnTo>
                <a:lnTo>
                  <a:pt x="680931" y="0"/>
                </a:lnTo>
                <a:lnTo>
                  <a:pt x="680931" y="137691"/>
                </a:lnTo>
                <a:close/>
                <a:moveTo>
                  <a:pt x="778736" y="88601"/>
                </a:moveTo>
                <a:cubicBezTo>
                  <a:pt x="778371" y="80519"/>
                  <a:pt x="775791" y="73815"/>
                  <a:pt x="770994" y="68488"/>
                </a:cubicBezTo>
                <a:cubicBezTo>
                  <a:pt x="766199" y="63162"/>
                  <a:pt x="759370" y="60498"/>
                  <a:pt x="750506" y="60498"/>
                </a:cubicBezTo>
                <a:cubicBezTo>
                  <a:pt x="746378" y="60498"/>
                  <a:pt x="742553" y="61263"/>
                  <a:pt x="739031" y="62794"/>
                </a:cubicBezTo>
                <a:cubicBezTo>
                  <a:pt x="735511" y="64324"/>
                  <a:pt x="732415" y="66406"/>
                  <a:pt x="729744" y="69038"/>
                </a:cubicBezTo>
                <a:cubicBezTo>
                  <a:pt x="727072" y="71671"/>
                  <a:pt x="724947" y="74672"/>
                  <a:pt x="723368" y="78040"/>
                </a:cubicBezTo>
                <a:cubicBezTo>
                  <a:pt x="721790" y="81406"/>
                  <a:pt x="720879" y="84927"/>
                  <a:pt x="720636" y="88601"/>
                </a:cubicBezTo>
                <a:lnTo>
                  <a:pt x="778736" y="88601"/>
                </a:lnTo>
                <a:moveTo>
                  <a:pt x="791303" y="92541"/>
                </a:moveTo>
                <a:cubicBezTo>
                  <a:pt x="791303" y="93394"/>
                  <a:pt x="791303" y="94307"/>
                  <a:pt x="791303" y="95282"/>
                </a:cubicBezTo>
                <a:cubicBezTo>
                  <a:pt x="791303" y="96254"/>
                  <a:pt x="791242" y="97288"/>
                  <a:pt x="791120" y="98383"/>
                </a:cubicBezTo>
                <a:lnTo>
                  <a:pt x="720453" y="98383"/>
                </a:lnTo>
                <a:cubicBezTo>
                  <a:pt x="720575" y="102631"/>
                  <a:pt x="721425" y="106637"/>
                  <a:pt x="723001" y="110400"/>
                </a:cubicBezTo>
                <a:cubicBezTo>
                  <a:pt x="724580" y="114161"/>
                  <a:pt x="726765" y="117438"/>
                  <a:pt x="729557" y="120230"/>
                </a:cubicBezTo>
                <a:cubicBezTo>
                  <a:pt x="732351" y="123020"/>
                  <a:pt x="735630" y="125235"/>
                  <a:pt x="739393" y="126874"/>
                </a:cubicBezTo>
                <a:cubicBezTo>
                  <a:pt x="743157" y="128512"/>
                  <a:pt x="747226" y="129331"/>
                  <a:pt x="751598" y="129331"/>
                </a:cubicBezTo>
                <a:cubicBezTo>
                  <a:pt x="758033" y="129331"/>
                  <a:pt x="763587" y="127844"/>
                  <a:pt x="768262" y="124871"/>
                </a:cubicBezTo>
                <a:cubicBezTo>
                  <a:pt x="772936" y="121895"/>
                  <a:pt x="776488" y="118465"/>
                  <a:pt x="778917" y="114580"/>
                </a:cubicBezTo>
                <a:lnTo>
                  <a:pt x="788205" y="121864"/>
                </a:lnTo>
                <a:cubicBezTo>
                  <a:pt x="783106" y="128289"/>
                  <a:pt x="777490" y="132889"/>
                  <a:pt x="771358" y="135665"/>
                </a:cubicBezTo>
                <a:cubicBezTo>
                  <a:pt x="765227" y="138438"/>
                  <a:pt x="758641" y="139825"/>
                  <a:pt x="751598" y="139825"/>
                </a:cubicBezTo>
                <a:cubicBezTo>
                  <a:pt x="745284" y="139825"/>
                  <a:pt x="739425" y="138701"/>
                  <a:pt x="734021" y="136454"/>
                </a:cubicBezTo>
                <a:cubicBezTo>
                  <a:pt x="728618" y="134207"/>
                  <a:pt x="723974" y="131079"/>
                  <a:pt x="720089" y="127072"/>
                </a:cubicBezTo>
                <a:cubicBezTo>
                  <a:pt x="716204" y="123062"/>
                  <a:pt x="713137" y="118325"/>
                  <a:pt x="710890" y="112859"/>
                </a:cubicBezTo>
                <a:cubicBezTo>
                  <a:pt x="708645" y="107394"/>
                  <a:pt x="707522" y="101442"/>
                  <a:pt x="707522" y="95004"/>
                </a:cubicBezTo>
                <a:cubicBezTo>
                  <a:pt x="707522" y="88565"/>
                  <a:pt x="708614" y="82613"/>
                  <a:pt x="710798" y="77148"/>
                </a:cubicBezTo>
                <a:cubicBezTo>
                  <a:pt x="712985" y="71682"/>
                  <a:pt x="716020" y="66946"/>
                  <a:pt x="719906" y="62938"/>
                </a:cubicBezTo>
                <a:cubicBezTo>
                  <a:pt x="723793" y="58929"/>
                  <a:pt x="728347" y="55801"/>
                  <a:pt x="733568" y="53553"/>
                </a:cubicBezTo>
                <a:cubicBezTo>
                  <a:pt x="738789" y="51306"/>
                  <a:pt x="744435" y="50182"/>
                  <a:pt x="750506" y="50182"/>
                </a:cubicBezTo>
                <a:cubicBezTo>
                  <a:pt x="757184" y="50182"/>
                  <a:pt x="763072" y="51309"/>
                  <a:pt x="768170" y="53562"/>
                </a:cubicBezTo>
                <a:cubicBezTo>
                  <a:pt x="773271" y="55813"/>
                  <a:pt x="777521" y="58856"/>
                  <a:pt x="780921" y="62691"/>
                </a:cubicBezTo>
                <a:cubicBezTo>
                  <a:pt x="784321" y="66524"/>
                  <a:pt x="786900" y="70997"/>
                  <a:pt x="788661" y="76109"/>
                </a:cubicBezTo>
                <a:cubicBezTo>
                  <a:pt x="790423" y="81220"/>
                  <a:pt x="791303" y="86698"/>
                  <a:pt x="791303" y="92541"/>
                </a:cubicBezTo>
                <a:close/>
                <a:moveTo>
                  <a:pt x="878799" y="71793"/>
                </a:moveTo>
                <a:cubicBezTo>
                  <a:pt x="876735" y="68513"/>
                  <a:pt x="873729" y="65811"/>
                  <a:pt x="869783" y="63686"/>
                </a:cubicBezTo>
                <a:cubicBezTo>
                  <a:pt x="865837" y="61561"/>
                  <a:pt x="861557" y="60498"/>
                  <a:pt x="856944" y="60498"/>
                </a:cubicBezTo>
                <a:cubicBezTo>
                  <a:pt x="851965" y="60498"/>
                  <a:pt x="847472" y="61381"/>
                  <a:pt x="843465" y="63147"/>
                </a:cubicBezTo>
                <a:cubicBezTo>
                  <a:pt x="839458" y="64911"/>
                  <a:pt x="836027" y="67345"/>
                  <a:pt x="833174" y="70450"/>
                </a:cubicBezTo>
                <a:cubicBezTo>
                  <a:pt x="830321" y="73554"/>
                  <a:pt x="828135" y="77205"/>
                  <a:pt x="826618" y="81406"/>
                </a:cubicBezTo>
                <a:cubicBezTo>
                  <a:pt x="825101" y="85604"/>
                  <a:pt x="824342" y="90137"/>
                  <a:pt x="824342" y="95006"/>
                </a:cubicBezTo>
                <a:cubicBezTo>
                  <a:pt x="824342" y="99875"/>
                  <a:pt x="825101" y="104379"/>
                  <a:pt x="826618" y="108518"/>
                </a:cubicBezTo>
                <a:cubicBezTo>
                  <a:pt x="828135" y="112656"/>
                  <a:pt x="830290" y="116277"/>
                  <a:pt x="833082" y="119382"/>
                </a:cubicBezTo>
                <a:cubicBezTo>
                  <a:pt x="835876" y="122485"/>
                  <a:pt x="839276" y="124920"/>
                  <a:pt x="843282" y="126685"/>
                </a:cubicBezTo>
                <a:cubicBezTo>
                  <a:pt x="847289" y="128449"/>
                  <a:pt x="851782" y="129331"/>
                  <a:pt x="856760" y="129331"/>
                </a:cubicBezTo>
                <a:cubicBezTo>
                  <a:pt x="862224" y="129331"/>
                  <a:pt x="866837" y="128299"/>
                  <a:pt x="870600" y="126235"/>
                </a:cubicBezTo>
                <a:cubicBezTo>
                  <a:pt x="874365" y="124171"/>
                  <a:pt x="877462" y="121501"/>
                  <a:pt x="879891" y="118223"/>
                </a:cubicBezTo>
                <a:lnTo>
                  <a:pt x="889178" y="125143"/>
                </a:lnTo>
                <a:cubicBezTo>
                  <a:pt x="885536" y="129623"/>
                  <a:pt x="881074" y="133190"/>
                  <a:pt x="875792" y="135845"/>
                </a:cubicBezTo>
                <a:cubicBezTo>
                  <a:pt x="870511" y="138498"/>
                  <a:pt x="864167" y="139825"/>
                  <a:pt x="856760" y="139825"/>
                </a:cubicBezTo>
                <a:cubicBezTo>
                  <a:pt x="849838" y="139825"/>
                  <a:pt x="843584" y="138701"/>
                  <a:pt x="837998" y="136454"/>
                </a:cubicBezTo>
                <a:cubicBezTo>
                  <a:pt x="832414" y="134207"/>
                  <a:pt x="827649" y="131079"/>
                  <a:pt x="823703" y="127072"/>
                </a:cubicBezTo>
                <a:cubicBezTo>
                  <a:pt x="819758" y="123062"/>
                  <a:pt x="816693" y="118325"/>
                  <a:pt x="814507" y="112859"/>
                </a:cubicBezTo>
                <a:cubicBezTo>
                  <a:pt x="812321" y="107394"/>
                  <a:pt x="811227" y="101442"/>
                  <a:pt x="811227" y="95004"/>
                </a:cubicBezTo>
                <a:cubicBezTo>
                  <a:pt x="811227" y="88565"/>
                  <a:pt x="812321" y="82613"/>
                  <a:pt x="814507" y="77148"/>
                </a:cubicBezTo>
                <a:cubicBezTo>
                  <a:pt x="816693" y="71682"/>
                  <a:pt x="819758" y="66946"/>
                  <a:pt x="823703" y="62938"/>
                </a:cubicBezTo>
                <a:cubicBezTo>
                  <a:pt x="827649" y="58929"/>
                  <a:pt x="832414" y="55801"/>
                  <a:pt x="837998" y="53553"/>
                </a:cubicBezTo>
                <a:cubicBezTo>
                  <a:pt x="843584" y="51306"/>
                  <a:pt x="849838" y="50182"/>
                  <a:pt x="856760" y="50182"/>
                </a:cubicBezTo>
                <a:cubicBezTo>
                  <a:pt x="862467" y="50182"/>
                  <a:pt x="868264" y="51419"/>
                  <a:pt x="874152" y="53892"/>
                </a:cubicBezTo>
                <a:cubicBezTo>
                  <a:pt x="880042" y="56366"/>
                  <a:pt x="884808" y="60025"/>
                  <a:pt x="888450" y="64870"/>
                </a:cubicBezTo>
                <a:lnTo>
                  <a:pt x="878799" y="71793"/>
                </a:lnTo>
                <a:close/>
                <a:moveTo>
                  <a:pt x="946914" y="62811"/>
                </a:moveTo>
                <a:lnTo>
                  <a:pt x="922875" y="62811"/>
                </a:lnTo>
                <a:lnTo>
                  <a:pt x="922875" y="112584"/>
                </a:lnTo>
                <a:cubicBezTo>
                  <a:pt x="922875" y="115745"/>
                  <a:pt x="923178" y="118358"/>
                  <a:pt x="923784" y="120424"/>
                </a:cubicBezTo>
                <a:cubicBezTo>
                  <a:pt x="924392" y="122490"/>
                  <a:pt x="925272" y="124101"/>
                  <a:pt x="926424" y="125257"/>
                </a:cubicBezTo>
                <a:cubicBezTo>
                  <a:pt x="927578" y="126411"/>
                  <a:pt x="928945" y="127201"/>
                  <a:pt x="930523" y="127628"/>
                </a:cubicBezTo>
                <a:cubicBezTo>
                  <a:pt x="932102" y="128052"/>
                  <a:pt x="933802" y="128264"/>
                  <a:pt x="935623" y="128264"/>
                </a:cubicBezTo>
                <a:cubicBezTo>
                  <a:pt x="937324" y="128264"/>
                  <a:pt x="939114" y="128017"/>
                  <a:pt x="940995" y="127522"/>
                </a:cubicBezTo>
                <a:cubicBezTo>
                  <a:pt x="942877" y="127025"/>
                  <a:pt x="944669" y="126343"/>
                  <a:pt x="946370" y="125474"/>
                </a:cubicBezTo>
                <a:lnTo>
                  <a:pt x="946914" y="136209"/>
                </a:lnTo>
                <a:cubicBezTo>
                  <a:pt x="944730" y="137060"/>
                  <a:pt x="942454" y="137697"/>
                  <a:pt x="940086" y="138121"/>
                </a:cubicBezTo>
                <a:cubicBezTo>
                  <a:pt x="937718" y="138546"/>
                  <a:pt x="935137" y="138758"/>
                  <a:pt x="932344" y="138758"/>
                </a:cubicBezTo>
                <a:cubicBezTo>
                  <a:pt x="930037" y="138758"/>
                  <a:pt x="927609" y="138454"/>
                  <a:pt x="925059" y="137846"/>
                </a:cubicBezTo>
                <a:cubicBezTo>
                  <a:pt x="922510" y="137240"/>
                  <a:pt x="920142" y="136088"/>
                  <a:pt x="917956" y="134389"/>
                </a:cubicBezTo>
                <a:cubicBezTo>
                  <a:pt x="915772" y="132688"/>
                  <a:pt x="913981" y="130381"/>
                  <a:pt x="912584" y="127466"/>
                </a:cubicBezTo>
                <a:cubicBezTo>
                  <a:pt x="911187" y="124552"/>
                  <a:pt x="910489" y="120727"/>
                  <a:pt x="910489" y="115991"/>
                </a:cubicBezTo>
                <a:lnTo>
                  <a:pt x="910489" y="62811"/>
                </a:lnTo>
                <a:lnTo>
                  <a:pt x="892822" y="62811"/>
                </a:lnTo>
                <a:lnTo>
                  <a:pt x="892822" y="52494"/>
                </a:lnTo>
                <a:lnTo>
                  <a:pt x="910489" y="52494"/>
                </a:lnTo>
                <a:lnTo>
                  <a:pt x="910489" y="28452"/>
                </a:lnTo>
                <a:lnTo>
                  <a:pt x="922875" y="28452"/>
                </a:lnTo>
                <a:lnTo>
                  <a:pt x="922875" y="52494"/>
                </a:lnTo>
                <a:lnTo>
                  <a:pt x="946914" y="52494"/>
                </a:lnTo>
                <a:lnTo>
                  <a:pt x="946914" y="62811"/>
                </a:lnTo>
                <a:close/>
                <a:moveTo>
                  <a:pt x="979224" y="137691"/>
                </a:moveTo>
                <a:lnTo>
                  <a:pt x="966841" y="137691"/>
                </a:lnTo>
                <a:lnTo>
                  <a:pt x="966841" y="52453"/>
                </a:lnTo>
                <a:lnTo>
                  <a:pt x="979224" y="52453"/>
                </a:lnTo>
                <a:lnTo>
                  <a:pt x="979224" y="137691"/>
                </a:lnTo>
                <a:moveTo>
                  <a:pt x="981776" y="19590"/>
                </a:moveTo>
                <a:cubicBezTo>
                  <a:pt x="981776" y="22132"/>
                  <a:pt x="980865" y="24220"/>
                  <a:pt x="979044" y="25854"/>
                </a:cubicBezTo>
                <a:cubicBezTo>
                  <a:pt x="977223" y="27488"/>
                  <a:pt x="975219" y="28305"/>
                  <a:pt x="973033" y="28305"/>
                </a:cubicBezTo>
                <a:cubicBezTo>
                  <a:pt x="970846" y="28305"/>
                  <a:pt x="968843" y="27488"/>
                  <a:pt x="967021" y="25854"/>
                </a:cubicBezTo>
                <a:cubicBezTo>
                  <a:pt x="965200" y="24220"/>
                  <a:pt x="964290" y="22132"/>
                  <a:pt x="964290" y="19590"/>
                </a:cubicBezTo>
                <a:cubicBezTo>
                  <a:pt x="964290" y="17048"/>
                  <a:pt x="965200" y="14960"/>
                  <a:pt x="967021" y="13326"/>
                </a:cubicBezTo>
                <a:cubicBezTo>
                  <a:pt x="968843" y="11692"/>
                  <a:pt x="970846" y="10875"/>
                  <a:pt x="973033" y="10875"/>
                </a:cubicBezTo>
                <a:cubicBezTo>
                  <a:pt x="975219" y="10875"/>
                  <a:pt x="977223" y="11692"/>
                  <a:pt x="979044" y="13326"/>
                </a:cubicBezTo>
                <a:cubicBezTo>
                  <a:pt x="980865" y="14960"/>
                  <a:pt x="981776" y="17048"/>
                  <a:pt x="981776" y="19590"/>
                </a:cubicBezTo>
                <a:close/>
                <a:moveTo>
                  <a:pt x="1096881" y="95004"/>
                </a:moveTo>
                <a:cubicBezTo>
                  <a:pt x="1096881" y="101442"/>
                  <a:pt x="1095757" y="107394"/>
                  <a:pt x="1093510" y="112859"/>
                </a:cubicBezTo>
                <a:cubicBezTo>
                  <a:pt x="1091264" y="118325"/>
                  <a:pt x="1088138" y="123062"/>
                  <a:pt x="1084130" y="127072"/>
                </a:cubicBezTo>
                <a:cubicBezTo>
                  <a:pt x="1080125" y="131079"/>
                  <a:pt x="1075329" y="134207"/>
                  <a:pt x="1069743" y="136454"/>
                </a:cubicBezTo>
                <a:cubicBezTo>
                  <a:pt x="1064159" y="138701"/>
                  <a:pt x="1058027" y="139825"/>
                  <a:pt x="1051348" y="139825"/>
                </a:cubicBezTo>
                <a:cubicBezTo>
                  <a:pt x="1044791" y="139825"/>
                  <a:pt x="1038720" y="138701"/>
                  <a:pt x="1033134" y="136454"/>
                </a:cubicBezTo>
                <a:cubicBezTo>
                  <a:pt x="1027550" y="134207"/>
                  <a:pt x="1022754" y="131079"/>
                  <a:pt x="1018746" y="127072"/>
                </a:cubicBezTo>
                <a:cubicBezTo>
                  <a:pt x="1014741" y="123062"/>
                  <a:pt x="1011614" y="118325"/>
                  <a:pt x="1009367" y="112859"/>
                </a:cubicBezTo>
                <a:cubicBezTo>
                  <a:pt x="1007121" y="107394"/>
                  <a:pt x="1005999" y="101442"/>
                  <a:pt x="1005999" y="95004"/>
                </a:cubicBezTo>
                <a:cubicBezTo>
                  <a:pt x="1005999" y="88565"/>
                  <a:pt x="1007121" y="82613"/>
                  <a:pt x="1009367" y="77148"/>
                </a:cubicBezTo>
                <a:cubicBezTo>
                  <a:pt x="1011614" y="71682"/>
                  <a:pt x="1014741" y="66946"/>
                  <a:pt x="1018746" y="62938"/>
                </a:cubicBezTo>
                <a:cubicBezTo>
                  <a:pt x="1022754" y="58929"/>
                  <a:pt x="1027550" y="55801"/>
                  <a:pt x="1033134" y="53553"/>
                </a:cubicBezTo>
                <a:cubicBezTo>
                  <a:pt x="1038720" y="51306"/>
                  <a:pt x="1044791" y="50182"/>
                  <a:pt x="1051348" y="50182"/>
                </a:cubicBezTo>
                <a:cubicBezTo>
                  <a:pt x="1058027" y="50182"/>
                  <a:pt x="1064159" y="51306"/>
                  <a:pt x="1069743" y="53553"/>
                </a:cubicBezTo>
                <a:cubicBezTo>
                  <a:pt x="1075329" y="55801"/>
                  <a:pt x="1080125" y="58929"/>
                  <a:pt x="1084130" y="62938"/>
                </a:cubicBezTo>
                <a:cubicBezTo>
                  <a:pt x="1088138" y="66946"/>
                  <a:pt x="1091264" y="71682"/>
                  <a:pt x="1093510" y="77148"/>
                </a:cubicBezTo>
                <a:cubicBezTo>
                  <a:pt x="1095757" y="82613"/>
                  <a:pt x="1096881" y="88565"/>
                  <a:pt x="1096881" y="95004"/>
                </a:cubicBezTo>
                <a:moveTo>
                  <a:pt x="1083769" y="95006"/>
                </a:moveTo>
                <a:cubicBezTo>
                  <a:pt x="1083769" y="90260"/>
                  <a:pt x="1083010" y="85787"/>
                  <a:pt x="1081493" y="81589"/>
                </a:cubicBezTo>
                <a:cubicBezTo>
                  <a:pt x="1079976" y="77389"/>
                  <a:pt x="1077820" y="73737"/>
                  <a:pt x="1075026" y="70634"/>
                </a:cubicBezTo>
                <a:cubicBezTo>
                  <a:pt x="1072234" y="67529"/>
                  <a:pt x="1068834" y="65063"/>
                  <a:pt x="1064827" y="63239"/>
                </a:cubicBezTo>
                <a:cubicBezTo>
                  <a:pt x="1060821" y="61412"/>
                  <a:pt x="1056329" y="60498"/>
                  <a:pt x="1051351" y="60498"/>
                </a:cubicBezTo>
                <a:cubicBezTo>
                  <a:pt x="1046372" y="60498"/>
                  <a:pt x="1041910" y="61412"/>
                  <a:pt x="1037964" y="63239"/>
                </a:cubicBezTo>
                <a:cubicBezTo>
                  <a:pt x="1034018" y="65063"/>
                  <a:pt x="1030647" y="67529"/>
                  <a:pt x="1027853" y="70634"/>
                </a:cubicBezTo>
                <a:cubicBezTo>
                  <a:pt x="1025061" y="73737"/>
                  <a:pt x="1022907" y="77389"/>
                  <a:pt x="1021389" y="81589"/>
                </a:cubicBezTo>
                <a:cubicBezTo>
                  <a:pt x="1019872" y="85787"/>
                  <a:pt x="1019113" y="90260"/>
                  <a:pt x="1019113" y="95006"/>
                </a:cubicBezTo>
                <a:cubicBezTo>
                  <a:pt x="1019113" y="99753"/>
                  <a:pt x="1019872" y="104227"/>
                  <a:pt x="1021389" y="108427"/>
                </a:cubicBezTo>
                <a:cubicBezTo>
                  <a:pt x="1022907" y="112625"/>
                  <a:pt x="1025061" y="116277"/>
                  <a:pt x="1027853" y="119382"/>
                </a:cubicBezTo>
                <a:cubicBezTo>
                  <a:pt x="1030647" y="122485"/>
                  <a:pt x="1034018" y="124920"/>
                  <a:pt x="1037964" y="126685"/>
                </a:cubicBezTo>
                <a:cubicBezTo>
                  <a:pt x="1041910" y="128449"/>
                  <a:pt x="1046372" y="129331"/>
                  <a:pt x="1051351" y="129331"/>
                </a:cubicBezTo>
                <a:cubicBezTo>
                  <a:pt x="1056329" y="129331"/>
                  <a:pt x="1060821" y="128449"/>
                  <a:pt x="1064827" y="126685"/>
                </a:cubicBezTo>
                <a:cubicBezTo>
                  <a:pt x="1068834" y="124920"/>
                  <a:pt x="1072234" y="122485"/>
                  <a:pt x="1075026" y="119382"/>
                </a:cubicBezTo>
                <a:cubicBezTo>
                  <a:pt x="1077820" y="116277"/>
                  <a:pt x="1079976" y="112625"/>
                  <a:pt x="1081493" y="108427"/>
                </a:cubicBezTo>
                <a:cubicBezTo>
                  <a:pt x="1083010" y="104227"/>
                  <a:pt x="1083769" y="99753"/>
                  <a:pt x="1083769" y="95006"/>
                </a:cubicBezTo>
                <a:close/>
                <a:moveTo>
                  <a:pt x="1134601" y="52383"/>
                </a:moveTo>
                <a:cubicBezTo>
                  <a:pt x="1134844" y="54690"/>
                  <a:pt x="1135026" y="57240"/>
                  <a:pt x="1135146" y="60034"/>
                </a:cubicBezTo>
                <a:cubicBezTo>
                  <a:pt x="1135268" y="62826"/>
                  <a:pt x="1135330" y="65133"/>
                  <a:pt x="1135330" y="66954"/>
                </a:cubicBezTo>
                <a:lnTo>
                  <a:pt x="1135694" y="66954"/>
                </a:lnTo>
                <a:cubicBezTo>
                  <a:pt x="1138123" y="61970"/>
                  <a:pt x="1142069" y="57929"/>
                  <a:pt x="1147533" y="54832"/>
                </a:cubicBezTo>
                <a:cubicBezTo>
                  <a:pt x="1152996" y="51732"/>
                  <a:pt x="1158764" y="50182"/>
                  <a:pt x="1164835" y="50182"/>
                </a:cubicBezTo>
                <a:cubicBezTo>
                  <a:pt x="1175641" y="50182"/>
                  <a:pt x="1183744" y="53403"/>
                  <a:pt x="1189147" y="59845"/>
                </a:cubicBezTo>
                <a:cubicBezTo>
                  <a:pt x="1194551" y="66287"/>
                  <a:pt x="1197254" y="74795"/>
                  <a:pt x="1197254" y="85369"/>
                </a:cubicBezTo>
                <a:lnTo>
                  <a:pt x="1197254" y="137691"/>
                </a:lnTo>
                <a:lnTo>
                  <a:pt x="1184870" y="137691"/>
                </a:lnTo>
                <a:lnTo>
                  <a:pt x="1184870" y="90426"/>
                </a:lnTo>
                <a:cubicBezTo>
                  <a:pt x="1184870" y="85924"/>
                  <a:pt x="1184506" y="81849"/>
                  <a:pt x="1183778" y="78201"/>
                </a:cubicBezTo>
                <a:cubicBezTo>
                  <a:pt x="1183050" y="74551"/>
                  <a:pt x="1181805" y="71418"/>
                  <a:pt x="1180043" y="68802"/>
                </a:cubicBezTo>
                <a:cubicBezTo>
                  <a:pt x="1178283" y="66186"/>
                  <a:pt x="1175915" y="64148"/>
                  <a:pt x="1172939" y="62688"/>
                </a:cubicBezTo>
                <a:cubicBezTo>
                  <a:pt x="1169966" y="61228"/>
                  <a:pt x="1166232" y="60498"/>
                  <a:pt x="1161739" y="60498"/>
                </a:cubicBezTo>
                <a:cubicBezTo>
                  <a:pt x="1158462" y="60498"/>
                  <a:pt x="1155274" y="61168"/>
                  <a:pt x="1152177" y="62508"/>
                </a:cubicBezTo>
                <a:cubicBezTo>
                  <a:pt x="1149081" y="63845"/>
                  <a:pt x="1146318" y="65883"/>
                  <a:pt x="1143889" y="68622"/>
                </a:cubicBezTo>
                <a:cubicBezTo>
                  <a:pt x="1141462" y="71358"/>
                  <a:pt x="1139520" y="74825"/>
                  <a:pt x="1138061" y="79021"/>
                </a:cubicBezTo>
                <a:cubicBezTo>
                  <a:pt x="1136605" y="83217"/>
                  <a:pt x="1135877" y="88175"/>
                  <a:pt x="1135877" y="93895"/>
                </a:cubicBezTo>
                <a:lnTo>
                  <a:pt x="1135877" y="137691"/>
                </a:lnTo>
                <a:lnTo>
                  <a:pt x="1123491" y="137691"/>
                </a:lnTo>
                <a:lnTo>
                  <a:pt x="1123491" y="71148"/>
                </a:lnTo>
                <a:cubicBezTo>
                  <a:pt x="1123491" y="68837"/>
                  <a:pt x="1123429" y="65861"/>
                  <a:pt x="1123307" y="62219"/>
                </a:cubicBezTo>
                <a:cubicBezTo>
                  <a:pt x="1123187" y="58576"/>
                  <a:pt x="1123005" y="55298"/>
                  <a:pt x="1122763" y="52383"/>
                </a:cubicBezTo>
                <a:lnTo>
                  <a:pt x="1134601" y="523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BA7EF-5408-4DC4-8804-7CA4AE61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798" y="1017693"/>
            <a:ext cx="1488379" cy="630848"/>
          </a:xfrm>
          <a:custGeom xmlns:a="http://schemas.openxmlformats.org/drawingml/2006/main">
            <a:pathLst>
              <a:path w="1488379" h="630848" fill="none">
                <a:moveTo>
                  <a:pt x="0" y="105144"/>
                </a:moveTo>
                <a:cubicBezTo>
                  <a:pt x="0" y="47074"/>
                  <a:pt x="47074" y="0"/>
                  <a:pt x="105144" y="0"/>
                </a:cubicBezTo>
                <a:lnTo>
                  <a:pt x="1383235" y="0"/>
                </a:lnTo>
                <a:cubicBezTo>
                  <a:pt x="1441304" y="0"/>
                  <a:pt x="1488379" y="47074"/>
                  <a:pt x="1488379" y="105144"/>
                </a:cubicBezTo>
                <a:lnTo>
                  <a:pt x="1488379" y="525704"/>
                </a:lnTo>
                <a:cubicBezTo>
                  <a:pt x="1488379" y="583773"/>
                  <a:pt x="1441304" y="630848"/>
                  <a:pt x="1383235" y="630848"/>
                </a:cubicBezTo>
                <a:lnTo>
                  <a:pt x="105144" y="630848"/>
                </a:lnTo>
                <a:cubicBezTo>
                  <a:pt x="47074" y="630848"/>
                  <a:pt x="0" y="583773"/>
                  <a:pt x="0" y="525704"/>
                </a:cubicBezTo>
                <a:lnTo>
                  <a:pt x="0" y="1051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38" name="Text Apply">
            <a:extLst xmlns:a="http://schemas.openxmlformats.org/drawingml/2006/main">
              <a:ext uri="{FF2B5EF4-FFF2-40B4-BE49-F238E27FC236}">
                <a16:creationId xmlns:a16="http://schemas.microsoft.com/office/drawing/2014/main" id="{E1FDBAC1-4E8F-4E3C-947C-E5B2623B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804" y="1138640"/>
            <a:ext cx="487494" cy="181445"/>
          </a:xfrm>
          <a:custGeom xmlns:a="http://schemas.openxmlformats.org/drawingml/2006/main">
            <a:pathLst>
              <a:path w="487494" h="181445">
                <a:moveTo>
                  <a:pt x="14390" y="137691"/>
                </a:moveTo>
                <a:lnTo>
                  <a:pt x="0" y="137691"/>
                </a:lnTo>
                <a:lnTo>
                  <a:pt x="55732" y="8740"/>
                </a:lnTo>
                <a:lnTo>
                  <a:pt x="68483" y="8740"/>
                </a:lnTo>
                <a:lnTo>
                  <a:pt x="123851" y="137691"/>
                </a:lnTo>
                <a:lnTo>
                  <a:pt x="109280" y="137691"/>
                </a:lnTo>
                <a:lnTo>
                  <a:pt x="95073" y="103897"/>
                </a:lnTo>
                <a:lnTo>
                  <a:pt x="28414" y="103897"/>
                </a:lnTo>
                <a:lnTo>
                  <a:pt x="14390" y="137691"/>
                </a:lnTo>
                <a:moveTo>
                  <a:pt x="33330" y="91802"/>
                </a:moveTo>
                <a:lnTo>
                  <a:pt x="90157" y="91802"/>
                </a:lnTo>
                <a:lnTo>
                  <a:pt x="61743" y="23319"/>
                </a:lnTo>
                <a:lnTo>
                  <a:pt x="33330" y="91802"/>
                </a:lnTo>
                <a:close/>
                <a:moveTo>
                  <a:pt x="154704" y="181345"/>
                </a:moveTo>
                <a:lnTo>
                  <a:pt x="142318" y="181345"/>
                </a:lnTo>
                <a:lnTo>
                  <a:pt x="142318" y="52372"/>
                </a:lnTo>
                <a:lnTo>
                  <a:pt x="154704" y="52372"/>
                </a:lnTo>
                <a:lnTo>
                  <a:pt x="154704" y="67126"/>
                </a:lnTo>
                <a:lnTo>
                  <a:pt x="155249" y="67126"/>
                </a:lnTo>
                <a:cubicBezTo>
                  <a:pt x="158771" y="61539"/>
                  <a:pt x="163476" y="57318"/>
                  <a:pt x="169364" y="54465"/>
                </a:cubicBezTo>
                <a:cubicBezTo>
                  <a:pt x="175254" y="51610"/>
                  <a:pt x="181233" y="50182"/>
                  <a:pt x="187303" y="50182"/>
                </a:cubicBezTo>
                <a:cubicBezTo>
                  <a:pt x="193982" y="50182"/>
                  <a:pt x="200023" y="51337"/>
                  <a:pt x="205426" y="53645"/>
                </a:cubicBezTo>
                <a:cubicBezTo>
                  <a:pt x="210828" y="55952"/>
                  <a:pt x="215441" y="59110"/>
                  <a:pt x="219265" y="63119"/>
                </a:cubicBezTo>
                <a:cubicBezTo>
                  <a:pt x="223091" y="67126"/>
                  <a:pt x="226067" y="71864"/>
                  <a:pt x="228192" y="77331"/>
                </a:cubicBezTo>
                <a:cubicBezTo>
                  <a:pt x="230317" y="82797"/>
                  <a:pt x="231380" y="88688"/>
                  <a:pt x="231380" y="95004"/>
                </a:cubicBezTo>
                <a:cubicBezTo>
                  <a:pt x="231380" y="101320"/>
                  <a:pt x="230317" y="107211"/>
                  <a:pt x="228192" y="112679"/>
                </a:cubicBezTo>
                <a:cubicBezTo>
                  <a:pt x="226067" y="118144"/>
                  <a:pt x="223091" y="122882"/>
                  <a:pt x="219265" y="126891"/>
                </a:cubicBezTo>
                <a:cubicBezTo>
                  <a:pt x="215441" y="130899"/>
                  <a:pt x="210828" y="134057"/>
                  <a:pt x="205426" y="136365"/>
                </a:cubicBezTo>
                <a:cubicBezTo>
                  <a:pt x="200023" y="138672"/>
                  <a:pt x="193982" y="139825"/>
                  <a:pt x="187303" y="139825"/>
                </a:cubicBezTo>
                <a:cubicBezTo>
                  <a:pt x="181233" y="139825"/>
                  <a:pt x="175254" y="138398"/>
                  <a:pt x="169364" y="135545"/>
                </a:cubicBezTo>
                <a:cubicBezTo>
                  <a:pt x="163476" y="132690"/>
                  <a:pt x="158771" y="128590"/>
                  <a:pt x="155249" y="123245"/>
                </a:cubicBezTo>
                <a:lnTo>
                  <a:pt x="154704" y="123245"/>
                </a:lnTo>
                <a:lnTo>
                  <a:pt x="154704" y="181345"/>
                </a:lnTo>
                <a:moveTo>
                  <a:pt x="218268" y="95006"/>
                </a:moveTo>
                <a:cubicBezTo>
                  <a:pt x="218268" y="90260"/>
                  <a:pt x="217539" y="85787"/>
                  <a:pt x="216081" y="81589"/>
                </a:cubicBezTo>
                <a:cubicBezTo>
                  <a:pt x="214624" y="77389"/>
                  <a:pt x="212530" y="73737"/>
                  <a:pt x="209797" y="70634"/>
                </a:cubicBezTo>
                <a:cubicBezTo>
                  <a:pt x="207066" y="67529"/>
                  <a:pt x="203697" y="65063"/>
                  <a:pt x="199689" y="63239"/>
                </a:cubicBezTo>
                <a:cubicBezTo>
                  <a:pt x="195682" y="61412"/>
                  <a:pt x="191129" y="60498"/>
                  <a:pt x="186030" y="60498"/>
                </a:cubicBezTo>
                <a:cubicBezTo>
                  <a:pt x="181295" y="60498"/>
                  <a:pt x="176923" y="61381"/>
                  <a:pt x="172916" y="63147"/>
                </a:cubicBezTo>
                <a:cubicBezTo>
                  <a:pt x="168910" y="64911"/>
                  <a:pt x="165450" y="67345"/>
                  <a:pt x="162536" y="70450"/>
                </a:cubicBezTo>
                <a:cubicBezTo>
                  <a:pt x="159621" y="73554"/>
                  <a:pt x="157344" y="77205"/>
                  <a:pt x="155705" y="81406"/>
                </a:cubicBezTo>
                <a:cubicBezTo>
                  <a:pt x="154065" y="85604"/>
                  <a:pt x="153245" y="90137"/>
                  <a:pt x="153245" y="95006"/>
                </a:cubicBezTo>
                <a:cubicBezTo>
                  <a:pt x="153245" y="99875"/>
                  <a:pt x="154065" y="104410"/>
                  <a:pt x="155705" y="108610"/>
                </a:cubicBezTo>
                <a:cubicBezTo>
                  <a:pt x="157344" y="112808"/>
                  <a:pt x="159621" y="116430"/>
                  <a:pt x="162536" y="119474"/>
                </a:cubicBezTo>
                <a:cubicBezTo>
                  <a:pt x="165450" y="122516"/>
                  <a:pt x="168910" y="124920"/>
                  <a:pt x="172916" y="126685"/>
                </a:cubicBezTo>
                <a:cubicBezTo>
                  <a:pt x="176923" y="128449"/>
                  <a:pt x="181295" y="129331"/>
                  <a:pt x="186030" y="129331"/>
                </a:cubicBezTo>
                <a:cubicBezTo>
                  <a:pt x="191129" y="129331"/>
                  <a:pt x="195682" y="128449"/>
                  <a:pt x="199689" y="126685"/>
                </a:cubicBezTo>
                <a:cubicBezTo>
                  <a:pt x="203697" y="124920"/>
                  <a:pt x="207066" y="122485"/>
                  <a:pt x="209797" y="119382"/>
                </a:cubicBezTo>
                <a:cubicBezTo>
                  <a:pt x="212530" y="116277"/>
                  <a:pt x="214624" y="112625"/>
                  <a:pt x="216081" y="108427"/>
                </a:cubicBezTo>
                <a:cubicBezTo>
                  <a:pt x="217539" y="104227"/>
                  <a:pt x="218268" y="99753"/>
                  <a:pt x="218268" y="95006"/>
                </a:cubicBezTo>
                <a:close/>
                <a:moveTo>
                  <a:pt x="269702" y="181345"/>
                </a:moveTo>
                <a:lnTo>
                  <a:pt x="257315" y="181345"/>
                </a:lnTo>
                <a:lnTo>
                  <a:pt x="257315" y="52372"/>
                </a:lnTo>
                <a:lnTo>
                  <a:pt x="269702" y="52372"/>
                </a:lnTo>
                <a:lnTo>
                  <a:pt x="269702" y="67126"/>
                </a:lnTo>
                <a:lnTo>
                  <a:pt x="270246" y="67126"/>
                </a:lnTo>
                <a:cubicBezTo>
                  <a:pt x="273768" y="61539"/>
                  <a:pt x="278473" y="57318"/>
                  <a:pt x="284361" y="54465"/>
                </a:cubicBezTo>
                <a:cubicBezTo>
                  <a:pt x="290251" y="51610"/>
                  <a:pt x="296231" y="50182"/>
                  <a:pt x="302301" y="50182"/>
                </a:cubicBezTo>
                <a:cubicBezTo>
                  <a:pt x="308980" y="50182"/>
                  <a:pt x="315020" y="51337"/>
                  <a:pt x="320423" y="53645"/>
                </a:cubicBezTo>
                <a:cubicBezTo>
                  <a:pt x="325826" y="55952"/>
                  <a:pt x="330439" y="59110"/>
                  <a:pt x="334263" y="63119"/>
                </a:cubicBezTo>
                <a:cubicBezTo>
                  <a:pt x="338089" y="67126"/>
                  <a:pt x="341064" y="71864"/>
                  <a:pt x="343189" y="77331"/>
                </a:cubicBezTo>
                <a:cubicBezTo>
                  <a:pt x="345315" y="82797"/>
                  <a:pt x="346377" y="88688"/>
                  <a:pt x="346377" y="95004"/>
                </a:cubicBezTo>
                <a:cubicBezTo>
                  <a:pt x="346377" y="101320"/>
                  <a:pt x="345315" y="107211"/>
                  <a:pt x="343189" y="112679"/>
                </a:cubicBezTo>
                <a:cubicBezTo>
                  <a:pt x="341064" y="118144"/>
                  <a:pt x="338089" y="122882"/>
                  <a:pt x="334263" y="126891"/>
                </a:cubicBezTo>
                <a:cubicBezTo>
                  <a:pt x="330439" y="130899"/>
                  <a:pt x="325826" y="134057"/>
                  <a:pt x="320423" y="136365"/>
                </a:cubicBezTo>
                <a:cubicBezTo>
                  <a:pt x="315020" y="138672"/>
                  <a:pt x="308980" y="139825"/>
                  <a:pt x="302301" y="139825"/>
                </a:cubicBezTo>
                <a:cubicBezTo>
                  <a:pt x="296231" y="139825"/>
                  <a:pt x="290251" y="138398"/>
                  <a:pt x="284361" y="135545"/>
                </a:cubicBezTo>
                <a:cubicBezTo>
                  <a:pt x="278473" y="132690"/>
                  <a:pt x="273768" y="128590"/>
                  <a:pt x="270246" y="123245"/>
                </a:cubicBezTo>
                <a:lnTo>
                  <a:pt x="269702" y="123245"/>
                </a:lnTo>
                <a:lnTo>
                  <a:pt x="269702" y="181345"/>
                </a:lnTo>
                <a:moveTo>
                  <a:pt x="333265" y="95006"/>
                </a:moveTo>
                <a:cubicBezTo>
                  <a:pt x="333265" y="90260"/>
                  <a:pt x="332536" y="85787"/>
                  <a:pt x="331078" y="81589"/>
                </a:cubicBezTo>
                <a:cubicBezTo>
                  <a:pt x="329622" y="77389"/>
                  <a:pt x="327527" y="73737"/>
                  <a:pt x="324795" y="70634"/>
                </a:cubicBezTo>
                <a:cubicBezTo>
                  <a:pt x="322064" y="67529"/>
                  <a:pt x="318694" y="65063"/>
                  <a:pt x="314687" y="63239"/>
                </a:cubicBezTo>
                <a:cubicBezTo>
                  <a:pt x="310680" y="61412"/>
                  <a:pt x="306126" y="60498"/>
                  <a:pt x="301028" y="60498"/>
                </a:cubicBezTo>
                <a:cubicBezTo>
                  <a:pt x="296292" y="60498"/>
                  <a:pt x="291921" y="61381"/>
                  <a:pt x="287913" y="63147"/>
                </a:cubicBezTo>
                <a:cubicBezTo>
                  <a:pt x="283907" y="64911"/>
                  <a:pt x="280448" y="67345"/>
                  <a:pt x="277533" y="70450"/>
                </a:cubicBezTo>
                <a:cubicBezTo>
                  <a:pt x="274619" y="73554"/>
                  <a:pt x="272342" y="77205"/>
                  <a:pt x="270702" y="81406"/>
                </a:cubicBezTo>
                <a:cubicBezTo>
                  <a:pt x="269062" y="85604"/>
                  <a:pt x="268243" y="90137"/>
                  <a:pt x="268243" y="95006"/>
                </a:cubicBezTo>
                <a:cubicBezTo>
                  <a:pt x="268243" y="99875"/>
                  <a:pt x="269062" y="104410"/>
                  <a:pt x="270702" y="108610"/>
                </a:cubicBezTo>
                <a:cubicBezTo>
                  <a:pt x="272342" y="112808"/>
                  <a:pt x="274619" y="116430"/>
                  <a:pt x="277533" y="119474"/>
                </a:cubicBezTo>
                <a:cubicBezTo>
                  <a:pt x="280448" y="122516"/>
                  <a:pt x="283907" y="124920"/>
                  <a:pt x="287913" y="126685"/>
                </a:cubicBezTo>
                <a:cubicBezTo>
                  <a:pt x="291921" y="128449"/>
                  <a:pt x="296292" y="129331"/>
                  <a:pt x="301028" y="129331"/>
                </a:cubicBezTo>
                <a:cubicBezTo>
                  <a:pt x="306126" y="129331"/>
                  <a:pt x="310680" y="128449"/>
                  <a:pt x="314687" y="126685"/>
                </a:cubicBezTo>
                <a:cubicBezTo>
                  <a:pt x="318694" y="124920"/>
                  <a:pt x="322064" y="122485"/>
                  <a:pt x="324795" y="119382"/>
                </a:cubicBezTo>
                <a:cubicBezTo>
                  <a:pt x="327527" y="116277"/>
                  <a:pt x="329622" y="112625"/>
                  <a:pt x="331078" y="108427"/>
                </a:cubicBezTo>
                <a:cubicBezTo>
                  <a:pt x="332536" y="104227"/>
                  <a:pt x="333265" y="99753"/>
                  <a:pt x="333265" y="95006"/>
                </a:cubicBezTo>
                <a:close/>
                <a:moveTo>
                  <a:pt x="385064" y="137691"/>
                </a:moveTo>
                <a:lnTo>
                  <a:pt x="372677" y="137691"/>
                </a:lnTo>
                <a:lnTo>
                  <a:pt x="372677" y="0"/>
                </a:lnTo>
                <a:lnTo>
                  <a:pt x="385064" y="0"/>
                </a:lnTo>
                <a:lnTo>
                  <a:pt x="385064" y="137691"/>
                </a:lnTo>
                <a:close/>
                <a:moveTo>
                  <a:pt x="447244" y="124518"/>
                </a:moveTo>
                <a:lnTo>
                  <a:pt x="447608" y="124518"/>
                </a:lnTo>
                <a:lnTo>
                  <a:pt x="474015" y="52575"/>
                </a:lnTo>
                <a:lnTo>
                  <a:pt x="487494" y="52575"/>
                </a:lnTo>
                <a:lnTo>
                  <a:pt x="445057" y="159851"/>
                </a:lnTo>
                <a:cubicBezTo>
                  <a:pt x="442507" y="166408"/>
                  <a:pt x="439259" y="171646"/>
                  <a:pt x="435313" y="175564"/>
                </a:cubicBezTo>
                <a:cubicBezTo>
                  <a:pt x="431367" y="179485"/>
                  <a:pt x="425690" y="181445"/>
                  <a:pt x="418283" y="181445"/>
                </a:cubicBezTo>
                <a:cubicBezTo>
                  <a:pt x="414520" y="181445"/>
                  <a:pt x="410817" y="181089"/>
                  <a:pt x="407175" y="180378"/>
                </a:cubicBezTo>
                <a:lnTo>
                  <a:pt x="408447" y="169139"/>
                </a:lnTo>
                <a:cubicBezTo>
                  <a:pt x="411362" y="170110"/>
                  <a:pt x="414398" y="170595"/>
                  <a:pt x="417555" y="170595"/>
                </a:cubicBezTo>
                <a:cubicBezTo>
                  <a:pt x="421805" y="170595"/>
                  <a:pt x="425143" y="169290"/>
                  <a:pt x="427571" y="166680"/>
                </a:cubicBezTo>
                <a:cubicBezTo>
                  <a:pt x="429999" y="164069"/>
                  <a:pt x="432125" y="160336"/>
                  <a:pt x="433946" y="155480"/>
                </a:cubicBezTo>
                <a:lnTo>
                  <a:pt x="440869" y="137630"/>
                </a:lnTo>
                <a:lnTo>
                  <a:pt x="404443" y="52575"/>
                </a:lnTo>
                <a:lnTo>
                  <a:pt x="418283" y="52575"/>
                </a:lnTo>
                <a:lnTo>
                  <a:pt x="447244" y="1245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UX-LLM">
            <a:extLst xmlns:a="http://schemas.openxmlformats.org/drawingml/2006/main">
              <a:ext uri="{FF2B5EF4-FFF2-40B4-BE49-F238E27FC236}">
                <a16:creationId xmlns:a16="http://schemas.microsoft.com/office/drawing/2014/main" id="{486F7B78-6B51-4FA3-B160-7329CCBB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868" y="1361081"/>
            <a:ext cx="612969" cy="132152"/>
          </a:xfrm>
          <a:custGeom xmlns:a="http://schemas.openxmlformats.org/drawingml/2006/main">
            <a:pathLst>
              <a:path w="612969" h="132152">
                <a:moveTo>
                  <a:pt x="48265" y="132152"/>
                </a:moveTo>
                <a:cubicBezTo>
                  <a:pt x="38551" y="132152"/>
                  <a:pt x="30597" y="130484"/>
                  <a:pt x="24403" y="127147"/>
                </a:cubicBezTo>
                <a:cubicBezTo>
                  <a:pt x="18211" y="123810"/>
                  <a:pt x="13294" y="119593"/>
                  <a:pt x="9652" y="114496"/>
                </a:cubicBezTo>
                <a:cubicBezTo>
                  <a:pt x="6009" y="109399"/>
                  <a:pt x="3490" y="103848"/>
                  <a:pt x="2093" y="97841"/>
                </a:cubicBezTo>
                <a:cubicBezTo>
                  <a:pt x="698" y="91833"/>
                  <a:pt x="0" y="86159"/>
                  <a:pt x="0" y="80819"/>
                </a:cubicBezTo>
                <a:lnTo>
                  <a:pt x="0" y="0"/>
                </a:lnTo>
                <a:lnTo>
                  <a:pt x="13115" y="0"/>
                </a:lnTo>
                <a:lnTo>
                  <a:pt x="13115" y="79305"/>
                </a:lnTo>
                <a:cubicBezTo>
                  <a:pt x="13115" y="84520"/>
                  <a:pt x="13721" y="89583"/>
                  <a:pt x="14935" y="94495"/>
                </a:cubicBezTo>
                <a:cubicBezTo>
                  <a:pt x="16150" y="99405"/>
                  <a:pt x="18123" y="103770"/>
                  <a:pt x="20854" y="107590"/>
                </a:cubicBezTo>
                <a:cubicBezTo>
                  <a:pt x="23587" y="111409"/>
                  <a:pt x="27200" y="114501"/>
                  <a:pt x="31693" y="116867"/>
                </a:cubicBezTo>
                <a:cubicBezTo>
                  <a:pt x="36186" y="119231"/>
                  <a:pt x="41711" y="120413"/>
                  <a:pt x="48267" y="120413"/>
                </a:cubicBezTo>
                <a:cubicBezTo>
                  <a:pt x="54822" y="120413"/>
                  <a:pt x="60346" y="119231"/>
                  <a:pt x="64839" y="116867"/>
                </a:cubicBezTo>
                <a:cubicBezTo>
                  <a:pt x="69332" y="114501"/>
                  <a:pt x="72944" y="111409"/>
                  <a:pt x="75675" y="107590"/>
                </a:cubicBezTo>
                <a:cubicBezTo>
                  <a:pt x="78408" y="103770"/>
                  <a:pt x="80381" y="99405"/>
                  <a:pt x="81594" y="94495"/>
                </a:cubicBezTo>
                <a:cubicBezTo>
                  <a:pt x="82810" y="89583"/>
                  <a:pt x="83418" y="84520"/>
                  <a:pt x="83418" y="79305"/>
                </a:cubicBezTo>
                <a:lnTo>
                  <a:pt x="83418" y="0"/>
                </a:lnTo>
                <a:lnTo>
                  <a:pt x="96529" y="0"/>
                </a:lnTo>
                <a:lnTo>
                  <a:pt x="96529" y="80819"/>
                </a:lnTo>
                <a:cubicBezTo>
                  <a:pt x="96529" y="86159"/>
                  <a:pt x="95831" y="91833"/>
                  <a:pt x="94434" y="97841"/>
                </a:cubicBezTo>
                <a:cubicBezTo>
                  <a:pt x="93039" y="103848"/>
                  <a:pt x="90520" y="109399"/>
                  <a:pt x="86878" y="114496"/>
                </a:cubicBezTo>
                <a:cubicBezTo>
                  <a:pt x="83235" y="119593"/>
                  <a:pt x="78286" y="123810"/>
                  <a:pt x="72032" y="127147"/>
                </a:cubicBezTo>
                <a:cubicBezTo>
                  <a:pt x="65779" y="130484"/>
                  <a:pt x="57856" y="132152"/>
                  <a:pt x="48265" y="132152"/>
                </a:cubicBezTo>
                <a:close/>
                <a:moveTo>
                  <a:pt x="171988" y="52092"/>
                </a:moveTo>
                <a:lnTo>
                  <a:pt x="207138" y="0"/>
                </a:lnTo>
                <a:lnTo>
                  <a:pt x="222801" y="0"/>
                </a:lnTo>
                <a:lnTo>
                  <a:pt x="180000" y="61379"/>
                </a:lnTo>
                <a:lnTo>
                  <a:pt x="227356" y="128950"/>
                </a:lnTo>
                <a:lnTo>
                  <a:pt x="210962" y="128950"/>
                </a:lnTo>
                <a:lnTo>
                  <a:pt x="171624" y="70850"/>
                </a:lnTo>
                <a:lnTo>
                  <a:pt x="132464" y="128950"/>
                </a:lnTo>
                <a:lnTo>
                  <a:pt x="116072" y="128950"/>
                </a:lnTo>
                <a:lnTo>
                  <a:pt x="163428" y="61196"/>
                </a:lnTo>
                <a:lnTo>
                  <a:pt x="120263" y="0"/>
                </a:lnTo>
                <a:lnTo>
                  <a:pt x="136654" y="0"/>
                </a:lnTo>
                <a:lnTo>
                  <a:pt x="171988" y="52092"/>
                </a:lnTo>
                <a:close/>
                <a:moveTo>
                  <a:pt x="275435" y="89998"/>
                </a:moveTo>
                <a:lnTo>
                  <a:pt x="234637" y="89998"/>
                </a:lnTo>
                <a:lnTo>
                  <a:pt x="234637" y="79682"/>
                </a:lnTo>
                <a:lnTo>
                  <a:pt x="275435" y="79682"/>
                </a:lnTo>
                <a:lnTo>
                  <a:pt x="275435" y="89998"/>
                </a:lnTo>
                <a:close/>
                <a:moveTo>
                  <a:pt x="314309" y="117211"/>
                </a:moveTo>
                <a:lnTo>
                  <a:pt x="374413" y="117211"/>
                </a:lnTo>
                <a:lnTo>
                  <a:pt x="374413" y="128950"/>
                </a:lnTo>
                <a:lnTo>
                  <a:pt x="301194" y="128950"/>
                </a:lnTo>
                <a:lnTo>
                  <a:pt x="301194" y="0"/>
                </a:lnTo>
                <a:lnTo>
                  <a:pt x="314309" y="0"/>
                </a:lnTo>
                <a:lnTo>
                  <a:pt x="314309" y="117211"/>
                </a:lnTo>
                <a:close/>
                <a:moveTo>
                  <a:pt x="406631" y="117211"/>
                </a:moveTo>
                <a:lnTo>
                  <a:pt x="466735" y="117211"/>
                </a:lnTo>
                <a:lnTo>
                  <a:pt x="466735" y="128950"/>
                </a:lnTo>
                <a:lnTo>
                  <a:pt x="393517" y="128950"/>
                </a:lnTo>
                <a:lnTo>
                  <a:pt x="393517" y="0"/>
                </a:lnTo>
                <a:lnTo>
                  <a:pt x="406631" y="0"/>
                </a:lnTo>
                <a:lnTo>
                  <a:pt x="406631" y="117211"/>
                </a:lnTo>
                <a:close/>
                <a:moveTo>
                  <a:pt x="549586" y="106731"/>
                </a:moveTo>
                <a:lnTo>
                  <a:pt x="549770" y="106731"/>
                </a:lnTo>
                <a:lnTo>
                  <a:pt x="592935" y="0"/>
                </a:lnTo>
                <a:lnTo>
                  <a:pt x="612969" y="0"/>
                </a:lnTo>
                <a:lnTo>
                  <a:pt x="612969" y="128950"/>
                </a:lnTo>
                <a:lnTo>
                  <a:pt x="599855" y="128950"/>
                </a:lnTo>
                <a:lnTo>
                  <a:pt x="599855" y="16939"/>
                </a:lnTo>
                <a:lnTo>
                  <a:pt x="599490" y="16939"/>
                </a:lnTo>
                <a:lnTo>
                  <a:pt x="552865" y="128950"/>
                </a:lnTo>
                <a:lnTo>
                  <a:pt x="545943" y="128950"/>
                </a:lnTo>
                <a:lnTo>
                  <a:pt x="499318" y="16939"/>
                </a:lnTo>
                <a:lnTo>
                  <a:pt x="498954" y="16939"/>
                </a:lnTo>
                <a:lnTo>
                  <a:pt x="498954" y="128950"/>
                </a:lnTo>
                <a:lnTo>
                  <a:pt x="485839" y="128950"/>
                </a:lnTo>
                <a:lnTo>
                  <a:pt x="485839" y="0"/>
                </a:lnTo>
                <a:lnTo>
                  <a:pt x="505874" y="0"/>
                </a:lnTo>
                <a:lnTo>
                  <a:pt x="549586" y="106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78763-3988-4503-810E-6EEBF1A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798" y="2017785"/>
            <a:ext cx="1488379" cy="630848"/>
          </a:xfrm>
          <a:custGeom xmlns:a="http://schemas.openxmlformats.org/drawingml/2006/main">
            <a:pathLst>
              <a:path w="1488379" h="630848" fill="none">
                <a:moveTo>
                  <a:pt x="0" y="105144"/>
                </a:moveTo>
                <a:cubicBezTo>
                  <a:pt x="0" y="47074"/>
                  <a:pt x="47074" y="0"/>
                  <a:pt x="105144" y="0"/>
                </a:cubicBezTo>
                <a:lnTo>
                  <a:pt x="1383235" y="0"/>
                </a:lnTo>
                <a:cubicBezTo>
                  <a:pt x="1441304" y="0"/>
                  <a:pt x="1488379" y="47074"/>
                  <a:pt x="1488379" y="105144"/>
                </a:cubicBezTo>
                <a:lnTo>
                  <a:pt x="1488379" y="525704"/>
                </a:lnTo>
                <a:cubicBezTo>
                  <a:pt x="1488379" y="583773"/>
                  <a:pt x="1441304" y="630848"/>
                  <a:pt x="1383235" y="630848"/>
                </a:cubicBezTo>
                <a:lnTo>
                  <a:pt x="105144" y="630848"/>
                </a:lnTo>
                <a:cubicBezTo>
                  <a:pt x="47074" y="630848"/>
                  <a:pt x="0" y="583773"/>
                  <a:pt x="0" y="525704"/>
                </a:cubicBezTo>
                <a:lnTo>
                  <a:pt x="0" y="1051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41" name="Text FocusGroup">
            <a:extLst xmlns:a="http://schemas.openxmlformats.org/drawingml/2006/main">
              <a:ext uri="{FF2B5EF4-FFF2-40B4-BE49-F238E27FC236}">
                <a16:creationId xmlns:a16="http://schemas.microsoft.com/office/drawing/2014/main" id="{F2270356-020E-49CB-BB19-53167C2E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790" y="2253788"/>
            <a:ext cx="1080057" cy="176006"/>
          </a:xfrm>
          <a:custGeom xmlns:a="http://schemas.openxmlformats.org/drawingml/2006/main">
            <a:pathLst>
              <a:path w="1080057" h="176006">
                <a:moveTo>
                  <a:pt x="30781" y="30059"/>
                </a:moveTo>
                <a:lnTo>
                  <a:pt x="30781" y="56560"/>
                </a:lnTo>
                <a:lnTo>
                  <a:pt x="80686" y="56560"/>
                </a:lnTo>
                <a:lnTo>
                  <a:pt x="80686" y="82173"/>
                </a:lnTo>
                <a:lnTo>
                  <a:pt x="30781" y="82173"/>
                </a:lnTo>
                <a:lnTo>
                  <a:pt x="30781" y="132330"/>
                </a:lnTo>
                <a:lnTo>
                  <a:pt x="0" y="132330"/>
                </a:lnTo>
                <a:lnTo>
                  <a:pt x="0" y="3379"/>
                </a:lnTo>
                <a:lnTo>
                  <a:pt x="84874" y="3379"/>
                </a:lnTo>
                <a:lnTo>
                  <a:pt x="84874" y="30059"/>
                </a:lnTo>
                <a:lnTo>
                  <a:pt x="30781" y="30059"/>
                </a:lnTo>
                <a:close/>
                <a:moveTo>
                  <a:pt x="190746" y="86611"/>
                </a:moveTo>
                <a:cubicBezTo>
                  <a:pt x="190746" y="94007"/>
                  <a:pt x="189410" y="100706"/>
                  <a:pt x="186738" y="106709"/>
                </a:cubicBezTo>
                <a:cubicBezTo>
                  <a:pt x="184067" y="112712"/>
                  <a:pt x="180424" y="117805"/>
                  <a:pt x="175811" y="121989"/>
                </a:cubicBezTo>
                <a:cubicBezTo>
                  <a:pt x="171197" y="126172"/>
                  <a:pt x="165855" y="129416"/>
                  <a:pt x="159784" y="131721"/>
                </a:cubicBezTo>
                <a:cubicBezTo>
                  <a:pt x="153712" y="134024"/>
                  <a:pt x="147217" y="135176"/>
                  <a:pt x="140297" y="135176"/>
                </a:cubicBezTo>
                <a:cubicBezTo>
                  <a:pt x="133497" y="135176"/>
                  <a:pt x="127031" y="134024"/>
                  <a:pt x="120898" y="131721"/>
                </a:cubicBezTo>
                <a:cubicBezTo>
                  <a:pt x="114768" y="129416"/>
                  <a:pt x="109425" y="126172"/>
                  <a:pt x="104871" y="121989"/>
                </a:cubicBezTo>
                <a:cubicBezTo>
                  <a:pt x="100319" y="117805"/>
                  <a:pt x="96707" y="112712"/>
                  <a:pt x="94036" y="106709"/>
                </a:cubicBezTo>
                <a:cubicBezTo>
                  <a:pt x="91364" y="100706"/>
                  <a:pt x="90028" y="94007"/>
                  <a:pt x="90028" y="86611"/>
                </a:cubicBezTo>
                <a:cubicBezTo>
                  <a:pt x="90028" y="79215"/>
                  <a:pt x="91364" y="72546"/>
                  <a:pt x="94036" y="66604"/>
                </a:cubicBezTo>
                <a:cubicBezTo>
                  <a:pt x="96707" y="60662"/>
                  <a:pt x="100319" y="55630"/>
                  <a:pt x="104871" y="51508"/>
                </a:cubicBezTo>
                <a:cubicBezTo>
                  <a:pt x="109425" y="47384"/>
                  <a:pt x="114768" y="44230"/>
                  <a:pt x="120898" y="42048"/>
                </a:cubicBezTo>
                <a:cubicBezTo>
                  <a:pt x="127031" y="39865"/>
                  <a:pt x="133497" y="38774"/>
                  <a:pt x="140297" y="38774"/>
                </a:cubicBezTo>
                <a:cubicBezTo>
                  <a:pt x="147217" y="38774"/>
                  <a:pt x="153712" y="39865"/>
                  <a:pt x="159784" y="42048"/>
                </a:cubicBezTo>
                <a:cubicBezTo>
                  <a:pt x="165855" y="44230"/>
                  <a:pt x="171197" y="47384"/>
                  <a:pt x="175811" y="51508"/>
                </a:cubicBezTo>
                <a:cubicBezTo>
                  <a:pt x="180424" y="55630"/>
                  <a:pt x="184067" y="60662"/>
                  <a:pt x="186738" y="66604"/>
                </a:cubicBezTo>
                <a:cubicBezTo>
                  <a:pt x="189410" y="72546"/>
                  <a:pt x="190746" y="79215"/>
                  <a:pt x="190746" y="86611"/>
                </a:cubicBezTo>
                <a:moveTo>
                  <a:pt x="161971" y="86614"/>
                </a:moveTo>
                <a:cubicBezTo>
                  <a:pt x="161971" y="83701"/>
                  <a:pt x="161484" y="80850"/>
                  <a:pt x="160512" y="78059"/>
                </a:cubicBezTo>
                <a:cubicBezTo>
                  <a:pt x="159541" y="75267"/>
                  <a:pt x="158145" y="72810"/>
                  <a:pt x="156324" y="70687"/>
                </a:cubicBezTo>
                <a:cubicBezTo>
                  <a:pt x="154502" y="68563"/>
                  <a:pt x="152256" y="66835"/>
                  <a:pt x="149584" y="65501"/>
                </a:cubicBezTo>
                <a:cubicBezTo>
                  <a:pt x="146915" y="64165"/>
                  <a:pt x="143819" y="63497"/>
                  <a:pt x="140297" y="63497"/>
                </a:cubicBezTo>
                <a:cubicBezTo>
                  <a:pt x="136775" y="63497"/>
                  <a:pt x="133678" y="64165"/>
                  <a:pt x="131006" y="65501"/>
                </a:cubicBezTo>
                <a:cubicBezTo>
                  <a:pt x="128336" y="66835"/>
                  <a:pt x="126120" y="68563"/>
                  <a:pt x="124358" y="70687"/>
                </a:cubicBezTo>
                <a:cubicBezTo>
                  <a:pt x="122598" y="72810"/>
                  <a:pt x="121263" y="75267"/>
                  <a:pt x="120351" y="78059"/>
                </a:cubicBezTo>
                <a:cubicBezTo>
                  <a:pt x="119441" y="80850"/>
                  <a:pt x="118986" y="83701"/>
                  <a:pt x="118986" y="86614"/>
                </a:cubicBezTo>
                <a:cubicBezTo>
                  <a:pt x="118986" y="89526"/>
                  <a:pt x="119441" y="92378"/>
                  <a:pt x="120351" y="95170"/>
                </a:cubicBezTo>
                <a:cubicBezTo>
                  <a:pt x="121263" y="97961"/>
                  <a:pt x="122629" y="100478"/>
                  <a:pt x="124450" y="102724"/>
                </a:cubicBezTo>
                <a:cubicBezTo>
                  <a:pt x="126271" y="104970"/>
                  <a:pt x="128518" y="106760"/>
                  <a:pt x="131189" y="108096"/>
                </a:cubicBezTo>
                <a:cubicBezTo>
                  <a:pt x="133861" y="109430"/>
                  <a:pt x="136957" y="110097"/>
                  <a:pt x="140477" y="110097"/>
                </a:cubicBezTo>
                <a:cubicBezTo>
                  <a:pt x="143999" y="110097"/>
                  <a:pt x="147096" y="109430"/>
                  <a:pt x="149768" y="108096"/>
                </a:cubicBezTo>
                <a:cubicBezTo>
                  <a:pt x="152439" y="106760"/>
                  <a:pt x="154686" y="104970"/>
                  <a:pt x="156507" y="102724"/>
                </a:cubicBezTo>
                <a:cubicBezTo>
                  <a:pt x="158328" y="100478"/>
                  <a:pt x="159694" y="97961"/>
                  <a:pt x="160604" y="95170"/>
                </a:cubicBezTo>
                <a:cubicBezTo>
                  <a:pt x="161515" y="92378"/>
                  <a:pt x="161971" y="89526"/>
                  <a:pt x="161971" y="86614"/>
                </a:cubicBezTo>
                <a:close/>
                <a:moveTo>
                  <a:pt x="272140" y="70959"/>
                </a:moveTo>
                <a:cubicBezTo>
                  <a:pt x="270442" y="68774"/>
                  <a:pt x="268135" y="67014"/>
                  <a:pt x="265221" y="65679"/>
                </a:cubicBezTo>
                <a:cubicBezTo>
                  <a:pt x="262306" y="64343"/>
                  <a:pt x="259332" y="63675"/>
                  <a:pt x="256297" y="63675"/>
                </a:cubicBezTo>
                <a:cubicBezTo>
                  <a:pt x="253140" y="63675"/>
                  <a:pt x="250286" y="64312"/>
                  <a:pt x="247734" y="65587"/>
                </a:cubicBezTo>
                <a:cubicBezTo>
                  <a:pt x="245185" y="66862"/>
                  <a:pt x="243000" y="68560"/>
                  <a:pt x="241179" y="70684"/>
                </a:cubicBezTo>
                <a:cubicBezTo>
                  <a:pt x="239357" y="72807"/>
                  <a:pt x="237931" y="75265"/>
                  <a:pt x="236899" y="78057"/>
                </a:cubicBezTo>
                <a:cubicBezTo>
                  <a:pt x="235867" y="80849"/>
                  <a:pt x="235351" y="83822"/>
                  <a:pt x="235351" y="86978"/>
                </a:cubicBezTo>
                <a:cubicBezTo>
                  <a:pt x="235351" y="90133"/>
                  <a:pt x="235836" y="93106"/>
                  <a:pt x="236807" y="95899"/>
                </a:cubicBezTo>
                <a:cubicBezTo>
                  <a:pt x="237778" y="98689"/>
                  <a:pt x="239204" y="101146"/>
                  <a:pt x="241087" y="103271"/>
                </a:cubicBezTo>
                <a:cubicBezTo>
                  <a:pt x="242969" y="105395"/>
                  <a:pt x="245216" y="107063"/>
                  <a:pt x="247826" y="108277"/>
                </a:cubicBezTo>
                <a:cubicBezTo>
                  <a:pt x="250437" y="109490"/>
                  <a:pt x="253382" y="110097"/>
                  <a:pt x="256661" y="110097"/>
                </a:cubicBezTo>
                <a:cubicBezTo>
                  <a:pt x="259696" y="110097"/>
                  <a:pt x="262700" y="109520"/>
                  <a:pt x="265674" y="108366"/>
                </a:cubicBezTo>
                <a:cubicBezTo>
                  <a:pt x="268649" y="107211"/>
                  <a:pt x="271047" y="105542"/>
                  <a:pt x="272869" y="103358"/>
                </a:cubicBezTo>
                <a:lnTo>
                  <a:pt x="289443" y="123545"/>
                </a:lnTo>
                <a:cubicBezTo>
                  <a:pt x="285678" y="127180"/>
                  <a:pt x="280821" y="130028"/>
                  <a:pt x="274872" y="132088"/>
                </a:cubicBezTo>
                <a:cubicBezTo>
                  <a:pt x="268923" y="134146"/>
                  <a:pt x="262609" y="135176"/>
                  <a:pt x="255930" y="135176"/>
                </a:cubicBezTo>
                <a:cubicBezTo>
                  <a:pt x="248767" y="135176"/>
                  <a:pt x="242089" y="134084"/>
                  <a:pt x="235895" y="131902"/>
                </a:cubicBezTo>
                <a:cubicBezTo>
                  <a:pt x="229704" y="129719"/>
                  <a:pt x="224331" y="126536"/>
                  <a:pt x="219777" y="122353"/>
                </a:cubicBezTo>
                <a:cubicBezTo>
                  <a:pt x="215224" y="118169"/>
                  <a:pt x="211643" y="113107"/>
                  <a:pt x="209033" y="107165"/>
                </a:cubicBezTo>
                <a:cubicBezTo>
                  <a:pt x="206422" y="101223"/>
                  <a:pt x="205117" y="94493"/>
                  <a:pt x="205117" y="86975"/>
                </a:cubicBezTo>
                <a:cubicBezTo>
                  <a:pt x="205117" y="79579"/>
                  <a:pt x="206422" y="72910"/>
                  <a:pt x="209033" y="66968"/>
                </a:cubicBezTo>
                <a:cubicBezTo>
                  <a:pt x="211643" y="61026"/>
                  <a:pt x="215224" y="55964"/>
                  <a:pt x="219777" y="51780"/>
                </a:cubicBezTo>
                <a:cubicBezTo>
                  <a:pt x="224331" y="47597"/>
                  <a:pt x="229704" y="44383"/>
                  <a:pt x="235895" y="42140"/>
                </a:cubicBezTo>
                <a:cubicBezTo>
                  <a:pt x="242089" y="39896"/>
                  <a:pt x="248707" y="38774"/>
                  <a:pt x="255749" y="38774"/>
                </a:cubicBezTo>
                <a:cubicBezTo>
                  <a:pt x="259027" y="38774"/>
                  <a:pt x="262275" y="39077"/>
                  <a:pt x="265493" y="39683"/>
                </a:cubicBezTo>
                <a:cubicBezTo>
                  <a:pt x="268711" y="40289"/>
                  <a:pt x="271807" y="41107"/>
                  <a:pt x="274781" y="42137"/>
                </a:cubicBezTo>
                <a:cubicBezTo>
                  <a:pt x="277756" y="43167"/>
                  <a:pt x="280488" y="44440"/>
                  <a:pt x="282976" y="45955"/>
                </a:cubicBezTo>
                <a:cubicBezTo>
                  <a:pt x="285466" y="47469"/>
                  <a:pt x="287622" y="49135"/>
                  <a:pt x="289443" y="50952"/>
                </a:cubicBezTo>
                <a:lnTo>
                  <a:pt x="272140" y="70959"/>
                </a:lnTo>
                <a:close/>
                <a:moveTo>
                  <a:pt x="360475" y="132330"/>
                </a:moveTo>
                <a:lnTo>
                  <a:pt x="360475" y="119732"/>
                </a:lnTo>
                <a:lnTo>
                  <a:pt x="360111" y="119732"/>
                </a:lnTo>
                <a:cubicBezTo>
                  <a:pt x="359017" y="121792"/>
                  <a:pt x="357591" y="123731"/>
                  <a:pt x="355831" y="125549"/>
                </a:cubicBezTo>
                <a:cubicBezTo>
                  <a:pt x="354071" y="127366"/>
                  <a:pt x="352007" y="128942"/>
                  <a:pt x="349639" y="130276"/>
                </a:cubicBezTo>
                <a:cubicBezTo>
                  <a:pt x="347271" y="131608"/>
                  <a:pt x="344661" y="132698"/>
                  <a:pt x="341807" y="133547"/>
                </a:cubicBezTo>
                <a:cubicBezTo>
                  <a:pt x="338954" y="134396"/>
                  <a:pt x="335949" y="134820"/>
                  <a:pt x="332792" y="134820"/>
                </a:cubicBezTo>
                <a:cubicBezTo>
                  <a:pt x="326721" y="134820"/>
                  <a:pt x="321590" y="133730"/>
                  <a:pt x="317401" y="131549"/>
                </a:cubicBezTo>
                <a:cubicBezTo>
                  <a:pt x="313212" y="129366"/>
                  <a:pt x="309812" y="126548"/>
                  <a:pt x="307202" y="123095"/>
                </a:cubicBezTo>
                <a:cubicBezTo>
                  <a:pt x="304591" y="119641"/>
                  <a:pt x="302709" y="115701"/>
                  <a:pt x="301555" y="111275"/>
                </a:cubicBezTo>
                <a:cubicBezTo>
                  <a:pt x="300402" y="106847"/>
                  <a:pt x="299826" y="102326"/>
                  <a:pt x="299826" y="97711"/>
                </a:cubicBezTo>
                <a:lnTo>
                  <a:pt x="299826" y="41614"/>
                </a:lnTo>
                <a:lnTo>
                  <a:pt x="329877" y="41614"/>
                </a:lnTo>
                <a:lnTo>
                  <a:pt x="329877" y="90791"/>
                </a:lnTo>
                <a:cubicBezTo>
                  <a:pt x="329877" y="93340"/>
                  <a:pt x="330058" y="95768"/>
                  <a:pt x="330421" y="98075"/>
                </a:cubicBezTo>
                <a:cubicBezTo>
                  <a:pt x="330786" y="100381"/>
                  <a:pt x="331485" y="102445"/>
                  <a:pt x="332517" y="104266"/>
                </a:cubicBezTo>
                <a:cubicBezTo>
                  <a:pt x="333549" y="106088"/>
                  <a:pt x="334914" y="107515"/>
                  <a:pt x="336613" y="108549"/>
                </a:cubicBezTo>
                <a:cubicBezTo>
                  <a:pt x="338314" y="109581"/>
                  <a:pt x="340561" y="110097"/>
                  <a:pt x="343355" y="110097"/>
                </a:cubicBezTo>
                <a:cubicBezTo>
                  <a:pt x="348576" y="110097"/>
                  <a:pt x="352552" y="108154"/>
                  <a:pt x="355283" y="104269"/>
                </a:cubicBezTo>
                <a:cubicBezTo>
                  <a:pt x="358016" y="100382"/>
                  <a:pt x="359382" y="95828"/>
                  <a:pt x="359382" y="90607"/>
                </a:cubicBezTo>
                <a:lnTo>
                  <a:pt x="359382" y="41614"/>
                </a:lnTo>
                <a:lnTo>
                  <a:pt x="389252" y="41614"/>
                </a:lnTo>
                <a:lnTo>
                  <a:pt x="389252" y="132330"/>
                </a:lnTo>
                <a:lnTo>
                  <a:pt x="360475" y="132330"/>
                </a:lnTo>
                <a:close/>
                <a:moveTo>
                  <a:pt x="465400" y="68491"/>
                </a:moveTo>
                <a:cubicBezTo>
                  <a:pt x="462972" y="66184"/>
                  <a:pt x="460119" y="64242"/>
                  <a:pt x="456840" y="62663"/>
                </a:cubicBezTo>
                <a:cubicBezTo>
                  <a:pt x="453562" y="61085"/>
                  <a:pt x="450101" y="60295"/>
                  <a:pt x="446457" y="60295"/>
                </a:cubicBezTo>
                <a:cubicBezTo>
                  <a:pt x="443665" y="60295"/>
                  <a:pt x="441085" y="60841"/>
                  <a:pt x="438717" y="61932"/>
                </a:cubicBezTo>
                <a:cubicBezTo>
                  <a:pt x="436350" y="63022"/>
                  <a:pt x="435166" y="64899"/>
                  <a:pt x="435166" y="67566"/>
                </a:cubicBezTo>
                <a:cubicBezTo>
                  <a:pt x="435166" y="70109"/>
                  <a:pt x="436471" y="71927"/>
                  <a:pt x="439081" y="73018"/>
                </a:cubicBezTo>
                <a:cubicBezTo>
                  <a:pt x="441692" y="74108"/>
                  <a:pt x="445912" y="75319"/>
                  <a:pt x="451740" y="76653"/>
                </a:cubicBezTo>
                <a:cubicBezTo>
                  <a:pt x="455140" y="77380"/>
                  <a:pt x="458569" y="78410"/>
                  <a:pt x="462028" y="79744"/>
                </a:cubicBezTo>
                <a:cubicBezTo>
                  <a:pt x="465489" y="81076"/>
                  <a:pt x="468616" y="82832"/>
                  <a:pt x="471408" y="85013"/>
                </a:cubicBezTo>
                <a:cubicBezTo>
                  <a:pt x="474202" y="87193"/>
                  <a:pt x="476448" y="89860"/>
                  <a:pt x="478147" y="93011"/>
                </a:cubicBezTo>
                <a:cubicBezTo>
                  <a:pt x="479848" y="96161"/>
                  <a:pt x="480698" y="99916"/>
                  <a:pt x="480698" y="104278"/>
                </a:cubicBezTo>
                <a:cubicBezTo>
                  <a:pt x="480698" y="109973"/>
                  <a:pt x="479545" y="114790"/>
                  <a:pt x="477239" y="118729"/>
                </a:cubicBezTo>
                <a:cubicBezTo>
                  <a:pt x="474932" y="122666"/>
                  <a:pt x="471927" y="125846"/>
                  <a:pt x="468223" y="128270"/>
                </a:cubicBezTo>
                <a:cubicBezTo>
                  <a:pt x="464519" y="130693"/>
                  <a:pt x="460361" y="132449"/>
                  <a:pt x="455748" y="133539"/>
                </a:cubicBezTo>
                <a:cubicBezTo>
                  <a:pt x="451134" y="134630"/>
                  <a:pt x="446520" y="135176"/>
                  <a:pt x="441905" y="135176"/>
                </a:cubicBezTo>
                <a:cubicBezTo>
                  <a:pt x="434500" y="135176"/>
                  <a:pt x="427245" y="133991"/>
                  <a:pt x="420142" y="131621"/>
                </a:cubicBezTo>
                <a:cubicBezTo>
                  <a:pt x="413038" y="129250"/>
                  <a:pt x="407119" y="125754"/>
                  <a:pt x="402383" y="121133"/>
                </a:cubicBezTo>
                <a:lnTo>
                  <a:pt x="419139" y="103455"/>
                </a:lnTo>
                <a:cubicBezTo>
                  <a:pt x="421810" y="106369"/>
                  <a:pt x="425089" y="108798"/>
                  <a:pt x="428974" y="110742"/>
                </a:cubicBezTo>
                <a:cubicBezTo>
                  <a:pt x="432859" y="112683"/>
                  <a:pt x="436988" y="113654"/>
                  <a:pt x="441360" y="113654"/>
                </a:cubicBezTo>
                <a:cubicBezTo>
                  <a:pt x="443787" y="113654"/>
                  <a:pt x="446185" y="113079"/>
                  <a:pt x="448553" y="111928"/>
                </a:cubicBezTo>
                <a:cubicBezTo>
                  <a:pt x="450920" y="110776"/>
                  <a:pt x="452104" y="108746"/>
                  <a:pt x="452104" y="105839"/>
                </a:cubicBezTo>
                <a:cubicBezTo>
                  <a:pt x="452104" y="103053"/>
                  <a:pt x="450647" y="100994"/>
                  <a:pt x="447733" y="99661"/>
                </a:cubicBezTo>
                <a:cubicBezTo>
                  <a:pt x="444818" y="98327"/>
                  <a:pt x="440265" y="96933"/>
                  <a:pt x="434073" y="95479"/>
                </a:cubicBezTo>
                <a:cubicBezTo>
                  <a:pt x="430916" y="94753"/>
                  <a:pt x="427759" y="93784"/>
                  <a:pt x="424602" y="92572"/>
                </a:cubicBezTo>
                <a:cubicBezTo>
                  <a:pt x="421445" y="91360"/>
                  <a:pt x="418622" y="89724"/>
                  <a:pt x="416132" y="87664"/>
                </a:cubicBezTo>
                <a:cubicBezTo>
                  <a:pt x="413643" y="85604"/>
                  <a:pt x="411610" y="83059"/>
                  <a:pt x="410031" y="80030"/>
                </a:cubicBezTo>
                <a:cubicBezTo>
                  <a:pt x="408453" y="77001"/>
                  <a:pt x="407664" y="73366"/>
                  <a:pt x="407664" y="69125"/>
                </a:cubicBezTo>
                <a:cubicBezTo>
                  <a:pt x="407664" y="63674"/>
                  <a:pt x="408817" y="59040"/>
                  <a:pt x="411124" y="55224"/>
                </a:cubicBezTo>
                <a:cubicBezTo>
                  <a:pt x="413430" y="51405"/>
                  <a:pt x="416405" y="48285"/>
                  <a:pt x="420047" y="45864"/>
                </a:cubicBezTo>
                <a:cubicBezTo>
                  <a:pt x="423692" y="43440"/>
                  <a:pt x="427730" y="41653"/>
                  <a:pt x="432161" y="40503"/>
                </a:cubicBezTo>
                <a:cubicBezTo>
                  <a:pt x="436593" y="39350"/>
                  <a:pt x="440994" y="38774"/>
                  <a:pt x="445365" y="38774"/>
                </a:cubicBezTo>
                <a:cubicBezTo>
                  <a:pt x="452166" y="38774"/>
                  <a:pt x="458815" y="39838"/>
                  <a:pt x="465311" y="41967"/>
                </a:cubicBezTo>
                <a:cubicBezTo>
                  <a:pt x="471806" y="44094"/>
                  <a:pt x="477301" y="47286"/>
                  <a:pt x="481793" y="51541"/>
                </a:cubicBezTo>
                <a:lnTo>
                  <a:pt x="465400" y="68491"/>
                </a:lnTo>
                <a:close/>
                <a:moveTo>
                  <a:pt x="659770" y="124432"/>
                </a:moveTo>
                <a:cubicBezTo>
                  <a:pt x="653456" y="127707"/>
                  <a:pt x="646080" y="130376"/>
                  <a:pt x="637640" y="132438"/>
                </a:cubicBezTo>
                <a:cubicBezTo>
                  <a:pt x="629203" y="134500"/>
                  <a:pt x="620006" y="135531"/>
                  <a:pt x="610049" y="135531"/>
                </a:cubicBezTo>
                <a:cubicBezTo>
                  <a:pt x="599728" y="135531"/>
                  <a:pt x="590226" y="133894"/>
                  <a:pt x="581544" y="130621"/>
                </a:cubicBezTo>
                <a:cubicBezTo>
                  <a:pt x="572862" y="127345"/>
                  <a:pt x="565395" y="122736"/>
                  <a:pt x="559142" y="116795"/>
                </a:cubicBezTo>
                <a:cubicBezTo>
                  <a:pt x="552889" y="110851"/>
                  <a:pt x="548001" y="103725"/>
                  <a:pt x="544479" y="95418"/>
                </a:cubicBezTo>
                <a:cubicBezTo>
                  <a:pt x="540959" y="87110"/>
                  <a:pt x="539199" y="77862"/>
                  <a:pt x="539199" y="67674"/>
                </a:cubicBezTo>
                <a:cubicBezTo>
                  <a:pt x="539199" y="57365"/>
                  <a:pt x="540990" y="48028"/>
                  <a:pt x="544571" y="39661"/>
                </a:cubicBezTo>
                <a:cubicBezTo>
                  <a:pt x="548154" y="31292"/>
                  <a:pt x="553103" y="24166"/>
                  <a:pt x="559417" y="18284"/>
                </a:cubicBezTo>
                <a:cubicBezTo>
                  <a:pt x="565731" y="12401"/>
                  <a:pt x="573137" y="7883"/>
                  <a:pt x="581636" y="4730"/>
                </a:cubicBezTo>
                <a:cubicBezTo>
                  <a:pt x="590136" y="1577"/>
                  <a:pt x="599304" y="0"/>
                  <a:pt x="609138" y="0"/>
                </a:cubicBezTo>
                <a:cubicBezTo>
                  <a:pt x="619337" y="0"/>
                  <a:pt x="628808" y="1552"/>
                  <a:pt x="637551" y="4655"/>
                </a:cubicBezTo>
                <a:cubicBezTo>
                  <a:pt x="646294" y="7758"/>
                  <a:pt x="653398" y="11927"/>
                  <a:pt x="658862" y="17161"/>
                </a:cubicBezTo>
                <a:lnTo>
                  <a:pt x="639191" y="39591"/>
                </a:lnTo>
                <a:cubicBezTo>
                  <a:pt x="636156" y="36069"/>
                  <a:pt x="632150" y="33185"/>
                  <a:pt x="627171" y="30940"/>
                </a:cubicBezTo>
                <a:cubicBezTo>
                  <a:pt x="622193" y="28692"/>
                  <a:pt x="616547" y="27569"/>
                  <a:pt x="610233" y="27569"/>
                </a:cubicBezTo>
                <a:cubicBezTo>
                  <a:pt x="604769" y="27569"/>
                  <a:pt x="599730" y="28567"/>
                  <a:pt x="595115" y="30565"/>
                </a:cubicBezTo>
                <a:cubicBezTo>
                  <a:pt x="590501" y="32560"/>
                  <a:pt x="586495" y="35342"/>
                  <a:pt x="583095" y="38910"/>
                </a:cubicBezTo>
                <a:cubicBezTo>
                  <a:pt x="579695" y="42479"/>
                  <a:pt x="577054" y="46713"/>
                  <a:pt x="575172" y="51614"/>
                </a:cubicBezTo>
                <a:cubicBezTo>
                  <a:pt x="573289" y="56512"/>
                  <a:pt x="572348" y="61866"/>
                  <a:pt x="572348" y="67674"/>
                </a:cubicBezTo>
                <a:cubicBezTo>
                  <a:pt x="572348" y="73601"/>
                  <a:pt x="573198" y="79045"/>
                  <a:pt x="574897" y="84007"/>
                </a:cubicBezTo>
                <a:cubicBezTo>
                  <a:pt x="576597" y="88967"/>
                  <a:pt x="579117" y="93231"/>
                  <a:pt x="582456" y="96799"/>
                </a:cubicBezTo>
                <a:cubicBezTo>
                  <a:pt x="585794" y="100367"/>
                  <a:pt x="589922" y="103150"/>
                  <a:pt x="594839" y="105147"/>
                </a:cubicBezTo>
                <a:cubicBezTo>
                  <a:pt x="599758" y="107143"/>
                  <a:pt x="605375" y="108140"/>
                  <a:pt x="611689" y="108140"/>
                </a:cubicBezTo>
                <a:cubicBezTo>
                  <a:pt x="615332" y="108140"/>
                  <a:pt x="618792" y="107868"/>
                  <a:pt x="622069" y="107323"/>
                </a:cubicBezTo>
                <a:cubicBezTo>
                  <a:pt x="625348" y="106779"/>
                  <a:pt x="628384" y="105901"/>
                  <a:pt x="631176" y="104692"/>
                </a:cubicBezTo>
                <a:lnTo>
                  <a:pt x="631176" y="81283"/>
                </a:lnTo>
                <a:lnTo>
                  <a:pt x="606589" y="81283"/>
                </a:lnTo>
                <a:lnTo>
                  <a:pt x="606589" y="56205"/>
                </a:lnTo>
                <a:lnTo>
                  <a:pt x="659770" y="56205"/>
                </a:lnTo>
                <a:lnTo>
                  <a:pt x="659770" y="124432"/>
                </a:lnTo>
                <a:close/>
                <a:moveTo>
                  <a:pt x="742785" y="66187"/>
                </a:moveTo>
                <a:cubicBezTo>
                  <a:pt x="741451" y="65822"/>
                  <a:pt x="740146" y="65579"/>
                  <a:pt x="738869" y="65459"/>
                </a:cubicBezTo>
                <a:cubicBezTo>
                  <a:pt x="737595" y="65337"/>
                  <a:pt x="736351" y="65276"/>
                  <a:pt x="735137" y="65276"/>
                </a:cubicBezTo>
                <a:cubicBezTo>
                  <a:pt x="731130" y="65276"/>
                  <a:pt x="727760" y="66003"/>
                  <a:pt x="725027" y="67457"/>
                </a:cubicBezTo>
                <a:cubicBezTo>
                  <a:pt x="722296" y="68910"/>
                  <a:pt x="720111" y="70666"/>
                  <a:pt x="718471" y="72726"/>
                </a:cubicBezTo>
                <a:cubicBezTo>
                  <a:pt x="716833" y="74785"/>
                  <a:pt x="715649" y="77026"/>
                  <a:pt x="714919" y="79449"/>
                </a:cubicBezTo>
                <a:cubicBezTo>
                  <a:pt x="714191" y="81872"/>
                  <a:pt x="713827" y="83993"/>
                  <a:pt x="713827" y="85810"/>
                </a:cubicBezTo>
                <a:lnTo>
                  <a:pt x="713827" y="132330"/>
                </a:lnTo>
                <a:lnTo>
                  <a:pt x="683957" y="132330"/>
                </a:lnTo>
                <a:lnTo>
                  <a:pt x="683957" y="41739"/>
                </a:lnTo>
                <a:lnTo>
                  <a:pt x="712735" y="41739"/>
                </a:lnTo>
                <a:lnTo>
                  <a:pt x="712735" y="54854"/>
                </a:lnTo>
                <a:lnTo>
                  <a:pt x="713099" y="54854"/>
                </a:lnTo>
                <a:cubicBezTo>
                  <a:pt x="715405" y="50222"/>
                  <a:pt x="718684" y="46443"/>
                  <a:pt x="722934" y="43518"/>
                </a:cubicBezTo>
                <a:cubicBezTo>
                  <a:pt x="727184" y="40593"/>
                  <a:pt x="732101" y="39130"/>
                  <a:pt x="737686" y="39130"/>
                </a:cubicBezTo>
                <a:cubicBezTo>
                  <a:pt x="738901" y="39130"/>
                  <a:pt x="740085" y="39189"/>
                  <a:pt x="741237" y="39308"/>
                </a:cubicBezTo>
                <a:cubicBezTo>
                  <a:pt x="742392" y="39426"/>
                  <a:pt x="743333" y="39604"/>
                  <a:pt x="744061" y="39841"/>
                </a:cubicBezTo>
                <a:lnTo>
                  <a:pt x="742785" y="66187"/>
                </a:lnTo>
                <a:close/>
                <a:moveTo>
                  <a:pt x="848932" y="86611"/>
                </a:moveTo>
                <a:cubicBezTo>
                  <a:pt x="848932" y="94007"/>
                  <a:pt x="847596" y="100706"/>
                  <a:pt x="844925" y="106709"/>
                </a:cubicBezTo>
                <a:cubicBezTo>
                  <a:pt x="842253" y="112712"/>
                  <a:pt x="838611" y="117805"/>
                  <a:pt x="833997" y="121989"/>
                </a:cubicBezTo>
                <a:cubicBezTo>
                  <a:pt x="829384" y="126172"/>
                  <a:pt x="824042" y="129416"/>
                  <a:pt x="817970" y="131721"/>
                </a:cubicBezTo>
                <a:cubicBezTo>
                  <a:pt x="811899" y="134024"/>
                  <a:pt x="805403" y="135176"/>
                  <a:pt x="798483" y="135176"/>
                </a:cubicBezTo>
                <a:cubicBezTo>
                  <a:pt x="791684" y="135176"/>
                  <a:pt x="785218" y="134024"/>
                  <a:pt x="779085" y="131721"/>
                </a:cubicBezTo>
                <a:cubicBezTo>
                  <a:pt x="772954" y="129416"/>
                  <a:pt x="767612" y="126172"/>
                  <a:pt x="763058" y="121989"/>
                </a:cubicBezTo>
                <a:cubicBezTo>
                  <a:pt x="758506" y="117805"/>
                  <a:pt x="754894" y="112712"/>
                  <a:pt x="752222" y="106709"/>
                </a:cubicBezTo>
                <a:cubicBezTo>
                  <a:pt x="749551" y="100706"/>
                  <a:pt x="748215" y="94007"/>
                  <a:pt x="748215" y="86611"/>
                </a:cubicBezTo>
                <a:cubicBezTo>
                  <a:pt x="748215" y="79215"/>
                  <a:pt x="749551" y="72546"/>
                  <a:pt x="752222" y="66604"/>
                </a:cubicBezTo>
                <a:cubicBezTo>
                  <a:pt x="754894" y="60662"/>
                  <a:pt x="758506" y="55630"/>
                  <a:pt x="763058" y="51508"/>
                </a:cubicBezTo>
                <a:cubicBezTo>
                  <a:pt x="767612" y="47384"/>
                  <a:pt x="772954" y="44230"/>
                  <a:pt x="779085" y="42048"/>
                </a:cubicBezTo>
                <a:cubicBezTo>
                  <a:pt x="785218" y="39865"/>
                  <a:pt x="791684" y="38774"/>
                  <a:pt x="798483" y="38774"/>
                </a:cubicBezTo>
                <a:cubicBezTo>
                  <a:pt x="805403" y="38774"/>
                  <a:pt x="811899" y="39865"/>
                  <a:pt x="817970" y="42048"/>
                </a:cubicBezTo>
                <a:cubicBezTo>
                  <a:pt x="824042" y="44230"/>
                  <a:pt x="829384" y="47384"/>
                  <a:pt x="833997" y="51508"/>
                </a:cubicBezTo>
                <a:cubicBezTo>
                  <a:pt x="838611" y="55630"/>
                  <a:pt x="842253" y="60662"/>
                  <a:pt x="844925" y="66604"/>
                </a:cubicBezTo>
                <a:cubicBezTo>
                  <a:pt x="847596" y="72546"/>
                  <a:pt x="848932" y="79215"/>
                  <a:pt x="848932" y="86611"/>
                </a:cubicBezTo>
                <a:moveTo>
                  <a:pt x="820157" y="86614"/>
                </a:moveTo>
                <a:cubicBezTo>
                  <a:pt x="820157" y="83701"/>
                  <a:pt x="819671" y="80850"/>
                  <a:pt x="818698" y="78059"/>
                </a:cubicBezTo>
                <a:cubicBezTo>
                  <a:pt x="817728" y="75267"/>
                  <a:pt x="816331" y="72810"/>
                  <a:pt x="814510" y="70687"/>
                </a:cubicBezTo>
                <a:cubicBezTo>
                  <a:pt x="812689" y="68563"/>
                  <a:pt x="810443" y="66835"/>
                  <a:pt x="807771" y="65501"/>
                </a:cubicBezTo>
                <a:cubicBezTo>
                  <a:pt x="805101" y="64165"/>
                  <a:pt x="802005" y="63497"/>
                  <a:pt x="798483" y="63497"/>
                </a:cubicBezTo>
                <a:cubicBezTo>
                  <a:pt x="794961" y="63497"/>
                  <a:pt x="791864" y="64165"/>
                  <a:pt x="789193" y="65501"/>
                </a:cubicBezTo>
                <a:cubicBezTo>
                  <a:pt x="786523" y="66835"/>
                  <a:pt x="784307" y="68563"/>
                  <a:pt x="782545" y="70687"/>
                </a:cubicBezTo>
                <a:cubicBezTo>
                  <a:pt x="780785" y="72810"/>
                  <a:pt x="779449" y="75267"/>
                  <a:pt x="778538" y="78059"/>
                </a:cubicBezTo>
                <a:cubicBezTo>
                  <a:pt x="777628" y="80850"/>
                  <a:pt x="777173" y="83701"/>
                  <a:pt x="777173" y="86614"/>
                </a:cubicBezTo>
                <a:cubicBezTo>
                  <a:pt x="777173" y="89526"/>
                  <a:pt x="777628" y="92378"/>
                  <a:pt x="778538" y="95170"/>
                </a:cubicBezTo>
                <a:cubicBezTo>
                  <a:pt x="779449" y="97961"/>
                  <a:pt x="780815" y="100478"/>
                  <a:pt x="782637" y="102724"/>
                </a:cubicBezTo>
                <a:cubicBezTo>
                  <a:pt x="784458" y="104970"/>
                  <a:pt x="786704" y="106760"/>
                  <a:pt x="789376" y="108096"/>
                </a:cubicBezTo>
                <a:cubicBezTo>
                  <a:pt x="792048" y="109430"/>
                  <a:pt x="795144" y="110097"/>
                  <a:pt x="798664" y="110097"/>
                </a:cubicBezTo>
                <a:cubicBezTo>
                  <a:pt x="802186" y="110097"/>
                  <a:pt x="805283" y="109430"/>
                  <a:pt x="807954" y="108096"/>
                </a:cubicBezTo>
                <a:cubicBezTo>
                  <a:pt x="810626" y="106760"/>
                  <a:pt x="812872" y="104970"/>
                  <a:pt x="814694" y="102724"/>
                </a:cubicBezTo>
                <a:cubicBezTo>
                  <a:pt x="816515" y="100478"/>
                  <a:pt x="817880" y="97961"/>
                  <a:pt x="818790" y="95170"/>
                </a:cubicBezTo>
                <a:cubicBezTo>
                  <a:pt x="819702" y="92378"/>
                  <a:pt x="820157" y="89526"/>
                  <a:pt x="820157" y="86614"/>
                </a:cubicBezTo>
                <a:close/>
                <a:moveTo>
                  <a:pt x="927595" y="132330"/>
                </a:moveTo>
                <a:lnTo>
                  <a:pt x="927595" y="119732"/>
                </a:lnTo>
                <a:lnTo>
                  <a:pt x="927231" y="119732"/>
                </a:lnTo>
                <a:cubicBezTo>
                  <a:pt x="926138" y="121792"/>
                  <a:pt x="924711" y="123731"/>
                  <a:pt x="922951" y="125549"/>
                </a:cubicBezTo>
                <a:cubicBezTo>
                  <a:pt x="921191" y="127366"/>
                  <a:pt x="919127" y="128942"/>
                  <a:pt x="916759" y="130276"/>
                </a:cubicBezTo>
                <a:cubicBezTo>
                  <a:pt x="914392" y="131608"/>
                  <a:pt x="911781" y="132698"/>
                  <a:pt x="908928" y="133547"/>
                </a:cubicBezTo>
                <a:cubicBezTo>
                  <a:pt x="906075" y="134396"/>
                  <a:pt x="903070" y="134820"/>
                  <a:pt x="899913" y="134820"/>
                </a:cubicBezTo>
                <a:cubicBezTo>
                  <a:pt x="893841" y="134820"/>
                  <a:pt x="888711" y="133730"/>
                  <a:pt x="884522" y="131549"/>
                </a:cubicBezTo>
                <a:cubicBezTo>
                  <a:pt x="880333" y="129366"/>
                  <a:pt x="876933" y="126548"/>
                  <a:pt x="874323" y="123095"/>
                </a:cubicBezTo>
                <a:cubicBezTo>
                  <a:pt x="871712" y="119641"/>
                  <a:pt x="869830" y="115701"/>
                  <a:pt x="868675" y="111275"/>
                </a:cubicBezTo>
                <a:cubicBezTo>
                  <a:pt x="867523" y="106847"/>
                  <a:pt x="866947" y="102326"/>
                  <a:pt x="866947" y="97711"/>
                </a:cubicBezTo>
                <a:lnTo>
                  <a:pt x="866947" y="41614"/>
                </a:lnTo>
                <a:lnTo>
                  <a:pt x="896997" y="41614"/>
                </a:lnTo>
                <a:lnTo>
                  <a:pt x="896997" y="90791"/>
                </a:lnTo>
                <a:cubicBezTo>
                  <a:pt x="896997" y="93340"/>
                  <a:pt x="897179" y="95768"/>
                  <a:pt x="897542" y="98075"/>
                </a:cubicBezTo>
                <a:cubicBezTo>
                  <a:pt x="897907" y="100381"/>
                  <a:pt x="898605" y="102445"/>
                  <a:pt x="899637" y="104266"/>
                </a:cubicBezTo>
                <a:cubicBezTo>
                  <a:pt x="900669" y="106088"/>
                  <a:pt x="902035" y="107515"/>
                  <a:pt x="903734" y="108549"/>
                </a:cubicBezTo>
                <a:cubicBezTo>
                  <a:pt x="905435" y="109581"/>
                  <a:pt x="907682" y="110097"/>
                  <a:pt x="910476" y="110097"/>
                </a:cubicBezTo>
                <a:cubicBezTo>
                  <a:pt x="915697" y="110097"/>
                  <a:pt x="919673" y="108154"/>
                  <a:pt x="922404" y="104269"/>
                </a:cubicBezTo>
                <a:cubicBezTo>
                  <a:pt x="925137" y="100382"/>
                  <a:pt x="926503" y="95828"/>
                  <a:pt x="926503" y="90607"/>
                </a:cubicBezTo>
                <a:lnTo>
                  <a:pt x="926503" y="41614"/>
                </a:lnTo>
                <a:lnTo>
                  <a:pt x="956373" y="41614"/>
                </a:lnTo>
                <a:lnTo>
                  <a:pt x="956373" y="132330"/>
                </a:lnTo>
                <a:lnTo>
                  <a:pt x="927595" y="132330"/>
                </a:lnTo>
                <a:close/>
                <a:moveTo>
                  <a:pt x="1080057" y="86611"/>
                </a:moveTo>
                <a:cubicBezTo>
                  <a:pt x="1080057" y="92917"/>
                  <a:pt x="1079085" y="98981"/>
                  <a:pt x="1077141" y="104803"/>
                </a:cubicBezTo>
                <a:cubicBezTo>
                  <a:pt x="1075200" y="110624"/>
                  <a:pt x="1072377" y="115749"/>
                  <a:pt x="1068673" y="120177"/>
                </a:cubicBezTo>
                <a:cubicBezTo>
                  <a:pt x="1064970" y="124603"/>
                  <a:pt x="1060446" y="128150"/>
                  <a:pt x="1055103" y="130818"/>
                </a:cubicBezTo>
                <a:cubicBezTo>
                  <a:pt x="1049762" y="133486"/>
                  <a:pt x="1043691" y="134820"/>
                  <a:pt x="1036892" y="134820"/>
                </a:cubicBezTo>
                <a:cubicBezTo>
                  <a:pt x="1031306" y="134820"/>
                  <a:pt x="1026024" y="133699"/>
                  <a:pt x="1021045" y="131457"/>
                </a:cubicBezTo>
                <a:cubicBezTo>
                  <a:pt x="1016067" y="129215"/>
                  <a:pt x="1012182" y="126156"/>
                  <a:pt x="1009390" y="122278"/>
                </a:cubicBezTo>
                <a:lnTo>
                  <a:pt x="1009026" y="122278"/>
                </a:lnTo>
                <a:lnTo>
                  <a:pt x="1009026" y="176006"/>
                </a:lnTo>
                <a:lnTo>
                  <a:pt x="979156" y="176006"/>
                </a:lnTo>
                <a:lnTo>
                  <a:pt x="979156" y="41656"/>
                </a:lnTo>
                <a:lnTo>
                  <a:pt x="1007569" y="41656"/>
                </a:lnTo>
                <a:lnTo>
                  <a:pt x="1007569" y="52767"/>
                </a:lnTo>
                <a:lnTo>
                  <a:pt x="1008117" y="52767"/>
                </a:lnTo>
                <a:cubicBezTo>
                  <a:pt x="1010909" y="49130"/>
                  <a:pt x="1014763" y="45948"/>
                  <a:pt x="1019681" y="43221"/>
                </a:cubicBezTo>
                <a:cubicBezTo>
                  <a:pt x="1024600" y="40493"/>
                  <a:pt x="1030398" y="39130"/>
                  <a:pt x="1037075" y="39130"/>
                </a:cubicBezTo>
                <a:cubicBezTo>
                  <a:pt x="1043632" y="39130"/>
                  <a:pt x="1049581" y="40404"/>
                  <a:pt x="1054922" y="42951"/>
                </a:cubicBezTo>
                <a:cubicBezTo>
                  <a:pt x="1060266" y="45497"/>
                  <a:pt x="1064788" y="48953"/>
                  <a:pt x="1068490" y="53320"/>
                </a:cubicBezTo>
                <a:cubicBezTo>
                  <a:pt x="1072194" y="57685"/>
                  <a:pt x="1075047" y="62748"/>
                  <a:pt x="1077050" y="68510"/>
                </a:cubicBezTo>
                <a:cubicBezTo>
                  <a:pt x="1079054" y="74271"/>
                  <a:pt x="1080057" y="80304"/>
                  <a:pt x="1080057" y="86611"/>
                </a:cubicBezTo>
                <a:moveTo>
                  <a:pt x="1051098" y="86614"/>
                </a:moveTo>
                <a:cubicBezTo>
                  <a:pt x="1051098" y="83701"/>
                  <a:pt x="1050643" y="80850"/>
                  <a:pt x="1049731" y="78059"/>
                </a:cubicBezTo>
                <a:cubicBezTo>
                  <a:pt x="1048821" y="75267"/>
                  <a:pt x="1047486" y="72810"/>
                  <a:pt x="1045724" y="70687"/>
                </a:cubicBezTo>
                <a:cubicBezTo>
                  <a:pt x="1043964" y="68563"/>
                  <a:pt x="1041748" y="66835"/>
                  <a:pt x="1039076" y="65501"/>
                </a:cubicBezTo>
                <a:cubicBezTo>
                  <a:pt x="1036406" y="64165"/>
                  <a:pt x="1033310" y="63497"/>
                  <a:pt x="1029788" y="63497"/>
                </a:cubicBezTo>
                <a:cubicBezTo>
                  <a:pt x="1026388" y="63497"/>
                  <a:pt x="1023353" y="64165"/>
                  <a:pt x="1020681" y="65501"/>
                </a:cubicBezTo>
                <a:cubicBezTo>
                  <a:pt x="1018011" y="66835"/>
                  <a:pt x="1015735" y="68594"/>
                  <a:pt x="1013853" y="70778"/>
                </a:cubicBezTo>
                <a:cubicBezTo>
                  <a:pt x="1011970" y="72963"/>
                  <a:pt x="1010513" y="75451"/>
                  <a:pt x="1009481" y="78243"/>
                </a:cubicBezTo>
                <a:cubicBezTo>
                  <a:pt x="1008449" y="81033"/>
                  <a:pt x="1007933" y="83884"/>
                  <a:pt x="1007933" y="86797"/>
                </a:cubicBezTo>
                <a:cubicBezTo>
                  <a:pt x="1007933" y="89709"/>
                  <a:pt x="1008449" y="92562"/>
                  <a:pt x="1009481" y="95354"/>
                </a:cubicBezTo>
                <a:cubicBezTo>
                  <a:pt x="1010513" y="98144"/>
                  <a:pt x="1011970" y="100631"/>
                  <a:pt x="1013853" y="102816"/>
                </a:cubicBezTo>
                <a:cubicBezTo>
                  <a:pt x="1015735" y="105000"/>
                  <a:pt x="1018011" y="106760"/>
                  <a:pt x="1020681" y="108096"/>
                </a:cubicBezTo>
                <a:cubicBezTo>
                  <a:pt x="1023353" y="109430"/>
                  <a:pt x="1026388" y="110097"/>
                  <a:pt x="1029788" y="110097"/>
                </a:cubicBezTo>
                <a:cubicBezTo>
                  <a:pt x="1033310" y="110097"/>
                  <a:pt x="1036406" y="109430"/>
                  <a:pt x="1039076" y="108096"/>
                </a:cubicBezTo>
                <a:cubicBezTo>
                  <a:pt x="1041748" y="106760"/>
                  <a:pt x="1043964" y="105000"/>
                  <a:pt x="1045724" y="102816"/>
                </a:cubicBezTo>
                <a:cubicBezTo>
                  <a:pt x="1047486" y="100631"/>
                  <a:pt x="1048821" y="98113"/>
                  <a:pt x="1049731" y="95262"/>
                </a:cubicBezTo>
                <a:cubicBezTo>
                  <a:pt x="1050643" y="92409"/>
                  <a:pt x="1051098" y="89526"/>
                  <a:pt x="1051098" y="86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FC0AD-EAB2-460F-BA0D-DE61C764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070" y="3017877"/>
            <a:ext cx="1599835" cy="630848"/>
          </a:xfrm>
          <a:custGeom xmlns:a="http://schemas.openxmlformats.org/drawingml/2006/main">
            <a:pathLst>
              <a:path w="1599835" h="630848" fill="none">
                <a:moveTo>
                  <a:pt x="0" y="105144"/>
                </a:moveTo>
                <a:cubicBezTo>
                  <a:pt x="0" y="47075"/>
                  <a:pt x="47075" y="0"/>
                  <a:pt x="105144" y="0"/>
                </a:cubicBezTo>
                <a:lnTo>
                  <a:pt x="1494691" y="0"/>
                </a:lnTo>
                <a:cubicBezTo>
                  <a:pt x="1552760" y="0"/>
                  <a:pt x="1599835" y="47075"/>
                  <a:pt x="1599835" y="105144"/>
                </a:cubicBezTo>
                <a:lnTo>
                  <a:pt x="1599835" y="525703"/>
                </a:lnTo>
                <a:cubicBezTo>
                  <a:pt x="1599835" y="583773"/>
                  <a:pt x="1552760" y="630848"/>
                  <a:pt x="1494691" y="630848"/>
                </a:cubicBezTo>
                <a:lnTo>
                  <a:pt x="105144" y="630848"/>
                </a:lnTo>
                <a:cubicBezTo>
                  <a:pt x="47075" y="630848"/>
                  <a:pt x="0" y="583773"/>
                  <a:pt x="0" y="525703"/>
                </a:cubicBezTo>
                <a:lnTo>
                  <a:pt x="0" y="1051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miter/>
          </a:ln>
        </p:spPr>
      </p:sp>
      <p:sp>
        <p:nvSpPr>
          <p:cNvPr id="43" name="Text Perception">
            <a:extLst xmlns:a="http://schemas.openxmlformats.org/drawingml/2006/main">
              <a:ext uri="{FF2B5EF4-FFF2-40B4-BE49-F238E27FC236}">
                <a16:creationId xmlns:a16="http://schemas.microsoft.com/office/drawing/2014/main" id="{4A11EC10-64C1-4907-8A00-C00A15A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2" y="3148396"/>
            <a:ext cx="857237" cy="172605"/>
          </a:xfrm>
          <a:custGeom xmlns:a="http://schemas.openxmlformats.org/drawingml/2006/main">
            <a:pathLst>
              <a:path w="857237" h="172605">
                <a:moveTo>
                  <a:pt x="0" y="0"/>
                </a:moveTo>
                <a:lnTo>
                  <a:pt x="36428" y="0"/>
                </a:lnTo>
                <a:cubicBezTo>
                  <a:pt x="42985" y="0"/>
                  <a:pt x="48934" y="698"/>
                  <a:pt x="54276" y="2095"/>
                </a:cubicBezTo>
                <a:cubicBezTo>
                  <a:pt x="59619" y="3491"/>
                  <a:pt x="64203" y="5615"/>
                  <a:pt x="68027" y="8468"/>
                </a:cubicBezTo>
                <a:cubicBezTo>
                  <a:pt x="71853" y="11319"/>
                  <a:pt x="74798" y="14900"/>
                  <a:pt x="76862" y="19209"/>
                </a:cubicBezTo>
                <a:cubicBezTo>
                  <a:pt x="78926" y="23519"/>
                  <a:pt x="79958" y="28587"/>
                  <a:pt x="79958" y="34414"/>
                </a:cubicBezTo>
                <a:cubicBezTo>
                  <a:pt x="79958" y="40240"/>
                  <a:pt x="78895" y="45309"/>
                  <a:pt x="76770" y="49618"/>
                </a:cubicBezTo>
                <a:cubicBezTo>
                  <a:pt x="74645" y="53928"/>
                  <a:pt x="71669" y="57509"/>
                  <a:pt x="67843" y="60362"/>
                </a:cubicBezTo>
                <a:cubicBezTo>
                  <a:pt x="64019" y="63215"/>
                  <a:pt x="59406" y="65370"/>
                  <a:pt x="54004" y="66826"/>
                </a:cubicBezTo>
                <a:cubicBezTo>
                  <a:pt x="48601" y="68283"/>
                  <a:pt x="42621" y="69011"/>
                  <a:pt x="36064" y="69011"/>
                </a:cubicBezTo>
                <a:lnTo>
                  <a:pt x="13115" y="69011"/>
                </a:lnTo>
                <a:lnTo>
                  <a:pt x="13115" y="128950"/>
                </a:lnTo>
                <a:lnTo>
                  <a:pt x="0" y="128950"/>
                </a:lnTo>
                <a:lnTo>
                  <a:pt x="0" y="0"/>
                </a:lnTo>
                <a:moveTo>
                  <a:pt x="13115" y="57983"/>
                </a:moveTo>
                <a:lnTo>
                  <a:pt x="35334" y="57983"/>
                </a:lnTo>
                <a:cubicBezTo>
                  <a:pt x="45655" y="57983"/>
                  <a:pt x="53487" y="55973"/>
                  <a:pt x="58828" y="51953"/>
                </a:cubicBezTo>
                <a:cubicBezTo>
                  <a:pt x="64171" y="47932"/>
                  <a:pt x="66843" y="42085"/>
                  <a:pt x="66843" y="34411"/>
                </a:cubicBezTo>
                <a:cubicBezTo>
                  <a:pt x="66843" y="26372"/>
                  <a:pt x="64081" y="20495"/>
                  <a:pt x="58556" y="16780"/>
                </a:cubicBezTo>
                <a:cubicBezTo>
                  <a:pt x="53031" y="13064"/>
                  <a:pt x="45290" y="11205"/>
                  <a:pt x="35334" y="11205"/>
                </a:cubicBezTo>
                <a:lnTo>
                  <a:pt x="13115" y="11205"/>
                </a:lnTo>
                <a:lnTo>
                  <a:pt x="13115" y="57983"/>
                </a:lnTo>
                <a:close/>
                <a:moveTo>
                  <a:pt x="157437" y="79860"/>
                </a:moveTo>
                <a:cubicBezTo>
                  <a:pt x="157072" y="71779"/>
                  <a:pt x="154491" y="65075"/>
                  <a:pt x="149694" y="59748"/>
                </a:cubicBezTo>
                <a:cubicBezTo>
                  <a:pt x="144899" y="54421"/>
                  <a:pt x="138070" y="51758"/>
                  <a:pt x="129207" y="51758"/>
                </a:cubicBezTo>
                <a:cubicBezTo>
                  <a:pt x="125079" y="51758"/>
                  <a:pt x="121254" y="52523"/>
                  <a:pt x="117732" y="54054"/>
                </a:cubicBezTo>
                <a:cubicBezTo>
                  <a:pt x="114212" y="55584"/>
                  <a:pt x="111116" y="57665"/>
                  <a:pt x="108444" y="60298"/>
                </a:cubicBezTo>
                <a:cubicBezTo>
                  <a:pt x="105772" y="62931"/>
                  <a:pt x="103647" y="65931"/>
                  <a:pt x="102069" y="69300"/>
                </a:cubicBezTo>
                <a:cubicBezTo>
                  <a:pt x="100490" y="72666"/>
                  <a:pt x="99580" y="76186"/>
                  <a:pt x="99337" y="79860"/>
                </a:cubicBezTo>
                <a:lnTo>
                  <a:pt x="157437" y="79860"/>
                </a:lnTo>
                <a:moveTo>
                  <a:pt x="170004" y="83801"/>
                </a:moveTo>
                <a:cubicBezTo>
                  <a:pt x="170004" y="84653"/>
                  <a:pt x="170004" y="85567"/>
                  <a:pt x="170004" y="86541"/>
                </a:cubicBezTo>
                <a:cubicBezTo>
                  <a:pt x="170004" y="87514"/>
                  <a:pt x="169943" y="88548"/>
                  <a:pt x="169820" y="89643"/>
                </a:cubicBezTo>
                <a:lnTo>
                  <a:pt x="99153" y="89643"/>
                </a:lnTo>
                <a:cubicBezTo>
                  <a:pt x="99276" y="93891"/>
                  <a:pt x="100125" y="97897"/>
                  <a:pt x="101702" y="101660"/>
                </a:cubicBezTo>
                <a:cubicBezTo>
                  <a:pt x="103280" y="105421"/>
                  <a:pt x="105466" y="108697"/>
                  <a:pt x="108258" y="111489"/>
                </a:cubicBezTo>
                <a:cubicBezTo>
                  <a:pt x="111052" y="114280"/>
                  <a:pt x="114330" y="116494"/>
                  <a:pt x="118093" y="118134"/>
                </a:cubicBezTo>
                <a:cubicBezTo>
                  <a:pt x="121858" y="119772"/>
                  <a:pt x="125926" y="120591"/>
                  <a:pt x="130299" y="120591"/>
                </a:cubicBezTo>
                <a:cubicBezTo>
                  <a:pt x="136733" y="120591"/>
                  <a:pt x="142288" y="119104"/>
                  <a:pt x="146962" y="116130"/>
                </a:cubicBezTo>
                <a:cubicBezTo>
                  <a:pt x="151637" y="113155"/>
                  <a:pt x="155188" y="109725"/>
                  <a:pt x="157617" y="105839"/>
                </a:cubicBezTo>
                <a:lnTo>
                  <a:pt x="166905" y="113123"/>
                </a:lnTo>
                <a:cubicBezTo>
                  <a:pt x="161806" y="119549"/>
                  <a:pt x="156191" y="124149"/>
                  <a:pt x="150058" y="126924"/>
                </a:cubicBezTo>
                <a:cubicBezTo>
                  <a:pt x="143928" y="129698"/>
                  <a:pt x="137341" y="131085"/>
                  <a:pt x="130299" y="131085"/>
                </a:cubicBezTo>
                <a:cubicBezTo>
                  <a:pt x="123985" y="131085"/>
                  <a:pt x="118125" y="129961"/>
                  <a:pt x="112721" y="127714"/>
                </a:cubicBezTo>
                <a:cubicBezTo>
                  <a:pt x="107318" y="125466"/>
                  <a:pt x="102675" y="122339"/>
                  <a:pt x="98789" y="118331"/>
                </a:cubicBezTo>
                <a:cubicBezTo>
                  <a:pt x="94904" y="114322"/>
                  <a:pt x="91838" y="109585"/>
                  <a:pt x="89591" y="104119"/>
                </a:cubicBezTo>
                <a:cubicBezTo>
                  <a:pt x="87345" y="98654"/>
                  <a:pt x="86222" y="92702"/>
                  <a:pt x="86222" y="86263"/>
                </a:cubicBezTo>
                <a:cubicBezTo>
                  <a:pt x="86222" y="79825"/>
                  <a:pt x="87314" y="73873"/>
                  <a:pt x="89499" y="68408"/>
                </a:cubicBezTo>
                <a:cubicBezTo>
                  <a:pt x="91685" y="62942"/>
                  <a:pt x="94721" y="58206"/>
                  <a:pt x="98606" y="54198"/>
                </a:cubicBezTo>
                <a:cubicBezTo>
                  <a:pt x="102493" y="50189"/>
                  <a:pt x="107047" y="47060"/>
                  <a:pt x="112268" y="44813"/>
                </a:cubicBezTo>
                <a:cubicBezTo>
                  <a:pt x="117489" y="42566"/>
                  <a:pt x="123135" y="41442"/>
                  <a:pt x="129207" y="41442"/>
                </a:cubicBezTo>
                <a:cubicBezTo>
                  <a:pt x="135884" y="41442"/>
                  <a:pt x="141772" y="42568"/>
                  <a:pt x="146871" y="44821"/>
                </a:cubicBezTo>
                <a:cubicBezTo>
                  <a:pt x="151971" y="47072"/>
                  <a:pt x="156221" y="50116"/>
                  <a:pt x="159621" y="53951"/>
                </a:cubicBezTo>
                <a:cubicBezTo>
                  <a:pt x="163021" y="57784"/>
                  <a:pt x="165601" y="62257"/>
                  <a:pt x="167361" y="67368"/>
                </a:cubicBezTo>
                <a:cubicBezTo>
                  <a:pt x="169123" y="72480"/>
                  <a:pt x="170004" y="77958"/>
                  <a:pt x="170004" y="83801"/>
                </a:cubicBezTo>
                <a:close/>
                <a:moveTo>
                  <a:pt x="196120" y="62408"/>
                </a:moveTo>
                <a:cubicBezTo>
                  <a:pt x="196120" y="60097"/>
                  <a:pt x="196058" y="57121"/>
                  <a:pt x="195936" y="53478"/>
                </a:cubicBezTo>
                <a:cubicBezTo>
                  <a:pt x="195816" y="49836"/>
                  <a:pt x="195634" y="46557"/>
                  <a:pt x="195391" y="43643"/>
                </a:cubicBezTo>
                <a:lnTo>
                  <a:pt x="207230" y="43643"/>
                </a:lnTo>
                <a:cubicBezTo>
                  <a:pt x="207473" y="45950"/>
                  <a:pt x="207655" y="48500"/>
                  <a:pt x="207775" y="51294"/>
                </a:cubicBezTo>
                <a:cubicBezTo>
                  <a:pt x="207897" y="54086"/>
                  <a:pt x="207959" y="56393"/>
                  <a:pt x="207959" y="58214"/>
                </a:cubicBezTo>
                <a:lnTo>
                  <a:pt x="208323" y="58214"/>
                </a:lnTo>
                <a:cubicBezTo>
                  <a:pt x="210752" y="53230"/>
                  <a:pt x="214394" y="49189"/>
                  <a:pt x="219250" y="46091"/>
                </a:cubicBezTo>
                <a:cubicBezTo>
                  <a:pt x="224108" y="42992"/>
                  <a:pt x="229573" y="41442"/>
                  <a:pt x="235644" y="41442"/>
                </a:cubicBezTo>
                <a:cubicBezTo>
                  <a:pt x="237223" y="41442"/>
                  <a:pt x="238649" y="41513"/>
                  <a:pt x="239924" y="41656"/>
                </a:cubicBezTo>
                <a:cubicBezTo>
                  <a:pt x="241199" y="41799"/>
                  <a:pt x="242504" y="42083"/>
                  <a:pt x="243840" y="42509"/>
                </a:cubicBezTo>
                <a:lnTo>
                  <a:pt x="242200" y="54098"/>
                </a:lnTo>
                <a:cubicBezTo>
                  <a:pt x="241472" y="53855"/>
                  <a:pt x="240257" y="53613"/>
                  <a:pt x="238557" y="53370"/>
                </a:cubicBezTo>
                <a:cubicBezTo>
                  <a:pt x="236858" y="53125"/>
                  <a:pt x="235158" y="53003"/>
                  <a:pt x="233457" y="53003"/>
                </a:cubicBezTo>
                <a:cubicBezTo>
                  <a:pt x="230179" y="53003"/>
                  <a:pt x="227022" y="53611"/>
                  <a:pt x="223986" y="54826"/>
                </a:cubicBezTo>
                <a:cubicBezTo>
                  <a:pt x="220951" y="56040"/>
                  <a:pt x="218310" y="57952"/>
                  <a:pt x="216062" y="60562"/>
                </a:cubicBezTo>
                <a:cubicBezTo>
                  <a:pt x="213817" y="63173"/>
                  <a:pt x="211996" y="66512"/>
                  <a:pt x="210599" y="70581"/>
                </a:cubicBezTo>
                <a:cubicBezTo>
                  <a:pt x="209204" y="74648"/>
                  <a:pt x="208506" y="79534"/>
                  <a:pt x="208506" y="85241"/>
                </a:cubicBezTo>
                <a:lnTo>
                  <a:pt x="208506" y="128950"/>
                </a:lnTo>
                <a:lnTo>
                  <a:pt x="196120" y="128950"/>
                </a:lnTo>
                <a:lnTo>
                  <a:pt x="196120" y="62408"/>
                </a:lnTo>
                <a:close/>
                <a:moveTo>
                  <a:pt x="319988" y="63052"/>
                </a:moveTo>
                <a:cubicBezTo>
                  <a:pt x="317924" y="59773"/>
                  <a:pt x="314919" y="57071"/>
                  <a:pt x="310972" y="54946"/>
                </a:cubicBezTo>
                <a:cubicBezTo>
                  <a:pt x="307026" y="52821"/>
                  <a:pt x="302746" y="51758"/>
                  <a:pt x="298133" y="51758"/>
                </a:cubicBezTo>
                <a:cubicBezTo>
                  <a:pt x="293155" y="51758"/>
                  <a:pt x="288662" y="52641"/>
                  <a:pt x="284654" y="54407"/>
                </a:cubicBezTo>
                <a:cubicBezTo>
                  <a:pt x="280647" y="56170"/>
                  <a:pt x="277217" y="58605"/>
                  <a:pt x="274363" y="61710"/>
                </a:cubicBezTo>
                <a:cubicBezTo>
                  <a:pt x="271510" y="64813"/>
                  <a:pt x="269325" y="68465"/>
                  <a:pt x="267807" y="72665"/>
                </a:cubicBezTo>
                <a:cubicBezTo>
                  <a:pt x="266290" y="76864"/>
                  <a:pt x="265531" y="81397"/>
                  <a:pt x="265531" y="86266"/>
                </a:cubicBezTo>
                <a:cubicBezTo>
                  <a:pt x="265531" y="91135"/>
                  <a:pt x="266290" y="95639"/>
                  <a:pt x="267807" y="99778"/>
                </a:cubicBezTo>
                <a:cubicBezTo>
                  <a:pt x="269325" y="103915"/>
                  <a:pt x="271480" y="107536"/>
                  <a:pt x="274272" y="110642"/>
                </a:cubicBezTo>
                <a:cubicBezTo>
                  <a:pt x="277066" y="113745"/>
                  <a:pt x="280465" y="116179"/>
                  <a:pt x="284471" y="117945"/>
                </a:cubicBezTo>
                <a:cubicBezTo>
                  <a:pt x="288478" y="119709"/>
                  <a:pt x="292971" y="120591"/>
                  <a:pt x="297950" y="120591"/>
                </a:cubicBezTo>
                <a:cubicBezTo>
                  <a:pt x="303413" y="120591"/>
                  <a:pt x="308027" y="119559"/>
                  <a:pt x="311790" y="117495"/>
                </a:cubicBezTo>
                <a:cubicBezTo>
                  <a:pt x="315554" y="115431"/>
                  <a:pt x="318651" y="112760"/>
                  <a:pt x="321080" y="109483"/>
                </a:cubicBezTo>
                <a:lnTo>
                  <a:pt x="330368" y="116403"/>
                </a:lnTo>
                <a:cubicBezTo>
                  <a:pt x="326725" y="120883"/>
                  <a:pt x="322263" y="124450"/>
                  <a:pt x="316981" y="127105"/>
                </a:cubicBezTo>
                <a:cubicBezTo>
                  <a:pt x="311701" y="129758"/>
                  <a:pt x="305357" y="131085"/>
                  <a:pt x="297950" y="131085"/>
                </a:cubicBezTo>
                <a:cubicBezTo>
                  <a:pt x="291028" y="131085"/>
                  <a:pt x="284774" y="129961"/>
                  <a:pt x="279188" y="127714"/>
                </a:cubicBezTo>
                <a:cubicBezTo>
                  <a:pt x="273604" y="125466"/>
                  <a:pt x="268838" y="122339"/>
                  <a:pt x="264892" y="118331"/>
                </a:cubicBezTo>
                <a:cubicBezTo>
                  <a:pt x="260948" y="114322"/>
                  <a:pt x="257882" y="109585"/>
                  <a:pt x="255696" y="104119"/>
                </a:cubicBezTo>
                <a:cubicBezTo>
                  <a:pt x="253510" y="98654"/>
                  <a:pt x="252417" y="92702"/>
                  <a:pt x="252417" y="86263"/>
                </a:cubicBezTo>
                <a:cubicBezTo>
                  <a:pt x="252417" y="79825"/>
                  <a:pt x="253510" y="73873"/>
                  <a:pt x="255696" y="68408"/>
                </a:cubicBezTo>
                <a:cubicBezTo>
                  <a:pt x="257882" y="62942"/>
                  <a:pt x="260948" y="58206"/>
                  <a:pt x="264892" y="54198"/>
                </a:cubicBezTo>
                <a:cubicBezTo>
                  <a:pt x="268838" y="50189"/>
                  <a:pt x="273604" y="47060"/>
                  <a:pt x="279188" y="44813"/>
                </a:cubicBezTo>
                <a:cubicBezTo>
                  <a:pt x="284774" y="42566"/>
                  <a:pt x="291028" y="41442"/>
                  <a:pt x="297950" y="41442"/>
                </a:cubicBezTo>
                <a:cubicBezTo>
                  <a:pt x="303656" y="41442"/>
                  <a:pt x="309453" y="42679"/>
                  <a:pt x="315341" y="45152"/>
                </a:cubicBezTo>
                <a:cubicBezTo>
                  <a:pt x="321231" y="47625"/>
                  <a:pt x="325997" y="51285"/>
                  <a:pt x="329640" y="56130"/>
                </a:cubicBezTo>
                <a:lnTo>
                  <a:pt x="319988" y="63052"/>
                </a:lnTo>
                <a:close/>
                <a:moveTo>
                  <a:pt x="414697" y="79860"/>
                </a:moveTo>
                <a:cubicBezTo>
                  <a:pt x="414332" y="71779"/>
                  <a:pt x="411751" y="65075"/>
                  <a:pt x="406955" y="59748"/>
                </a:cubicBezTo>
                <a:cubicBezTo>
                  <a:pt x="402160" y="54421"/>
                  <a:pt x="395331" y="51758"/>
                  <a:pt x="386467" y="51758"/>
                </a:cubicBezTo>
                <a:cubicBezTo>
                  <a:pt x="382339" y="51758"/>
                  <a:pt x="378514" y="52523"/>
                  <a:pt x="374992" y="54054"/>
                </a:cubicBezTo>
                <a:cubicBezTo>
                  <a:pt x="371472" y="55584"/>
                  <a:pt x="368376" y="57665"/>
                  <a:pt x="365704" y="60298"/>
                </a:cubicBezTo>
                <a:cubicBezTo>
                  <a:pt x="363033" y="62931"/>
                  <a:pt x="360908" y="65931"/>
                  <a:pt x="359329" y="69300"/>
                </a:cubicBezTo>
                <a:cubicBezTo>
                  <a:pt x="357751" y="72666"/>
                  <a:pt x="356840" y="76186"/>
                  <a:pt x="356597" y="79860"/>
                </a:cubicBezTo>
                <a:lnTo>
                  <a:pt x="414697" y="79860"/>
                </a:lnTo>
                <a:moveTo>
                  <a:pt x="427264" y="83801"/>
                </a:moveTo>
                <a:cubicBezTo>
                  <a:pt x="427264" y="84653"/>
                  <a:pt x="427264" y="85567"/>
                  <a:pt x="427264" y="86541"/>
                </a:cubicBezTo>
                <a:cubicBezTo>
                  <a:pt x="427264" y="87514"/>
                  <a:pt x="427203" y="88548"/>
                  <a:pt x="427081" y="89643"/>
                </a:cubicBezTo>
                <a:lnTo>
                  <a:pt x="356414" y="89643"/>
                </a:lnTo>
                <a:cubicBezTo>
                  <a:pt x="356536" y="93891"/>
                  <a:pt x="357386" y="97897"/>
                  <a:pt x="358962" y="101660"/>
                </a:cubicBezTo>
                <a:cubicBezTo>
                  <a:pt x="360541" y="105421"/>
                  <a:pt x="362726" y="108697"/>
                  <a:pt x="365518" y="111489"/>
                </a:cubicBezTo>
                <a:cubicBezTo>
                  <a:pt x="368312" y="114280"/>
                  <a:pt x="371591" y="116494"/>
                  <a:pt x="375353" y="118134"/>
                </a:cubicBezTo>
                <a:cubicBezTo>
                  <a:pt x="379118" y="119772"/>
                  <a:pt x="383187" y="120591"/>
                  <a:pt x="387559" y="120591"/>
                </a:cubicBezTo>
                <a:cubicBezTo>
                  <a:pt x="393994" y="120591"/>
                  <a:pt x="399548" y="119104"/>
                  <a:pt x="404223" y="116130"/>
                </a:cubicBezTo>
                <a:cubicBezTo>
                  <a:pt x="408897" y="113155"/>
                  <a:pt x="412449" y="109725"/>
                  <a:pt x="414878" y="105839"/>
                </a:cubicBezTo>
                <a:lnTo>
                  <a:pt x="424166" y="113123"/>
                </a:lnTo>
                <a:cubicBezTo>
                  <a:pt x="419067" y="119549"/>
                  <a:pt x="413451" y="124149"/>
                  <a:pt x="407319" y="126924"/>
                </a:cubicBezTo>
                <a:cubicBezTo>
                  <a:pt x="401188" y="129698"/>
                  <a:pt x="394602" y="131085"/>
                  <a:pt x="387559" y="131085"/>
                </a:cubicBezTo>
                <a:cubicBezTo>
                  <a:pt x="381245" y="131085"/>
                  <a:pt x="375386" y="129961"/>
                  <a:pt x="369981" y="127714"/>
                </a:cubicBezTo>
                <a:cubicBezTo>
                  <a:pt x="364579" y="125466"/>
                  <a:pt x="359935" y="122339"/>
                  <a:pt x="356050" y="118331"/>
                </a:cubicBezTo>
                <a:cubicBezTo>
                  <a:pt x="352165" y="114322"/>
                  <a:pt x="349098" y="109585"/>
                  <a:pt x="346851" y="104119"/>
                </a:cubicBezTo>
                <a:cubicBezTo>
                  <a:pt x="344605" y="98654"/>
                  <a:pt x="343483" y="92702"/>
                  <a:pt x="343483" y="86263"/>
                </a:cubicBezTo>
                <a:cubicBezTo>
                  <a:pt x="343483" y="79825"/>
                  <a:pt x="344575" y="73873"/>
                  <a:pt x="346759" y="68408"/>
                </a:cubicBezTo>
                <a:cubicBezTo>
                  <a:pt x="348945" y="62942"/>
                  <a:pt x="351981" y="58206"/>
                  <a:pt x="355866" y="54198"/>
                </a:cubicBezTo>
                <a:cubicBezTo>
                  <a:pt x="359753" y="50189"/>
                  <a:pt x="364307" y="47060"/>
                  <a:pt x="369528" y="44813"/>
                </a:cubicBezTo>
                <a:cubicBezTo>
                  <a:pt x="374749" y="42566"/>
                  <a:pt x="380396" y="41442"/>
                  <a:pt x="386467" y="41442"/>
                </a:cubicBezTo>
                <a:cubicBezTo>
                  <a:pt x="393144" y="41442"/>
                  <a:pt x="399032" y="42568"/>
                  <a:pt x="404131" y="44821"/>
                </a:cubicBezTo>
                <a:cubicBezTo>
                  <a:pt x="409232" y="47072"/>
                  <a:pt x="413482" y="50116"/>
                  <a:pt x="416882" y="53951"/>
                </a:cubicBezTo>
                <a:cubicBezTo>
                  <a:pt x="420281" y="57784"/>
                  <a:pt x="422861" y="62257"/>
                  <a:pt x="424621" y="67368"/>
                </a:cubicBezTo>
                <a:cubicBezTo>
                  <a:pt x="426383" y="72480"/>
                  <a:pt x="427264" y="77958"/>
                  <a:pt x="427264" y="83801"/>
                </a:cubicBezTo>
                <a:close/>
                <a:moveTo>
                  <a:pt x="465767" y="172605"/>
                </a:moveTo>
                <a:lnTo>
                  <a:pt x="453380" y="172605"/>
                </a:lnTo>
                <a:lnTo>
                  <a:pt x="453380" y="43632"/>
                </a:lnTo>
                <a:lnTo>
                  <a:pt x="465767" y="43632"/>
                </a:lnTo>
                <a:lnTo>
                  <a:pt x="465767" y="58386"/>
                </a:lnTo>
                <a:lnTo>
                  <a:pt x="466311" y="58386"/>
                </a:lnTo>
                <a:cubicBezTo>
                  <a:pt x="469833" y="52798"/>
                  <a:pt x="474538" y="48578"/>
                  <a:pt x="480426" y="45725"/>
                </a:cubicBezTo>
                <a:cubicBezTo>
                  <a:pt x="486316" y="42870"/>
                  <a:pt x="492296" y="41442"/>
                  <a:pt x="498365" y="41442"/>
                </a:cubicBezTo>
                <a:cubicBezTo>
                  <a:pt x="505045" y="41442"/>
                  <a:pt x="511085" y="42596"/>
                  <a:pt x="516488" y="44905"/>
                </a:cubicBezTo>
                <a:cubicBezTo>
                  <a:pt x="521891" y="47211"/>
                  <a:pt x="526504" y="50369"/>
                  <a:pt x="530328" y="54379"/>
                </a:cubicBezTo>
                <a:cubicBezTo>
                  <a:pt x="534154" y="58386"/>
                  <a:pt x="537129" y="63124"/>
                  <a:pt x="539254" y="68591"/>
                </a:cubicBezTo>
                <a:cubicBezTo>
                  <a:pt x="541379" y="74057"/>
                  <a:pt x="542442" y="79947"/>
                  <a:pt x="542442" y="86263"/>
                </a:cubicBezTo>
                <a:cubicBezTo>
                  <a:pt x="542442" y="92579"/>
                  <a:pt x="541379" y="98471"/>
                  <a:pt x="539254" y="103938"/>
                </a:cubicBezTo>
                <a:cubicBezTo>
                  <a:pt x="537129" y="109404"/>
                  <a:pt x="534154" y="114141"/>
                  <a:pt x="530328" y="118151"/>
                </a:cubicBezTo>
                <a:cubicBezTo>
                  <a:pt x="526504" y="122158"/>
                  <a:pt x="521891" y="125316"/>
                  <a:pt x="516488" y="127625"/>
                </a:cubicBezTo>
                <a:cubicBezTo>
                  <a:pt x="511085" y="129931"/>
                  <a:pt x="505045" y="131085"/>
                  <a:pt x="498365" y="131085"/>
                </a:cubicBezTo>
                <a:cubicBezTo>
                  <a:pt x="492296" y="131085"/>
                  <a:pt x="486316" y="129658"/>
                  <a:pt x="480426" y="126805"/>
                </a:cubicBezTo>
                <a:cubicBezTo>
                  <a:pt x="474538" y="123950"/>
                  <a:pt x="469833" y="119850"/>
                  <a:pt x="466311" y="114505"/>
                </a:cubicBezTo>
                <a:lnTo>
                  <a:pt x="465767" y="114505"/>
                </a:lnTo>
                <a:lnTo>
                  <a:pt x="465767" y="172605"/>
                </a:lnTo>
                <a:moveTo>
                  <a:pt x="529330" y="86266"/>
                </a:moveTo>
                <a:cubicBezTo>
                  <a:pt x="529330" y="81519"/>
                  <a:pt x="528601" y="77047"/>
                  <a:pt x="527143" y="72849"/>
                </a:cubicBezTo>
                <a:cubicBezTo>
                  <a:pt x="525687" y="68648"/>
                  <a:pt x="523592" y="64997"/>
                  <a:pt x="520859" y="61893"/>
                </a:cubicBezTo>
                <a:cubicBezTo>
                  <a:pt x="518129" y="58788"/>
                  <a:pt x="514759" y="56323"/>
                  <a:pt x="510752" y="54498"/>
                </a:cubicBezTo>
                <a:cubicBezTo>
                  <a:pt x="506744" y="52671"/>
                  <a:pt x="502191" y="51758"/>
                  <a:pt x="497093" y="51758"/>
                </a:cubicBezTo>
                <a:cubicBezTo>
                  <a:pt x="492357" y="51758"/>
                  <a:pt x="487985" y="52641"/>
                  <a:pt x="483978" y="54407"/>
                </a:cubicBezTo>
                <a:cubicBezTo>
                  <a:pt x="479972" y="56170"/>
                  <a:pt x="476512" y="58605"/>
                  <a:pt x="473598" y="61710"/>
                </a:cubicBezTo>
                <a:cubicBezTo>
                  <a:pt x="470684" y="64813"/>
                  <a:pt x="468407" y="68465"/>
                  <a:pt x="466767" y="72665"/>
                </a:cubicBezTo>
                <a:cubicBezTo>
                  <a:pt x="465127" y="76864"/>
                  <a:pt x="464307" y="81397"/>
                  <a:pt x="464307" y="86266"/>
                </a:cubicBezTo>
                <a:cubicBezTo>
                  <a:pt x="464307" y="91135"/>
                  <a:pt x="465127" y="95670"/>
                  <a:pt x="466767" y="99870"/>
                </a:cubicBezTo>
                <a:cubicBezTo>
                  <a:pt x="468407" y="104068"/>
                  <a:pt x="470684" y="107689"/>
                  <a:pt x="473598" y="110733"/>
                </a:cubicBezTo>
                <a:cubicBezTo>
                  <a:pt x="476512" y="113776"/>
                  <a:pt x="479972" y="116179"/>
                  <a:pt x="483978" y="117945"/>
                </a:cubicBezTo>
                <a:cubicBezTo>
                  <a:pt x="487985" y="119709"/>
                  <a:pt x="492357" y="120591"/>
                  <a:pt x="497093" y="120591"/>
                </a:cubicBezTo>
                <a:cubicBezTo>
                  <a:pt x="502191" y="120591"/>
                  <a:pt x="506744" y="119709"/>
                  <a:pt x="510752" y="117945"/>
                </a:cubicBezTo>
                <a:cubicBezTo>
                  <a:pt x="514759" y="116179"/>
                  <a:pt x="518129" y="113745"/>
                  <a:pt x="520859" y="110642"/>
                </a:cubicBezTo>
                <a:cubicBezTo>
                  <a:pt x="523592" y="107536"/>
                  <a:pt x="525687" y="103885"/>
                  <a:pt x="527143" y="99686"/>
                </a:cubicBezTo>
                <a:cubicBezTo>
                  <a:pt x="528601" y="95486"/>
                  <a:pt x="529330" y="91013"/>
                  <a:pt x="529330" y="86266"/>
                </a:cubicBezTo>
                <a:close/>
                <a:moveTo>
                  <a:pt x="606898" y="54070"/>
                </a:moveTo>
                <a:lnTo>
                  <a:pt x="582859" y="54070"/>
                </a:lnTo>
                <a:lnTo>
                  <a:pt x="582859" y="103844"/>
                </a:lnTo>
                <a:cubicBezTo>
                  <a:pt x="582859" y="107005"/>
                  <a:pt x="583162" y="109618"/>
                  <a:pt x="583768" y="111684"/>
                </a:cubicBezTo>
                <a:cubicBezTo>
                  <a:pt x="584375" y="113750"/>
                  <a:pt x="585255" y="115361"/>
                  <a:pt x="586408" y="116517"/>
                </a:cubicBezTo>
                <a:cubicBezTo>
                  <a:pt x="587562" y="117671"/>
                  <a:pt x="588928" y="118461"/>
                  <a:pt x="590507" y="118887"/>
                </a:cubicBezTo>
                <a:cubicBezTo>
                  <a:pt x="592086" y="119312"/>
                  <a:pt x="593785" y="119524"/>
                  <a:pt x="595607" y="119524"/>
                </a:cubicBezTo>
                <a:cubicBezTo>
                  <a:pt x="597307" y="119524"/>
                  <a:pt x="599098" y="119276"/>
                  <a:pt x="600979" y="118782"/>
                </a:cubicBezTo>
                <a:cubicBezTo>
                  <a:pt x="602861" y="118285"/>
                  <a:pt x="604653" y="117602"/>
                  <a:pt x="606353" y="116733"/>
                </a:cubicBezTo>
                <a:lnTo>
                  <a:pt x="606898" y="127469"/>
                </a:lnTo>
                <a:cubicBezTo>
                  <a:pt x="604714" y="128320"/>
                  <a:pt x="602438" y="128957"/>
                  <a:pt x="600070" y="129381"/>
                </a:cubicBezTo>
                <a:cubicBezTo>
                  <a:pt x="597702" y="129805"/>
                  <a:pt x="595121" y="130018"/>
                  <a:pt x="592327" y="130018"/>
                </a:cubicBezTo>
                <a:cubicBezTo>
                  <a:pt x="590021" y="130018"/>
                  <a:pt x="587593" y="129714"/>
                  <a:pt x="585043" y="129106"/>
                </a:cubicBezTo>
                <a:cubicBezTo>
                  <a:pt x="582494" y="128500"/>
                  <a:pt x="580126" y="127348"/>
                  <a:pt x="577940" y="125649"/>
                </a:cubicBezTo>
                <a:cubicBezTo>
                  <a:pt x="575756" y="123948"/>
                  <a:pt x="573965" y="121640"/>
                  <a:pt x="572568" y="118726"/>
                </a:cubicBezTo>
                <a:cubicBezTo>
                  <a:pt x="571171" y="115812"/>
                  <a:pt x="570472" y="111987"/>
                  <a:pt x="570472" y="107251"/>
                </a:cubicBezTo>
                <a:lnTo>
                  <a:pt x="570472" y="54070"/>
                </a:lnTo>
                <a:lnTo>
                  <a:pt x="552806" y="54070"/>
                </a:lnTo>
                <a:lnTo>
                  <a:pt x="552806" y="43754"/>
                </a:lnTo>
                <a:lnTo>
                  <a:pt x="570472" y="43754"/>
                </a:lnTo>
                <a:lnTo>
                  <a:pt x="570472" y="19712"/>
                </a:lnTo>
                <a:lnTo>
                  <a:pt x="582859" y="19712"/>
                </a:lnTo>
                <a:lnTo>
                  <a:pt x="582859" y="43754"/>
                </a:lnTo>
                <a:lnTo>
                  <a:pt x="606898" y="43754"/>
                </a:lnTo>
                <a:lnTo>
                  <a:pt x="606898" y="54070"/>
                </a:lnTo>
                <a:close/>
                <a:moveTo>
                  <a:pt x="639208" y="128950"/>
                </a:moveTo>
                <a:lnTo>
                  <a:pt x="626825" y="128950"/>
                </a:lnTo>
                <a:lnTo>
                  <a:pt x="626825" y="43713"/>
                </a:lnTo>
                <a:lnTo>
                  <a:pt x="639208" y="43713"/>
                </a:lnTo>
                <a:lnTo>
                  <a:pt x="639208" y="128950"/>
                </a:lnTo>
                <a:moveTo>
                  <a:pt x="641759" y="10850"/>
                </a:moveTo>
                <a:cubicBezTo>
                  <a:pt x="641759" y="13392"/>
                  <a:pt x="640849" y="15480"/>
                  <a:pt x="639028" y="17114"/>
                </a:cubicBezTo>
                <a:cubicBezTo>
                  <a:pt x="637206" y="18748"/>
                  <a:pt x="635203" y="19565"/>
                  <a:pt x="633016" y="19565"/>
                </a:cubicBezTo>
                <a:cubicBezTo>
                  <a:pt x="630830" y="19565"/>
                  <a:pt x="628826" y="18748"/>
                  <a:pt x="627005" y="17114"/>
                </a:cubicBezTo>
                <a:cubicBezTo>
                  <a:pt x="625184" y="15480"/>
                  <a:pt x="624273" y="13392"/>
                  <a:pt x="624273" y="10850"/>
                </a:cubicBezTo>
                <a:cubicBezTo>
                  <a:pt x="624273" y="8308"/>
                  <a:pt x="625184" y="6220"/>
                  <a:pt x="627005" y="4586"/>
                </a:cubicBezTo>
                <a:cubicBezTo>
                  <a:pt x="628826" y="2951"/>
                  <a:pt x="630830" y="2134"/>
                  <a:pt x="633016" y="2134"/>
                </a:cubicBezTo>
                <a:cubicBezTo>
                  <a:pt x="635203" y="2134"/>
                  <a:pt x="637206" y="2951"/>
                  <a:pt x="639028" y="4586"/>
                </a:cubicBezTo>
                <a:cubicBezTo>
                  <a:pt x="640849" y="6220"/>
                  <a:pt x="641759" y="8308"/>
                  <a:pt x="641759" y="10850"/>
                </a:cubicBezTo>
                <a:close/>
                <a:moveTo>
                  <a:pt x="756865" y="86263"/>
                </a:moveTo>
                <a:cubicBezTo>
                  <a:pt x="756865" y="92702"/>
                  <a:pt x="755741" y="98654"/>
                  <a:pt x="753494" y="104119"/>
                </a:cubicBezTo>
                <a:cubicBezTo>
                  <a:pt x="751248" y="109585"/>
                  <a:pt x="748122" y="114322"/>
                  <a:pt x="744114" y="118331"/>
                </a:cubicBezTo>
                <a:cubicBezTo>
                  <a:pt x="740109" y="122339"/>
                  <a:pt x="735313" y="125466"/>
                  <a:pt x="729727" y="127714"/>
                </a:cubicBezTo>
                <a:cubicBezTo>
                  <a:pt x="724143" y="129961"/>
                  <a:pt x="718011" y="131085"/>
                  <a:pt x="711332" y="131085"/>
                </a:cubicBezTo>
                <a:cubicBezTo>
                  <a:pt x="704775" y="131085"/>
                  <a:pt x="698704" y="129961"/>
                  <a:pt x="693118" y="127714"/>
                </a:cubicBezTo>
                <a:cubicBezTo>
                  <a:pt x="687534" y="125466"/>
                  <a:pt x="682738" y="122339"/>
                  <a:pt x="678730" y="118331"/>
                </a:cubicBezTo>
                <a:cubicBezTo>
                  <a:pt x="674725" y="114322"/>
                  <a:pt x="671598" y="109585"/>
                  <a:pt x="669351" y="104119"/>
                </a:cubicBezTo>
                <a:cubicBezTo>
                  <a:pt x="667105" y="98654"/>
                  <a:pt x="665983" y="92702"/>
                  <a:pt x="665983" y="86263"/>
                </a:cubicBezTo>
                <a:cubicBezTo>
                  <a:pt x="665983" y="79825"/>
                  <a:pt x="667105" y="73873"/>
                  <a:pt x="669351" y="68408"/>
                </a:cubicBezTo>
                <a:cubicBezTo>
                  <a:pt x="671598" y="62942"/>
                  <a:pt x="674725" y="58206"/>
                  <a:pt x="678730" y="54198"/>
                </a:cubicBezTo>
                <a:cubicBezTo>
                  <a:pt x="682738" y="50189"/>
                  <a:pt x="687534" y="47060"/>
                  <a:pt x="693118" y="44813"/>
                </a:cubicBezTo>
                <a:cubicBezTo>
                  <a:pt x="698704" y="42566"/>
                  <a:pt x="704775" y="41442"/>
                  <a:pt x="711332" y="41442"/>
                </a:cubicBezTo>
                <a:cubicBezTo>
                  <a:pt x="718011" y="41442"/>
                  <a:pt x="724143" y="42566"/>
                  <a:pt x="729727" y="44813"/>
                </a:cubicBezTo>
                <a:cubicBezTo>
                  <a:pt x="735313" y="47060"/>
                  <a:pt x="740109" y="50189"/>
                  <a:pt x="744114" y="54198"/>
                </a:cubicBezTo>
                <a:cubicBezTo>
                  <a:pt x="748122" y="58206"/>
                  <a:pt x="751248" y="62942"/>
                  <a:pt x="753494" y="68408"/>
                </a:cubicBezTo>
                <a:cubicBezTo>
                  <a:pt x="755741" y="73873"/>
                  <a:pt x="756865" y="79825"/>
                  <a:pt x="756865" y="86263"/>
                </a:cubicBezTo>
                <a:moveTo>
                  <a:pt x="743753" y="86266"/>
                </a:moveTo>
                <a:cubicBezTo>
                  <a:pt x="743753" y="81519"/>
                  <a:pt x="742994" y="77047"/>
                  <a:pt x="741477" y="72849"/>
                </a:cubicBezTo>
                <a:cubicBezTo>
                  <a:pt x="739960" y="68648"/>
                  <a:pt x="737804" y="64997"/>
                  <a:pt x="735010" y="61893"/>
                </a:cubicBezTo>
                <a:cubicBezTo>
                  <a:pt x="732218" y="58788"/>
                  <a:pt x="728818" y="56323"/>
                  <a:pt x="724811" y="54498"/>
                </a:cubicBezTo>
                <a:cubicBezTo>
                  <a:pt x="720805" y="52671"/>
                  <a:pt x="716313" y="51758"/>
                  <a:pt x="711335" y="51758"/>
                </a:cubicBezTo>
                <a:cubicBezTo>
                  <a:pt x="706357" y="51758"/>
                  <a:pt x="701894" y="52671"/>
                  <a:pt x="697948" y="54498"/>
                </a:cubicBezTo>
                <a:cubicBezTo>
                  <a:pt x="694002" y="56323"/>
                  <a:pt x="690632" y="58788"/>
                  <a:pt x="687838" y="61893"/>
                </a:cubicBezTo>
                <a:cubicBezTo>
                  <a:pt x="685046" y="64997"/>
                  <a:pt x="682891" y="68648"/>
                  <a:pt x="681373" y="72849"/>
                </a:cubicBezTo>
                <a:cubicBezTo>
                  <a:pt x="679856" y="77047"/>
                  <a:pt x="679097" y="81519"/>
                  <a:pt x="679097" y="86266"/>
                </a:cubicBezTo>
                <a:cubicBezTo>
                  <a:pt x="679097" y="91013"/>
                  <a:pt x="679856" y="95486"/>
                  <a:pt x="681373" y="99686"/>
                </a:cubicBezTo>
                <a:cubicBezTo>
                  <a:pt x="682891" y="103885"/>
                  <a:pt x="685046" y="107536"/>
                  <a:pt x="687838" y="110642"/>
                </a:cubicBezTo>
                <a:cubicBezTo>
                  <a:pt x="690632" y="113745"/>
                  <a:pt x="694002" y="116179"/>
                  <a:pt x="697948" y="117945"/>
                </a:cubicBezTo>
                <a:cubicBezTo>
                  <a:pt x="701894" y="119709"/>
                  <a:pt x="706357" y="120591"/>
                  <a:pt x="711335" y="120591"/>
                </a:cubicBezTo>
                <a:cubicBezTo>
                  <a:pt x="716313" y="120591"/>
                  <a:pt x="720805" y="119709"/>
                  <a:pt x="724811" y="117945"/>
                </a:cubicBezTo>
                <a:cubicBezTo>
                  <a:pt x="728818" y="116179"/>
                  <a:pt x="732218" y="113745"/>
                  <a:pt x="735010" y="110642"/>
                </a:cubicBezTo>
                <a:cubicBezTo>
                  <a:pt x="737804" y="107536"/>
                  <a:pt x="739960" y="103885"/>
                  <a:pt x="741477" y="99686"/>
                </a:cubicBezTo>
                <a:cubicBezTo>
                  <a:pt x="742994" y="95486"/>
                  <a:pt x="743753" y="91013"/>
                  <a:pt x="743753" y="86266"/>
                </a:cubicBezTo>
                <a:close/>
                <a:moveTo>
                  <a:pt x="794585" y="43643"/>
                </a:moveTo>
                <a:cubicBezTo>
                  <a:pt x="794828" y="45950"/>
                  <a:pt x="795010" y="48500"/>
                  <a:pt x="795130" y="51294"/>
                </a:cubicBezTo>
                <a:cubicBezTo>
                  <a:pt x="795252" y="54086"/>
                  <a:pt x="795313" y="56393"/>
                  <a:pt x="795313" y="58214"/>
                </a:cubicBezTo>
                <a:lnTo>
                  <a:pt x="795678" y="58214"/>
                </a:lnTo>
                <a:cubicBezTo>
                  <a:pt x="798106" y="53230"/>
                  <a:pt x="802053" y="49189"/>
                  <a:pt x="807516" y="46091"/>
                </a:cubicBezTo>
                <a:cubicBezTo>
                  <a:pt x="812980" y="42992"/>
                  <a:pt x="818748" y="41442"/>
                  <a:pt x="824819" y="41442"/>
                </a:cubicBezTo>
                <a:cubicBezTo>
                  <a:pt x="835624" y="41442"/>
                  <a:pt x="843728" y="44663"/>
                  <a:pt x="849131" y="51105"/>
                </a:cubicBezTo>
                <a:cubicBezTo>
                  <a:pt x="854535" y="57547"/>
                  <a:pt x="857237" y="66055"/>
                  <a:pt x="857237" y="76628"/>
                </a:cubicBezTo>
                <a:lnTo>
                  <a:pt x="857237" y="128950"/>
                </a:lnTo>
                <a:lnTo>
                  <a:pt x="844854" y="128950"/>
                </a:lnTo>
                <a:lnTo>
                  <a:pt x="844854" y="81686"/>
                </a:lnTo>
                <a:cubicBezTo>
                  <a:pt x="844854" y="77184"/>
                  <a:pt x="844490" y="73109"/>
                  <a:pt x="843762" y="69461"/>
                </a:cubicBezTo>
                <a:cubicBezTo>
                  <a:pt x="843033" y="65811"/>
                  <a:pt x="841788" y="62678"/>
                  <a:pt x="840026" y="60062"/>
                </a:cubicBezTo>
                <a:cubicBezTo>
                  <a:pt x="838266" y="57446"/>
                  <a:pt x="835899" y="55408"/>
                  <a:pt x="832923" y="53948"/>
                </a:cubicBezTo>
                <a:cubicBezTo>
                  <a:pt x="829949" y="52488"/>
                  <a:pt x="826216" y="51758"/>
                  <a:pt x="821723" y="51758"/>
                </a:cubicBezTo>
                <a:cubicBezTo>
                  <a:pt x="818446" y="51758"/>
                  <a:pt x="815258" y="52428"/>
                  <a:pt x="812160" y="53767"/>
                </a:cubicBezTo>
                <a:cubicBezTo>
                  <a:pt x="809064" y="55105"/>
                  <a:pt x="806302" y="57143"/>
                  <a:pt x="803873" y="59881"/>
                </a:cubicBezTo>
                <a:cubicBezTo>
                  <a:pt x="801446" y="62618"/>
                  <a:pt x="799503" y="66084"/>
                  <a:pt x="798045" y="70281"/>
                </a:cubicBezTo>
                <a:cubicBezTo>
                  <a:pt x="796589" y="74477"/>
                  <a:pt x="795861" y="79435"/>
                  <a:pt x="795861" y="85155"/>
                </a:cubicBezTo>
                <a:lnTo>
                  <a:pt x="795861" y="128950"/>
                </a:lnTo>
                <a:lnTo>
                  <a:pt x="783474" y="128950"/>
                </a:lnTo>
                <a:lnTo>
                  <a:pt x="783474" y="62408"/>
                </a:lnTo>
                <a:cubicBezTo>
                  <a:pt x="783474" y="60097"/>
                  <a:pt x="783413" y="57121"/>
                  <a:pt x="783291" y="53478"/>
                </a:cubicBezTo>
                <a:cubicBezTo>
                  <a:pt x="783171" y="49836"/>
                  <a:pt x="782989" y="46557"/>
                  <a:pt x="782746" y="43643"/>
                </a:cubicBezTo>
                <a:lnTo>
                  <a:pt x="794585" y="436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Evaluation">
            <a:extLst xmlns:a="http://schemas.openxmlformats.org/drawingml/2006/main">
              <a:ext uri="{FF2B5EF4-FFF2-40B4-BE49-F238E27FC236}">
                <a16:creationId xmlns:a16="http://schemas.microsoft.com/office/drawing/2014/main" id="{E0C29D1B-9F9C-492F-85CF-8DC77E7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177" y="3350928"/>
            <a:ext cx="830628" cy="139825"/>
          </a:xfrm>
          <a:custGeom xmlns:a="http://schemas.openxmlformats.org/drawingml/2006/main">
            <a:pathLst>
              <a:path w="830628" h="139825">
                <a:moveTo>
                  <a:pt x="13115" y="125952"/>
                </a:moveTo>
                <a:lnTo>
                  <a:pt x="82142" y="125952"/>
                </a:lnTo>
                <a:lnTo>
                  <a:pt x="82142" y="137691"/>
                </a:lnTo>
                <a:lnTo>
                  <a:pt x="0" y="137691"/>
                </a:lnTo>
                <a:lnTo>
                  <a:pt x="0" y="8740"/>
                </a:lnTo>
                <a:lnTo>
                  <a:pt x="79958" y="8740"/>
                </a:lnTo>
                <a:lnTo>
                  <a:pt x="79958" y="20479"/>
                </a:lnTo>
                <a:lnTo>
                  <a:pt x="13115" y="20479"/>
                </a:lnTo>
                <a:lnTo>
                  <a:pt x="13115" y="64767"/>
                </a:lnTo>
                <a:lnTo>
                  <a:pt x="75586" y="64767"/>
                </a:lnTo>
                <a:lnTo>
                  <a:pt x="75586" y="76328"/>
                </a:lnTo>
                <a:lnTo>
                  <a:pt x="13115" y="76328"/>
                </a:lnTo>
                <a:lnTo>
                  <a:pt x="13115" y="125952"/>
                </a:lnTo>
                <a:close/>
                <a:moveTo>
                  <a:pt x="141753" y="137691"/>
                </a:moveTo>
                <a:lnTo>
                  <a:pt x="128094" y="137691"/>
                </a:lnTo>
                <a:lnTo>
                  <a:pt x="93308" y="52453"/>
                </a:lnTo>
                <a:lnTo>
                  <a:pt x="107148" y="52453"/>
                </a:lnTo>
                <a:lnTo>
                  <a:pt x="134833" y="124576"/>
                </a:lnTo>
                <a:lnTo>
                  <a:pt x="135197" y="124576"/>
                </a:lnTo>
                <a:lnTo>
                  <a:pt x="163064" y="52453"/>
                </a:lnTo>
                <a:lnTo>
                  <a:pt x="176359" y="52453"/>
                </a:lnTo>
                <a:lnTo>
                  <a:pt x="141753" y="137691"/>
                </a:lnTo>
                <a:close/>
                <a:moveTo>
                  <a:pt x="249047" y="82653"/>
                </a:moveTo>
                <a:cubicBezTo>
                  <a:pt x="249047" y="75207"/>
                  <a:pt x="247104" y="69654"/>
                  <a:pt x="243219" y="65993"/>
                </a:cubicBezTo>
                <a:cubicBezTo>
                  <a:pt x="239334" y="62330"/>
                  <a:pt x="233687" y="60498"/>
                  <a:pt x="226280" y="60498"/>
                </a:cubicBezTo>
                <a:cubicBezTo>
                  <a:pt x="221181" y="60498"/>
                  <a:pt x="216446" y="61409"/>
                  <a:pt x="212073" y="63230"/>
                </a:cubicBezTo>
                <a:cubicBezTo>
                  <a:pt x="207703" y="65051"/>
                  <a:pt x="204000" y="67480"/>
                  <a:pt x="200965" y="70517"/>
                </a:cubicBezTo>
                <a:lnTo>
                  <a:pt x="194042" y="62321"/>
                </a:lnTo>
                <a:cubicBezTo>
                  <a:pt x="197565" y="58814"/>
                  <a:pt x="202209" y="55915"/>
                  <a:pt x="207977" y="53623"/>
                </a:cubicBezTo>
                <a:cubicBezTo>
                  <a:pt x="213744" y="51329"/>
                  <a:pt x="220271" y="50182"/>
                  <a:pt x="227556" y="50182"/>
                </a:cubicBezTo>
                <a:cubicBezTo>
                  <a:pt x="232171" y="50182"/>
                  <a:pt x="236481" y="50821"/>
                  <a:pt x="240487" y="52097"/>
                </a:cubicBezTo>
                <a:cubicBezTo>
                  <a:pt x="244494" y="53374"/>
                  <a:pt x="248015" y="55288"/>
                  <a:pt x="251050" y="57841"/>
                </a:cubicBezTo>
                <a:cubicBezTo>
                  <a:pt x="254087" y="60393"/>
                  <a:pt x="256455" y="63613"/>
                  <a:pt x="258154" y="67502"/>
                </a:cubicBezTo>
                <a:cubicBezTo>
                  <a:pt x="259854" y="71391"/>
                  <a:pt x="260705" y="75948"/>
                  <a:pt x="260705" y="81175"/>
                </a:cubicBezTo>
                <a:lnTo>
                  <a:pt x="260705" y="118548"/>
                </a:lnTo>
                <a:cubicBezTo>
                  <a:pt x="260705" y="121829"/>
                  <a:pt x="260826" y="125233"/>
                  <a:pt x="261069" y="128759"/>
                </a:cubicBezTo>
                <a:cubicBezTo>
                  <a:pt x="261312" y="132283"/>
                  <a:pt x="261676" y="135260"/>
                  <a:pt x="262161" y="137691"/>
                </a:cubicBezTo>
                <a:lnTo>
                  <a:pt x="251053" y="137691"/>
                </a:lnTo>
                <a:cubicBezTo>
                  <a:pt x="250688" y="135617"/>
                  <a:pt x="250384" y="133362"/>
                  <a:pt x="250141" y="130924"/>
                </a:cubicBezTo>
                <a:cubicBezTo>
                  <a:pt x="249899" y="128485"/>
                  <a:pt x="249777" y="126108"/>
                  <a:pt x="249777" y="123792"/>
                </a:cubicBezTo>
                <a:lnTo>
                  <a:pt x="249411" y="123792"/>
                </a:lnTo>
                <a:cubicBezTo>
                  <a:pt x="245525" y="129501"/>
                  <a:pt x="241123" y="133600"/>
                  <a:pt x="236204" y="136090"/>
                </a:cubicBezTo>
                <a:cubicBezTo>
                  <a:pt x="231287" y="138580"/>
                  <a:pt x="225369" y="139825"/>
                  <a:pt x="218449" y="139825"/>
                </a:cubicBezTo>
                <a:cubicBezTo>
                  <a:pt x="215169" y="139825"/>
                  <a:pt x="211799" y="139370"/>
                  <a:pt x="208338" y="138460"/>
                </a:cubicBezTo>
                <a:cubicBezTo>
                  <a:pt x="204879" y="137551"/>
                  <a:pt x="201723" y="136065"/>
                  <a:pt x="198870" y="134003"/>
                </a:cubicBezTo>
                <a:cubicBezTo>
                  <a:pt x="196017" y="131939"/>
                  <a:pt x="193649" y="129269"/>
                  <a:pt x="191766" y="125993"/>
                </a:cubicBezTo>
                <a:cubicBezTo>
                  <a:pt x="189884" y="122716"/>
                  <a:pt x="188943" y="118710"/>
                  <a:pt x="188943" y="113977"/>
                </a:cubicBezTo>
                <a:cubicBezTo>
                  <a:pt x="188943" y="107423"/>
                  <a:pt x="190612" y="102236"/>
                  <a:pt x="193951" y="98414"/>
                </a:cubicBezTo>
                <a:cubicBezTo>
                  <a:pt x="197289" y="94591"/>
                  <a:pt x="201752" y="91740"/>
                  <a:pt x="207338" y="89860"/>
                </a:cubicBezTo>
                <a:cubicBezTo>
                  <a:pt x="212924" y="87977"/>
                  <a:pt x="219329" y="86764"/>
                  <a:pt x="226552" y="86219"/>
                </a:cubicBezTo>
                <a:cubicBezTo>
                  <a:pt x="233778" y="85672"/>
                  <a:pt x="241276" y="85399"/>
                  <a:pt x="249047" y="85399"/>
                </a:cubicBezTo>
                <a:lnTo>
                  <a:pt x="249047" y="82653"/>
                </a:lnTo>
                <a:moveTo>
                  <a:pt x="245403" y="95182"/>
                </a:moveTo>
                <a:cubicBezTo>
                  <a:pt x="240304" y="95182"/>
                  <a:pt x="235174" y="95394"/>
                  <a:pt x="230012" y="95818"/>
                </a:cubicBezTo>
                <a:cubicBezTo>
                  <a:pt x="224853" y="96240"/>
                  <a:pt x="220178" y="97088"/>
                  <a:pt x="215989" y="98361"/>
                </a:cubicBezTo>
                <a:cubicBezTo>
                  <a:pt x="211802" y="99632"/>
                  <a:pt x="208372" y="101478"/>
                  <a:pt x="205701" y="103900"/>
                </a:cubicBezTo>
                <a:cubicBezTo>
                  <a:pt x="203029" y="106321"/>
                  <a:pt x="201693" y="109529"/>
                  <a:pt x="201693" y="113524"/>
                </a:cubicBezTo>
                <a:cubicBezTo>
                  <a:pt x="201693" y="116551"/>
                  <a:pt x="202270" y="119094"/>
                  <a:pt x="203422" y="121152"/>
                </a:cubicBezTo>
                <a:cubicBezTo>
                  <a:pt x="204576" y="123211"/>
                  <a:pt x="206124" y="124875"/>
                  <a:pt x="208066" y="126146"/>
                </a:cubicBezTo>
                <a:cubicBezTo>
                  <a:pt x="210009" y="127417"/>
                  <a:pt x="212165" y="128325"/>
                  <a:pt x="214533" y="128870"/>
                </a:cubicBezTo>
                <a:cubicBezTo>
                  <a:pt x="216901" y="129415"/>
                  <a:pt x="219299" y="129687"/>
                  <a:pt x="221728" y="129687"/>
                </a:cubicBezTo>
                <a:cubicBezTo>
                  <a:pt x="226099" y="129687"/>
                  <a:pt x="229984" y="128930"/>
                  <a:pt x="233383" y="127416"/>
                </a:cubicBezTo>
                <a:cubicBezTo>
                  <a:pt x="236783" y="125903"/>
                  <a:pt x="239636" y="123844"/>
                  <a:pt x="241943" y="121241"/>
                </a:cubicBezTo>
                <a:cubicBezTo>
                  <a:pt x="244250" y="118638"/>
                  <a:pt x="246010" y="115642"/>
                  <a:pt x="247223" y="112254"/>
                </a:cubicBezTo>
                <a:cubicBezTo>
                  <a:pt x="248439" y="108863"/>
                  <a:pt x="249047" y="105291"/>
                  <a:pt x="249047" y="101537"/>
                </a:cubicBezTo>
                <a:lnTo>
                  <a:pt x="249047" y="95182"/>
                </a:lnTo>
                <a:lnTo>
                  <a:pt x="245403" y="95182"/>
                </a:lnTo>
                <a:close/>
                <a:moveTo>
                  <a:pt x="305454" y="137691"/>
                </a:moveTo>
                <a:lnTo>
                  <a:pt x="293068" y="137691"/>
                </a:lnTo>
                <a:lnTo>
                  <a:pt x="293068" y="0"/>
                </a:lnTo>
                <a:lnTo>
                  <a:pt x="305454" y="0"/>
                </a:lnTo>
                <a:lnTo>
                  <a:pt x="305454" y="137691"/>
                </a:lnTo>
                <a:close/>
                <a:moveTo>
                  <a:pt x="400160" y="137691"/>
                </a:moveTo>
                <a:cubicBezTo>
                  <a:pt x="399918" y="135384"/>
                  <a:pt x="399735" y="132835"/>
                  <a:pt x="399613" y="130043"/>
                </a:cubicBezTo>
                <a:cubicBezTo>
                  <a:pt x="399492" y="127249"/>
                  <a:pt x="399432" y="124941"/>
                  <a:pt x="399432" y="123120"/>
                </a:cubicBezTo>
                <a:lnTo>
                  <a:pt x="399068" y="123120"/>
                </a:lnTo>
                <a:cubicBezTo>
                  <a:pt x="396639" y="128098"/>
                  <a:pt x="392693" y="132127"/>
                  <a:pt x="387229" y="135206"/>
                </a:cubicBezTo>
                <a:cubicBezTo>
                  <a:pt x="381765" y="138285"/>
                  <a:pt x="375998" y="139825"/>
                  <a:pt x="369926" y="139825"/>
                </a:cubicBezTo>
                <a:cubicBezTo>
                  <a:pt x="359121" y="139825"/>
                  <a:pt x="351016" y="136619"/>
                  <a:pt x="345612" y="130207"/>
                </a:cubicBezTo>
                <a:cubicBezTo>
                  <a:pt x="340209" y="123792"/>
                  <a:pt x="337508" y="115303"/>
                  <a:pt x="337508" y="104739"/>
                </a:cubicBezTo>
                <a:lnTo>
                  <a:pt x="337508" y="52467"/>
                </a:lnTo>
                <a:lnTo>
                  <a:pt x="349895" y="52467"/>
                </a:lnTo>
                <a:lnTo>
                  <a:pt x="349895" y="99639"/>
                </a:lnTo>
                <a:cubicBezTo>
                  <a:pt x="349895" y="104132"/>
                  <a:pt x="350259" y="108200"/>
                  <a:pt x="350987" y="111842"/>
                </a:cubicBezTo>
                <a:cubicBezTo>
                  <a:pt x="351715" y="115485"/>
                  <a:pt x="352959" y="118611"/>
                  <a:pt x="354719" y="121222"/>
                </a:cubicBezTo>
                <a:cubicBezTo>
                  <a:pt x="356481" y="123832"/>
                  <a:pt x="358849" y="125867"/>
                  <a:pt x="361822" y="127325"/>
                </a:cubicBezTo>
                <a:cubicBezTo>
                  <a:pt x="364798" y="128781"/>
                  <a:pt x="368532" y="129509"/>
                  <a:pt x="373025" y="129509"/>
                </a:cubicBezTo>
                <a:cubicBezTo>
                  <a:pt x="376303" y="129509"/>
                  <a:pt x="379489" y="128841"/>
                  <a:pt x="382585" y="127505"/>
                </a:cubicBezTo>
                <a:cubicBezTo>
                  <a:pt x="385683" y="126169"/>
                  <a:pt x="388445" y="124136"/>
                  <a:pt x="390872" y="121405"/>
                </a:cubicBezTo>
                <a:cubicBezTo>
                  <a:pt x="393301" y="118672"/>
                  <a:pt x="395244" y="115211"/>
                  <a:pt x="396700" y="111022"/>
                </a:cubicBezTo>
                <a:cubicBezTo>
                  <a:pt x="398158" y="106833"/>
                  <a:pt x="398887" y="101886"/>
                  <a:pt x="398887" y="96179"/>
                </a:cubicBezTo>
                <a:lnTo>
                  <a:pt x="398887" y="52467"/>
                </a:lnTo>
                <a:lnTo>
                  <a:pt x="411271" y="52467"/>
                </a:lnTo>
                <a:lnTo>
                  <a:pt x="411271" y="118946"/>
                </a:lnTo>
                <a:cubicBezTo>
                  <a:pt x="411271" y="121252"/>
                  <a:pt x="411331" y="124226"/>
                  <a:pt x="411452" y="127867"/>
                </a:cubicBezTo>
                <a:cubicBezTo>
                  <a:pt x="411574" y="131507"/>
                  <a:pt x="411756" y="134782"/>
                  <a:pt x="411999" y="137691"/>
                </a:cubicBezTo>
                <a:lnTo>
                  <a:pt x="400160" y="137691"/>
                </a:lnTo>
                <a:close/>
                <a:moveTo>
                  <a:pt x="498202" y="82653"/>
                </a:moveTo>
                <a:cubicBezTo>
                  <a:pt x="498202" y="75207"/>
                  <a:pt x="496259" y="69654"/>
                  <a:pt x="492374" y="65993"/>
                </a:cubicBezTo>
                <a:cubicBezTo>
                  <a:pt x="488489" y="62330"/>
                  <a:pt x="482842" y="60498"/>
                  <a:pt x="475435" y="60498"/>
                </a:cubicBezTo>
                <a:cubicBezTo>
                  <a:pt x="470336" y="60498"/>
                  <a:pt x="465601" y="61409"/>
                  <a:pt x="461228" y="63230"/>
                </a:cubicBezTo>
                <a:cubicBezTo>
                  <a:pt x="456858" y="65051"/>
                  <a:pt x="453155" y="67480"/>
                  <a:pt x="450120" y="70517"/>
                </a:cubicBezTo>
                <a:lnTo>
                  <a:pt x="443198" y="62321"/>
                </a:lnTo>
                <a:cubicBezTo>
                  <a:pt x="446720" y="58814"/>
                  <a:pt x="451364" y="55915"/>
                  <a:pt x="457132" y="53623"/>
                </a:cubicBezTo>
                <a:cubicBezTo>
                  <a:pt x="462900" y="51329"/>
                  <a:pt x="469426" y="50182"/>
                  <a:pt x="476711" y="50182"/>
                </a:cubicBezTo>
                <a:cubicBezTo>
                  <a:pt x="481326" y="50182"/>
                  <a:pt x="485636" y="50821"/>
                  <a:pt x="489642" y="52097"/>
                </a:cubicBezTo>
                <a:cubicBezTo>
                  <a:pt x="493649" y="53374"/>
                  <a:pt x="497171" y="55288"/>
                  <a:pt x="500205" y="57841"/>
                </a:cubicBezTo>
                <a:cubicBezTo>
                  <a:pt x="503242" y="60393"/>
                  <a:pt x="505610" y="63613"/>
                  <a:pt x="507309" y="67502"/>
                </a:cubicBezTo>
                <a:cubicBezTo>
                  <a:pt x="509010" y="71391"/>
                  <a:pt x="509860" y="75948"/>
                  <a:pt x="509860" y="81175"/>
                </a:cubicBezTo>
                <a:lnTo>
                  <a:pt x="509860" y="118548"/>
                </a:lnTo>
                <a:cubicBezTo>
                  <a:pt x="509860" y="121829"/>
                  <a:pt x="509981" y="125233"/>
                  <a:pt x="510224" y="128759"/>
                </a:cubicBezTo>
                <a:cubicBezTo>
                  <a:pt x="510467" y="132283"/>
                  <a:pt x="510831" y="135260"/>
                  <a:pt x="511316" y="137691"/>
                </a:cubicBezTo>
                <a:lnTo>
                  <a:pt x="500208" y="137691"/>
                </a:lnTo>
                <a:cubicBezTo>
                  <a:pt x="499843" y="135617"/>
                  <a:pt x="499539" y="133362"/>
                  <a:pt x="499297" y="130924"/>
                </a:cubicBezTo>
                <a:cubicBezTo>
                  <a:pt x="499054" y="128485"/>
                  <a:pt x="498933" y="126108"/>
                  <a:pt x="498933" y="123792"/>
                </a:cubicBezTo>
                <a:lnTo>
                  <a:pt x="498566" y="123792"/>
                </a:lnTo>
                <a:cubicBezTo>
                  <a:pt x="494681" y="129501"/>
                  <a:pt x="490278" y="133600"/>
                  <a:pt x="485359" y="136090"/>
                </a:cubicBezTo>
                <a:cubicBezTo>
                  <a:pt x="480442" y="138580"/>
                  <a:pt x="474524" y="139825"/>
                  <a:pt x="467604" y="139825"/>
                </a:cubicBezTo>
                <a:cubicBezTo>
                  <a:pt x="464324" y="139825"/>
                  <a:pt x="460954" y="139370"/>
                  <a:pt x="457493" y="138460"/>
                </a:cubicBezTo>
                <a:cubicBezTo>
                  <a:pt x="454034" y="137551"/>
                  <a:pt x="450878" y="136065"/>
                  <a:pt x="448025" y="134003"/>
                </a:cubicBezTo>
                <a:cubicBezTo>
                  <a:pt x="445172" y="131939"/>
                  <a:pt x="442804" y="129269"/>
                  <a:pt x="440922" y="125993"/>
                </a:cubicBezTo>
                <a:cubicBezTo>
                  <a:pt x="439039" y="122716"/>
                  <a:pt x="438098" y="118710"/>
                  <a:pt x="438098" y="113977"/>
                </a:cubicBezTo>
                <a:cubicBezTo>
                  <a:pt x="438098" y="107423"/>
                  <a:pt x="439767" y="102236"/>
                  <a:pt x="443106" y="98414"/>
                </a:cubicBezTo>
                <a:cubicBezTo>
                  <a:pt x="446445" y="94591"/>
                  <a:pt x="450907" y="91740"/>
                  <a:pt x="456493" y="89860"/>
                </a:cubicBezTo>
                <a:cubicBezTo>
                  <a:pt x="462079" y="87977"/>
                  <a:pt x="468484" y="86764"/>
                  <a:pt x="475708" y="86219"/>
                </a:cubicBezTo>
                <a:cubicBezTo>
                  <a:pt x="482933" y="85672"/>
                  <a:pt x="490431" y="85399"/>
                  <a:pt x="498202" y="85399"/>
                </a:cubicBezTo>
                <a:lnTo>
                  <a:pt x="498202" y="82653"/>
                </a:lnTo>
                <a:moveTo>
                  <a:pt x="494558" y="95182"/>
                </a:moveTo>
                <a:cubicBezTo>
                  <a:pt x="489460" y="95182"/>
                  <a:pt x="484329" y="95394"/>
                  <a:pt x="479168" y="95818"/>
                </a:cubicBezTo>
                <a:cubicBezTo>
                  <a:pt x="474008" y="96240"/>
                  <a:pt x="469333" y="97088"/>
                  <a:pt x="465144" y="98361"/>
                </a:cubicBezTo>
                <a:cubicBezTo>
                  <a:pt x="460957" y="99632"/>
                  <a:pt x="457528" y="101478"/>
                  <a:pt x="454856" y="103900"/>
                </a:cubicBezTo>
                <a:cubicBezTo>
                  <a:pt x="452184" y="106321"/>
                  <a:pt x="450848" y="109529"/>
                  <a:pt x="450848" y="113524"/>
                </a:cubicBezTo>
                <a:cubicBezTo>
                  <a:pt x="450848" y="116551"/>
                  <a:pt x="451425" y="119094"/>
                  <a:pt x="452577" y="121152"/>
                </a:cubicBezTo>
                <a:cubicBezTo>
                  <a:pt x="453731" y="123211"/>
                  <a:pt x="455279" y="124875"/>
                  <a:pt x="457221" y="126146"/>
                </a:cubicBezTo>
                <a:cubicBezTo>
                  <a:pt x="459165" y="127417"/>
                  <a:pt x="461320" y="128325"/>
                  <a:pt x="463688" y="128870"/>
                </a:cubicBezTo>
                <a:cubicBezTo>
                  <a:pt x="466056" y="129415"/>
                  <a:pt x="468454" y="129687"/>
                  <a:pt x="470883" y="129687"/>
                </a:cubicBezTo>
                <a:cubicBezTo>
                  <a:pt x="475254" y="129687"/>
                  <a:pt x="479139" y="128930"/>
                  <a:pt x="482539" y="127416"/>
                </a:cubicBezTo>
                <a:cubicBezTo>
                  <a:pt x="485938" y="125903"/>
                  <a:pt x="488792" y="123844"/>
                  <a:pt x="491098" y="121241"/>
                </a:cubicBezTo>
                <a:cubicBezTo>
                  <a:pt x="493405" y="118638"/>
                  <a:pt x="495165" y="115642"/>
                  <a:pt x="496379" y="112254"/>
                </a:cubicBezTo>
                <a:cubicBezTo>
                  <a:pt x="497594" y="108863"/>
                  <a:pt x="498202" y="105291"/>
                  <a:pt x="498202" y="101537"/>
                </a:cubicBezTo>
                <a:lnTo>
                  <a:pt x="498202" y="95182"/>
                </a:lnTo>
                <a:lnTo>
                  <a:pt x="494558" y="95182"/>
                </a:lnTo>
                <a:close/>
                <a:moveTo>
                  <a:pt x="580289" y="62811"/>
                </a:moveTo>
                <a:lnTo>
                  <a:pt x="556250" y="62811"/>
                </a:lnTo>
                <a:lnTo>
                  <a:pt x="556250" y="112584"/>
                </a:lnTo>
                <a:cubicBezTo>
                  <a:pt x="556250" y="115745"/>
                  <a:pt x="556553" y="118358"/>
                  <a:pt x="557158" y="120424"/>
                </a:cubicBezTo>
                <a:cubicBezTo>
                  <a:pt x="557766" y="122490"/>
                  <a:pt x="558646" y="124101"/>
                  <a:pt x="559799" y="125257"/>
                </a:cubicBezTo>
                <a:cubicBezTo>
                  <a:pt x="560953" y="126411"/>
                  <a:pt x="562319" y="127201"/>
                  <a:pt x="563898" y="127628"/>
                </a:cubicBezTo>
                <a:cubicBezTo>
                  <a:pt x="565476" y="128052"/>
                  <a:pt x="567176" y="128264"/>
                  <a:pt x="568997" y="128264"/>
                </a:cubicBezTo>
                <a:cubicBezTo>
                  <a:pt x="570698" y="128264"/>
                  <a:pt x="572489" y="128017"/>
                  <a:pt x="574369" y="127522"/>
                </a:cubicBezTo>
                <a:cubicBezTo>
                  <a:pt x="576252" y="127025"/>
                  <a:pt x="578043" y="126343"/>
                  <a:pt x="579744" y="125474"/>
                </a:cubicBezTo>
                <a:lnTo>
                  <a:pt x="580289" y="136209"/>
                </a:lnTo>
                <a:cubicBezTo>
                  <a:pt x="578104" y="137060"/>
                  <a:pt x="575828" y="137697"/>
                  <a:pt x="573461" y="138121"/>
                </a:cubicBezTo>
                <a:cubicBezTo>
                  <a:pt x="571093" y="138546"/>
                  <a:pt x="568512" y="138758"/>
                  <a:pt x="565718" y="138758"/>
                </a:cubicBezTo>
                <a:cubicBezTo>
                  <a:pt x="563411" y="138758"/>
                  <a:pt x="560983" y="138454"/>
                  <a:pt x="558434" y="137846"/>
                </a:cubicBezTo>
                <a:cubicBezTo>
                  <a:pt x="555885" y="137240"/>
                  <a:pt x="553517" y="136088"/>
                  <a:pt x="551331" y="134389"/>
                </a:cubicBezTo>
                <a:cubicBezTo>
                  <a:pt x="549146" y="132688"/>
                  <a:pt x="547356" y="130381"/>
                  <a:pt x="545959" y="127466"/>
                </a:cubicBezTo>
                <a:cubicBezTo>
                  <a:pt x="544562" y="124552"/>
                  <a:pt x="543863" y="120727"/>
                  <a:pt x="543863" y="115991"/>
                </a:cubicBezTo>
                <a:lnTo>
                  <a:pt x="543863" y="62811"/>
                </a:lnTo>
                <a:lnTo>
                  <a:pt x="526196" y="62811"/>
                </a:lnTo>
                <a:lnTo>
                  <a:pt x="526196" y="52494"/>
                </a:lnTo>
                <a:lnTo>
                  <a:pt x="543863" y="52494"/>
                </a:lnTo>
                <a:lnTo>
                  <a:pt x="543863" y="28452"/>
                </a:lnTo>
                <a:lnTo>
                  <a:pt x="556250" y="28452"/>
                </a:lnTo>
                <a:lnTo>
                  <a:pt x="556250" y="52494"/>
                </a:lnTo>
                <a:lnTo>
                  <a:pt x="580289" y="52494"/>
                </a:lnTo>
                <a:lnTo>
                  <a:pt x="580289" y="62811"/>
                </a:lnTo>
                <a:close/>
                <a:moveTo>
                  <a:pt x="612599" y="137691"/>
                </a:moveTo>
                <a:lnTo>
                  <a:pt x="600216" y="137691"/>
                </a:lnTo>
                <a:lnTo>
                  <a:pt x="600216" y="52453"/>
                </a:lnTo>
                <a:lnTo>
                  <a:pt x="612599" y="52453"/>
                </a:lnTo>
                <a:lnTo>
                  <a:pt x="612599" y="137691"/>
                </a:lnTo>
                <a:moveTo>
                  <a:pt x="615150" y="19590"/>
                </a:moveTo>
                <a:cubicBezTo>
                  <a:pt x="615150" y="22132"/>
                  <a:pt x="614240" y="24220"/>
                  <a:pt x="612419" y="25854"/>
                </a:cubicBezTo>
                <a:cubicBezTo>
                  <a:pt x="610597" y="27488"/>
                  <a:pt x="608594" y="28305"/>
                  <a:pt x="606407" y="28305"/>
                </a:cubicBezTo>
                <a:cubicBezTo>
                  <a:pt x="604221" y="28305"/>
                  <a:pt x="602217" y="27488"/>
                  <a:pt x="600396" y="25854"/>
                </a:cubicBezTo>
                <a:cubicBezTo>
                  <a:pt x="598575" y="24220"/>
                  <a:pt x="597664" y="22132"/>
                  <a:pt x="597664" y="19590"/>
                </a:cubicBezTo>
                <a:cubicBezTo>
                  <a:pt x="597664" y="17048"/>
                  <a:pt x="598575" y="14960"/>
                  <a:pt x="600396" y="13326"/>
                </a:cubicBezTo>
                <a:cubicBezTo>
                  <a:pt x="602217" y="11692"/>
                  <a:pt x="604221" y="10875"/>
                  <a:pt x="606407" y="10875"/>
                </a:cubicBezTo>
                <a:cubicBezTo>
                  <a:pt x="608594" y="10875"/>
                  <a:pt x="610597" y="11692"/>
                  <a:pt x="612419" y="13326"/>
                </a:cubicBezTo>
                <a:cubicBezTo>
                  <a:pt x="614240" y="14960"/>
                  <a:pt x="615150" y="17048"/>
                  <a:pt x="615150" y="19590"/>
                </a:cubicBezTo>
                <a:close/>
                <a:moveTo>
                  <a:pt x="730255" y="95004"/>
                </a:moveTo>
                <a:cubicBezTo>
                  <a:pt x="730255" y="101442"/>
                  <a:pt x="729132" y="107394"/>
                  <a:pt x="726884" y="112859"/>
                </a:cubicBezTo>
                <a:cubicBezTo>
                  <a:pt x="724639" y="118325"/>
                  <a:pt x="721512" y="123062"/>
                  <a:pt x="717505" y="127072"/>
                </a:cubicBezTo>
                <a:cubicBezTo>
                  <a:pt x="713499" y="131079"/>
                  <a:pt x="708703" y="134207"/>
                  <a:pt x="703117" y="136454"/>
                </a:cubicBezTo>
                <a:cubicBezTo>
                  <a:pt x="697533" y="138701"/>
                  <a:pt x="691402" y="139825"/>
                  <a:pt x="684723" y="139825"/>
                </a:cubicBezTo>
                <a:cubicBezTo>
                  <a:pt x="678166" y="139825"/>
                  <a:pt x="672094" y="138701"/>
                  <a:pt x="666508" y="136454"/>
                </a:cubicBezTo>
                <a:cubicBezTo>
                  <a:pt x="660924" y="134207"/>
                  <a:pt x="656128" y="131079"/>
                  <a:pt x="652121" y="127072"/>
                </a:cubicBezTo>
                <a:cubicBezTo>
                  <a:pt x="648115" y="123062"/>
                  <a:pt x="644989" y="118325"/>
                  <a:pt x="642741" y="112859"/>
                </a:cubicBezTo>
                <a:cubicBezTo>
                  <a:pt x="640496" y="107394"/>
                  <a:pt x="639373" y="101442"/>
                  <a:pt x="639373" y="95004"/>
                </a:cubicBezTo>
                <a:cubicBezTo>
                  <a:pt x="639373" y="88565"/>
                  <a:pt x="640496" y="82613"/>
                  <a:pt x="642741" y="77148"/>
                </a:cubicBezTo>
                <a:cubicBezTo>
                  <a:pt x="644989" y="71682"/>
                  <a:pt x="648115" y="66946"/>
                  <a:pt x="652121" y="62938"/>
                </a:cubicBezTo>
                <a:cubicBezTo>
                  <a:pt x="656128" y="58929"/>
                  <a:pt x="660924" y="55801"/>
                  <a:pt x="666508" y="53553"/>
                </a:cubicBezTo>
                <a:cubicBezTo>
                  <a:pt x="672094" y="51306"/>
                  <a:pt x="678166" y="50182"/>
                  <a:pt x="684723" y="50182"/>
                </a:cubicBezTo>
                <a:cubicBezTo>
                  <a:pt x="691402" y="50182"/>
                  <a:pt x="697533" y="51306"/>
                  <a:pt x="703117" y="53553"/>
                </a:cubicBezTo>
                <a:cubicBezTo>
                  <a:pt x="708703" y="55801"/>
                  <a:pt x="713499" y="58929"/>
                  <a:pt x="717505" y="62938"/>
                </a:cubicBezTo>
                <a:cubicBezTo>
                  <a:pt x="721512" y="66946"/>
                  <a:pt x="724639" y="71682"/>
                  <a:pt x="726884" y="77148"/>
                </a:cubicBezTo>
                <a:cubicBezTo>
                  <a:pt x="729132" y="82613"/>
                  <a:pt x="730255" y="88565"/>
                  <a:pt x="730255" y="95004"/>
                </a:cubicBezTo>
                <a:moveTo>
                  <a:pt x="717144" y="95006"/>
                </a:moveTo>
                <a:cubicBezTo>
                  <a:pt x="717144" y="90260"/>
                  <a:pt x="716385" y="85787"/>
                  <a:pt x="714867" y="81589"/>
                </a:cubicBezTo>
                <a:cubicBezTo>
                  <a:pt x="713350" y="77389"/>
                  <a:pt x="711194" y="73737"/>
                  <a:pt x="708400" y="70634"/>
                </a:cubicBezTo>
                <a:cubicBezTo>
                  <a:pt x="705608" y="67529"/>
                  <a:pt x="702209" y="65063"/>
                  <a:pt x="698201" y="63239"/>
                </a:cubicBezTo>
                <a:cubicBezTo>
                  <a:pt x="694196" y="61412"/>
                  <a:pt x="689704" y="60498"/>
                  <a:pt x="684725" y="60498"/>
                </a:cubicBezTo>
                <a:cubicBezTo>
                  <a:pt x="679747" y="60498"/>
                  <a:pt x="675285" y="61412"/>
                  <a:pt x="671338" y="63239"/>
                </a:cubicBezTo>
                <a:cubicBezTo>
                  <a:pt x="667392" y="65063"/>
                  <a:pt x="664022" y="67529"/>
                  <a:pt x="661228" y="70634"/>
                </a:cubicBezTo>
                <a:cubicBezTo>
                  <a:pt x="658436" y="73737"/>
                  <a:pt x="656281" y="77389"/>
                  <a:pt x="654764" y="81589"/>
                </a:cubicBezTo>
                <a:cubicBezTo>
                  <a:pt x="653246" y="85787"/>
                  <a:pt x="652488" y="90260"/>
                  <a:pt x="652488" y="95006"/>
                </a:cubicBezTo>
                <a:cubicBezTo>
                  <a:pt x="652488" y="99753"/>
                  <a:pt x="653246" y="104227"/>
                  <a:pt x="654764" y="108427"/>
                </a:cubicBezTo>
                <a:cubicBezTo>
                  <a:pt x="656281" y="112625"/>
                  <a:pt x="658436" y="116277"/>
                  <a:pt x="661228" y="119382"/>
                </a:cubicBezTo>
                <a:cubicBezTo>
                  <a:pt x="664022" y="122485"/>
                  <a:pt x="667392" y="124920"/>
                  <a:pt x="671338" y="126685"/>
                </a:cubicBezTo>
                <a:cubicBezTo>
                  <a:pt x="675285" y="128449"/>
                  <a:pt x="679747" y="129331"/>
                  <a:pt x="684725" y="129331"/>
                </a:cubicBezTo>
                <a:cubicBezTo>
                  <a:pt x="689704" y="129331"/>
                  <a:pt x="694196" y="128449"/>
                  <a:pt x="698201" y="126685"/>
                </a:cubicBezTo>
                <a:cubicBezTo>
                  <a:pt x="702209" y="124920"/>
                  <a:pt x="705608" y="122485"/>
                  <a:pt x="708400" y="119382"/>
                </a:cubicBezTo>
                <a:cubicBezTo>
                  <a:pt x="711194" y="116277"/>
                  <a:pt x="713350" y="112625"/>
                  <a:pt x="714867" y="108427"/>
                </a:cubicBezTo>
                <a:cubicBezTo>
                  <a:pt x="716385" y="104227"/>
                  <a:pt x="717144" y="99753"/>
                  <a:pt x="717144" y="95006"/>
                </a:cubicBezTo>
                <a:close/>
                <a:moveTo>
                  <a:pt x="767976" y="52383"/>
                </a:moveTo>
                <a:cubicBezTo>
                  <a:pt x="768219" y="54690"/>
                  <a:pt x="768401" y="57240"/>
                  <a:pt x="768521" y="60034"/>
                </a:cubicBezTo>
                <a:cubicBezTo>
                  <a:pt x="768643" y="62826"/>
                  <a:pt x="768704" y="65133"/>
                  <a:pt x="768704" y="66954"/>
                </a:cubicBezTo>
                <a:lnTo>
                  <a:pt x="769068" y="66954"/>
                </a:lnTo>
                <a:cubicBezTo>
                  <a:pt x="771497" y="61970"/>
                  <a:pt x="775444" y="57929"/>
                  <a:pt x="780907" y="54832"/>
                </a:cubicBezTo>
                <a:cubicBezTo>
                  <a:pt x="786371" y="51732"/>
                  <a:pt x="792139" y="50182"/>
                  <a:pt x="798210" y="50182"/>
                </a:cubicBezTo>
                <a:cubicBezTo>
                  <a:pt x="809015" y="50182"/>
                  <a:pt x="817119" y="53403"/>
                  <a:pt x="822522" y="59845"/>
                </a:cubicBezTo>
                <a:cubicBezTo>
                  <a:pt x="827926" y="66287"/>
                  <a:pt x="830628" y="74795"/>
                  <a:pt x="830628" y="85369"/>
                </a:cubicBezTo>
                <a:lnTo>
                  <a:pt x="830628" y="137691"/>
                </a:lnTo>
                <a:lnTo>
                  <a:pt x="818245" y="137691"/>
                </a:lnTo>
                <a:lnTo>
                  <a:pt x="818245" y="90426"/>
                </a:lnTo>
                <a:cubicBezTo>
                  <a:pt x="818245" y="85924"/>
                  <a:pt x="817881" y="81849"/>
                  <a:pt x="817153" y="78201"/>
                </a:cubicBezTo>
                <a:cubicBezTo>
                  <a:pt x="816424" y="74551"/>
                  <a:pt x="815179" y="71418"/>
                  <a:pt x="813417" y="68802"/>
                </a:cubicBezTo>
                <a:cubicBezTo>
                  <a:pt x="811657" y="66186"/>
                  <a:pt x="809290" y="64148"/>
                  <a:pt x="806314" y="62688"/>
                </a:cubicBezTo>
                <a:cubicBezTo>
                  <a:pt x="803340" y="61228"/>
                  <a:pt x="799607" y="60498"/>
                  <a:pt x="795114" y="60498"/>
                </a:cubicBezTo>
                <a:cubicBezTo>
                  <a:pt x="791837" y="60498"/>
                  <a:pt x="788649" y="61168"/>
                  <a:pt x="785551" y="62508"/>
                </a:cubicBezTo>
                <a:cubicBezTo>
                  <a:pt x="782455" y="63845"/>
                  <a:pt x="779693" y="65883"/>
                  <a:pt x="777264" y="68622"/>
                </a:cubicBezTo>
                <a:cubicBezTo>
                  <a:pt x="774837" y="71358"/>
                  <a:pt x="772894" y="74825"/>
                  <a:pt x="771436" y="79021"/>
                </a:cubicBezTo>
                <a:cubicBezTo>
                  <a:pt x="769980" y="83217"/>
                  <a:pt x="769252" y="88175"/>
                  <a:pt x="769252" y="93895"/>
                </a:cubicBezTo>
                <a:lnTo>
                  <a:pt x="769252" y="137691"/>
                </a:lnTo>
                <a:lnTo>
                  <a:pt x="756865" y="137691"/>
                </a:lnTo>
                <a:lnTo>
                  <a:pt x="756865" y="71148"/>
                </a:lnTo>
                <a:cubicBezTo>
                  <a:pt x="756865" y="68837"/>
                  <a:pt x="756804" y="65861"/>
                  <a:pt x="756682" y="62219"/>
                </a:cubicBezTo>
                <a:cubicBezTo>
                  <a:pt x="756562" y="58576"/>
                  <a:pt x="756380" y="55298"/>
                  <a:pt x="756137" y="52383"/>
                </a:cubicBezTo>
                <a:lnTo>
                  <a:pt x="767976" y="523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61780-2AE3-4E0E-85F6-BE1ACAC4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" y="1069139"/>
            <a:ext cx="4770786" cy="1407423"/>
          </a:xfrm>
          <a:custGeom xmlns:a="http://schemas.openxmlformats.org/drawingml/2006/main">
            <a:pathLst>
              <a:path w="4770786" h="1407423" fill="none">
                <a:moveTo>
                  <a:pt x="0" y="234575"/>
                </a:moveTo>
                <a:cubicBezTo>
                  <a:pt x="0" y="105023"/>
                  <a:pt x="105022" y="0"/>
                  <a:pt x="234574" y="0"/>
                </a:cubicBezTo>
                <a:lnTo>
                  <a:pt x="4536212" y="0"/>
                </a:lnTo>
                <a:cubicBezTo>
                  <a:pt x="4665764" y="0"/>
                  <a:pt x="4770786" y="105023"/>
                  <a:pt x="4770786" y="234575"/>
                </a:cubicBezTo>
                <a:lnTo>
                  <a:pt x="4770786" y="1172849"/>
                </a:lnTo>
                <a:cubicBezTo>
                  <a:pt x="4770786" y="1302401"/>
                  <a:pt x="4665764" y="1407423"/>
                  <a:pt x="4536212" y="1407423"/>
                </a:cubicBezTo>
                <a:lnTo>
                  <a:pt x="234574" y="1407423"/>
                </a:lnTo>
                <a:cubicBezTo>
                  <a:pt x="105022" y="1407423"/>
                  <a:pt x="0" y="1302401"/>
                  <a:pt x="0" y="1172849"/>
                </a:cubicBezTo>
                <a:lnTo>
                  <a:pt x="0" y="2345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237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52115-1100-4393-AA34-11F8E575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571" y="634571"/>
            <a:ext cx="101177" cy="645847"/>
          </a:xfrm>
          <a:custGeom xmlns:a="http://schemas.openxmlformats.org/drawingml/2006/main">
            <a:pathLst>
              <a:path w="101177" h="645847">
                <a:moveTo>
                  <a:pt x="54521" y="0"/>
                </a:moveTo>
                <a:lnTo>
                  <a:pt x="34286" y="230"/>
                </a:lnTo>
                <a:lnTo>
                  <a:pt x="40838" y="577160"/>
                </a:lnTo>
                <a:lnTo>
                  <a:pt x="0" y="545244"/>
                </a:lnTo>
                <a:lnTo>
                  <a:pt x="51737" y="645847"/>
                </a:lnTo>
                <a:lnTo>
                  <a:pt x="101177" y="544094"/>
                </a:lnTo>
                <a:lnTo>
                  <a:pt x="61074" y="576931"/>
                </a:lnTo>
                <a:lnTo>
                  <a:pt x="545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F8B50-2DD2-497F-A689-6833DCD7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813" y="625463"/>
            <a:ext cx="1462085" cy="671593"/>
          </a:xfrm>
          <a:custGeom xmlns:a="http://schemas.openxmlformats.org/drawingml/2006/main">
            <a:pathLst>
              <a:path w="1462085" h="671593">
                <a:moveTo>
                  <a:pt x="0" y="18446"/>
                </a:moveTo>
                <a:lnTo>
                  <a:pt x="1395207" y="648019"/>
                </a:lnTo>
                <a:lnTo>
                  <a:pt x="1349047" y="671593"/>
                </a:lnTo>
                <a:lnTo>
                  <a:pt x="1462085" y="667096"/>
                </a:lnTo>
                <a:lnTo>
                  <a:pt x="1390665" y="579364"/>
                </a:lnTo>
                <a:lnTo>
                  <a:pt x="1403530" y="629572"/>
                </a:lnTo>
                <a:lnTo>
                  <a:pt x="8323" y="0"/>
                </a:lnTo>
                <a:lnTo>
                  <a:pt x="0" y="18446"/>
                </a:lnTo>
                <a:close/>
                <a:moveTo>
                  <a:pt x="1406746" y="642122"/>
                </a:moveTo>
                <a:lnTo>
                  <a:pt x="1406747" y="642125"/>
                </a:lnTo>
                <a:lnTo>
                  <a:pt x="1406744" y="642127"/>
                </a:lnTo>
                <a:lnTo>
                  <a:pt x="1406746" y="6421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UsabilityEvaluation">
            <a:extLst xmlns:a="http://schemas.openxmlformats.org/drawingml/2006/main">
              <a:ext uri="{FF2B5EF4-FFF2-40B4-BE49-F238E27FC236}">
                <a16:creationId xmlns:a16="http://schemas.microsoft.com/office/drawing/2014/main" id="{D4181B0F-8DB8-4C41-AD28-9B35E9A7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83" y="820734"/>
            <a:ext cx="1522620" cy="154740"/>
          </a:xfrm>
          <a:custGeom xmlns:a="http://schemas.openxmlformats.org/drawingml/2006/main">
            <a:pathLst>
              <a:path w="1522620" h="154740">
                <a:moveTo>
                  <a:pt x="47756" y="124504"/>
                </a:moveTo>
                <a:cubicBezTo>
                  <a:pt x="36551" y="124504"/>
                  <a:pt x="27420" y="122533"/>
                  <a:pt x="20365" y="118590"/>
                </a:cubicBezTo>
                <a:cubicBezTo>
                  <a:pt x="13310" y="114647"/>
                  <a:pt x="8152" y="109193"/>
                  <a:pt x="4891" y="102227"/>
                </a:cubicBezTo>
                <a:cubicBezTo>
                  <a:pt x="1630" y="95260"/>
                  <a:pt x="0" y="87331"/>
                  <a:pt x="0" y="78437"/>
                </a:cubicBezTo>
                <a:lnTo>
                  <a:pt x="0" y="3202"/>
                </a:lnTo>
                <a:lnTo>
                  <a:pt x="16185" y="3202"/>
                </a:lnTo>
                <a:lnTo>
                  <a:pt x="16185" y="76481"/>
                </a:lnTo>
                <a:cubicBezTo>
                  <a:pt x="16185" y="88931"/>
                  <a:pt x="18898" y="97810"/>
                  <a:pt x="24323" y="103116"/>
                </a:cubicBezTo>
                <a:cubicBezTo>
                  <a:pt x="29748" y="108422"/>
                  <a:pt x="37588" y="111075"/>
                  <a:pt x="47845" y="111075"/>
                </a:cubicBezTo>
                <a:cubicBezTo>
                  <a:pt x="58161" y="111075"/>
                  <a:pt x="66017" y="108422"/>
                  <a:pt x="71412" y="103116"/>
                </a:cubicBezTo>
                <a:cubicBezTo>
                  <a:pt x="76807" y="97810"/>
                  <a:pt x="79505" y="88931"/>
                  <a:pt x="79505" y="76481"/>
                </a:cubicBezTo>
                <a:lnTo>
                  <a:pt x="79505" y="3202"/>
                </a:lnTo>
                <a:lnTo>
                  <a:pt x="95690" y="3202"/>
                </a:lnTo>
                <a:lnTo>
                  <a:pt x="95690" y="78437"/>
                </a:lnTo>
                <a:cubicBezTo>
                  <a:pt x="95690" y="87331"/>
                  <a:pt x="94060" y="95260"/>
                  <a:pt x="90799" y="102227"/>
                </a:cubicBezTo>
                <a:cubicBezTo>
                  <a:pt x="87538" y="109193"/>
                  <a:pt x="82395" y="114647"/>
                  <a:pt x="75369" y="118590"/>
                </a:cubicBezTo>
                <a:cubicBezTo>
                  <a:pt x="68344" y="122533"/>
                  <a:pt x="59139" y="124504"/>
                  <a:pt x="47756" y="124504"/>
                </a:cubicBezTo>
                <a:close/>
                <a:moveTo>
                  <a:pt x="154599" y="124504"/>
                </a:moveTo>
                <a:cubicBezTo>
                  <a:pt x="149738" y="124504"/>
                  <a:pt x="145128" y="123955"/>
                  <a:pt x="140770" y="122856"/>
                </a:cubicBezTo>
                <a:cubicBezTo>
                  <a:pt x="136413" y="121757"/>
                  <a:pt x="132574" y="120017"/>
                  <a:pt x="129254" y="117637"/>
                </a:cubicBezTo>
                <a:cubicBezTo>
                  <a:pt x="125934" y="115256"/>
                  <a:pt x="123340" y="112128"/>
                  <a:pt x="121472" y="108252"/>
                </a:cubicBezTo>
                <a:cubicBezTo>
                  <a:pt x="119605" y="104374"/>
                  <a:pt x="118671" y="99687"/>
                  <a:pt x="118671" y="94192"/>
                </a:cubicBezTo>
                <a:lnTo>
                  <a:pt x="132989" y="94192"/>
                </a:lnTo>
                <a:cubicBezTo>
                  <a:pt x="132989" y="101271"/>
                  <a:pt x="135079" y="106255"/>
                  <a:pt x="139259" y="109144"/>
                </a:cubicBezTo>
                <a:cubicBezTo>
                  <a:pt x="143438" y="112032"/>
                  <a:pt x="148670" y="113476"/>
                  <a:pt x="154955" y="113476"/>
                </a:cubicBezTo>
                <a:cubicBezTo>
                  <a:pt x="160587" y="113476"/>
                  <a:pt x="165226" y="112337"/>
                  <a:pt x="168873" y="110058"/>
                </a:cubicBezTo>
                <a:cubicBezTo>
                  <a:pt x="172519" y="107779"/>
                  <a:pt x="174342" y="104017"/>
                  <a:pt x="174342" y="98772"/>
                </a:cubicBezTo>
                <a:cubicBezTo>
                  <a:pt x="174342" y="94376"/>
                  <a:pt x="172697" y="91109"/>
                  <a:pt x="169406" y="88973"/>
                </a:cubicBezTo>
                <a:cubicBezTo>
                  <a:pt x="166116" y="86835"/>
                  <a:pt x="160320" y="84759"/>
                  <a:pt x="152020" y="82745"/>
                </a:cubicBezTo>
                <a:cubicBezTo>
                  <a:pt x="145261" y="81096"/>
                  <a:pt x="139570" y="79189"/>
                  <a:pt x="134945" y="77023"/>
                </a:cubicBezTo>
                <a:cubicBezTo>
                  <a:pt x="130321" y="74855"/>
                  <a:pt x="126853" y="72108"/>
                  <a:pt x="124540" y="68780"/>
                </a:cubicBezTo>
                <a:cubicBezTo>
                  <a:pt x="122228" y="65453"/>
                  <a:pt x="121072" y="61255"/>
                  <a:pt x="121072" y="56188"/>
                </a:cubicBezTo>
                <a:cubicBezTo>
                  <a:pt x="121072" y="52219"/>
                  <a:pt x="121887" y="48724"/>
                  <a:pt x="123518" y="45702"/>
                </a:cubicBezTo>
                <a:cubicBezTo>
                  <a:pt x="125148" y="42681"/>
                  <a:pt x="127431" y="40163"/>
                  <a:pt x="130365" y="38149"/>
                </a:cubicBezTo>
                <a:cubicBezTo>
                  <a:pt x="133300" y="36133"/>
                  <a:pt x="136754" y="34622"/>
                  <a:pt x="140726" y="33616"/>
                </a:cubicBezTo>
                <a:cubicBezTo>
                  <a:pt x="144698" y="32608"/>
                  <a:pt x="148997" y="32104"/>
                  <a:pt x="153621" y="32104"/>
                </a:cubicBezTo>
                <a:cubicBezTo>
                  <a:pt x="158186" y="32104"/>
                  <a:pt x="162470" y="32654"/>
                  <a:pt x="166472" y="33752"/>
                </a:cubicBezTo>
                <a:cubicBezTo>
                  <a:pt x="170473" y="34851"/>
                  <a:pt x="174001" y="36561"/>
                  <a:pt x="177054" y="38882"/>
                </a:cubicBezTo>
                <a:cubicBezTo>
                  <a:pt x="180108" y="41202"/>
                  <a:pt x="182524" y="44193"/>
                  <a:pt x="184302" y="47856"/>
                </a:cubicBezTo>
                <a:cubicBezTo>
                  <a:pt x="186081" y="51519"/>
                  <a:pt x="186970" y="55915"/>
                  <a:pt x="186970" y="61043"/>
                </a:cubicBezTo>
                <a:lnTo>
                  <a:pt x="172563" y="61043"/>
                </a:lnTo>
                <a:cubicBezTo>
                  <a:pt x="172563" y="54571"/>
                  <a:pt x="170725" y="49998"/>
                  <a:pt x="167050" y="47323"/>
                </a:cubicBezTo>
                <a:cubicBezTo>
                  <a:pt x="163374" y="44647"/>
                  <a:pt x="158898" y="43310"/>
                  <a:pt x="153621" y="43310"/>
                </a:cubicBezTo>
                <a:cubicBezTo>
                  <a:pt x="148285" y="43310"/>
                  <a:pt x="143957" y="44314"/>
                  <a:pt x="140637" y="46322"/>
                </a:cubicBezTo>
                <a:cubicBezTo>
                  <a:pt x="137317" y="48329"/>
                  <a:pt x="135657" y="51464"/>
                  <a:pt x="135657" y="55729"/>
                </a:cubicBezTo>
                <a:cubicBezTo>
                  <a:pt x="135657" y="58110"/>
                  <a:pt x="136398" y="60125"/>
                  <a:pt x="137880" y="61774"/>
                </a:cubicBezTo>
                <a:cubicBezTo>
                  <a:pt x="139362" y="63423"/>
                  <a:pt x="141852" y="64904"/>
                  <a:pt x="145350" y="66218"/>
                </a:cubicBezTo>
                <a:cubicBezTo>
                  <a:pt x="148848" y="67529"/>
                  <a:pt x="153562" y="68918"/>
                  <a:pt x="159490" y="70384"/>
                </a:cubicBezTo>
                <a:cubicBezTo>
                  <a:pt x="165953" y="71971"/>
                  <a:pt x="171378" y="73864"/>
                  <a:pt x="175765" y="76061"/>
                </a:cubicBezTo>
                <a:cubicBezTo>
                  <a:pt x="180152" y="78259"/>
                  <a:pt x="183457" y="81082"/>
                  <a:pt x="185681" y="84532"/>
                </a:cubicBezTo>
                <a:cubicBezTo>
                  <a:pt x="187904" y="87980"/>
                  <a:pt x="189016" y="92390"/>
                  <a:pt x="189016" y="97763"/>
                </a:cubicBezTo>
                <a:cubicBezTo>
                  <a:pt x="189016" y="102403"/>
                  <a:pt x="188141" y="106417"/>
                  <a:pt x="186392" y="109805"/>
                </a:cubicBezTo>
                <a:cubicBezTo>
                  <a:pt x="184643" y="113194"/>
                  <a:pt x="182212" y="115972"/>
                  <a:pt x="179100" y="118140"/>
                </a:cubicBezTo>
                <a:cubicBezTo>
                  <a:pt x="175987" y="120307"/>
                  <a:pt x="172341" y="121910"/>
                  <a:pt x="168161" y="122948"/>
                </a:cubicBezTo>
                <a:cubicBezTo>
                  <a:pt x="163981" y="123985"/>
                  <a:pt x="159461" y="124504"/>
                  <a:pt x="154599" y="124504"/>
                </a:cubicBezTo>
                <a:close/>
                <a:moveTo>
                  <a:pt x="234828" y="124504"/>
                </a:moveTo>
                <a:cubicBezTo>
                  <a:pt x="229848" y="124504"/>
                  <a:pt x="225298" y="123532"/>
                  <a:pt x="221177" y="121589"/>
                </a:cubicBezTo>
                <a:cubicBezTo>
                  <a:pt x="217057" y="119645"/>
                  <a:pt x="213766" y="116775"/>
                  <a:pt x="211306" y="112979"/>
                </a:cubicBezTo>
                <a:cubicBezTo>
                  <a:pt x="208846" y="109183"/>
                  <a:pt x="207615" y="104491"/>
                  <a:pt x="207615" y="98903"/>
                </a:cubicBezTo>
                <a:cubicBezTo>
                  <a:pt x="207615" y="90947"/>
                  <a:pt x="210046" y="84904"/>
                  <a:pt x="214908" y="80775"/>
                </a:cubicBezTo>
                <a:cubicBezTo>
                  <a:pt x="219769" y="76645"/>
                  <a:pt x="226647" y="73836"/>
                  <a:pt x="235540" y="72348"/>
                </a:cubicBezTo>
                <a:cubicBezTo>
                  <a:pt x="244433" y="70861"/>
                  <a:pt x="254838" y="70056"/>
                  <a:pt x="266755" y="69933"/>
                </a:cubicBezTo>
                <a:lnTo>
                  <a:pt x="266755" y="63561"/>
                </a:lnTo>
                <a:cubicBezTo>
                  <a:pt x="266755" y="55752"/>
                  <a:pt x="264917" y="50394"/>
                  <a:pt x="261241" y="47489"/>
                </a:cubicBezTo>
                <a:cubicBezTo>
                  <a:pt x="257565" y="44584"/>
                  <a:pt x="252911" y="43132"/>
                  <a:pt x="247279" y="43132"/>
                </a:cubicBezTo>
                <a:cubicBezTo>
                  <a:pt x="241291" y="43132"/>
                  <a:pt x="236251" y="44715"/>
                  <a:pt x="232160" y="47881"/>
                </a:cubicBezTo>
                <a:cubicBezTo>
                  <a:pt x="228070" y="51048"/>
                  <a:pt x="226024" y="56045"/>
                  <a:pt x="226024" y="62874"/>
                </a:cubicBezTo>
                <a:lnTo>
                  <a:pt x="211617" y="62874"/>
                </a:lnTo>
                <a:cubicBezTo>
                  <a:pt x="211617" y="55549"/>
                  <a:pt x="213144" y="49627"/>
                  <a:pt x="216197" y="45110"/>
                </a:cubicBezTo>
                <a:cubicBezTo>
                  <a:pt x="219251" y="40592"/>
                  <a:pt x="223460" y="37295"/>
                  <a:pt x="228825" y="35220"/>
                </a:cubicBezTo>
                <a:cubicBezTo>
                  <a:pt x="234191" y="33143"/>
                  <a:pt x="240342" y="32104"/>
                  <a:pt x="247279" y="32104"/>
                </a:cubicBezTo>
                <a:cubicBezTo>
                  <a:pt x="251725" y="32104"/>
                  <a:pt x="255979" y="32532"/>
                  <a:pt x="260040" y="33388"/>
                </a:cubicBezTo>
                <a:cubicBezTo>
                  <a:pt x="264102" y="34242"/>
                  <a:pt x="267748" y="35799"/>
                  <a:pt x="270979" y="38060"/>
                </a:cubicBezTo>
                <a:cubicBezTo>
                  <a:pt x="274210" y="40320"/>
                  <a:pt x="276774" y="43482"/>
                  <a:pt x="278672" y="47545"/>
                </a:cubicBezTo>
                <a:cubicBezTo>
                  <a:pt x="280569" y="51606"/>
                  <a:pt x="281517" y="56843"/>
                  <a:pt x="281517" y="63255"/>
                </a:cubicBezTo>
                <a:lnTo>
                  <a:pt x="281517" y="122903"/>
                </a:lnTo>
                <a:lnTo>
                  <a:pt x="267644" y="122903"/>
                </a:lnTo>
                <a:lnTo>
                  <a:pt x="267022" y="109741"/>
                </a:lnTo>
                <a:cubicBezTo>
                  <a:pt x="263049" y="114188"/>
                  <a:pt x="258440" y="117760"/>
                  <a:pt x="253193" y="120457"/>
                </a:cubicBezTo>
                <a:cubicBezTo>
                  <a:pt x="247946" y="123155"/>
                  <a:pt x="241824" y="124504"/>
                  <a:pt x="234828" y="124504"/>
                </a:cubicBezTo>
                <a:moveTo>
                  <a:pt x="238741" y="113121"/>
                </a:moveTo>
                <a:cubicBezTo>
                  <a:pt x="244670" y="113121"/>
                  <a:pt x="250006" y="111672"/>
                  <a:pt x="254749" y="108774"/>
                </a:cubicBezTo>
                <a:cubicBezTo>
                  <a:pt x="259492" y="105875"/>
                  <a:pt x="263464" y="102205"/>
                  <a:pt x="266666" y="97766"/>
                </a:cubicBezTo>
                <a:lnTo>
                  <a:pt x="266666" y="79449"/>
                </a:lnTo>
                <a:cubicBezTo>
                  <a:pt x="250895" y="79634"/>
                  <a:pt x="239586" y="81177"/>
                  <a:pt x="232738" y="84076"/>
                </a:cubicBezTo>
                <a:cubicBezTo>
                  <a:pt x="225891" y="86974"/>
                  <a:pt x="222467" y="91722"/>
                  <a:pt x="222467" y="98319"/>
                </a:cubicBezTo>
                <a:cubicBezTo>
                  <a:pt x="222467" y="102821"/>
                  <a:pt x="223845" y="106414"/>
                  <a:pt x="226602" y="109096"/>
                </a:cubicBezTo>
                <a:cubicBezTo>
                  <a:pt x="229359" y="111779"/>
                  <a:pt x="233405" y="113121"/>
                  <a:pt x="238741" y="113121"/>
                </a:cubicBezTo>
                <a:close/>
                <a:moveTo>
                  <a:pt x="351902" y="124504"/>
                </a:moveTo>
                <a:cubicBezTo>
                  <a:pt x="345499" y="124504"/>
                  <a:pt x="340045" y="123274"/>
                  <a:pt x="335539" y="120813"/>
                </a:cubicBezTo>
                <a:cubicBezTo>
                  <a:pt x="331033" y="118353"/>
                  <a:pt x="327357" y="114959"/>
                  <a:pt x="324511" y="110631"/>
                </a:cubicBezTo>
                <a:lnTo>
                  <a:pt x="323711" y="122903"/>
                </a:lnTo>
                <a:lnTo>
                  <a:pt x="309838" y="122903"/>
                </a:lnTo>
                <a:lnTo>
                  <a:pt x="309838" y="3202"/>
                </a:lnTo>
                <a:lnTo>
                  <a:pt x="324689" y="3202"/>
                </a:lnTo>
                <a:lnTo>
                  <a:pt x="324689" y="47489"/>
                </a:lnTo>
                <a:cubicBezTo>
                  <a:pt x="327713" y="42924"/>
                  <a:pt x="331670" y="39219"/>
                  <a:pt x="336561" y="36373"/>
                </a:cubicBezTo>
                <a:cubicBezTo>
                  <a:pt x="341453" y="33527"/>
                  <a:pt x="347189" y="32104"/>
                  <a:pt x="353770" y="32104"/>
                </a:cubicBezTo>
                <a:cubicBezTo>
                  <a:pt x="360825" y="32104"/>
                  <a:pt x="366931" y="33829"/>
                  <a:pt x="372089" y="37279"/>
                </a:cubicBezTo>
                <a:cubicBezTo>
                  <a:pt x="377248" y="40729"/>
                  <a:pt x="381235" y="45873"/>
                  <a:pt x="384051" y="52711"/>
                </a:cubicBezTo>
                <a:cubicBezTo>
                  <a:pt x="386867" y="59548"/>
                  <a:pt x="388275" y="68064"/>
                  <a:pt x="388275" y="78260"/>
                </a:cubicBezTo>
                <a:cubicBezTo>
                  <a:pt x="388275" y="88392"/>
                  <a:pt x="386778" y="96893"/>
                  <a:pt x="383784" y="103763"/>
                </a:cubicBezTo>
                <a:cubicBezTo>
                  <a:pt x="380790" y="110631"/>
                  <a:pt x="376566" y="115805"/>
                  <a:pt x="371111" y="119285"/>
                </a:cubicBezTo>
                <a:cubicBezTo>
                  <a:pt x="365657" y="122764"/>
                  <a:pt x="359254" y="124504"/>
                  <a:pt x="351902" y="124504"/>
                </a:cubicBezTo>
                <a:moveTo>
                  <a:pt x="349145" y="112320"/>
                </a:moveTo>
                <a:cubicBezTo>
                  <a:pt x="356971" y="112320"/>
                  <a:pt x="362900" y="109374"/>
                  <a:pt x="366931" y="103483"/>
                </a:cubicBezTo>
                <a:cubicBezTo>
                  <a:pt x="370963" y="97591"/>
                  <a:pt x="372979" y="89246"/>
                  <a:pt x="372979" y="78449"/>
                </a:cubicBezTo>
                <a:cubicBezTo>
                  <a:pt x="372979" y="67343"/>
                  <a:pt x="371096" y="58829"/>
                  <a:pt x="367332" y="52906"/>
                </a:cubicBezTo>
                <a:cubicBezTo>
                  <a:pt x="363567" y="46983"/>
                  <a:pt x="358009" y="44021"/>
                  <a:pt x="350657" y="44021"/>
                </a:cubicBezTo>
                <a:cubicBezTo>
                  <a:pt x="344432" y="44021"/>
                  <a:pt x="339170" y="45749"/>
                  <a:pt x="334872" y="49204"/>
                </a:cubicBezTo>
                <a:cubicBezTo>
                  <a:pt x="330573" y="52659"/>
                  <a:pt x="327179" y="56855"/>
                  <a:pt x="324689" y="61791"/>
                </a:cubicBezTo>
                <a:lnTo>
                  <a:pt x="324689" y="96496"/>
                </a:lnTo>
                <a:cubicBezTo>
                  <a:pt x="327001" y="101061"/>
                  <a:pt x="330173" y="104840"/>
                  <a:pt x="334205" y="107832"/>
                </a:cubicBezTo>
                <a:cubicBezTo>
                  <a:pt x="338236" y="110824"/>
                  <a:pt x="343216" y="112320"/>
                  <a:pt x="349145" y="112320"/>
                </a:cubicBezTo>
                <a:close/>
                <a:moveTo>
                  <a:pt x="412268" y="122903"/>
                </a:moveTo>
                <a:lnTo>
                  <a:pt x="412268" y="33616"/>
                </a:lnTo>
                <a:lnTo>
                  <a:pt x="427120" y="33616"/>
                </a:lnTo>
                <a:lnTo>
                  <a:pt x="427120" y="122903"/>
                </a:lnTo>
                <a:lnTo>
                  <a:pt x="412268" y="122903"/>
                </a:lnTo>
                <a:moveTo>
                  <a:pt x="419650" y="17253"/>
                </a:moveTo>
                <a:cubicBezTo>
                  <a:pt x="416863" y="17253"/>
                  <a:pt x="414625" y="16437"/>
                  <a:pt x="412935" y="14807"/>
                </a:cubicBezTo>
                <a:cubicBezTo>
                  <a:pt x="411246" y="13177"/>
                  <a:pt x="410401" y="11116"/>
                  <a:pt x="410401" y="8626"/>
                </a:cubicBezTo>
                <a:cubicBezTo>
                  <a:pt x="410401" y="6136"/>
                  <a:pt x="411246" y="4076"/>
                  <a:pt x="412935" y="2446"/>
                </a:cubicBezTo>
                <a:cubicBezTo>
                  <a:pt x="414625" y="815"/>
                  <a:pt x="416863" y="0"/>
                  <a:pt x="419650" y="0"/>
                </a:cubicBezTo>
                <a:cubicBezTo>
                  <a:pt x="422436" y="0"/>
                  <a:pt x="424689" y="815"/>
                  <a:pt x="426408" y="2446"/>
                </a:cubicBezTo>
                <a:cubicBezTo>
                  <a:pt x="428128" y="4076"/>
                  <a:pt x="428987" y="6136"/>
                  <a:pt x="428987" y="8626"/>
                </a:cubicBezTo>
                <a:cubicBezTo>
                  <a:pt x="428987" y="11116"/>
                  <a:pt x="428128" y="13177"/>
                  <a:pt x="426408" y="14807"/>
                </a:cubicBezTo>
                <a:cubicBezTo>
                  <a:pt x="424689" y="16437"/>
                  <a:pt x="422436" y="17253"/>
                  <a:pt x="419650" y="17253"/>
                </a:cubicBezTo>
                <a:close/>
                <a:moveTo>
                  <a:pt x="480225" y="122903"/>
                </a:moveTo>
                <a:cubicBezTo>
                  <a:pt x="473170" y="122903"/>
                  <a:pt x="467774" y="121791"/>
                  <a:pt x="464039" y="119568"/>
                </a:cubicBezTo>
                <a:cubicBezTo>
                  <a:pt x="460304" y="117345"/>
                  <a:pt x="457755" y="114143"/>
                  <a:pt x="456391" y="109964"/>
                </a:cubicBezTo>
                <a:cubicBezTo>
                  <a:pt x="455028" y="105784"/>
                  <a:pt x="454346" y="100759"/>
                  <a:pt x="454346" y="94890"/>
                </a:cubicBezTo>
                <a:lnTo>
                  <a:pt x="454346" y="3202"/>
                </a:lnTo>
                <a:lnTo>
                  <a:pt x="469108" y="3202"/>
                </a:lnTo>
                <a:lnTo>
                  <a:pt x="469108" y="94178"/>
                </a:lnTo>
                <a:cubicBezTo>
                  <a:pt x="469108" y="99573"/>
                  <a:pt x="469805" y="103694"/>
                  <a:pt x="471198" y="106540"/>
                </a:cubicBezTo>
                <a:cubicBezTo>
                  <a:pt x="472592" y="109386"/>
                  <a:pt x="475926" y="110808"/>
                  <a:pt x="481203" y="110808"/>
                </a:cubicBezTo>
                <a:lnTo>
                  <a:pt x="485205" y="110808"/>
                </a:lnTo>
                <a:lnTo>
                  <a:pt x="485205" y="122903"/>
                </a:lnTo>
                <a:lnTo>
                  <a:pt x="480225" y="122903"/>
                </a:lnTo>
                <a:close/>
                <a:moveTo>
                  <a:pt x="502023" y="122903"/>
                </a:moveTo>
                <a:lnTo>
                  <a:pt x="502023" y="33616"/>
                </a:lnTo>
                <a:lnTo>
                  <a:pt x="516874" y="33616"/>
                </a:lnTo>
                <a:lnTo>
                  <a:pt x="516874" y="122903"/>
                </a:lnTo>
                <a:lnTo>
                  <a:pt x="502023" y="122903"/>
                </a:lnTo>
                <a:moveTo>
                  <a:pt x="509404" y="17253"/>
                </a:moveTo>
                <a:cubicBezTo>
                  <a:pt x="506617" y="17253"/>
                  <a:pt x="504379" y="16437"/>
                  <a:pt x="502690" y="14807"/>
                </a:cubicBezTo>
                <a:cubicBezTo>
                  <a:pt x="501000" y="13177"/>
                  <a:pt x="500155" y="11116"/>
                  <a:pt x="500155" y="8626"/>
                </a:cubicBezTo>
                <a:cubicBezTo>
                  <a:pt x="500155" y="6136"/>
                  <a:pt x="501000" y="4076"/>
                  <a:pt x="502690" y="2446"/>
                </a:cubicBezTo>
                <a:cubicBezTo>
                  <a:pt x="504379" y="815"/>
                  <a:pt x="506617" y="0"/>
                  <a:pt x="509404" y="0"/>
                </a:cubicBezTo>
                <a:cubicBezTo>
                  <a:pt x="512190" y="0"/>
                  <a:pt x="514443" y="815"/>
                  <a:pt x="516163" y="2446"/>
                </a:cubicBezTo>
                <a:cubicBezTo>
                  <a:pt x="517882" y="4076"/>
                  <a:pt x="518742" y="6136"/>
                  <a:pt x="518742" y="8626"/>
                </a:cubicBezTo>
                <a:cubicBezTo>
                  <a:pt x="518742" y="11116"/>
                  <a:pt x="517882" y="13177"/>
                  <a:pt x="516163" y="14807"/>
                </a:cubicBezTo>
                <a:cubicBezTo>
                  <a:pt x="514443" y="16437"/>
                  <a:pt x="512190" y="17253"/>
                  <a:pt x="509404" y="17253"/>
                </a:cubicBezTo>
                <a:close/>
                <a:moveTo>
                  <a:pt x="573981" y="122903"/>
                </a:moveTo>
                <a:cubicBezTo>
                  <a:pt x="566985" y="122903"/>
                  <a:pt x="561620" y="121752"/>
                  <a:pt x="557885" y="119449"/>
                </a:cubicBezTo>
                <a:cubicBezTo>
                  <a:pt x="554149" y="117146"/>
                  <a:pt x="551585" y="113830"/>
                  <a:pt x="550192" y="109502"/>
                </a:cubicBezTo>
                <a:cubicBezTo>
                  <a:pt x="548799" y="105172"/>
                  <a:pt x="548102" y="99968"/>
                  <a:pt x="548102" y="93889"/>
                </a:cubicBezTo>
                <a:lnTo>
                  <a:pt x="548102" y="45622"/>
                </a:lnTo>
                <a:lnTo>
                  <a:pt x="533606" y="45622"/>
                </a:lnTo>
                <a:lnTo>
                  <a:pt x="533606" y="33616"/>
                </a:lnTo>
                <a:lnTo>
                  <a:pt x="548102" y="33616"/>
                </a:lnTo>
                <a:lnTo>
                  <a:pt x="548102" y="13784"/>
                </a:lnTo>
                <a:lnTo>
                  <a:pt x="562865" y="13784"/>
                </a:lnTo>
                <a:lnTo>
                  <a:pt x="562865" y="33616"/>
                </a:lnTo>
                <a:lnTo>
                  <a:pt x="584208" y="33616"/>
                </a:lnTo>
                <a:lnTo>
                  <a:pt x="584208" y="45622"/>
                </a:lnTo>
                <a:lnTo>
                  <a:pt x="562865" y="45622"/>
                </a:lnTo>
                <a:lnTo>
                  <a:pt x="562865" y="93467"/>
                </a:lnTo>
                <a:cubicBezTo>
                  <a:pt x="562865" y="99092"/>
                  <a:pt x="563561" y="103403"/>
                  <a:pt x="564955" y="106401"/>
                </a:cubicBezTo>
                <a:cubicBezTo>
                  <a:pt x="566348" y="109398"/>
                  <a:pt x="569683" y="110897"/>
                  <a:pt x="574959" y="110897"/>
                </a:cubicBezTo>
                <a:lnTo>
                  <a:pt x="584386" y="110897"/>
                </a:lnTo>
                <a:lnTo>
                  <a:pt x="584386" y="122903"/>
                </a:lnTo>
                <a:lnTo>
                  <a:pt x="573981" y="122903"/>
                </a:lnTo>
                <a:close/>
                <a:moveTo>
                  <a:pt x="599546" y="154740"/>
                </a:moveTo>
                <a:lnTo>
                  <a:pt x="599546" y="142468"/>
                </a:lnTo>
                <a:lnTo>
                  <a:pt x="606838" y="142468"/>
                </a:lnTo>
                <a:cubicBezTo>
                  <a:pt x="610218" y="142468"/>
                  <a:pt x="613078" y="141564"/>
                  <a:pt x="615420" y="139756"/>
                </a:cubicBezTo>
                <a:cubicBezTo>
                  <a:pt x="617762" y="137947"/>
                  <a:pt x="619763" y="134938"/>
                  <a:pt x="621423" y="130729"/>
                </a:cubicBezTo>
                <a:lnTo>
                  <a:pt x="624802" y="122903"/>
                </a:lnTo>
                <a:lnTo>
                  <a:pt x="590208" y="33616"/>
                </a:lnTo>
                <a:lnTo>
                  <a:pt x="605949" y="33616"/>
                </a:lnTo>
                <a:lnTo>
                  <a:pt x="632717" y="106679"/>
                </a:lnTo>
                <a:lnTo>
                  <a:pt x="657440" y="33616"/>
                </a:lnTo>
                <a:lnTo>
                  <a:pt x="672559" y="33616"/>
                </a:lnTo>
                <a:lnTo>
                  <a:pt x="640010" y="122186"/>
                </a:lnTo>
                <a:lnTo>
                  <a:pt x="635919" y="132916"/>
                </a:lnTo>
                <a:cubicBezTo>
                  <a:pt x="633903" y="138191"/>
                  <a:pt x="631754" y="142435"/>
                  <a:pt x="629471" y="145647"/>
                </a:cubicBezTo>
                <a:cubicBezTo>
                  <a:pt x="627189" y="148860"/>
                  <a:pt x="624387" y="151179"/>
                  <a:pt x="621067" y="152603"/>
                </a:cubicBezTo>
                <a:cubicBezTo>
                  <a:pt x="617747" y="154028"/>
                  <a:pt x="613508" y="154740"/>
                  <a:pt x="608350" y="154740"/>
                </a:cubicBezTo>
                <a:lnTo>
                  <a:pt x="599546" y="154740"/>
                </a:lnTo>
                <a:close/>
                <a:moveTo>
                  <a:pt x="724755" y="122903"/>
                </a:moveTo>
                <a:lnTo>
                  <a:pt x="724755" y="3202"/>
                </a:lnTo>
                <a:lnTo>
                  <a:pt x="801147" y="3202"/>
                </a:lnTo>
                <a:lnTo>
                  <a:pt x="801147" y="16541"/>
                </a:lnTo>
                <a:lnTo>
                  <a:pt x="740763" y="16541"/>
                </a:lnTo>
                <a:lnTo>
                  <a:pt x="740763" y="54604"/>
                </a:lnTo>
                <a:lnTo>
                  <a:pt x="796345" y="54604"/>
                </a:lnTo>
                <a:lnTo>
                  <a:pt x="796345" y="67766"/>
                </a:lnTo>
                <a:lnTo>
                  <a:pt x="740763" y="67766"/>
                </a:lnTo>
                <a:lnTo>
                  <a:pt x="740763" y="109563"/>
                </a:lnTo>
                <a:lnTo>
                  <a:pt x="801147" y="109563"/>
                </a:lnTo>
                <a:lnTo>
                  <a:pt x="801147" y="122903"/>
                </a:lnTo>
                <a:lnTo>
                  <a:pt x="724755" y="122903"/>
                </a:lnTo>
                <a:close/>
                <a:moveTo>
                  <a:pt x="844066" y="122903"/>
                </a:moveTo>
                <a:lnTo>
                  <a:pt x="810806" y="33616"/>
                </a:lnTo>
                <a:lnTo>
                  <a:pt x="826546" y="33616"/>
                </a:lnTo>
                <a:lnTo>
                  <a:pt x="852159" y="107868"/>
                </a:lnTo>
                <a:lnTo>
                  <a:pt x="878038" y="33616"/>
                </a:lnTo>
                <a:lnTo>
                  <a:pt x="893156" y="33616"/>
                </a:lnTo>
                <a:lnTo>
                  <a:pt x="860429" y="122903"/>
                </a:lnTo>
                <a:lnTo>
                  <a:pt x="844066" y="122903"/>
                </a:lnTo>
                <a:close/>
                <a:moveTo>
                  <a:pt x="929113" y="124504"/>
                </a:moveTo>
                <a:cubicBezTo>
                  <a:pt x="924133" y="124504"/>
                  <a:pt x="919583" y="123532"/>
                  <a:pt x="915462" y="121589"/>
                </a:cubicBezTo>
                <a:cubicBezTo>
                  <a:pt x="911342" y="119645"/>
                  <a:pt x="908051" y="116775"/>
                  <a:pt x="905591" y="112979"/>
                </a:cubicBezTo>
                <a:cubicBezTo>
                  <a:pt x="903130" y="109183"/>
                  <a:pt x="901900" y="104491"/>
                  <a:pt x="901900" y="98903"/>
                </a:cubicBezTo>
                <a:cubicBezTo>
                  <a:pt x="901900" y="90947"/>
                  <a:pt x="904331" y="84904"/>
                  <a:pt x="909192" y="80775"/>
                </a:cubicBezTo>
                <a:cubicBezTo>
                  <a:pt x="914054" y="76645"/>
                  <a:pt x="920931" y="73836"/>
                  <a:pt x="929824" y="72348"/>
                </a:cubicBezTo>
                <a:cubicBezTo>
                  <a:pt x="938718" y="70861"/>
                  <a:pt x="949123" y="70056"/>
                  <a:pt x="961039" y="69933"/>
                </a:cubicBezTo>
                <a:lnTo>
                  <a:pt x="961039" y="63561"/>
                </a:lnTo>
                <a:cubicBezTo>
                  <a:pt x="961039" y="55752"/>
                  <a:pt x="959201" y="50394"/>
                  <a:pt x="955526" y="47489"/>
                </a:cubicBezTo>
                <a:cubicBezTo>
                  <a:pt x="951850" y="44584"/>
                  <a:pt x="947196" y="43132"/>
                  <a:pt x="941563" y="43132"/>
                </a:cubicBezTo>
                <a:cubicBezTo>
                  <a:pt x="935575" y="43132"/>
                  <a:pt x="930536" y="44715"/>
                  <a:pt x="926445" y="47881"/>
                </a:cubicBezTo>
                <a:cubicBezTo>
                  <a:pt x="922354" y="51048"/>
                  <a:pt x="920309" y="56045"/>
                  <a:pt x="920309" y="62874"/>
                </a:cubicBezTo>
                <a:lnTo>
                  <a:pt x="905902" y="62874"/>
                </a:lnTo>
                <a:cubicBezTo>
                  <a:pt x="905902" y="55549"/>
                  <a:pt x="907429" y="49627"/>
                  <a:pt x="910482" y="45110"/>
                </a:cubicBezTo>
                <a:cubicBezTo>
                  <a:pt x="913535" y="40592"/>
                  <a:pt x="917745" y="37295"/>
                  <a:pt x="923110" y="35220"/>
                </a:cubicBezTo>
                <a:cubicBezTo>
                  <a:pt x="928476" y="33143"/>
                  <a:pt x="934627" y="32104"/>
                  <a:pt x="941563" y="32104"/>
                </a:cubicBezTo>
                <a:cubicBezTo>
                  <a:pt x="946010" y="32104"/>
                  <a:pt x="950264" y="32532"/>
                  <a:pt x="954325" y="33388"/>
                </a:cubicBezTo>
                <a:cubicBezTo>
                  <a:pt x="958386" y="34242"/>
                  <a:pt x="962032" y="35799"/>
                  <a:pt x="965264" y="38060"/>
                </a:cubicBezTo>
                <a:cubicBezTo>
                  <a:pt x="968495" y="40320"/>
                  <a:pt x="971059" y="43482"/>
                  <a:pt x="972956" y="47545"/>
                </a:cubicBezTo>
                <a:cubicBezTo>
                  <a:pt x="974853" y="51606"/>
                  <a:pt x="975802" y="56843"/>
                  <a:pt x="975802" y="63255"/>
                </a:cubicBezTo>
                <a:lnTo>
                  <a:pt x="975802" y="122903"/>
                </a:lnTo>
                <a:lnTo>
                  <a:pt x="961929" y="122903"/>
                </a:lnTo>
                <a:lnTo>
                  <a:pt x="961306" y="109741"/>
                </a:lnTo>
                <a:cubicBezTo>
                  <a:pt x="957334" y="114188"/>
                  <a:pt x="952724" y="117760"/>
                  <a:pt x="947477" y="120457"/>
                </a:cubicBezTo>
                <a:cubicBezTo>
                  <a:pt x="942230" y="123155"/>
                  <a:pt x="936109" y="124504"/>
                  <a:pt x="929113" y="124504"/>
                </a:cubicBezTo>
                <a:moveTo>
                  <a:pt x="933026" y="113121"/>
                </a:moveTo>
                <a:cubicBezTo>
                  <a:pt x="938955" y="113121"/>
                  <a:pt x="944291" y="111672"/>
                  <a:pt x="949034" y="108774"/>
                </a:cubicBezTo>
                <a:cubicBezTo>
                  <a:pt x="953777" y="105875"/>
                  <a:pt x="957749" y="102205"/>
                  <a:pt x="960950" y="97766"/>
                </a:cubicBezTo>
                <a:lnTo>
                  <a:pt x="960950" y="79449"/>
                </a:lnTo>
                <a:cubicBezTo>
                  <a:pt x="945180" y="79634"/>
                  <a:pt x="933871" y="81177"/>
                  <a:pt x="927023" y="84076"/>
                </a:cubicBezTo>
                <a:cubicBezTo>
                  <a:pt x="920175" y="86974"/>
                  <a:pt x="916752" y="91722"/>
                  <a:pt x="916752" y="98319"/>
                </a:cubicBezTo>
                <a:cubicBezTo>
                  <a:pt x="916752" y="102821"/>
                  <a:pt x="918130" y="106414"/>
                  <a:pt x="920887" y="109096"/>
                </a:cubicBezTo>
                <a:cubicBezTo>
                  <a:pt x="923644" y="111779"/>
                  <a:pt x="927690" y="113121"/>
                  <a:pt x="933026" y="113121"/>
                </a:cubicBezTo>
                <a:close/>
                <a:moveTo>
                  <a:pt x="1029023" y="122903"/>
                </a:moveTo>
                <a:cubicBezTo>
                  <a:pt x="1021968" y="122903"/>
                  <a:pt x="1016573" y="121791"/>
                  <a:pt x="1012838" y="119568"/>
                </a:cubicBezTo>
                <a:cubicBezTo>
                  <a:pt x="1009102" y="117345"/>
                  <a:pt x="1006553" y="114143"/>
                  <a:pt x="1005189" y="109964"/>
                </a:cubicBezTo>
                <a:cubicBezTo>
                  <a:pt x="1003826" y="105784"/>
                  <a:pt x="1003144" y="100759"/>
                  <a:pt x="1003144" y="94890"/>
                </a:cubicBezTo>
                <a:lnTo>
                  <a:pt x="1003144" y="3202"/>
                </a:lnTo>
                <a:lnTo>
                  <a:pt x="1017907" y="3202"/>
                </a:lnTo>
                <a:lnTo>
                  <a:pt x="1017907" y="94178"/>
                </a:lnTo>
                <a:cubicBezTo>
                  <a:pt x="1017907" y="99573"/>
                  <a:pt x="1018603" y="103694"/>
                  <a:pt x="1019996" y="106540"/>
                </a:cubicBezTo>
                <a:cubicBezTo>
                  <a:pt x="1021390" y="109386"/>
                  <a:pt x="1024725" y="110808"/>
                  <a:pt x="1030001" y="110808"/>
                </a:cubicBezTo>
                <a:lnTo>
                  <a:pt x="1034003" y="110808"/>
                </a:lnTo>
                <a:lnTo>
                  <a:pt x="1034003" y="122903"/>
                </a:lnTo>
                <a:lnTo>
                  <a:pt x="1029023" y="122903"/>
                </a:lnTo>
                <a:close/>
                <a:moveTo>
                  <a:pt x="1078301" y="124504"/>
                </a:moveTo>
                <a:cubicBezTo>
                  <a:pt x="1068281" y="124504"/>
                  <a:pt x="1061048" y="121625"/>
                  <a:pt x="1056601" y="115866"/>
                </a:cubicBezTo>
                <a:cubicBezTo>
                  <a:pt x="1052155" y="110106"/>
                  <a:pt x="1049931" y="102172"/>
                  <a:pt x="1049931" y="92063"/>
                </a:cubicBezTo>
                <a:lnTo>
                  <a:pt x="1049931" y="33616"/>
                </a:lnTo>
                <a:lnTo>
                  <a:pt x="1064872" y="33616"/>
                </a:lnTo>
                <a:lnTo>
                  <a:pt x="1064872" y="90271"/>
                </a:lnTo>
                <a:cubicBezTo>
                  <a:pt x="1064872" y="94338"/>
                  <a:pt x="1065317" y="97973"/>
                  <a:pt x="1066206" y="101176"/>
                </a:cubicBezTo>
                <a:cubicBezTo>
                  <a:pt x="1067095" y="104379"/>
                  <a:pt x="1068785" y="106875"/>
                  <a:pt x="1071275" y="108663"/>
                </a:cubicBezTo>
                <a:cubicBezTo>
                  <a:pt x="1073765" y="110449"/>
                  <a:pt x="1077352" y="111342"/>
                  <a:pt x="1082036" y="111342"/>
                </a:cubicBezTo>
                <a:cubicBezTo>
                  <a:pt x="1088557" y="111342"/>
                  <a:pt x="1094012" y="109940"/>
                  <a:pt x="1098399" y="107137"/>
                </a:cubicBezTo>
                <a:cubicBezTo>
                  <a:pt x="1102786" y="104334"/>
                  <a:pt x="1106314" y="101083"/>
                  <a:pt x="1108982" y="97385"/>
                </a:cubicBezTo>
                <a:lnTo>
                  <a:pt x="1108982" y="33616"/>
                </a:lnTo>
                <a:lnTo>
                  <a:pt x="1123922" y="33616"/>
                </a:lnTo>
                <a:lnTo>
                  <a:pt x="1123922" y="122903"/>
                </a:lnTo>
                <a:lnTo>
                  <a:pt x="1109604" y="122903"/>
                </a:lnTo>
                <a:lnTo>
                  <a:pt x="1109160" y="109830"/>
                </a:lnTo>
                <a:cubicBezTo>
                  <a:pt x="1106373" y="113269"/>
                  <a:pt x="1102445" y="116574"/>
                  <a:pt x="1097376" y="119746"/>
                </a:cubicBezTo>
                <a:cubicBezTo>
                  <a:pt x="1092307" y="122918"/>
                  <a:pt x="1085949" y="124504"/>
                  <a:pt x="1078301" y="124504"/>
                </a:cubicBezTo>
                <a:close/>
                <a:moveTo>
                  <a:pt x="1174298" y="124504"/>
                </a:moveTo>
                <a:cubicBezTo>
                  <a:pt x="1169318" y="124504"/>
                  <a:pt x="1164768" y="123532"/>
                  <a:pt x="1160647" y="121589"/>
                </a:cubicBezTo>
                <a:cubicBezTo>
                  <a:pt x="1156527" y="119645"/>
                  <a:pt x="1153236" y="116775"/>
                  <a:pt x="1150776" y="112979"/>
                </a:cubicBezTo>
                <a:cubicBezTo>
                  <a:pt x="1148315" y="109183"/>
                  <a:pt x="1147085" y="104491"/>
                  <a:pt x="1147085" y="98903"/>
                </a:cubicBezTo>
                <a:cubicBezTo>
                  <a:pt x="1147085" y="90947"/>
                  <a:pt x="1149516" y="84904"/>
                  <a:pt x="1154378" y="80775"/>
                </a:cubicBezTo>
                <a:cubicBezTo>
                  <a:pt x="1159239" y="76645"/>
                  <a:pt x="1166117" y="73836"/>
                  <a:pt x="1175010" y="72348"/>
                </a:cubicBezTo>
                <a:cubicBezTo>
                  <a:pt x="1183903" y="70861"/>
                  <a:pt x="1194308" y="70056"/>
                  <a:pt x="1206225" y="69933"/>
                </a:cubicBezTo>
                <a:lnTo>
                  <a:pt x="1206225" y="63561"/>
                </a:lnTo>
                <a:cubicBezTo>
                  <a:pt x="1206225" y="55752"/>
                  <a:pt x="1204387" y="50394"/>
                  <a:pt x="1200711" y="47489"/>
                </a:cubicBezTo>
                <a:cubicBezTo>
                  <a:pt x="1197035" y="44584"/>
                  <a:pt x="1192381" y="43132"/>
                  <a:pt x="1186749" y="43132"/>
                </a:cubicBezTo>
                <a:cubicBezTo>
                  <a:pt x="1180761" y="43132"/>
                  <a:pt x="1175721" y="44715"/>
                  <a:pt x="1171630" y="47881"/>
                </a:cubicBezTo>
                <a:cubicBezTo>
                  <a:pt x="1167539" y="51048"/>
                  <a:pt x="1165494" y="56045"/>
                  <a:pt x="1165494" y="62874"/>
                </a:cubicBezTo>
                <a:lnTo>
                  <a:pt x="1151087" y="62874"/>
                </a:lnTo>
                <a:cubicBezTo>
                  <a:pt x="1151087" y="55549"/>
                  <a:pt x="1152614" y="49627"/>
                  <a:pt x="1155667" y="45110"/>
                </a:cubicBezTo>
                <a:cubicBezTo>
                  <a:pt x="1158720" y="40592"/>
                  <a:pt x="1162930" y="37295"/>
                  <a:pt x="1168295" y="35220"/>
                </a:cubicBezTo>
                <a:cubicBezTo>
                  <a:pt x="1173661" y="33143"/>
                  <a:pt x="1179812" y="32104"/>
                  <a:pt x="1186749" y="32104"/>
                </a:cubicBezTo>
                <a:cubicBezTo>
                  <a:pt x="1191195" y="32104"/>
                  <a:pt x="1195449" y="32532"/>
                  <a:pt x="1199510" y="33388"/>
                </a:cubicBezTo>
                <a:cubicBezTo>
                  <a:pt x="1203571" y="34242"/>
                  <a:pt x="1207218" y="35799"/>
                  <a:pt x="1210449" y="38060"/>
                </a:cubicBezTo>
                <a:cubicBezTo>
                  <a:pt x="1213680" y="40320"/>
                  <a:pt x="1216244" y="43482"/>
                  <a:pt x="1218141" y="47545"/>
                </a:cubicBezTo>
                <a:cubicBezTo>
                  <a:pt x="1220039" y="51606"/>
                  <a:pt x="1220987" y="56843"/>
                  <a:pt x="1220987" y="63255"/>
                </a:cubicBezTo>
                <a:lnTo>
                  <a:pt x="1220987" y="122903"/>
                </a:lnTo>
                <a:lnTo>
                  <a:pt x="1207114" y="122903"/>
                </a:lnTo>
                <a:lnTo>
                  <a:pt x="1206491" y="109741"/>
                </a:lnTo>
                <a:cubicBezTo>
                  <a:pt x="1202519" y="114188"/>
                  <a:pt x="1197910" y="117760"/>
                  <a:pt x="1192663" y="120457"/>
                </a:cubicBezTo>
                <a:cubicBezTo>
                  <a:pt x="1187416" y="123155"/>
                  <a:pt x="1181294" y="124504"/>
                  <a:pt x="1174298" y="124504"/>
                </a:cubicBezTo>
                <a:moveTo>
                  <a:pt x="1178211" y="113121"/>
                </a:moveTo>
                <a:cubicBezTo>
                  <a:pt x="1184140" y="113121"/>
                  <a:pt x="1189476" y="111672"/>
                  <a:pt x="1194219" y="108774"/>
                </a:cubicBezTo>
                <a:cubicBezTo>
                  <a:pt x="1198962" y="105875"/>
                  <a:pt x="1202934" y="102205"/>
                  <a:pt x="1206136" y="97766"/>
                </a:cubicBezTo>
                <a:lnTo>
                  <a:pt x="1206136" y="79449"/>
                </a:lnTo>
                <a:cubicBezTo>
                  <a:pt x="1190365" y="79634"/>
                  <a:pt x="1179056" y="81177"/>
                  <a:pt x="1172208" y="84076"/>
                </a:cubicBezTo>
                <a:cubicBezTo>
                  <a:pt x="1165361" y="86974"/>
                  <a:pt x="1161937" y="91722"/>
                  <a:pt x="1161937" y="98319"/>
                </a:cubicBezTo>
                <a:cubicBezTo>
                  <a:pt x="1161937" y="102821"/>
                  <a:pt x="1163315" y="106414"/>
                  <a:pt x="1166072" y="109096"/>
                </a:cubicBezTo>
                <a:cubicBezTo>
                  <a:pt x="1168829" y="111779"/>
                  <a:pt x="1172875" y="113121"/>
                  <a:pt x="1178211" y="113121"/>
                </a:cubicBezTo>
                <a:close/>
                <a:moveTo>
                  <a:pt x="1276571" y="122903"/>
                </a:moveTo>
                <a:cubicBezTo>
                  <a:pt x="1269575" y="122903"/>
                  <a:pt x="1264209" y="121752"/>
                  <a:pt x="1260474" y="119449"/>
                </a:cubicBezTo>
                <a:cubicBezTo>
                  <a:pt x="1256739" y="117146"/>
                  <a:pt x="1254175" y="113830"/>
                  <a:pt x="1252782" y="109502"/>
                </a:cubicBezTo>
                <a:cubicBezTo>
                  <a:pt x="1251389" y="105172"/>
                  <a:pt x="1250692" y="99968"/>
                  <a:pt x="1250692" y="93889"/>
                </a:cubicBezTo>
                <a:lnTo>
                  <a:pt x="1250692" y="45622"/>
                </a:lnTo>
                <a:lnTo>
                  <a:pt x="1236196" y="45622"/>
                </a:lnTo>
                <a:lnTo>
                  <a:pt x="1236196" y="33616"/>
                </a:lnTo>
                <a:lnTo>
                  <a:pt x="1250692" y="33616"/>
                </a:lnTo>
                <a:lnTo>
                  <a:pt x="1250692" y="13784"/>
                </a:lnTo>
                <a:lnTo>
                  <a:pt x="1265455" y="13784"/>
                </a:lnTo>
                <a:lnTo>
                  <a:pt x="1265455" y="33616"/>
                </a:lnTo>
                <a:lnTo>
                  <a:pt x="1286798" y="33616"/>
                </a:lnTo>
                <a:lnTo>
                  <a:pt x="1286798" y="45622"/>
                </a:lnTo>
                <a:lnTo>
                  <a:pt x="1265455" y="45622"/>
                </a:lnTo>
                <a:lnTo>
                  <a:pt x="1265455" y="93467"/>
                </a:lnTo>
                <a:cubicBezTo>
                  <a:pt x="1265455" y="99092"/>
                  <a:pt x="1266151" y="103403"/>
                  <a:pt x="1267544" y="106401"/>
                </a:cubicBezTo>
                <a:cubicBezTo>
                  <a:pt x="1268938" y="109398"/>
                  <a:pt x="1272273" y="110897"/>
                  <a:pt x="1277549" y="110897"/>
                </a:cubicBezTo>
                <a:lnTo>
                  <a:pt x="1286976" y="110897"/>
                </a:lnTo>
                <a:lnTo>
                  <a:pt x="1286976" y="122903"/>
                </a:lnTo>
                <a:lnTo>
                  <a:pt x="1276571" y="122903"/>
                </a:lnTo>
                <a:close/>
                <a:moveTo>
                  <a:pt x="1307116" y="122903"/>
                </a:moveTo>
                <a:lnTo>
                  <a:pt x="1307116" y="33616"/>
                </a:lnTo>
                <a:lnTo>
                  <a:pt x="1321967" y="33616"/>
                </a:lnTo>
                <a:lnTo>
                  <a:pt x="1321967" y="122903"/>
                </a:lnTo>
                <a:lnTo>
                  <a:pt x="1307116" y="122903"/>
                </a:lnTo>
                <a:moveTo>
                  <a:pt x="1314497" y="17253"/>
                </a:moveTo>
                <a:cubicBezTo>
                  <a:pt x="1311711" y="17253"/>
                  <a:pt x="1309473" y="16437"/>
                  <a:pt x="1307783" y="14807"/>
                </a:cubicBezTo>
                <a:cubicBezTo>
                  <a:pt x="1306093" y="13177"/>
                  <a:pt x="1305248" y="11116"/>
                  <a:pt x="1305248" y="8626"/>
                </a:cubicBezTo>
                <a:cubicBezTo>
                  <a:pt x="1305248" y="6136"/>
                  <a:pt x="1306093" y="4076"/>
                  <a:pt x="1307783" y="2446"/>
                </a:cubicBezTo>
                <a:cubicBezTo>
                  <a:pt x="1309473" y="815"/>
                  <a:pt x="1311711" y="0"/>
                  <a:pt x="1314497" y="0"/>
                </a:cubicBezTo>
                <a:cubicBezTo>
                  <a:pt x="1317284" y="0"/>
                  <a:pt x="1319537" y="815"/>
                  <a:pt x="1321256" y="2446"/>
                </a:cubicBezTo>
                <a:cubicBezTo>
                  <a:pt x="1322975" y="4076"/>
                  <a:pt x="1323835" y="6136"/>
                  <a:pt x="1323835" y="8626"/>
                </a:cubicBezTo>
                <a:cubicBezTo>
                  <a:pt x="1323835" y="11116"/>
                  <a:pt x="1322975" y="13177"/>
                  <a:pt x="1321256" y="14807"/>
                </a:cubicBezTo>
                <a:cubicBezTo>
                  <a:pt x="1319537" y="16437"/>
                  <a:pt x="1317284" y="17253"/>
                  <a:pt x="1314497" y="17253"/>
                </a:cubicBezTo>
                <a:close/>
                <a:moveTo>
                  <a:pt x="1385655" y="124504"/>
                </a:moveTo>
                <a:cubicBezTo>
                  <a:pt x="1377177" y="124504"/>
                  <a:pt x="1369914" y="122658"/>
                  <a:pt x="1363867" y="118965"/>
                </a:cubicBezTo>
                <a:cubicBezTo>
                  <a:pt x="1357820" y="115271"/>
                  <a:pt x="1353210" y="109990"/>
                  <a:pt x="1350038" y="103121"/>
                </a:cubicBezTo>
                <a:cubicBezTo>
                  <a:pt x="1346866" y="96253"/>
                  <a:pt x="1345280" y="88087"/>
                  <a:pt x="1345280" y="78624"/>
                </a:cubicBezTo>
                <a:cubicBezTo>
                  <a:pt x="1345280" y="68917"/>
                  <a:pt x="1346866" y="60599"/>
                  <a:pt x="1350038" y="53670"/>
                </a:cubicBezTo>
                <a:cubicBezTo>
                  <a:pt x="1353210" y="46741"/>
                  <a:pt x="1357820" y="41414"/>
                  <a:pt x="1363867" y="37690"/>
                </a:cubicBezTo>
                <a:cubicBezTo>
                  <a:pt x="1369914" y="33966"/>
                  <a:pt x="1377177" y="32104"/>
                  <a:pt x="1385655" y="32104"/>
                </a:cubicBezTo>
                <a:cubicBezTo>
                  <a:pt x="1394311" y="32104"/>
                  <a:pt x="1401707" y="33966"/>
                  <a:pt x="1407844" y="37690"/>
                </a:cubicBezTo>
                <a:cubicBezTo>
                  <a:pt x="1413980" y="41414"/>
                  <a:pt x="1418693" y="46741"/>
                  <a:pt x="1421984" y="53670"/>
                </a:cubicBezTo>
                <a:cubicBezTo>
                  <a:pt x="1425274" y="60599"/>
                  <a:pt x="1426919" y="68917"/>
                  <a:pt x="1426919" y="78624"/>
                </a:cubicBezTo>
                <a:cubicBezTo>
                  <a:pt x="1426919" y="88087"/>
                  <a:pt x="1425274" y="96253"/>
                  <a:pt x="1421984" y="103121"/>
                </a:cubicBezTo>
                <a:cubicBezTo>
                  <a:pt x="1418693" y="109990"/>
                  <a:pt x="1413980" y="115271"/>
                  <a:pt x="1407844" y="118965"/>
                </a:cubicBezTo>
                <a:cubicBezTo>
                  <a:pt x="1401707" y="122658"/>
                  <a:pt x="1394311" y="124504"/>
                  <a:pt x="1385655" y="124504"/>
                </a:cubicBezTo>
                <a:moveTo>
                  <a:pt x="1385655" y="112676"/>
                </a:moveTo>
                <a:cubicBezTo>
                  <a:pt x="1392058" y="112676"/>
                  <a:pt x="1397157" y="111211"/>
                  <a:pt x="1400951" y="108282"/>
                </a:cubicBezTo>
                <a:cubicBezTo>
                  <a:pt x="1404746" y="105351"/>
                  <a:pt x="1407473" y="101310"/>
                  <a:pt x="1409133" y="96160"/>
                </a:cubicBezTo>
                <a:cubicBezTo>
                  <a:pt x="1410793" y="91009"/>
                  <a:pt x="1411623" y="85166"/>
                  <a:pt x="1411623" y="78629"/>
                </a:cubicBezTo>
                <a:cubicBezTo>
                  <a:pt x="1411623" y="71967"/>
                  <a:pt x="1410793" y="66014"/>
                  <a:pt x="1409133" y="60771"/>
                </a:cubicBezTo>
                <a:cubicBezTo>
                  <a:pt x="1407473" y="55527"/>
                  <a:pt x="1404746" y="51411"/>
                  <a:pt x="1400951" y="48420"/>
                </a:cubicBezTo>
                <a:cubicBezTo>
                  <a:pt x="1397157" y="45428"/>
                  <a:pt x="1392058" y="43932"/>
                  <a:pt x="1385655" y="43932"/>
                </a:cubicBezTo>
                <a:cubicBezTo>
                  <a:pt x="1379430" y="43932"/>
                  <a:pt x="1374494" y="45428"/>
                  <a:pt x="1370848" y="48420"/>
                </a:cubicBezTo>
                <a:cubicBezTo>
                  <a:pt x="1367202" y="51411"/>
                  <a:pt x="1364578" y="55527"/>
                  <a:pt x="1362978" y="60771"/>
                </a:cubicBezTo>
                <a:cubicBezTo>
                  <a:pt x="1361377" y="66014"/>
                  <a:pt x="1360577" y="71967"/>
                  <a:pt x="1360577" y="78629"/>
                </a:cubicBezTo>
                <a:cubicBezTo>
                  <a:pt x="1360577" y="85166"/>
                  <a:pt x="1361377" y="91009"/>
                  <a:pt x="1362978" y="96160"/>
                </a:cubicBezTo>
                <a:cubicBezTo>
                  <a:pt x="1364578" y="101310"/>
                  <a:pt x="1367202" y="105351"/>
                  <a:pt x="1370848" y="108282"/>
                </a:cubicBezTo>
                <a:cubicBezTo>
                  <a:pt x="1374494" y="111211"/>
                  <a:pt x="1379430" y="112676"/>
                  <a:pt x="1385655" y="112676"/>
                </a:cubicBezTo>
                <a:close/>
                <a:moveTo>
                  <a:pt x="1450053" y="122903"/>
                </a:moveTo>
                <a:lnTo>
                  <a:pt x="1450053" y="33616"/>
                </a:lnTo>
                <a:lnTo>
                  <a:pt x="1464282" y="33616"/>
                </a:lnTo>
                <a:lnTo>
                  <a:pt x="1464815" y="46689"/>
                </a:lnTo>
                <a:cubicBezTo>
                  <a:pt x="1467483" y="43191"/>
                  <a:pt x="1471307" y="39886"/>
                  <a:pt x="1476287" y="36773"/>
                </a:cubicBezTo>
                <a:cubicBezTo>
                  <a:pt x="1481267" y="33661"/>
                  <a:pt x="1487641" y="32104"/>
                  <a:pt x="1495408" y="32104"/>
                </a:cubicBezTo>
                <a:cubicBezTo>
                  <a:pt x="1504894" y="32104"/>
                  <a:pt x="1511801" y="34999"/>
                  <a:pt x="1516129" y="40789"/>
                </a:cubicBezTo>
                <a:cubicBezTo>
                  <a:pt x="1520456" y="46579"/>
                  <a:pt x="1522620" y="54712"/>
                  <a:pt x="1522620" y="65189"/>
                </a:cubicBezTo>
                <a:lnTo>
                  <a:pt x="1522620" y="122903"/>
                </a:lnTo>
                <a:lnTo>
                  <a:pt x="1507769" y="122903"/>
                </a:lnTo>
                <a:lnTo>
                  <a:pt x="1507769" y="67099"/>
                </a:lnTo>
                <a:cubicBezTo>
                  <a:pt x="1507769" y="62724"/>
                  <a:pt x="1507324" y="58844"/>
                  <a:pt x="1506435" y="55457"/>
                </a:cubicBezTo>
                <a:cubicBezTo>
                  <a:pt x="1505546" y="52068"/>
                  <a:pt x="1503960" y="49404"/>
                  <a:pt x="1501677" y="47464"/>
                </a:cubicBezTo>
                <a:cubicBezTo>
                  <a:pt x="1499395" y="45524"/>
                  <a:pt x="1496089" y="44555"/>
                  <a:pt x="1491761" y="44555"/>
                </a:cubicBezTo>
                <a:cubicBezTo>
                  <a:pt x="1485299" y="44555"/>
                  <a:pt x="1479874" y="46079"/>
                  <a:pt x="1475487" y="49129"/>
                </a:cubicBezTo>
                <a:cubicBezTo>
                  <a:pt x="1471100" y="52177"/>
                  <a:pt x="1467572" y="55518"/>
                  <a:pt x="1464904" y="59153"/>
                </a:cubicBezTo>
                <a:lnTo>
                  <a:pt x="1464904" y="122903"/>
                </a:lnTo>
                <a:lnTo>
                  <a:pt x="1450053" y="122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53121-A266-4DB2-8A70-5F8DF21A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29" y="1833163"/>
            <a:ext cx="101184" cy="846521"/>
          </a:xfrm>
          <a:custGeom xmlns:a="http://schemas.openxmlformats.org/drawingml/2006/main">
            <a:pathLst>
              <a:path w="101184" h="846521">
                <a:moveTo>
                  <a:pt x="40473" y="0"/>
                </a:moveTo>
                <a:lnTo>
                  <a:pt x="40474" y="777716"/>
                </a:lnTo>
                <a:lnTo>
                  <a:pt x="0" y="745337"/>
                </a:lnTo>
                <a:lnTo>
                  <a:pt x="50592" y="846521"/>
                </a:lnTo>
                <a:lnTo>
                  <a:pt x="101184" y="745337"/>
                </a:lnTo>
                <a:lnTo>
                  <a:pt x="60710" y="777716"/>
                </a:lnTo>
                <a:lnTo>
                  <a:pt x="60710" y="0"/>
                </a:lnTo>
                <a:lnTo>
                  <a:pt x="40473" y="0"/>
                </a:lnTo>
                <a:close/>
                <a:moveTo>
                  <a:pt x="50593" y="785810"/>
                </a:moveTo>
                <a:lnTo>
                  <a:pt x="50592" y="785811"/>
                </a:lnTo>
                <a:lnTo>
                  <a:pt x="50591" y="785810"/>
                </a:lnTo>
                <a:lnTo>
                  <a:pt x="50593" y="785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56168-9E0F-41B3-B206-5D747027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190" y="1815071"/>
            <a:ext cx="1474874" cy="1780952"/>
          </a:xfrm>
          <a:custGeom xmlns:a="http://schemas.openxmlformats.org/drawingml/2006/main">
            <a:pathLst>
              <a:path w="1474874" h="1780952">
                <a:moveTo>
                  <a:pt x="1414164" y="900594"/>
                </a:moveTo>
                <a:lnTo>
                  <a:pt x="1414164" y="1712147"/>
                </a:lnTo>
                <a:lnTo>
                  <a:pt x="1373690" y="1679768"/>
                </a:lnTo>
                <a:lnTo>
                  <a:pt x="1424282" y="1780952"/>
                </a:lnTo>
                <a:lnTo>
                  <a:pt x="1474874" y="1679768"/>
                </a:lnTo>
                <a:lnTo>
                  <a:pt x="1434401" y="1712147"/>
                </a:lnTo>
                <a:lnTo>
                  <a:pt x="1434401" y="880357"/>
                </a:lnTo>
                <a:lnTo>
                  <a:pt x="20237" y="880357"/>
                </a:lnTo>
                <a:lnTo>
                  <a:pt x="20237" y="0"/>
                </a:lnTo>
                <a:lnTo>
                  <a:pt x="0" y="0"/>
                </a:lnTo>
                <a:lnTo>
                  <a:pt x="0" y="900594"/>
                </a:lnTo>
                <a:lnTo>
                  <a:pt x="1414164" y="900594"/>
                </a:lnTo>
                <a:close/>
                <a:moveTo>
                  <a:pt x="1424283" y="1720241"/>
                </a:moveTo>
                <a:lnTo>
                  <a:pt x="1424282" y="1720241"/>
                </a:lnTo>
                <a:lnTo>
                  <a:pt x="1424282" y="1720241"/>
                </a:lnTo>
                <a:lnTo>
                  <a:pt x="1424283" y="17202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8DC7D-AAC4-407C-A859-6D8A61A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80" y="3232033"/>
            <a:ext cx="101184" cy="363991"/>
          </a:xfrm>
          <a:custGeom xmlns:a="http://schemas.openxmlformats.org/drawingml/2006/main">
            <a:pathLst>
              <a:path w="101184" h="363991">
                <a:moveTo>
                  <a:pt x="40474" y="192114"/>
                </a:moveTo>
                <a:lnTo>
                  <a:pt x="40474" y="295186"/>
                </a:lnTo>
                <a:lnTo>
                  <a:pt x="0" y="262807"/>
                </a:lnTo>
                <a:lnTo>
                  <a:pt x="50592" y="363991"/>
                </a:lnTo>
                <a:lnTo>
                  <a:pt x="101184" y="262807"/>
                </a:lnTo>
                <a:lnTo>
                  <a:pt x="60710" y="295186"/>
                </a:lnTo>
                <a:lnTo>
                  <a:pt x="60710" y="171877"/>
                </a:lnTo>
                <a:lnTo>
                  <a:pt x="58359" y="171877"/>
                </a:lnTo>
                <a:lnTo>
                  <a:pt x="58359" y="0"/>
                </a:lnTo>
                <a:lnTo>
                  <a:pt x="38122" y="0"/>
                </a:lnTo>
                <a:lnTo>
                  <a:pt x="38122" y="192114"/>
                </a:lnTo>
                <a:lnTo>
                  <a:pt x="40474" y="1921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B17F0-309D-4A75-A743-E7FEB256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861" y="3860855"/>
            <a:ext cx="1387421" cy="101184"/>
          </a:xfrm>
          <a:custGeom xmlns:a="http://schemas.openxmlformats.org/drawingml/2006/main">
            <a:pathLst>
              <a:path w="1387421" h="101184">
                <a:moveTo>
                  <a:pt x="1286237" y="101184"/>
                </a:moveTo>
                <a:lnTo>
                  <a:pt x="1387421" y="50592"/>
                </a:lnTo>
                <a:lnTo>
                  <a:pt x="1286237" y="0"/>
                </a:lnTo>
                <a:lnTo>
                  <a:pt x="1318616" y="40474"/>
                </a:lnTo>
                <a:lnTo>
                  <a:pt x="683593" y="40474"/>
                </a:lnTo>
                <a:lnTo>
                  <a:pt x="683593" y="40474"/>
                </a:lnTo>
                <a:lnTo>
                  <a:pt x="0" y="40474"/>
                </a:lnTo>
                <a:lnTo>
                  <a:pt x="0" y="60711"/>
                </a:lnTo>
                <a:lnTo>
                  <a:pt x="703829" y="60711"/>
                </a:lnTo>
                <a:lnTo>
                  <a:pt x="703829" y="60710"/>
                </a:lnTo>
                <a:lnTo>
                  <a:pt x="1318616" y="60710"/>
                </a:lnTo>
                <a:lnTo>
                  <a:pt x="1286237" y="1011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0D86E-E647-410C-9BD7-C8C871FC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61" y="311159"/>
            <a:ext cx="956137" cy="3610407"/>
          </a:xfrm>
          <a:custGeom xmlns:a="http://schemas.openxmlformats.org/drawingml/2006/main">
            <a:pathLst>
              <a:path w="956137" h="3610407">
                <a:moveTo>
                  <a:pt x="854953" y="101184"/>
                </a:moveTo>
                <a:lnTo>
                  <a:pt x="956137" y="50592"/>
                </a:lnTo>
                <a:lnTo>
                  <a:pt x="854953" y="0"/>
                </a:lnTo>
                <a:lnTo>
                  <a:pt x="887332" y="40474"/>
                </a:lnTo>
                <a:lnTo>
                  <a:pt x="722943" y="40474"/>
                </a:lnTo>
                <a:lnTo>
                  <a:pt x="722943" y="3590170"/>
                </a:lnTo>
                <a:lnTo>
                  <a:pt x="0" y="3590170"/>
                </a:lnTo>
                <a:lnTo>
                  <a:pt x="0" y="3610407"/>
                </a:lnTo>
                <a:lnTo>
                  <a:pt x="743180" y="3610407"/>
                </a:lnTo>
                <a:lnTo>
                  <a:pt x="743180" y="60710"/>
                </a:lnTo>
                <a:lnTo>
                  <a:pt x="887332" y="60710"/>
                </a:lnTo>
                <a:lnTo>
                  <a:pt x="854953" y="1011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57615-09ED-4623-8B79-C1920114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395" y="1648540"/>
            <a:ext cx="101184" cy="369245"/>
          </a:xfrm>
          <a:custGeom xmlns:a="http://schemas.openxmlformats.org/drawingml/2006/main">
            <a:pathLst>
              <a:path w="101184" h="369245">
                <a:moveTo>
                  <a:pt x="40473" y="0"/>
                </a:moveTo>
                <a:lnTo>
                  <a:pt x="40474" y="300440"/>
                </a:lnTo>
                <a:lnTo>
                  <a:pt x="0" y="268061"/>
                </a:lnTo>
                <a:lnTo>
                  <a:pt x="50592" y="369245"/>
                </a:lnTo>
                <a:lnTo>
                  <a:pt x="101184" y="268061"/>
                </a:lnTo>
                <a:lnTo>
                  <a:pt x="60710" y="300440"/>
                </a:lnTo>
                <a:lnTo>
                  <a:pt x="60709" y="0"/>
                </a:lnTo>
                <a:lnTo>
                  <a:pt x="404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2888A-F94F-4220-A690-27A6F57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531" y="2648633"/>
            <a:ext cx="101184" cy="369245"/>
          </a:xfrm>
          <a:custGeom xmlns:a="http://schemas.openxmlformats.org/drawingml/2006/main">
            <a:pathLst>
              <a:path w="101184" h="369245">
                <a:moveTo>
                  <a:pt x="60711" y="0"/>
                </a:moveTo>
                <a:lnTo>
                  <a:pt x="40475" y="0"/>
                </a:lnTo>
                <a:lnTo>
                  <a:pt x="40474" y="300440"/>
                </a:lnTo>
                <a:lnTo>
                  <a:pt x="0" y="268061"/>
                </a:lnTo>
                <a:lnTo>
                  <a:pt x="50592" y="369245"/>
                </a:lnTo>
                <a:lnTo>
                  <a:pt x="101184" y="268061"/>
                </a:lnTo>
                <a:lnTo>
                  <a:pt x="60710" y="300440"/>
                </a:lnTo>
                <a:lnTo>
                  <a:pt x="607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02C41-6E65-46CD-9884-041272CE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396" y="677174"/>
            <a:ext cx="101184" cy="340519"/>
          </a:xfrm>
          <a:custGeom xmlns:a="http://schemas.openxmlformats.org/drawingml/2006/main">
            <a:pathLst>
              <a:path w="101184" h="340519">
                <a:moveTo>
                  <a:pt x="40474" y="0"/>
                </a:moveTo>
                <a:lnTo>
                  <a:pt x="40474" y="271714"/>
                </a:lnTo>
                <a:lnTo>
                  <a:pt x="0" y="239335"/>
                </a:lnTo>
                <a:lnTo>
                  <a:pt x="50592" y="340519"/>
                </a:lnTo>
                <a:lnTo>
                  <a:pt x="101184" y="239335"/>
                </a:lnTo>
                <a:lnTo>
                  <a:pt x="60710" y="271714"/>
                </a:lnTo>
                <a:lnTo>
                  <a:pt x="60710" y="0"/>
                </a:lnTo>
                <a:lnTo>
                  <a:pt x="4047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(RQ2)">
            <a:extLst xmlns:a="http://schemas.openxmlformats.org/drawingml/2006/main">
              <a:ext uri="{FF2B5EF4-FFF2-40B4-BE49-F238E27FC236}">
                <a16:creationId xmlns:a16="http://schemas.microsoft.com/office/drawing/2014/main" id="{EADA5688-0E69-4930-9FD2-05CC2EAE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37" y="3690994"/>
            <a:ext cx="507820" cy="165234"/>
          </a:xfrm>
          <a:custGeom xmlns:a="http://schemas.openxmlformats.org/drawingml/2006/main">
            <a:pathLst>
              <a:path w="507820" h="165234">
                <a:moveTo>
                  <a:pt x="14935" y="165234"/>
                </a:moveTo>
                <a:cubicBezTo>
                  <a:pt x="10079" y="156612"/>
                  <a:pt x="6375" y="147047"/>
                  <a:pt x="3824" y="136540"/>
                </a:cubicBezTo>
                <a:cubicBezTo>
                  <a:pt x="1275" y="126035"/>
                  <a:pt x="0" y="115257"/>
                  <a:pt x="0" y="104205"/>
                </a:cubicBezTo>
                <a:cubicBezTo>
                  <a:pt x="0" y="85745"/>
                  <a:pt x="3673" y="67618"/>
                  <a:pt x="11019" y="49827"/>
                </a:cubicBezTo>
                <a:cubicBezTo>
                  <a:pt x="18365" y="32033"/>
                  <a:pt x="29142" y="15424"/>
                  <a:pt x="43348" y="0"/>
                </a:cubicBezTo>
                <a:lnTo>
                  <a:pt x="61199" y="11114"/>
                </a:lnTo>
                <a:cubicBezTo>
                  <a:pt x="54762" y="18278"/>
                  <a:pt x="49146" y="25717"/>
                  <a:pt x="44349" y="33430"/>
                </a:cubicBezTo>
                <a:cubicBezTo>
                  <a:pt x="39554" y="41141"/>
                  <a:pt x="35578" y="48974"/>
                  <a:pt x="32421" y="56930"/>
                </a:cubicBezTo>
                <a:cubicBezTo>
                  <a:pt x="29264" y="64886"/>
                  <a:pt x="26896" y="72811"/>
                  <a:pt x="25318" y="80705"/>
                </a:cubicBezTo>
                <a:cubicBezTo>
                  <a:pt x="23739" y="88600"/>
                  <a:pt x="22950" y="96372"/>
                  <a:pt x="22950" y="104022"/>
                </a:cubicBezTo>
                <a:cubicBezTo>
                  <a:pt x="22950" y="113132"/>
                  <a:pt x="24012" y="122363"/>
                  <a:pt x="26137" y="131716"/>
                </a:cubicBezTo>
                <a:cubicBezTo>
                  <a:pt x="28263" y="141066"/>
                  <a:pt x="31449" y="149568"/>
                  <a:pt x="35698" y="157219"/>
                </a:cubicBezTo>
                <a:lnTo>
                  <a:pt x="14935" y="165234"/>
                </a:lnTo>
                <a:close/>
                <a:moveTo>
                  <a:pt x="169620" y="135176"/>
                </a:moveTo>
                <a:lnTo>
                  <a:pt x="135378" y="135176"/>
                </a:lnTo>
                <a:lnTo>
                  <a:pt x="113707" y="83240"/>
                </a:lnTo>
                <a:lnTo>
                  <a:pt x="101320" y="83240"/>
                </a:lnTo>
                <a:lnTo>
                  <a:pt x="92577" y="135176"/>
                </a:lnTo>
                <a:lnTo>
                  <a:pt x="63074" y="135176"/>
                </a:lnTo>
                <a:lnTo>
                  <a:pt x="85841" y="6225"/>
                </a:lnTo>
                <a:lnTo>
                  <a:pt x="129915" y="6225"/>
                </a:lnTo>
                <a:cubicBezTo>
                  <a:pt x="144121" y="6225"/>
                  <a:pt x="155201" y="9230"/>
                  <a:pt x="163153" y="15241"/>
                </a:cubicBezTo>
                <a:cubicBezTo>
                  <a:pt x="171107" y="21251"/>
                  <a:pt x="175083" y="29660"/>
                  <a:pt x="175083" y="40467"/>
                </a:cubicBezTo>
                <a:cubicBezTo>
                  <a:pt x="175083" y="50909"/>
                  <a:pt x="172230" y="59439"/>
                  <a:pt x="166524" y="66057"/>
                </a:cubicBezTo>
                <a:cubicBezTo>
                  <a:pt x="160817" y="72674"/>
                  <a:pt x="153107" y="77197"/>
                  <a:pt x="143393" y="79624"/>
                </a:cubicBezTo>
                <a:lnTo>
                  <a:pt x="169620" y="135176"/>
                </a:lnTo>
                <a:moveTo>
                  <a:pt x="118807" y="61540"/>
                </a:moveTo>
                <a:cubicBezTo>
                  <a:pt x="126942" y="61540"/>
                  <a:pt x="133255" y="60206"/>
                  <a:pt x="137746" y="57536"/>
                </a:cubicBezTo>
                <a:cubicBezTo>
                  <a:pt x="142239" y="54864"/>
                  <a:pt x="144485" y="50615"/>
                  <a:pt x="144485" y="44788"/>
                </a:cubicBezTo>
                <a:cubicBezTo>
                  <a:pt x="144485" y="39447"/>
                  <a:pt x="142603" y="35805"/>
                  <a:pt x="138838" y="33863"/>
                </a:cubicBezTo>
                <a:cubicBezTo>
                  <a:pt x="135075" y="31920"/>
                  <a:pt x="130037" y="30948"/>
                  <a:pt x="123723" y="30948"/>
                </a:cubicBezTo>
                <a:lnTo>
                  <a:pt x="110792" y="30948"/>
                </a:lnTo>
                <a:lnTo>
                  <a:pt x="105328" y="61540"/>
                </a:lnTo>
                <a:lnTo>
                  <a:pt x="118807" y="61540"/>
                </a:lnTo>
                <a:close/>
                <a:moveTo>
                  <a:pt x="322665" y="57455"/>
                </a:moveTo>
                <a:cubicBezTo>
                  <a:pt x="322665" y="65100"/>
                  <a:pt x="321784" y="71865"/>
                  <a:pt x="320022" y="77751"/>
                </a:cubicBezTo>
                <a:cubicBezTo>
                  <a:pt x="318262" y="83637"/>
                  <a:pt x="316077" y="88765"/>
                  <a:pt x="313466" y="93133"/>
                </a:cubicBezTo>
                <a:cubicBezTo>
                  <a:pt x="310856" y="97502"/>
                  <a:pt x="308063" y="101173"/>
                  <a:pt x="305087" y="104147"/>
                </a:cubicBezTo>
                <a:cubicBezTo>
                  <a:pt x="302114" y="107121"/>
                  <a:pt x="299352" y="109396"/>
                  <a:pt x="296803" y="110972"/>
                </a:cubicBezTo>
                <a:lnTo>
                  <a:pt x="296619" y="111520"/>
                </a:lnTo>
                <a:lnTo>
                  <a:pt x="323941" y="110975"/>
                </a:lnTo>
                <a:lnTo>
                  <a:pt x="319569" y="135176"/>
                </a:lnTo>
                <a:lnTo>
                  <a:pt x="247262" y="135176"/>
                </a:lnTo>
                <a:cubicBezTo>
                  <a:pt x="238156" y="135176"/>
                  <a:pt x="229838" y="133902"/>
                  <a:pt x="222309" y="131354"/>
                </a:cubicBezTo>
                <a:cubicBezTo>
                  <a:pt x="214781" y="128805"/>
                  <a:pt x="208316" y="125164"/>
                  <a:pt x="202913" y="120432"/>
                </a:cubicBezTo>
                <a:cubicBezTo>
                  <a:pt x="197511" y="115699"/>
                  <a:pt x="193352" y="109964"/>
                  <a:pt x="190438" y="103230"/>
                </a:cubicBezTo>
                <a:cubicBezTo>
                  <a:pt x="187524" y="96495"/>
                  <a:pt x="186067" y="88941"/>
                  <a:pt x="186067" y="80566"/>
                </a:cubicBezTo>
                <a:cubicBezTo>
                  <a:pt x="186067" y="69767"/>
                  <a:pt x="187948" y="59665"/>
                  <a:pt x="191711" y="50260"/>
                </a:cubicBezTo>
                <a:cubicBezTo>
                  <a:pt x="195476" y="40856"/>
                  <a:pt x="200727" y="32634"/>
                  <a:pt x="207466" y="25596"/>
                </a:cubicBezTo>
                <a:cubicBezTo>
                  <a:pt x="214206" y="18557"/>
                  <a:pt x="222189" y="13036"/>
                  <a:pt x="231416" y="9032"/>
                </a:cubicBezTo>
                <a:cubicBezTo>
                  <a:pt x="240644" y="5026"/>
                  <a:pt x="250662" y="3024"/>
                  <a:pt x="261469" y="3024"/>
                </a:cubicBezTo>
                <a:cubicBezTo>
                  <a:pt x="270698" y="3024"/>
                  <a:pt x="279076" y="4298"/>
                  <a:pt x="286603" y="6848"/>
                </a:cubicBezTo>
                <a:cubicBezTo>
                  <a:pt x="294131" y="9395"/>
                  <a:pt x="300566" y="13005"/>
                  <a:pt x="305907" y="17678"/>
                </a:cubicBezTo>
                <a:cubicBezTo>
                  <a:pt x="311250" y="22350"/>
                  <a:pt x="315379" y="28055"/>
                  <a:pt x="318294" y="34792"/>
                </a:cubicBezTo>
                <a:cubicBezTo>
                  <a:pt x="321208" y="41526"/>
                  <a:pt x="322665" y="49081"/>
                  <a:pt x="322665" y="57455"/>
                </a:cubicBezTo>
                <a:moveTo>
                  <a:pt x="291339" y="61360"/>
                </a:moveTo>
                <a:cubicBezTo>
                  <a:pt x="291339" y="56993"/>
                  <a:pt x="290641" y="52899"/>
                  <a:pt x="289244" y="49079"/>
                </a:cubicBezTo>
                <a:cubicBezTo>
                  <a:pt x="287848" y="45257"/>
                  <a:pt x="285846" y="41921"/>
                  <a:pt x="283235" y="39071"/>
                </a:cubicBezTo>
                <a:cubicBezTo>
                  <a:pt x="280625" y="36220"/>
                  <a:pt x="277376" y="33975"/>
                  <a:pt x="273489" y="32338"/>
                </a:cubicBezTo>
                <a:cubicBezTo>
                  <a:pt x="269604" y="30700"/>
                  <a:pt x="265112" y="29881"/>
                  <a:pt x="260013" y="29881"/>
                </a:cubicBezTo>
                <a:cubicBezTo>
                  <a:pt x="253577" y="29881"/>
                  <a:pt x="247717" y="31216"/>
                  <a:pt x="242435" y="33886"/>
                </a:cubicBezTo>
                <a:cubicBezTo>
                  <a:pt x="237153" y="36554"/>
                  <a:pt x="232660" y="40102"/>
                  <a:pt x="228956" y="44530"/>
                </a:cubicBezTo>
                <a:cubicBezTo>
                  <a:pt x="225255" y="48956"/>
                  <a:pt x="222401" y="54019"/>
                  <a:pt x="220397" y="59720"/>
                </a:cubicBezTo>
                <a:cubicBezTo>
                  <a:pt x="218394" y="65421"/>
                  <a:pt x="217393" y="71244"/>
                  <a:pt x="217393" y="77190"/>
                </a:cubicBezTo>
                <a:cubicBezTo>
                  <a:pt x="217393" y="81555"/>
                  <a:pt x="218090" y="85648"/>
                  <a:pt x="219485" y="89470"/>
                </a:cubicBezTo>
                <a:cubicBezTo>
                  <a:pt x="220882" y="93291"/>
                  <a:pt x="222917" y="96657"/>
                  <a:pt x="225588" y="99570"/>
                </a:cubicBezTo>
                <a:cubicBezTo>
                  <a:pt x="228260" y="102480"/>
                  <a:pt x="231569" y="104785"/>
                  <a:pt x="235515" y="106484"/>
                </a:cubicBezTo>
                <a:cubicBezTo>
                  <a:pt x="239461" y="108181"/>
                  <a:pt x="243984" y="109030"/>
                  <a:pt x="249083" y="109030"/>
                </a:cubicBezTo>
                <a:cubicBezTo>
                  <a:pt x="255397" y="109030"/>
                  <a:pt x="261164" y="107696"/>
                  <a:pt x="266385" y="105028"/>
                </a:cubicBezTo>
                <a:cubicBezTo>
                  <a:pt x="271608" y="102358"/>
                  <a:pt x="276071" y="98810"/>
                  <a:pt x="279772" y="94384"/>
                </a:cubicBezTo>
                <a:cubicBezTo>
                  <a:pt x="283476" y="89956"/>
                  <a:pt x="286329" y="84861"/>
                  <a:pt x="288332" y="79099"/>
                </a:cubicBezTo>
                <a:cubicBezTo>
                  <a:pt x="290337" y="73337"/>
                  <a:pt x="291339" y="67424"/>
                  <a:pt x="291339" y="61360"/>
                </a:cubicBezTo>
                <a:close/>
                <a:moveTo>
                  <a:pt x="431998" y="109386"/>
                </a:moveTo>
                <a:lnTo>
                  <a:pt x="427445" y="135176"/>
                </a:lnTo>
                <a:lnTo>
                  <a:pt x="333648" y="135176"/>
                </a:lnTo>
                <a:lnTo>
                  <a:pt x="338019" y="110044"/>
                </a:lnTo>
                <a:lnTo>
                  <a:pt x="396119" y="64698"/>
                </a:lnTo>
                <a:cubicBezTo>
                  <a:pt x="401218" y="60449"/>
                  <a:pt x="405073" y="56565"/>
                  <a:pt x="407683" y="53045"/>
                </a:cubicBezTo>
                <a:cubicBezTo>
                  <a:pt x="410294" y="49523"/>
                  <a:pt x="411599" y="45940"/>
                  <a:pt x="411599" y="42298"/>
                </a:cubicBezTo>
                <a:cubicBezTo>
                  <a:pt x="411599" y="38050"/>
                  <a:pt x="410294" y="34681"/>
                  <a:pt x="407683" y="32193"/>
                </a:cubicBezTo>
                <a:cubicBezTo>
                  <a:pt x="405073" y="29703"/>
                  <a:pt x="401218" y="28458"/>
                  <a:pt x="396119" y="28458"/>
                </a:cubicBezTo>
                <a:cubicBezTo>
                  <a:pt x="391019" y="28458"/>
                  <a:pt x="386678" y="30067"/>
                  <a:pt x="383097" y="33285"/>
                </a:cubicBezTo>
                <a:cubicBezTo>
                  <a:pt x="379515" y="36502"/>
                  <a:pt x="376874" y="41024"/>
                  <a:pt x="375173" y="46853"/>
                </a:cubicBezTo>
                <a:lnTo>
                  <a:pt x="347855" y="41206"/>
                </a:lnTo>
                <a:cubicBezTo>
                  <a:pt x="351497" y="28954"/>
                  <a:pt x="357841" y="19497"/>
                  <a:pt x="366886" y="12837"/>
                </a:cubicBezTo>
                <a:cubicBezTo>
                  <a:pt x="375933" y="6176"/>
                  <a:pt x="386527" y="2846"/>
                  <a:pt x="398668" y="2846"/>
                </a:cubicBezTo>
                <a:cubicBezTo>
                  <a:pt x="404862" y="2846"/>
                  <a:pt x="410629" y="3635"/>
                  <a:pt x="415971" y="5214"/>
                </a:cubicBezTo>
                <a:cubicBezTo>
                  <a:pt x="421312" y="6792"/>
                  <a:pt x="425956" y="9129"/>
                  <a:pt x="429902" y="12225"/>
                </a:cubicBezTo>
                <a:cubicBezTo>
                  <a:pt x="433849" y="15321"/>
                  <a:pt x="436944" y="19085"/>
                  <a:pt x="439190" y="23517"/>
                </a:cubicBezTo>
                <a:cubicBezTo>
                  <a:pt x="441437" y="27949"/>
                  <a:pt x="442561" y="33018"/>
                  <a:pt x="442561" y="38724"/>
                </a:cubicBezTo>
                <a:cubicBezTo>
                  <a:pt x="442561" y="44065"/>
                  <a:pt x="441772" y="48770"/>
                  <a:pt x="440193" y="52839"/>
                </a:cubicBezTo>
                <a:cubicBezTo>
                  <a:pt x="438615" y="56906"/>
                  <a:pt x="436459" y="60700"/>
                  <a:pt x="433726" y="64222"/>
                </a:cubicBezTo>
                <a:cubicBezTo>
                  <a:pt x="430995" y="67743"/>
                  <a:pt x="427809" y="71051"/>
                  <a:pt x="424166" y="74146"/>
                </a:cubicBezTo>
                <a:cubicBezTo>
                  <a:pt x="420524" y="77242"/>
                  <a:pt x="416577" y="80429"/>
                  <a:pt x="412327" y="83707"/>
                </a:cubicBezTo>
                <a:lnTo>
                  <a:pt x="379545" y="109386"/>
                </a:lnTo>
                <a:lnTo>
                  <a:pt x="431998" y="109386"/>
                </a:lnTo>
                <a:close/>
                <a:moveTo>
                  <a:pt x="492885" y="0"/>
                </a:moveTo>
                <a:cubicBezTo>
                  <a:pt x="497743" y="8502"/>
                  <a:pt x="501446" y="18036"/>
                  <a:pt x="503996" y="28603"/>
                </a:cubicBezTo>
                <a:cubicBezTo>
                  <a:pt x="506545" y="39169"/>
                  <a:pt x="507820" y="49978"/>
                  <a:pt x="507820" y="61032"/>
                </a:cubicBezTo>
                <a:cubicBezTo>
                  <a:pt x="507820" y="79493"/>
                  <a:pt x="504147" y="97620"/>
                  <a:pt x="496801" y="115413"/>
                </a:cubicBezTo>
                <a:cubicBezTo>
                  <a:pt x="489456" y="133205"/>
                  <a:pt x="478680" y="149753"/>
                  <a:pt x="464471" y="165057"/>
                </a:cubicBezTo>
                <a:lnTo>
                  <a:pt x="446624" y="154126"/>
                </a:lnTo>
                <a:cubicBezTo>
                  <a:pt x="459495" y="139673"/>
                  <a:pt x="469087" y="124400"/>
                  <a:pt x="475402" y="108307"/>
                </a:cubicBezTo>
                <a:cubicBezTo>
                  <a:pt x="481716" y="92214"/>
                  <a:pt x="484873" y="76516"/>
                  <a:pt x="484873" y="61213"/>
                </a:cubicBezTo>
                <a:cubicBezTo>
                  <a:pt x="484873" y="52104"/>
                  <a:pt x="483810" y="42874"/>
                  <a:pt x="481685" y="33522"/>
                </a:cubicBezTo>
                <a:cubicBezTo>
                  <a:pt x="479560" y="24169"/>
                  <a:pt x="476372" y="15667"/>
                  <a:pt x="472122" y="8015"/>
                </a:cubicBezTo>
                <a:lnTo>
                  <a:pt x="49288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(RQ3)">
            <a:extLst xmlns:a="http://schemas.openxmlformats.org/drawingml/2006/main">
              <a:ext uri="{FF2B5EF4-FFF2-40B4-BE49-F238E27FC236}">
                <a16:creationId xmlns:a16="http://schemas.microsoft.com/office/drawing/2014/main" id="{60FE23E4-6536-4C28-B5F4-D3D3276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506" y="3739562"/>
            <a:ext cx="507819" cy="165234"/>
          </a:xfrm>
          <a:custGeom xmlns:a="http://schemas.openxmlformats.org/drawingml/2006/main">
            <a:pathLst>
              <a:path w="507819" h="165234">
                <a:moveTo>
                  <a:pt x="14935" y="165234"/>
                </a:moveTo>
                <a:cubicBezTo>
                  <a:pt x="10079" y="156612"/>
                  <a:pt x="6375" y="147047"/>
                  <a:pt x="3824" y="136540"/>
                </a:cubicBezTo>
                <a:cubicBezTo>
                  <a:pt x="1275" y="126035"/>
                  <a:pt x="0" y="115257"/>
                  <a:pt x="0" y="104205"/>
                </a:cubicBezTo>
                <a:cubicBezTo>
                  <a:pt x="0" y="85745"/>
                  <a:pt x="3673" y="67618"/>
                  <a:pt x="11019" y="49827"/>
                </a:cubicBezTo>
                <a:cubicBezTo>
                  <a:pt x="18365" y="32033"/>
                  <a:pt x="29142" y="15424"/>
                  <a:pt x="43348" y="0"/>
                </a:cubicBezTo>
                <a:lnTo>
                  <a:pt x="61199" y="11114"/>
                </a:lnTo>
                <a:cubicBezTo>
                  <a:pt x="54762" y="18278"/>
                  <a:pt x="49146" y="25717"/>
                  <a:pt x="44349" y="33430"/>
                </a:cubicBezTo>
                <a:cubicBezTo>
                  <a:pt x="39554" y="41141"/>
                  <a:pt x="35578" y="48974"/>
                  <a:pt x="32421" y="56930"/>
                </a:cubicBezTo>
                <a:cubicBezTo>
                  <a:pt x="29264" y="64886"/>
                  <a:pt x="26896" y="72811"/>
                  <a:pt x="25318" y="80705"/>
                </a:cubicBezTo>
                <a:cubicBezTo>
                  <a:pt x="23739" y="88600"/>
                  <a:pt x="22950" y="96372"/>
                  <a:pt x="22950" y="104022"/>
                </a:cubicBezTo>
                <a:cubicBezTo>
                  <a:pt x="22950" y="113132"/>
                  <a:pt x="24012" y="122363"/>
                  <a:pt x="26137" y="131716"/>
                </a:cubicBezTo>
                <a:cubicBezTo>
                  <a:pt x="28263" y="141066"/>
                  <a:pt x="31449" y="149568"/>
                  <a:pt x="35698" y="157219"/>
                </a:cubicBezTo>
                <a:lnTo>
                  <a:pt x="14935" y="165234"/>
                </a:lnTo>
                <a:close/>
                <a:moveTo>
                  <a:pt x="169619" y="135176"/>
                </a:moveTo>
                <a:lnTo>
                  <a:pt x="135378" y="135176"/>
                </a:lnTo>
                <a:lnTo>
                  <a:pt x="113707" y="83240"/>
                </a:lnTo>
                <a:lnTo>
                  <a:pt x="101320" y="83240"/>
                </a:lnTo>
                <a:lnTo>
                  <a:pt x="92577" y="135176"/>
                </a:lnTo>
                <a:lnTo>
                  <a:pt x="63074" y="135176"/>
                </a:lnTo>
                <a:lnTo>
                  <a:pt x="85841" y="6225"/>
                </a:lnTo>
                <a:lnTo>
                  <a:pt x="129914" y="6225"/>
                </a:lnTo>
                <a:cubicBezTo>
                  <a:pt x="144121" y="6225"/>
                  <a:pt x="155201" y="9230"/>
                  <a:pt x="163152" y="15241"/>
                </a:cubicBezTo>
                <a:cubicBezTo>
                  <a:pt x="171106" y="21251"/>
                  <a:pt x="175083" y="29660"/>
                  <a:pt x="175083" y="40467"/>
                </a:cubicBezTo>
                <a:cubicBezTo>
                  <a:pt x="175083" y="50909"/>
                  <a:pt x="172230" y="59439"/>
                  <a:pt x="166523" y="66057"/>
                </a:cubicBezTo>
                <a:cubicBezTo>
                  <a:pt x="160817" y="72674"/>
                  <a:pt x="153107" y="77197"/>
                  <a:pt x="143393" y="79624"/>
                </a:cubicBezTo>
                <a:lnTo>
                  <a:pt x="169619" y="135176"/>
                </a:lnTo>
                <a:moveTo>
                  <a:pt x="118806" y="61540"/>
                </a:moveTo>
                <a:cubicBezTo>
                  <a:pt x="126942" y="61540"/>
                  <a:pt x="133255" y="60206"/>
                  <a:pt x="137746" y="57536"/>
                </a:cubicBezTo>
                <a:cubicBezTo>
                  <a:pt x="142239" y="54864"/>
                  <a:pt x="144485" y="50615"/>
                  <a:pt x="144485" y="44788"/>
                </a:cubicBezTo>
                <a:cubicBezTo>
                  <a:pt x="144485" y="39447"/>
                  <a:pt x="142603" y="35805"/>
                  <a:pt x="138838" y="33863"/>
                </a:cubicBezTo>
                <a:cubicBezTo>
                  <a:pt x="135075" y="31920"/>
                  <a:pt x="130037" y="30948"/>
                  <a:pt x="123723" y="30948"/>
                </a:cubicBezTo>
                <a:lnTo>
                  <a:pt x="110791" y="30948"/>
                </a:lnTo>
                <a:lnTo>
                  <a:pt x="105328" y="61540"/>
                </a:lnTo>
                <a:lnTo>
                  <a:pt x="118806" y="61540"/>
                </a:lnTo>
                <a:close/>
                <a:moveTo>
                  <a:pt x="322665" y="57455"/>
                </a:moveTo>
                <a:cubicBezTo>
                  <a:pt x="322665" y="65100"/>
                  <a:pt x="321784" y="71865"/>
                  <a:pt x="320022" y="77751"/>
                </a:cubicBezTo>
                <a:cubicBezTo>
                  <a:pt x="318262" y="83637"/>
                  <a:pt x="316077" y="88765"/>
                  <a:pt x="313466" y="93133"/>
                </a:cubicBezTo>
                <a:cubicBezTo>
                  <a:pt x="310856" y="97502"/>
                  <a:pt x="308063" y="101173"/>
                  <a:pt x="305087" y="104147"/>
                </a:cubicBezTo>
                <a:cubicBezTo>
                  <a:pt x="302114" y="107121"/>
                  <a:pt x="299352" y="109396"/>
                  <a:pt x="296803" y="110972"/>
                </a:cubicBezTo>
                <a:lnTo>
                  <a:pt x="296619" y="111520"/>
                </a:lnTo>
                <a:lnTo>
                  <a:pt x="323941" y="110975"/>
                </a:lnTo>
                <a:lnTo>
                  <a:pt x="319569" y="135176"/>
                </a:lnTo>
                <a:lnTo>
                  <a:pt x="247262" y="135176"/>
                </a:lnTo>
                <a:cubicBezTo>
                  <a:pt x="238156" y="135176"/>
                  <a:pt x="229838" y="133902"/>
                  <a:pt x="222309" y="131354"/>
                </a:cubicBezTo>
                <a:cubicBezTo>
                  <a:pt x="214781" y="128805"/>
                  <a:pt x="208316" y="125164"/>
                  <a:pt x="202913" y="120432"/>
                </a:cubicBezTo>
                <a:cubicBezTo>
                  <a:pt x="197511" y="115699"/>
                  <a:pt x="193352" y="109964"/>
                  <a:pt x="190438" y="103230"/>
                </a:cubicBezTo>
                <a:cubicBezTo>
                  <a:pt x="187524" y="96495"/>
                  <a:pt x="186067" y="88941"/>
                  <a:pt x="186067" y="80566"/>
                </a:cubicBezTo>
                <a:cubicBezTo>
                  <a:pt x="186067" y="69767"/>
                  <a:pt x="187948" y="59665"/>
                  <a:pt x="191711" y="50260"/>
                </a:cubicBezTo>
                <a:cubicBezTo>
                  <a:pt x="195476" y="40856"/>
                  <a:pt x="200727" y="32634"/>
                  <a:pt x="207466" y="25596"/>
                </a:cubicBezTo>
                <a:cubicBezTo>
                  <a:pt x="214206" y="18557"/>
                  <a:pt x="222189" y="13036"/>
                  <a:pt x="231416" y="9032"/>
                </a:cubicBezTo>
                <a:cubicBezTo>
                  <a:pt x="240644" y="5026"/>
                  <a:pt x="250662" y="3024"/>
                  <a:pt x="261469" y="3024"/>
                </a:cubicBezTo>
                <a:cubicBezTo>
                  <a:pt x="270698" y="3024"/>
                  <a:pt x="279076" y="4298"/>
                  <a:pt x="286603" y="6848"/>
                </a:cubicBezTo>
                <a:cubicBezTo>
                  <a:pt x="294131" y="9395"/>
                  <a:pt x="300566" y="13005"/>
                  <a:pt x="305907" y="17678"/>
                </a:cubicBezTo>
                <a:cubicBezTo>
                  <a:pt x="311250" y="22350"/>
                  <a:pt x="315379" y="28055"/>
                  <a:pt x="318294" y="34792"/>
                </a:cubicBezTo>
                <a:cubicBezTo>
                  <a:pt x="321208" y="41526"/>
                  <a:pt x="322665" y="49081"/>
                  <a:pt x="322665" y="57455"/>
                </a:cubicBezTo>
                <a:moveTo>
                  <a:pt x="291339" y="61360"/>
                </a:moveTo>
                <a:cubicBezTo>
                  <a:pt x="291339" y="56993"/>
                  <a:pt x="290641" y="52899"/>
                  <a:pt x="289244" y="49079"/>
                </a:cubicBezTo>
                <a:cubicBezTo>
                  <a:pt x="287848" y="45257"/>
                  <a:pt x="285846" y="41921"/>
                  <a:pt x="283235" y="39071"/>
                </a:cubicBezTo>
                <a:cubicBezTo>
                  <a:pt x="280625" y="36220"/>
                  <a:pt x="277376" y="33975"/>
                  <a:pt x="273489" y="32338"/>
                </a:cubicBezTo>
                <a:cubicBezTo>
                  <a:pt x="269604" y="30700"/>
                  <a:pt x="265112" y="29881"/>
                  <a:pt x="260013" y="29881"/>
                </a:cubicBezTo>
                <a:cubicBezTo>
                  <a:pt x="253577" y="29881"/>
                  <a:pt x="247717" y="31216"/>
                  <a:pt x="242435" y="33886"/>
                </a:cubicBezTo>
                <a:cubicBezTo>
                  <a:pt x="237153" y="36554"/>
                  <a:pt x="232660" y="40102"/>
                  <a:pt x="228956" y="44530"/>
                </a:cubicBezTo>
                <a:cubicBezTo>
                  <a:pt x="225255" y="48956"/>
                  <a:pt x="222401" y="54019"/>
                  <a:pt x="220397" y="59720"/>
                </a:cubicBezTo>
                <a:cubicBezTo>
                  <a:pt x="218394" y="65421"/>
                  <a:pt x="217393" y="71244"/>
                  <a:pt x="217393" y="77190"/>
                </a:cubicBezTo>
                <a:cubicBezTo>
                  <a:pt x="217393" y="81555"/>
                  <a:pt x="218090" y="85648"/>
                  <a:pt x="219485" y="89470"/>
                </a:cubicBezTo>
                <a:cubicBezTo>
                  <a:pt x="220882" y="93291"/>
                  <a:pt x="222917" y="96657"/>
                  <a:pt x="225588" y="99570"/>
                </a:cubicBezTo>
                <a:cubicBezTo>
                  <a:pt x="228260" y="102480"/>
                  <a:pt x="231569" y="104785"/>
                  <a:pt x="235515" y="106484"/>
                </a:cubicBezTo>
                <a:cubicBezTo>
                  <a:pt x="239461" y="108181"/>
                  <a:pt x="243984" y="109030"/>
                  <a:pt x="249083" y="109030"/>
                </a:cubicBezTo>
                <a:cubicBezTo>
                  <a:pt x="255397" y="109030"/>
                  <a:pt x="261164" y="107696"/>
                  <a:pt x="266385" y="105028"/>
                </a:cubicBezTo>
                <a:cubicBezTo>
                  <a:pt x="271608" y="102358"/>
                  <a:pt x="276071" y="98810"/>
                  <a:pt x="279772" y="94384"/>
                </a:cubicBezTo>
                <a:cubicBezTo>
                  <a:pt x="283476" y="89956"/>
                  <a:pt x="286329" y="84861"/>
                  <a:pt x="288332" y="79099"/>
                </a:cubicBezTo>
                <a:cubicBezTo>
                  <a:pt x="290337" y="73337"/>
                  <a:pt x="291339" y="67424"/>
                  <a:pt x="291339" y="61360"/>
                </a:cubicBezTo>
                <a:close/>
                <a:moveTo>
                  <a:pt x="384461" y="57627"/>
                </a:moveTo>
                <a:cubicBezTo>
                  <a:pt x="392719" y="57627"/>
                  <a:pt x="399002" y="56110"/>
                  <a:pt x="403312" y="53075"/>
                </a:cubicBezTo>
                <a:cubicBezTo>
                  <a:pt x="407623" y="50039"/>
                  <a:pt x="409779" y="45667"/>
                  <a:pt x="409779" y="39961"/>
                </a:cubicBezTo>
                <a:cubicBezTo>
                  <a:pt x="409779" y="36076"/>
                  <a:pt x="408473" y="32980"/>
                  <a:pt x="405863" y="30673"/>
                </a:cubicBezTo>
                <a:cubicBezTo>
                  <a:pt x="403252" y="28366"/>
                  <a:pt x="399701" y="27213"/>
                  <a:pt x="395208" y="27213"/>
                </a:cubicBezTo>
                <a:cubicBezTo>
                  <a:pt x="390472" y="27213"/>
                  <a:pt x="386435" y="28337"/>
                  <a:pt x="383097" y="30584"/>
                </a:cubicBezTo>
                <a:cubicBezTo>
                  <a:pt x="379758" y="32830"/>
                  <a:pt x="377117" y="35956"/>
                  <a:pt x="375173" y="39964"/>
                </a:cubicBezTo>
                <a:lnTo>
                  <a:pt x="350767" y="30128"/>
                </a:lnTo>
                <a:cubicBezTo>
                  <a:pt x="355260" y="20668"/>
                  <a:pt x="361696" y="13757"/>
                  <a:pt x="370074" y="9393"/>
                </a:cubicBezTo>
                <a:cubicBezTo>
                  <a:pt x="378452" y="5028"/>
                  <a:pt x="387619" y="2846"/>
                  <a:pt x="397576" y="2846"/>
                </a:cubicBezTo>
                <a:cubicBezTo>
                  <a:pt x="402919" y="2846"/>
                  <a:pt x="408109" y="3514"/>
                  <a:pt x="413147" y="4850"/>
                </a:cubicBezTo>
                <a:cubicBezTo>
                  <a:pt x="418186" y="6184"/>
                  <a:pt x="422649" y="8247"/>
                  <a:pt x="426534" y="11039"/>
                </a:cubicBezTo>
                <a:cubicBezTo>
                  <a:pt x="430419" y="13829"/>
                  <a:pt x="433546" y="17379"/>
                  <a:pt x="435913" y="21688"/>
                </a:cubicBezTo>
                <a:cubicBezTo>
                  <a:pt x="438281" y="25996"/>
                  <a:pt x="439465" y="31123"/>
                  <a:pt x="439465" y="37070"/>
                </a:cubicBezTo>
                <a:cubicBezTo>
                  <a:pt x="439465" y="41561"/>
                  <a:pt x="438706" y="45537"/>
                  <a:pt x="437189" y="48996"/>
                </a:cubicBezTo>
                <a:cubicBezTo>
                  <a:pt x="435672" y="52455"/>
                  <a:pt x="433698" y="55459"/>
                  <a:pt x="431270" y="58008"/>
                </a:cubicBezTo>
                <a:cubicBezTo>
                  <a:pt x="428841" y="60556"/>
                  <a:pt x="426108" y="62619"/>
                  <a:pt x="423071" y="64197"/>
                </a:cubicBezTo>
                <a:cubicBezTo>
                  <a:pt x="420036" y="65774"/>
                  <a:pt x="417002" y="66926"/>
                  <a:pt x="413967" y="67654"/>
                </a:cubicBezTo>
                <a:lnTo>
                  <a:pt x="413967" y="68019"/>
                </a:lnTo>
                <a:cubicBezTo>
                  <a:pt x="420161" y="69716"/>
                  <a:pt x="425017" y="72989"/>
                  <a:pt x="428538" y="77837"/>
                </a:cubicBezTo>
                <a:cubicBezTo>
                  <a:pt x="432060" y="82684"/>
                  <a:pt x="433821" y="88319"/>
                  <a:pt x="433821" y="94742"/>
                </a:cubicBezTo>
                <a:cubicBezTo>
                  <a:pt x="433821" y="102014"/>
                  <a:pt x="432394" y="108378"/>
                  <a:pt x="429541" y="113832"/>
                </a:cubicBezTo>
                <a:cubicBezTo>
                  <a:pt x="426688" y="119285"/>
                  <a:pt x="422893" y="123829"/>
                  <a:pt x="418158" y="127466"/>
                </a:cubicBezTo>
                <a:cubicBezTo>
                  <a:pt x="413422" y="131101"/>
                  <a:pt x="407957" y="133858"/>
                  <a:pt x="401764" y="135737"/>
                </a:cubicBezTo>
                <a:cubicBezTo>
                  <a:pt x="395572" y="137616"/>
                  <a:pt x="389137" y="138555"/>
                  <a:pt x="382460" y="138555"/>
                </a:cubicBezTo>
                <a:cubicBezTo>
                  <a:pt x="376509" y="138555"/>
                  <a:pt x="370983" y="137858"/>
                  <a:pt x="365883" y="136465"/>
                </a:cubicBezTo>
                <a:cubicBezTo>
                  <a:pt x="360784" y="135072"/>
                  <a:pt x="356171" y="133013"/>
                  <a:pt x="352043" y="130287"/>
                </a:cubicBezTo>
                <a:cubicBezTo>
                  <a:pt x="347915" y="127562"/>
                  <a:pt x="344424" y="124140"/>
                  <a:pt x="341571" y="120021"/>
                </a:cubicBezTo>
                <a:cubicBezTo>
                  <a:pt x="338718" y="115903"/>
                  <a:pt x="336562" y="111172"/>
                  <a:pt x="335104" y="105831"/>
                </a:cubicBezTo>
                <a:lnTo>
                  <a:pt x="362790" y="98364"/>
                </a:lnTo>
                <a:cubicBezTo>
                  <a:pt x="364125" y="103220"/>
                  <a:pt x="366553" y="106923"/>
                  <a:pt x="370074" y="109474"/>
                </a:cubicBezTo>
                <a:cubicBezTo>
                  <a:pt x="373596" y="112024"/>
                  <a:pt x="378089" y="113298"/>
                  <a:pt x="383552" y="113298"/>
                </a:cubicBezTo>
                <a:cubicBezTo>
                  <a:pt x="389501" y="113298"/>
                  <a:pt x="394328" y="111785"/>
                  <a:pt x="398031" y="108757"/>
                </a:cubicBezTo>
                <a:cubicBezTo>
                  <a:pt x="401735" y="105728"/>
                  <a:pt x="403587" y="101549"/>
                  <a:pt x="403587" y="96221"/>
                </a:cubicBezTo>
                <a:cubicBezTo>
                  <a:pt x="403587" y="93071"/>
                  <a:pt x="402949" y="90406"/>
                  <a:pt x="401672" y="88225"/>
                </a:cubicBezTo>
                <a:cubicBezTo>
                  <a:pt x="400397" y="86045"/>
                  <a:pt x="398667" y="84319"/>
                  <a:pt x="396481" y="83048"/>
                </a:cubicBezTo>
                <a:cubicBezTo>
                  <a:pt x="394296" y="81775"/>
                  <a:pt x="391747" y="80866"/>
                  <a:pt x="388833" y="80322"/>
                </a:cubicBezTo>
                <a:cubicBezTo>
                  <a:pt x="385918" y="79777"/>
                  <a:pt x="382822" y="79505"/>
                  <a:pt x="379545" y="79505"/>
                </a:cubicBezTo>
                <a:lnTo>
                  <a:pt x="371530" y="79505"/>
                </a:lnTo>
                <a:lnTo>
                  <a:pt x="375173" y="57627"/>
                </a:lnTo>
                <a:lnTo>
                  <a:pt x="384461" y="57627"/>
                </a:lnTo>
                <a:close/>
                <a:moveTo>
                  <a:pt x="492885" y="0"/>
                </a:moveTo>
                <a:cubicBezTo>
                  <a:pt x="497742" y="8502"/>
                  <a:pt x="501446" y="18036"/>
                  <a:pt x="503995" y="28603"/>
                </a:cubicBezTo>
                <a:cubicBezTo>
                  <a:pt x="506545" y="39169"/>
                  <a:pt x="507819" y="49978"/>
                  <a:pt x="507819" y="61032"/>
                </a:cubicBezTo>
                <a:cubicBezTo>
                  <a:pt x="507819" y="79493"/>
                  <a:pt x="504146" y="97620"/>
                  <a:pt x="496800" y="115413"/>
                </a:cubicBezTo>
                <a:cubicBezTo>
                  <a:pt x="489456" y="133205"/>
                  <a:pt x="478680" y="149753"/>
                  <a:pt x="464471" y="165057"/>
                </a:cubicBezTo>
                <a:lnTo>
                  <a:pt x="446624" y="154126"/>
                </a:lnTo>
                <a:cubicBezTo>
                  <a:pt x="459495" y="139673"/>
                  <a:pt x="469087" y="124400"/>
                  <a:pt x="475401" y="108307"/>
                </a:cubicBezTo>
                <a:cubicBezTo>
                  <a:pt x="481715" y="92214"/>
                  <a:pt x="484872" y="76516"/>
                  <a:pt x="484872" y="61213"/>
                </a:cubicBezTo>
                <a:cubicBezTo>
                  <a:pt x="484872" y="52104"/>
                  <a:pt x="483810" y="42874"/>
                  <a:pt x="481685" y="33522"/>
                </a:cubicBezTo>
                <a:cubicBezTo>
                  <a:pt x="479560" y="24169"/>
                  <a:pt x="476372" y="15667"/>
                  <a:pt x="472122" y="8015"/>
                </a:cubicBezTo>
                <a:lnTo>
                  <a:pt x="49288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(RQ1)">
            <a:extLst xmlns:a="http://schemas.openxmlformats.org/drawingml/2006/main">
              <a:ext uri="{FF2B5EF4-FFF2-40B4-BE49-F238E27FC236}">
                <a16:creationId xmlns:a16="http://schemas.microsoft.com/office/drawing/2014/main" id="{D11882B5-6ABC-452E-B7DF-8D8B65DA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112" y="3712849"/>
            <a:ext cx="507820" cy="165234"/>
          </a:xfrm>
          <a:custGeom xmlns:a="http://schemas.openxmlformats.org/drawingml/2006/main">
            <a:pathLst>
              <a:path w="507820" h="165234">
                <a:moveTo>
                  <a:pt x="14935" y="165234"/>
                </a:moveTo>
                <a:cubicBezTo>
                  <a:pt x="10079" y="156612"/>
                  <a:pt x="6375" y="147047"/>
                  <a:pt x="3824" y="136540"/>
                </a:cubicBezTo>
                <a:cubicBezTo>
                  <a:pt x="1275" y="126035"/>
                  <a:pt x="0" y="115257"/>
                  <a:pt x="0" y="104205"/>
                </a:cubicBezTo>
                <a:cubicBezTo>
                  <a:pt x="0" y="85745"/>
                  <a:pt x="3673" y="67618"/>
                  <a:pt x="11019" y="49827"/>
                </a:cubicBezTo>
                <a:cubicBezTo>
                  <a:pt x="18365" y="32033"/>
                  <a:pt x="29142" y="15424"/>
                  <a:pt x="43348" y="0"/>
                </a:cubicBezTo>
                <a:lnTo>
                  <a:pt x="61199" y="11114"/>
                </a:lnTo>
                <a:cubicBezTo>
                  <a:pt x="54762" y="18278"/>
                  <a:pt x="49146" y="25717"/>
                  <a:pt x="44349" y="33430"/>
                </a:cubicBezTo>
                <a:cubicBezTo>
                  <a:pt x="39554" y="41141"/>
                  <a:pt x="35578" y="48974"/>
                  <a:pt x="32421" y="56930"/>
                </a:cubicBezTo>
                <a:cubicBezTo>
                  <a:pt x="29264" y="64886"/>
                  <a:pt x="26896" y="72811"/>
                  <a:pt x="25318" y="80705"/>
                </a:cubicBezTo>
                <a:cubicBezTo>
                  <a:pt x="23739" y="88600"/>
                  <a:pt x="22950" y="96372"/>
                  <a:pt x="22950" y="104022"/>
                </a:cubicBezTo>
                <a:cubicBezTo>
                  <a:pt x="22950" y="113132"/>
                  <a:pt x="24012" y="122363"/>
                  <a:pt x="26137" y="131716"/>
                </a:cubicBezTo>
                <a:cubicBezTo>
                  <a:pt x="28263" y="141066"/>
                  <a:pt x="31449" y="149568"/>
                  <a:pt x="35698" y="157219"/>
                </a:cubicBezTo>
                <a:lnTo>
                  <a:pt x="14935" y="165234"/>
                </a:lnTo>
                <a:close/>
                <a:moveTo>
                  <a:pt x="169619" y="135176"/>
                </a:moveTo>
                <a:lnTo>
                  <a:pt x="135378" y="135176"/>
                </a:lnTo>
                <a:lnTo>
                  <a:pt x="113707" y="83240"/>
                </a:lnTo>
                <a:lnTo>
                  <a:pt x="101320" y="83240"/>
                </a:lnTo>
                <a:lnTo>
                  <a:pt x="92577" y="135176"/>
                </a:lnTo>
                <a:lnTo>
                  <a:pt x="63074" y="135176"/>
                </a:lnTo>
                <a:lnTo>
                  <a:pt x="85841" y="6225"/>
                </a:lnTo>
                <a:lnTo>
                  <a:pt x="129914" y="6225"/>
                </a:lnTo>
                <a:cubicBezTo>
                  <a:pt x="144121" y="6225"/>
                  <a:pt x="155201" y="9230"/>
                  <a:pt x="163152" y="15241"/>
                </a:cubicBezTo>
                <a:cubicBezTo>
                  <a:pt x="171106" y="21251"/>
                  <a:pt x="175083" y="29660"/>
                  <a:pt x="175083" y="40467"/>
                </a:cubicBezTo>
                <a:cubicBezTo>
                  <a:pt x="175083" y="50909"/>
                  <a:pt x="172230" y="59439"/>
                  <a:pt x="166524" y="66057"/>
                </a:cubicBezTo>
                <a:cubicBezTo>
                  <a:pt x="160817" y="72674"/>
                  <a:pt x="153107" y="77197"/>
                  <a:pt x="143393" y="79624"/>
                </a:cubicBezTo>
                <a:lnTo>
                  <a:pt x="169619" y="135176"/>
                </a:lnTo>
                <a:moveTo>
                  <a:pt x="118806" y="61540"/>
                </a:moveTo>
                <a:cubicBezTo>
                  <a:pt x="126942" y="61540"/>
                  <a:pt x="133255" y="60206"/>
                  <a:pt x="137746" y="57536"/>
                </a:cubicBezTo>
                <a:cubicBezTo>
                  <a:pt x="142239" y="54864"/>
                  <a:pt x="144485" y="50615"/>
                  <a:pt x="144485" y="44788"/>
                </a:cubicBezTo>
                <a:cubicBezTo>
                  <a:pt x="144485" y="39447"/>
                  <a:pt x="142603" y="35805"/>
                  <a:pt x="138838" y="33863"/>
                </a:cubicBezTo>
                <a:cubicBezTo>
                  <a:pt x="135075" y="31920"/>
                  <a:pt x="130037" y="30948"/>
                  <a:pt x="123723" y="30948"/>
                </a:cubicBezTo>
                <a:lnTo>
                  <a:pt x="110791" y="30948"/>
                </a:lnTo>
                <a:lnTo>
                  <a:pt x="105328" y="61540"/>
                </a:lnTo>
                <a:lnTo>
                  <a:pt x="118806" y="61540"/>
                </a:lnTo>
                <a:close/>
                <a:moveTo>
                  <a:pt x="322665" y="57455"/>
                </a:moveTo>
                <a:cubicBezTo>
                  <a:pt x="322665" y="65100"/>
                  <a:pt x="321784" y="71865"/>
                  <a:pt x="320022" y="77751"/>
                </a:cubicBezTo>
                <a:cubicBezTo>
                  <a:pt x="318262" y="83637"/>
                  <a:pt x="316077" y="88765"/>
                  <a:pt x="313466" y="93133"/>
                </a:cubicBezTo>
                <a:cubicBezTo>
                  <a:pt x="310856" y="97502"/>
                  <a:pt x="308063" y="101173"/>
                  <a:pt x="305087" y="104147"/>
                </a:cubicBezTo>
                <a:cubicBezTo>
                  <a:pt x="302114" y="107121"/>
                  <a:pt x="299352" y="109396"/>
                  <a:pt x="296803" y="110972"/>
                </a:cubicBezTo>
                <a:lnTo>
                  <a:pt x="296619" y="111520"/>
                </a:lnTo>
                <a:lnTo>
                  <a:pt x="323941" y="110975"/>
                </a:lnTo>
                <a:lnTo>
                  <a:pt x="319569" y="135176"/>
                </a:lnTo>
                <a:lnTo>
                  <a:pt x="247262" y="135176"/>
                </a:lnTo>
                <a:cubicBezTo>
                  <a:pt x="238156" y="135176"/>
                  <a:pt x="229838" y="133902"/>
                  <a:pt x="222309" y="131354"/>
                </a:cubicBezTo>
                <a:cubicBezTo>
                  <a:pt x="214781" y="128805"/>
                  <a:pt x="208316" y="125164"/>
                  <a:pt x="202914" y="120432"/>
                </a:cubicBezTo>
                <a:cubicBezTo>
                  <a:pt x="197511" y="115699"/>
                  <a:pt x="193352" y="109964"/>
                  <a:pt x="190438" y="103230"/>
                </a:cubicBezTo>
                <a:cubicBezTo>
                  <a:pt x="187524" y="96495"/>
                  <a:pt x="186067" y="88941"/>
                  <a:pt x="186067" y="80566"/>
                </a:cubicBezTo>
                <a:cubicBezTo>
                  <a:pt x="186067" y="69767"/>
                  <a:pt x="187948" y="59665"/>
                  <a:pt x="191711" y="50260"/>
                </a:cubicBezTo>
                <a:cubicBezTo>
                  <a:pt x="195476" y="40856"/>
                  <a:pt x="200727" y="32634"/>
                  <a:pt x="207466" y="25596"/>
                </a:cubicBezTo>
                <a:cubicBezTo>
                  <a:pt x="214206" y="18557"/>
                  <a:pt x="222189" y="13036"/>
                  <a:pt x="231416" y="9032"/>
                </a:cubicBezTo>
                <a:cubicBezTo>
                  <a:pt x="240644" y="5026"/>
                  <a:pt x="250662" y="3024"/>
                  <a:pt x="261469" y="3024"/>
                </a:cubicBezTo>
                <a:cubicBezTo>
                  <a:pt x="270698" y="3024"/>
                  <a:pt x="279076" y="4298"/>
                  <a:pt x="286603" y="6848"/>
                </a:cubicBezTo>
                <a:cubicBezTo>
                  <a:pt x="294131" y="9395"/>
                  <a:pt x="300566" y="13005"/>
                  <a:pt x="305907" y="17678"/>
                </a:cubicBezTo>
                <a:cubicBezTo>
                  <a:pt x="311250" y="22350"/>
                  <a:pt x="315379" y="28055"/>
                  <a:pt x="318294" y="34792"/>
                </a:cubicBezTo>
                <a:cubicBezTo>
                  <a:pt x="321208" y="41526"/>
                  <a:pt x="322665" y="49081"/>
                  <a:pt x="322665" y="57455"/>
                </a:cubicBezTo>
                <a:moveTo>
                  <a:pt x="291339" y="61360"/>
                </a:moveTo>
                <a:cubicBezTo>
                  <a:pt x="291339" y="56993"/>
                  <a:pt x="290641" y="52899"/>
                  <a:pt x="289244" y="49079"/>
                </a:cubicBezTo>
                <a:cubicBezTo>
                  <a:pt x="287848" y="45257"/>
                  <a:pt x="285846" y="41921"/>
                  <a:pt x="283235" y="39071"/>
                </a:cubicBezTo>
                <a:cubicBezTo>
                  <a:pt x="280625" y="36220"/>
                  <a:pt x="277376" y="33975"/>
                  <a:pt x="273489" y="32338"/>
                </a:cubicBezTo>
                <a:cubicBezTo>
                  <a:pt x="269604" y="30700"/>
                  <a:pt x="265112" y="29881"/>
                  <a:pt x="260013" y="29881"/>
                </a:cubicBezTo>
                <a:cubicBezTo>
                  <a:pt x="253577" y="29881"/>
                  <a:pt x="247717" y="31216"/>
                  <a:pt x="242435" y="33886"/>
                </a:cubicBezTo>
                <a:cubicBezTo>
                  <a:pt x="237153" y="36554"/>
                  <a:pt x="232660" y="40102"/>
                  <a:pt x="228956" y="44530"/>
                </a:cubicBezTo>
                <a:cubicBezTo>
                  <a:pt x="225255" y="48956"/>
                  <a:pt x="222402" y="54019"/>
                  <a:pt x="220397" y="59720"/>
                </a:cubicBezTo>
                <a:cubicBezTo>
                  <a:pt x="218394" y="65421"/>
                  <a:pt x="217393" y="71244"/>
                  <a:pt x="217393" y="77190"/>
                </a:cubicBezTo>
                <a:cubicBezTo>
                  <a:pt x="217393" y="81555"/>
                  <a:pt x="218090" y="85648"/>
                  <a:pt x="219485" y="89470"/>
                </a:cubicBezTo>
                <a:cubicBezTo>
                  <a:pt x="220882" y="93291"/>
                  <a:pt x="222917" y="96657"/>
                  <a:pt x="225588" y="99570"/>
                </a:cubicBezTo>
                <a:cubicBezTo>
                  <a:pt x="228260" y="102480"/>
                  <a:pt x="231569" y="104785"/>
                  <a:pt x="235515" y="106484"/>
                </a:cubicBezTo>
                <a:cubicBezTo>
                  <a:pt x="239462" y="108181"/>
                  <a:pt x="243984" y="109030"/>
                  <a:pt x="249083" y="109030"/>
                </a:cubicBezTo>
                <a:cubicBezTo>
                  <a:pt x="255397" y="109030"/>
                  <a:pt x="261164" y="107696"/>
                  <a:pt x="266385" y="105028"/>
                </a:cubicBezTo>
                <a:cubicBezTo>
                  <a:pt x="271608" y="102358"/>
                  <a:pt x="276071" y="98810"/>
                  <a:pt x="279772" y="94384"/>
                </a:cubicBezTo>
                <a:cubicBezTo>
                  <a:pt x="283476" y="89956"/>
                  <a:pt x="286329" y="84861"/>
                  <a:pt x="288332" y="79099"/>
                </a:cubicBezTo>
                <a:cubicBezTo>
                  <a:pt x="290337" y="73337"/>
                  <a:pt x="291339" y="67424"/>
                  <a:pt x="291339" y="61360"/>
                </a:cubicBezTo>
                <a:close/>
                <a:moveTo>
                  <a:pt x="372805" y="135176"/>
                </a:moveTo>
                <a:lnTo>
                  <a:pt x="389744" y="39555"/>
                </a:lnTo>
                <a:lnTo>
                  <a:pt x="362426" y="57402"/>
                </a:lnTo>
                <a:lnTo>
                  <a:pt x="351315" y="34819"/>
                </a:lnTo>
                <a:lnTo>
                  <a:pt x="397395" y="6225"/>
                </a:lnTo>
                <a:lnTo>
                  <a:pt x="425442" y="6225"/>
                </a:lnTo>
                <a:lnTo>
                  <a:pt x="402675" y="135176"/>
                </a:lnTo>
                <a:lnTo>
                  <a:pt x="372805" y="135176"/>
                </a:lnTo>
                <a:close/>
                <a:moveTo>
                  <a:pt x="492885" y="0"/>
                </a:moveTo>
                <a:cubicBezTo>
                  <a:pt x="497743" y="8502"/>
                  <a:pt x="501446" y="18036"/>
                  <a:pt x="503996" y="28603"/>
                </a:cubicBezTo>
                <a:cubicBezTo>
                  <a:pt x="506545" y="39169"/>
                  <a:pt x="507820" y="49978"/>
                  <a:pt x="507820" y="61032"/>
                </a:cubicBezTo>
                <a:cubicBezTo>
                  <a:pt x="507820" y="79493"/>
                  <a:pt x="504147" y="97620"/>
                  <a:pt x="496800" y="115413"/>
                </a:cubicBezTo>
                <a:cubicBezTo>
                  <a:pt x="489456" y="133205"/>
                  <a:pt x="478680" y="149753"/>
                  <a:pt x="464471" y="165057"/>
                </a:cubicBezTo>
                <a:lnTo>
                  <a:pt x="446624" y="154126"/>
                </a:lnTo>
                <a:cubicBezTo>
                  <a:pt x="459495" y="139673"/>
                  <a:pt x="469087" y="124400"/>
                  <a:pt x="475401" y="108307"/>
                </a:cubicBezTo>
                <a:cubicBezTo>
                  <a:pt x="481715" y="92214"/>
                  <a:pt x="484872" y="76516"/>
                  <a:pt x="484872" y="61213"/>
                </a:cubicBezTo>
                <a:cubicBezTo>
                  <a:pt x="484872" y="52104"/>
                  <a:pt x="483810" y="42874"/>
                  <a:pt x="481685" y="33522"/>
                </a:cubicBezTo>
                <a:cubicBezTo>
                  <a:pt x="479560" y="24169"/>
                  <a:pt x="476372" y="15667"/>
                  <a:pt x="472122" y="8015"/>
                </a:cubicBezTo>
                <a:lnTo>
                  <a:pt x="49288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8BC1F-2A70-42E7-A56E-96378EA8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395" y="3648725"/>
            <a:ext cx="101184" cy="369245"/>
          </a:xfrm>
          <a:custGeom xmlns:a="http://schemas.openxmlformats.org/drawingml/2006/main">
            <a:pathLst>
              <a:path w="101184" h="369245">
                <a:moveTo>
                  <a:pt x="40473" y="0"/>
                </a:moveTo>
                <a:lnTo>
                  <a:pt x="40474" y="300439"/>
                </a:lnTo>
                <a:lnTo>
                  <a:pt x="0" y="268061"/>
                </a:lnTo>
                <a:lnTo>
                  <a:pt x="50592" y="369245"/>
                </a:lnTo>
                <a:lnTo>
                  <a:pt x="101184" y="268060"/>
                </a:lnTo>
                <a:lnTo>
                  <a:pt x="60710" y="300440"/>
                </a:lnTo>
                <a:lnTo>
                  <a:pt x="60709" y="0"/>
                </a:lnTo>
                <a:lnTo>
                  <a:pt x="40473" y="0"/>
                </a:lnTo>
                <a:close/>
                <a:moveTo>
                  <a:pt x="50592" y="308534"/>
                </a:moveTo>
                <a:lnTo>
                  <a:pt x="50592" y="308534"/>
                </a:lnTo>
                <a:lnTo>
                  <a:pt x="50592" y="308534"/>
                </a:lnTo>
                <a:lnTo>
                  <a:pt x="50592" y="308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6D4AF-A3DF-49C3-90FD-0F17EE4A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82" y="1854751"/>
            <a:ext cx="101184" cy="1741273"/>
          </a:xfrm>
          <a:custGeom xmlns:a="http://schemas.openxmlformats.org/drawingml/2006/main">
            <a:pathLst>
              <a:path w="101184" h="1741273">
                <a:moveTo>
                  <a:pt x="35647" y="60"/>
                </a:moveTo>
                <a:lnTo>
                  <a:pt x="40569" y="1672498"/>
                </a:lnTo>
                <a:lnTo>
                  <a:pt x="0" y="1640238"/>
                </a:lnTo>
                <a:lnTo>
                  <a:pt x="50890" y="1741273"/>
                </a:lnTo>
                <a:lnTo>
                  <a:pt x="101184" y="1639940"/>
                </a:lnTo>
                <a:lnTo>
                  <a:pt x="60806" y="1672438"/>
                </a:lnTo>
                <a:lnTo>
                  <a:pt x="55884" y="0"/>
                </a:lnTo>
                <a:lnTo>
                  <a:pt x="35647" y="60"/>
                </a:lnTo>
                <a:close/>
                <a:moveTo>
                  <a:pt x="50712" y="1680562"/>
                </a:moveTo>
                <a:lnTo>
                  <a:pt x="50711" y="1680563"/>
                </a:lnTo>
                <a:lnTo>
                  <a:pt x="50711" y="1680562"/>
                </a:lnTo>
                <a:lnTo>
                  <a:pt x="50712" y="16805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74030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2026-09-05T14:43:38.1520000Z</dcterms:created>
  <dcterms:modified xsi:type="dcterms:W3CDTF">2026-09-05T14:43:38.1520000Z</dcterms:modified>
</coreProperties>
</file>