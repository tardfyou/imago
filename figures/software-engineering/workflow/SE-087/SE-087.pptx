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99bbc052714bc7" /><Relationship Type="http://schemas.openxmlformats.org/officeDocument/2006/relationships/extended-properties" Target="/docProps/app.xml" Id="R9c2dd79e61914b44" /><Relationship Type="http://schemas.openxmlformats.org/officeDocument/2006/relationships/officeDocument" Target="/ppt/presentation.xml" Id="R38b115fa36d64d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7edf463ee24ce9"/>
  </p:sldMasterIdLst>
  <p:notesMasterIdLst>
    <p:notesMasterId xmlns:r="http://schemas.openxmlformats.org/officeDocument/2006/relationships" r:id="R5db6ef0a8bbe4f63"/>
  </p:notesMasterIdLst>
  <p:sldIdLst>
    <p:sldId xmlns:r="http://schemas.openxmlformats.org/officeDocument/2006/relationships" id="256" r:id="Rb9341e2bdf8349ed"/>
  </p:sldIdLst>
  <p:sldSz cx="6886575" cy="67151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bd1e22507647d1" /><Relationship Type="http://schemas.openxmlformats.org/officeDocument/2006/relationships/slideMaster" Target="/ppt/slideMasters/slideMaster1.xml" Id="R497edf463ee24ce9" /><Relationship Type="http://schemas.openxmlformats.org/officeDocument/2006/relationships/notesMaster" Target="/ppt/notesMasters/notesMaster1.xml" Id="R5db6ef0a8bbe4f63" /><Relationship Type="http://schemas.openxmlformats.org/officeDocument/2006/relationships/presProps" Target="/ppt/presProps.xml" Id="Rf812a6c8d22f4613" /><Relationship Type="http://schemas.openxmlformats.org/officeDocument/2006/relationships/tableStyles" Target="/ppt/tableStyles.xml" Id="Rac97c5c00d794eca" /><Relationship Type="http://schemas.openxmlformats.org/officeDocument/2006/relationships/slide" Target="/ppt/slides/slide1.xml" Id="Rb9341e2bdf8349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ffd26fc0224f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82eff624c54a76" /><Relationship Type="http://schemas.openxmlformats.org/officeDocument/2006/relationships/notesMaster" Target="/ppt/notesMasters/notesMaster1.xml" Id="R34f141d6f55e4125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素材ID：SE-087</ns1:t>
            </ns1:r>
          </ns1:p>
          <ns1:p>
            <ns1:r>
              <ns1:t>论文：“Maybe We Need Some More Examples:” Individual and Team Drivers of Developer GenAI Tool Use</ns1:t>
            </ns1:r>
          </ns1:p>
          <ns1:p>
            <ns1:r>
              <ns1:t>会议：ICSE 2026</ns1:t>
            </ns1:r>
          </ns1:p>
          <ns1:p>
            <ns1:r>
              <ns1:t>奖项：ACM SIGSOFT Distinguished Paper Award</ns1:t>
            </ns1:r>
          </ns1:p>
          <ns1:p>
            <ns1:r>
              <ns1:t>图号：Figure 1，PDF第1页</ns1:t>
            </ns1:r>
          </ns1:p>
          <ns1:p>
            <ns1:r>
              <ns1:t>类型：分类体系</ns1:t>
            </ns1:r>
          </ns1:p>
          <ns1:p>
            <ns1:r>
              <ns1:t>借鉴点：四个阶段各用成对紫色节点表达个体变化，右侧金色箭头标出组织支持，阶段间含试用/遇阻过程和回到起点的反馈。</ns1:t>
            </ns1:r>
          </ns1:p>
          <ns1:p>
            <ns1:r>
              <ns1:t>论文URL：https://courtney-e-miller.github.io/papers/maybeWeNeedSomeMoreExamples.pdf</ns1:t>
            </ns1:r>
          </ns1:p>
          <ns1:p>
            <ns1:r>
              <ns1:t>官方获奖URL：https://conf.researchr.org/info/icse-2026/awards#acm-sigsoft-distinguished-paper-awards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0ccf2f49a24e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bfa7f94f734a0a" /><Relationship Type="http://schemas.openxmlformats.org/officeDocument/2006/relationships/slideLayout" Target="/ppt/slideLayouts/slideLayout1.xml" Id="R514b76268c3246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4b76268c3246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987b7dff242de" /><Relationship Type="http://schemas.openxmlformats.org/officeDocument/2006/relationships/notesSlide" Target="/ppt/notesSlides/notesSlide1.xml" Id="R884184270bcb45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E2DED7-5052-4782-82AF-48587222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63614" cy="6700866"/>
          </a:xfrm>
          <a:custGeom xmlns:a="http://schemas.openxmlformats.org/drawingml/2006/main">
            <a:pathLst>
              <a:path w="6863614" h="6700866">
                <a:moveTo>
                  <a:pt x="6863614" y="6700866"/>
                </a:moveTo>
                <a:lnTo>
                  <a:pt x="6863614" y="0"/>
                </a:lnTo>
                <a:lnTo>
                  <a:pt x="0" y="0"/>
                </a:lnTo>
                <a:lnTo>
                  <a:pt x="0" y="6700866"/>
                </a:lnTo>
                <a:lnTo>
                  <a:pt x="6863614" y="670086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8112A8-CC84-43E9-AF75-6004E919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63614" cy="6700866"/>
          </a:xfrm>
          <a:custGeom xmlns:a="http://schemas.openxmlformats.org/drawingml/2006/main">
            <a:pathLst>
              <a:path w="6863614" h="6700866">
                <a:moveTo>
                  <a:pt x="6863614" y="6700866"/>
                </a:moveTo>
                <a:lnTo>
                  <a:pt x="6863614" y="0"/>
                </a:lnTo>
                <a:lnTo>
                  <a:pt x="0" y="0"/>
                </a:lnTo>
                <a:lnTo>
                  <a:pt x="0" y="6700866"/>
                </a:lnTo>
                <a:lnTo>
                  <a:pt x="6863614" y="670086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38FE70-FBF4-4697-B4D7-D130ED75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86" y="239002"/>
            <a:ext cx="3934698" cy="1060832"/>
          </a:xfrm>
          <a:custGeom xmlns:a="http://schemas.openxmlformats.org/drawingml/2006/main">
            <a:pathLst>
              <a:path w="3934698" h="1060832">
                <a:moveTo>
                  <a:pt x="193386" y="14876"/>
                </a:moveTo>
                <a:lnTo>
                  <a:pt x="193386" y="0"/>
                </a:lnTo>
                <a:lnTo>
                  <a:pt x="104131" y="0"/>
                </a:lnTo>
                <a:lnTo>
                  <a:pt x="104131" y="14876"/>
                </a:lnTo>
                <a:lnTo>
                  <a:pt x="193386" y="14876"/>
                </a:lnTo>
                <a:close/>
                <a:moveTo>
                  <a:pt x="208262" y="14876"/>
                </a:moveTo>
                <a:lnTo>
                  <a:pt x="297516" y="14876"/>
                </a:lnTo>
                <a:lnTo>
                  <a:pt x="297516" y="0"/>
                </a:lnTo>
                <a:lnTo>
                  <a:pt x="208262" y="0"/>
                </a:lnTo>
                <a:lnTo>
                  <a:pt x="208262" y="14876"/>
                </a:lnTo>
                <a:close/>
                <a:moveTo>
                  <a:pt x="312392" y="14876"/>
                </a:moveTo>
                <a:lnTo>
                  <a:pt x="401647" y="14876"/>
                </a:lnTo>
                <a:lnTo>
                  <a:pt x="401647" y="0"/>
                </a:lnTo>
                <a:lnTo>
                  <a:pt x="312392" y="0"/>
                </a:lnTo>
                <a:lnTo>
                  <a:pt x="312392" y="14876"/>
                </a:lnTo>
                <a:close/>
                <a:moveTo>
                  <a:pt x="416523" y="14876"/>
                </a:moveTo>
                <a:lnTo>
                  <a:pt x="505778" y="14876"/>
                </a:lnTo>
                <a:lnTo>
                  <a:pt x="505778" y="0"/>
                </a:lnTo>
                <a:lnTo>
                  <a:pt x="416523" y="0"/>
                </a:lnTo>
                <a:lnTo>
                  <a:pt x="416523" y="14876"/>
                </a:lnTo>
                <a:close/>
                <a:moveTo>
                  <a:pt x="520654" y="14876"/>
                </a:moveTo>
                <a:lnTo>
                  <a:pt x="609909" y="14876"/>
                </a:lnTo>
                <a:lnTo>
                  <a:pt x="609909" y="0"/>
                </a:lnTo>
                <a:lnTo>
                  <a:pt x="520654" y="0"/>
                </a:lnTo>
                <a:lnTo>
                  <a:pt x="520654" y="14876"/>
                </a:lnTo>
                <a:close/>
                <a:moveTo>
                  <a:pt x="624785" y="14876"/>
                </a:moveTo>
                <a:lnTo>
                  <a:pt x="714040" y="14876"/>
                </a:lnTo>
                <a:lnTo>
                  <a:pt x="714040" y="0"/>
                </a:lnTo>
                <a:lnTo>
                  <a:pt x="624785" y="0"/>
                </a:lnTo>
                <a:lnTo>
                  <a:pt x="624785" y="14876"/>
                </a:lnTo>
                <a:close/>
                <a:moveTo>
                  <a:pt x="728915" y="14876"/>
                </a:moveTo>
                <a:lnTo>
                  <a:pt x="818170" y="14876"/>
                </a:lnTo>
                <a:lnTo>
                  <a:pt x="818170" y="0"/>
                </a:lnTo>
                <a:lnTo>
                  <a:pt x="728915" y="0"/>
                </a:lnTo>
                <a:lnTo>
                  <a:pt x="728915" y="14876"/>
                </a:lnTo>
                <a:close/>
                <a:moveTo>
                  <a:pt x="833046" y="14876"/>
                </a:moveTo>
                <a:lnTo>
                  <a:pt x="922301" y="14876"/>
                </a:lnTo>
                <a:lnTo>
                  <a:pt x="922301" y="0"/>
                </a:lnTo>
                <a:lnTo>
                  <a:pt x="833046" y="0"/>
                </a:lnTo>
                <a:lnTo>
                  <a:pt x="833046" y="14876"/>
                </a:lnTo>
                <a:close/>
                <a:moveTo>
                  <a:pt x="937177" y="14876"/>
                </a:moveTo>
                <a:lnTo>
                  <a:pt x="1026432" y="14876"/>
                </a:lnTo>
                <a:lnTo>
                  <a:pt x="1026432" y="0"/>
                </a:lnTo>
                <a:lnTo>
                  <a:pt x="937177" y="0"/>
                </a:lnTo>
                <a:lnTo>
                  <a:pt x="937177" y="14876"/>
                </a:lnTo>
                <a:close/>
                <a:moveTo>
                  <a:pt x="1041308" y="14876"/>
                </a:moveTo>
                <a:lnTo>
                  <a:pt x="1130563" y="14876"/>
                </a:lnTo>
                <a:lnTo>
                  <a:pt x="1130563" y="0"/>
                </a:lnTo>
                <a:lnTo>
                  <a:pt x="1041308" y="0"/>
                </a:lnTo>
                <a:lnTo>
                  <a:pt x="1041308" y="14876"/>
                </a:lnTo>
                <a:close/>
                <a:moveTo>
                  <a:pt x="1145438" y="14876"/>
                </a:moveTo>
                <a:lnTo>
                  <a:pt x="1234693" y="14876"/>
                </a:lnTo>
                <a:lnTo>
                  <a:pt x="1234693" y="0"/>
                </a:lnTo>
                <a:lnTo>
                  <a:pt x="1145438" y="0"/>
                </a:lnTo>
                <a:lnTo>
                  <a:pt x="1145438" y="14876"/>
                </a:lnTo>
                <a:close/>
                <a:moveTo>
                  <a:pt x="1249569" y="14876"/>
                </a:moveTo>
                <a:lnTo>
                  <a:pt x="1338824" y="14876"/>
                </a:lnTo>
                <a:lnTo>
                  <a:pt x="1338824" y="0"/>
                </a:lnTo>
                <a:lnTo>
                  <a:pt x="1249569" y="0"/>
                </a:lnTo>
                <a:lnTo>
                  <a:pt x="1249569" y="14876"/>
                </a:lnTo>
                <a:close/>
                <a:moveTo>
                  <a:pt x="1353700" y="14876"/>
                </a:moveTo>
                <a:lnTo>
                  <a:pt x="1442955" y="14876"/>
                </a:lnTo>
                <a:lnTo>
                  <a:pt x="1442955" y="0"/>
                </a:lnTo>
                <a:lnTo>
                  <a:pt x="1353700" y="0"/>
                </a:lnTo>
                <a:lnTo>
                  <a:pt x="1353700" y="14876"/>
                </a:lnTo>
                <a:close/>
                <a:moveTo>
                  <a:pt x="1457831" y="14876"/>
                </a:moveTo>
                <a:lnTo>
                  <a:pt x="1547086" y="14876"/>
                </a:lnTo>
                <a:lnTo>
                  <a:pt x="1547086" y="0"/>
                </a:lnTo>
                <a:lnTo>
                  <a:pt x="1457831" y="0"/>
                </a:lnTo>
                <a:lnTo>
                  <a:pt x="1457831" y="14876"/>
                </a:lnTo>
                <a:close/>
                <a:moveTo>
                  <a:pt x="1561962" y="14876"/>
                </a:moveTo>
                <a:lnTo>
                  <a:pt x="1651217" y="14876"/>
                </a:lnTo>
                <a:lnTo>
                  <a:pt x="1651217" y="0"/>
                </a:lnTo>
                <a:lnTo>
                  <a:pt x="1561962" y="0"/>
                </a:lnTo>
                <a:lnTo>
                  <a:pt x="1561962" y="14876"/>
                </a:lnTo>
                <a:close/>
                <a:moveTo>
                  <a:pt x="1666092" y="14876"/>
                </a:moveTo>
                <a:lnTo>
                  <a:pt x="1755347" y="14876"/>
                </a:lnTo>
                <a:lnTo>
                  <a:pt x="1755347" y="0"/>
                </a:lnTo>
                <a:lnTo>
                  <a:pt x="1666092" y="0"/>
                </a:lnTo>
                <a:lnTo>
                  <a:pt x="1666092" y="14876"/>
                </a:lnTo>
                <a:close/>
                <a:moveTo>
                  <a:pt x="1770223" y="14876"/>
                </a:moveTo>
                <a:lnTo>
                  <a:pt x="1859478" y="14876"/>
                </a:lnTo>
                <a:lnTo>
                  <a:pt x="1859478" y="0"/>
                </a:lnTo>
                <a:lnTo>
                  <a:pt x="1770223" y="0"/>
                </a:lnTo>
                <a:lnTo>
                  <a:pt x="1770223" y="14876"/>
                </a:lnTo>
                <a:close/>
                <a:moveTo>
                  <a:pt x="1874354" y="14876"/>
                </a:moveTo>
                <a:lnTo>
                  <a:pt x="1963609" y="14876"/>
                </a:lnTo>
                <a:lnTo>
                  <a:pt x="1963609" y="0"/>
                </a:lnTo>
                <a:lnTo>
                  <a:pt x="1874354" y="0"/>
                </a:lnTo>
                <a:lnTo>
                  <a:pt x="1874354" y="14876"/>
                </a:lnTo>
                <a:close/>
                <a:moveTo>
                  <a:pt x="1978485" y="14876"/>
                </a:moveTo>
                <a:lnTo>
                  <a:pt x="2067740" y="14876"/>
                </a:lnTo>
                <a:lnTo>
                  <a:pt x="2067740" y="0"/>
                </a:lnTo>
                <a:lnTo>
                  <a:pt x="1978485" y="0"/>
                </a:lnTo>
                <a:lnTo>
                  <a:pt x="1978485" y="14876"/>
                </a:lnTo>
                <a:close/>
                <a:moveTo>
                  <a:pt x="2082615" y="14876"/>
                </a:moveTo>
                <a:lnTo>
                  <a:pt x="2171870" y="14876"/>
                </a:lnTo>
                <a:lnTo>
                  <a:pt x="2171870" y="0"/>
                </a:lnTo>
                <a:lnTo>
                  <a:pt x="2082615" y="0"/>
                </a:lnTo>
                <a:lnTo>
                  <a:pt x="2082615" y="14876"/>
                </a:lnTo>
                <a:close/>
                <a:moveTo>
                  <a:pt x="2186746" y="14876"/>
                </a:moveTo>
                <a:lnTo>
                  <a:pt x="2276001" y="14876"/>
                </a:lnTo>
                <a:lnTo>
                  <a:pt x="2276001" y="0"/>
                </a:lnTo>
                <a:lnTo>
                  <a:pt x="2186746" y="0"/>
                </a:lnTo>
                <a:lnTo>
                  <a:pt x="2186746" y="14876"/>
                </a:lnTo>
                <a:close/>
                <a:moveTo>
                  <a:pt x="2290877" y="14876"/>
                </a:moveTo>
                <a:lnTo>
                  <a:pt x="2380132" y="14876"/>
                </a:lnTo>
                <a:lnTo>
                  <a:pt x="2380132" y="0"/>
                </a:lnTo>
                <a:lnTo>
                  <a:pt x="2290877" y="0"/>
                </a:lnTo>
                <a:lnTo>
                  <a:pt x="2290877" y="14876"/>
                </a:lnTo>
                <a:close/>
                <a:moveTo>
                  <a:pt x="2395008" y="14876"/>
                </a:moveTo>
                <a:lnTo>
                  <a:pt x="2484263" y="14876"/>
                </a:lnTo>
                <a:lnTo>
                  <a:pt x="2484263" y="0"/>
                </a:lnTo>
                <a:lnTo>
                  <a:pt x="2395008" y="0"/>
                </a:lnTo>
                <a:lnTo>
                  <a:pt x="2395008" y="14876"/>
                </a:lnTo>
                <a:close/>
                <a:moveTo>
                  <a:pt x="2499139" y="14876"/>
                </a:moveTo>
                <a:lnTo>
                  <a:pt x="2588394" y="14876"/>
                </a:lnTo>
                <a:lnTo>
                  <a:pt x="2588394" y="0"/>
                </a:lnTo>
                <a:lnTo>
                  <a:pt x="2499139" y="0"/>
                </a:lnTo>
                <a:lnTo>
                  <a:pt x="2499139" y="14876"/>
                </a:lnTo>
                <a:close/>
                <a:moveTo>
                  <a:pt x="2603269" y="14876"/>
                </a:moveTo>
                <a:lnTo>
                  <a:pt x="2692524" y="14876"/>
                </a:lnTo>
                <a:lnTo>
                  <a:pt x="2692524" y="0"/>
                </a:lnTo>
                <a:lnTo>
                  <a:pt x="2603269" y="0"/>
                </a:lnTo>
                <a:lnTo>
                  <a:pt x="2603269" y="14876"/>
                </a:lnTo>
                <a:close/>
                <a:moveTo>
                  <a:pt x="2707400" y="14876"/>
                </a:moveTo>
                <a:lnTo>
                  <a:pt x="2796655" y="14876"/>
                </a:lnTo>
                <a:lnTo>
                  <a:pt x="2796655" y="0"/>
                </a:lnTo>
                <a:lnTo>
                  <a:pt x="2707400" y="0"/>
                </a:lnTo>
                <a:lnTo>
                  <a:pt x="2707400" y="14876"/>
                </a:lnTo>
                <a:close/>
                <a:moveTo>
                  <a:pt x="2811531" y="14876"/>
                </a:moveTo>
                <a:lnTo>
                  <a:pt x="2900786" y="14876"/>
                </a:lnTo>
                <a:lnTo>
                  <a:pt x="2900786" y="0"/>
                </a:lnTo>
                <a:lnTo>
                  <a:pt x="2811531" y="0"/>
                </a:lnTo>
                <a:lnTo>
                  <a:pt x="2811531" y="14876"/>
                </a:lnTo>
                <a:close/>
                <a:moveTo>
                  <a:pt x="2915662" y="14876"/>
                </a:moveTo>
                <a:lnTo>
                  <a:pt x="3004916" y="14876"/>
                </a:lnTo>
                <a:lnTo>
                  <a:pt x="3004916" y="0"/>
                </a:lnTo>
                <a:lnTo>
                  <a:pt x="2915662" y="0"/>
                </a:lnTo>
                <a:lnTo>
                  <a:pt x="2915662" y="14876"/>
                </a:lnTo>
                <a:close/>
                <a:moveTo>
                  <a:pt x="3019792" y="14876"/>
                </a:moveTo>
                <a:lnTo>
                  <a:pt x="3109047" y="14876"/>
                </a:lnTo>
                <a:lnTo>
                  <a:pt x="3109047" y="0"/>
                </a:lnTo>
                <a:lnTo>
                  <a:pt x="3019792" y="0"/>
                </a:lnTo>
                <a:lnTo>
                  <a:pt x="3019792" y="14876"/>
                </a:lnTo>
                <a:close/>
                <a:moveTo>
                  <a:pt x="3123923" y="14876"/>
                </a:moveTo>
                <a:lnTo>
                  <a:pt x="3213178" y="14876"/>
                </a:lnTo>
                <a:lnTo>
                  <a:pt x="3213178" y="0"/>
                </a:lnTo>
                <a:lnTo>
                  <a:pt x="3123923" y="0"/>
                </a:lnTo>
                <a:lnTo>
                  <a:pt x="3123923" y="14876"/>
                </a:lnTo>
                <a:close/>
                <a:moveTo>
                  <a:pt x="3228054" y="14876"/>
                </a:moveTo>
                <a:lnTo>
                  <a:pt x="3317309" y="14876"/>
                </a:lnTo>
                <a:lnTo>
                  <a:pt x="3317309" y="0"/>
                </a:lnTo>
                <a:lnTo>
                  <a:pt x="3228054" y="0"/>
                </a:lnTo>
                <a:lnTo>
                  <a:pt x="3228054" y="14876"/>
                </a:lnTo>
                <a:close/>
                <a:moveTo>
                  <a:pt x="3332185" y="14876"/>
                </a:moveTo>
                <a:lnTo>
                  <a:pt x="3421440" y="14876"/>
                </a:lnTo>
                <a:lnTo>
                  <a:pt x="3421440" y="0"/>
                </a:lnTo>
                <a:lnTo>
                  <a:pt x="3332185" y="0"/>
                </a:lnTo>
                <a:lnTo>
                  <a:pt x="3332185" y="14876"/>
                </a:lnTo>
                <a:close/>
                <a:moveTo>
                  <a:pt x="3436316" y="14876"/>
                </a:moveTo>
                <a:lnTo>
                  <a:pt x="3525570" y="14876"/>
                </a:lnTo>
                <a:lnTo>
                  <a:pt x="3525570" y="0"/>
                </a:lnTo>
                <a:lnTo>
                  <a:pt x="3436316" y="0"/>
                </a:lnTo>
                <a:lnTo>
                  <a:pt x="3436316" y="14876"/>
                </a:lnTo>
                <a:close/>
                <a:moveTo>
                  <a:pt x="3540446" y="14876"/>
                </a:moveTo>
                <a:lnTo>
                  <a:pt x="3629701" y="14876"/>
                </a:lnTo>
                <a:lnTo>
                  <a:pt x="3629701" y="0"/>
                </a:lnTo>
                <a:lnTo>
                  <a:pt x="3540446" y="0"/>
                </a:lnTo>
                <a:lnTo>
                  <a:pt x="3540446" y="14876"/>
                </a:lnTo>
                <a:close/>
                <a:moveTo>
                  <a:pt x="3644577" y="14876"/>
                </a:moveTo>
                <a:lnTo>
                  <a:pt x="3733832" y="14876"/>
                </a:lnTo>
                <a:lnTo>
                  <a:pt x="3733832" y="0"/>
                </a:lnTo>
                <a:lnTo>
                  <a:pt x="3644577" y="0"/>
                </a:lnTo>
                <a:lnTo>
                  <a:pt x="3644577" y="14876"/>
                </a:lnTo>
                <a:close/>
                <a:moveTo>
                  <a:pt x="3748708" y="14876"/>
                </a:moveTo>
                <a:lnTo>
                  <a:pt x="3837963" y="14876"/>
                </a:lnTo>
                <a:lnTo>
                  <a:pt x="3837963" y="0"/>
                </a:lnTo>
                <a:lnTo>
                  <a:pt x="3748708" y="0"/>
                </a:lnTo>
                <a:lnTo>
                  <a:pt x="3748708" y="14876"/>
                </a:lnTo>
                <a:close/>
                <a:moveTo>
                  <a:pt x="3852839" y="14876"/>
                </a:moveTo>
                <a:lnTo>
                  <a:pt x="3934697" y="14876"/>
                </a:lnTo>
                <a:lnTo>
                  <a:pt x="3934697" y="7396"/>
                </a:lnTo>
                <a:lnTo>
                  <a:pt x="3919821" y="7396"/>
                </a:lnTo>
                <a:lnTo>
                  <a:pt x="3919821" y="0"/>
                </a:lnTo>
                <a:lnTo>
                  <a:pt x="3852839" y="0"/>
                </a:lnTo>
                <a:lnTo>
                  <a:pt x="3852839" y="14876"/>
                </a:lnTo>
                <a:close/>
                <a:moveTo>
                  <a:pt x="3934698" y="7396"/>
                </a:moveTo>
                <a:lnTo>
                  <a:pt x="3934698" y="0"/>
                </a:lnTo>
                <a:lnTo>
                  <a:pt x="3934697" y="0"/>
                </a:lnTo>
                <a:lnTo>
                  <a:pt x="3934697" y="7396"/>
                </a:lnTo>
                <a:lnTo>
                  <a:pt x="3934698" y="7396"/>
                </a:lnTo>
                <a:close/>
                <a:moveTo>
                  <a:pt x="3919821" y="22272"/>
                </a:moveTo>
                <a:lnTo>
                  <a:pt x="3919821" y="111527"/>
                </a:lnTo>
                <a:lnTo>
                  <a:pt x="3934698" y="111527"/>
                </a:lnTo>
                <a:lnTo>
                  <a:pt x="3934698" y="22272"/>
                </a:lnTo>
                <a:lnTo>
                  <a:pt x="3919821" y="22272"/>
                </a:lnTo>
                <a:close/>
                <a:moveTo>
                  <a:pt x="3919821" y="126403"/>
                </a:moveTo>
                <a:lnTo>
                  <a:pt x="3919821" y="215658"/>
                </a:lnTo>
                <a:lnTo>
                  <a:pt x="3934698" y="215658"/>
                </a:lnTo>
                <a:lnTo>
                  <a:pt x="3934698" y="126403"/>
                </a:lnTo>
                <a:lnTo>
                  <a:pt x="3919821" y="126403"/>
                </a:lnTo>
                <a:close/>
                <a:moveTo>
                  <a:pt x="3919821" y="230533"/>
                </a:moveTo>
                <a:lnTo>
                  <a:pt x="3919821" y="319788"/>
                </a:lnTo>
                <a:lnTo>
                  <a:pt x="3934698" y="319788"/>
                </a:lnTo>
                <a:lnTo>
                  <a:pt x="3934698" y="230533"/>
                </a:lnTo>
                <a:lnTo>
                  <a:pt x="3919821" y="230533"/>
                </a:lnTo>
                <a:close/>
                <a:moveTo>
                  <a:pt x="3919821" y="334664"/>
                </a:moveTo>
                <a:lnTo>
                  <a:pt x="3919821" y="423919"/>
                </a:lnTo>
                <a:lnTo>
                  <a:pt x="3934698" y="423919"/>
                </a:lnTo>
                <a:lnTo>
                  <a:pt x="3934698" y="334664"/>
                </a:lnTo>
                <a:lnTo>
                  <a:pt x="3919821" y="334664"/>
                </a:lnTo>
                <a:close/>
                <a:moveTo>
                  <a:pt x="3919821" y="438795"/>
                </a:moveTo>
                <a:lnTo>
                  <a:pt x="3919821" y="528050"/>
                </a:lnTo>
                <a:lnTo>
                  <a:pt x="3934698" y="528050"/>
                </a:lnTo>
                <a:lnTo>
                  <a:pt x="3934698" y="438795"/>
                </a:lnTo>
                <a:lnTo>
                  <a:pt x="3919821" y="438795"/>
                </a:lnTo>
                <a:close/>
                <a:moveTo>
                  <a:pt x="3919821" y="542926"/>
                </a:moveTo>
                <a:lnTo>
                  <a:pt x="3919821" y="632181"/>
                </a:lnTo>
                <a:lnTo>
                  <a:pt x="3934698" y="632181"/>
                </a:lnTo>
                <a:lnTo>
                  <a:pt x="3934698" y="542926"/>
                </a:lnTo>
                <a:lnTo>
                  <a:pt x="3919821" y="542926"/>
                </a:lnTo>
                <a:close/>
                <a:moveTo>
                  <a:pt x="3919821" y="647057"/>
                </a:moveTo>
                <a:lnTo>
                  <a:pt x="3919821" y="736311"/>
                </a:lnTo>
                <a:lnTo>
                  <a:pt x="3934698" y="736311"/>
                </a:lnTo>
                <a:lnTo>
                  <a:pt x="3934698" y="647057"/>
                </a:lnTo>
                <a:lnTo>
                  <a:pt x="3919821" y="647057"/>
                </a:lnTo>
                <a:close/>
                <a:moveTo>
                  <a:pt x="3919821" y="751187"/>
                </a:moveTo>
                <a:lnTo>
                  <a:pt x="3919821" y="840442"/>
                </a:lnTo>
                <a:lnTo>
                  <a:pt x="3934698" y="840442"/>
                </a:lnTo>
                <a:lnTo>
                  <a:pt x="3934698" y="751187"/>
                </a:lnTo>
                <a:lnTo>
                  <a:pt x="3919821" y="751187"/>
                </a:lnTo>
                <a:close/>
                <a:moveTo>
                  <a:pt x="3919821" y="855318"/>
                </a:moveTo>
                <a:lnTo>
                  <a:pt x="3919821" y="944573"/>
                </a:lnTo>
                <a:lnTo>
                  <a:pt x="3934698" y="944573"/>
                </a:lnTo>
                <a:lnTo>
                  <a:pt x="3934698" y="855318"/>
                </a:lnTo>
                <a:lnTo>
                  <a:pt x="3919821" y="855318"/>
                </a:lnTo>
                <a:close/>
                <a:moveTo>
                  <a:pt x="3934698" y="1048704"/>
                </a:moveTo>
                <a:lnTo>
                  <a:pt x="3934698" y="959449"/>
                </a:lnTo>
                <a:lnTo>
                  <a:pt x="3919821" y="959449"/>
                </a:lnTo>
                <a:lnTo>
                  <a:pt x="3919821" y="1045956"/>
                </a:lnTo>
                <a:lnTo>
                  <a:pt x="3931950" y="1045956"/>
                </a:lnTo>
                <a:lnTo>
                  <a:pt x="3931950" y="1048704"/>
                </a:lnTo>
                <a:lnTo>
                  <a:pt x="3934698" y="1048704"/>
                </a:lnTo>
                <a:close/>
                <a:moveTo>
                  <a:pt x="3919821" y="1048704"/>
                </a:moveTo>
                <a:lnTo>
                  <a:pt x="3919821" y="1045956"/>
                </a:lnTo>
                <a:lnTo>
                  <a:pt x="3842695" y="1045956"/>
                </a:lnTo>
                <a:lnTo>
                  <a:pt x="3842695" y="1060832"/>
                </a:lnTo>
                <a:lnTo>
                  <a:pt x="3931950" y="1060832"/>
                </a:lnTo>
                <a:lnTo>
                  <a:pt x="3931950" y="1048704"/>
                </a:lnTo>
                <a:lnTo>
                  <a:pt x="3919821" y="1048704"/>
                </a:lnTo>
                <a:close/>
                <a:moveTo>
                  <a:pt x="3827819" y="1045956"/>
                </a:moveTo>
                <a:lnTo>
                  <a:pt x="3738564" y="1045956"/>
                </a:lnTo>
                <a:lnTo>
                  <a:pt x="3738564" y="1060832"/>
                </a:lnTo>
                <a:lnTo>
                  <a:pt x="3827819" y="1060832"/>
                </a:lnTo>
                <a:lnTo>
                  <a:pt x="3827819" y="1045956"/>
                </a:lnTo>
                <a:close/>
                <a:moveTo>
                  <a:pt x="3634434" y="1060832"/>
                </a:moveTo>
                <a:lnTo>
                  <a:pt x="3723688" y="1060832"/>
                </a:lnTo>
                <a:lnTo>
                  <a:pt x="3723688" y="1045956"/>
                </a:lnTo>
                <a:lnTo>
                  <a:pt x="3634434" y="1045956"/>
                </a:lnTo>
                <a:lnTo>
                  <a:pt x="3634434" y="1060832"/>
                </a:lnTo>
                <a:close/>
                <a:moveTo>
                  <a:pt x="3530303" y="1045956"/>
                </a:moveTo>
                <a:lnTo>
                  <a:pt x="3530303" y="1060832"/>
                </a:lnTo>
                <a:lnTo>
                  <a:pt x="3619558" y="1060832"/>
                </a:lnTo>
                <a:lnTo>
                  <a:pt x="3619558" y="1045956"/>
                </a:lnTo>
                <a:lnTo>
                  <a:pt x="3530303" y="1045956"/>
                </a:lnTo>
                <a:close/>
                <a:moveTo>
                  <a:pt x="3515427" y="1045956"/>
                </a:moveTo>
                <a:lnTo>
                  <a:pt x="3426172" y="1045956"/>
                </a:lnTo>
                <a:lnTo>
                  <a:pt x="3426172" y="1060832"/>
                </a:lnTo>
                <a:lnTo>
                  <a:pt x="3515427" y="1060832"/>
                </a:lnTo>
                <a:lnTo>
                  <a:pt x="3515427" y="1045956"/>
                </a:lnTo>
                <a:close/>
                <a:moveTo>
                  <a:pt x="3411296" y="1045956"/>
                </a:moveTo>
                <a:lnTo>
                  <a:pt x="3322041" y="1045956"/>
                </a:lnTo>
                <a:lnTo>
                  <a:pt x="3322041" y="1060832"/>
                </a:lnTo>
                <a:lnTo>
                  <a:pt x="3411296" y="1060832"/>
                </a:lnTo>
                <a:lnTo>
                  <a:pt x="3411296" y="1045956"/>
                </a:lnTo>
                <a:close/>
                <a:moveTo>
                  <a:pt x="3217910" y="1060832"/>
                </a:moveTo>
                <a:lnTo>
                  <a:pt x="3307165" y="1060832"/>
                </a:lnTo>
                <a:lnTo>
                  <a:pt x="3307165" y="1045956"/>
                </a:lnTo>
                <a:lnTo>
                  <a:pt x="3217910" y="1045956"/>
                </a:lnTo>
                <a:lnTo>
                  <a:pt x="3217910" y="1060832"/>
                </a:lnTo>
                <a:close/>
                <a:moveTo>
                  <a:pt x="3113780" y="1045956"/>
                </a:moveTo>
                <a:lnTo>
                  <a:pt x="3113780" y="1060832"/>
                </a:lnTo>
                <a:lnTo>
                  <a:pt x="3203035" y="1060832"/>
                </a:lnTo>
                <a:lnTo>
                  <a:pt x="3203035" y="1045956"/>
                </a:lnTo>
                <a:lnTo>
                  <a:pt x="3113780" y="1045956"/>
                </a:lnTo>
                <a:close/>
                <a:moveTo>
                  <a:pt x="3098904" y="1045956"/>
                </a:moveTo>
                <a:lnTo>
                  <a:pt x="3009649" y="1045956"/>
                </a:lnTo>
                <a:lnTo>
                  <a:pt x="3009649" y="1060832"/>
                </a:lnTo>
                <a:lnTo>
                  <a:pt x="3098904" y="1060832"/>
                </a:lnTo>
                <a:lnTo>
                  <a:pt x="3098904" y="1045956"/>
                </a:lnTo>
                <a:close/>
                <a:moveTo>
                  <a:pt x="2994773" y="1045956"/>
                </a:moveTo>
                <a:lnTo>
                  <a:pt x="2905518" y="1045956"/>
                </a:lnTo>
                <a:lnTo>
                  <a:pt x="2905518" y="1060832"/>
                </a:lnTo>
                <a:lnTo>
                  <a:pt x="2994773" y="1060832"/>
                </a:lnTo>
                <a:lnTo>
                  <a:pt x="2994773" y="1045956"/>
                </a:lnTo>
                <a:close/>
                <a:moveTo>
                  <a:pt x="2801387" y="1060832"/>
                </a:moveTo>
                <a:lnTo>
                  <a:pt x="2890642" y="1060832"/>
                </a:lnTo>
                <a:lnTo>
                  <a:pt x="2890642" y="1045956"/>
                </a:lnTo>
                <a:lnTo>
                  <a:pt x="2801387" y="1045956"/>
                </a:lnTo>
                <a:lnTo>
                  <a:pt x="2801387" y="1060832"/>
                </a:lnTo>
                <a:close/>
                <a:moveTo>
                  <a:pt x="2697257" y="1045956"/>
                </a:moveTo>
                <a:lnTo>
                  <a:pt x="2697257" y="1060832"/>
                </a:lnTo>
                <a:lnTo>
                  <a:pt x="2786512" y="1060832"/>
                </a:lnTo>
                <a:lnTo>
                  <a:pt x="2786512" y="1045956"/>
                </a:lnTo>
                <a:lnTo>
                  <a:pt x="2697257" y="1045956"/>
                </a:lnTo>
                <a:close/>
                <a:moveTo>
                  <a:pt x="2682381" y="1045956"/>
                </a:moveTo>
                <a:lnTo>
                  <a:pt x="2593126" y="1045956"/>
                </a:lnTo>
                <a:lnTo>
                  <a:pt x="2593126" y="1060832"/>
                </a:lnTo>
                <a:lnTo>
                  <a:pt x="2682381" y="1060832"/>
                </a:lnTo>
                <a:lnTo>
                  <a:pt x="2682381" y="1045956"/>
                </a:lnTo>
                <a:close/>
                <a:moveTo>
                  <a:pt x="2578250" y="1045956"/>
                </a:moveTo>
                <a:lnTo>
                  <a:pt x="2488995" y="1045956"/>
                </a:lnTo>
                <a:lnTo>
                  <a:pt x="2488995" y="1060832"/>
                </a:lnTo>
                <a:lnTo>
                  <a:pt x="2578250" y="1060832"/>
                </a:lnTo>
                <a:lnTo>
                  <a:pt x="2578250" y="1045956"/>
                </a:lnTo>
                <a:close/>
                <a:moveTo>
                  <a:pt x="2384864" y="1060832"/>
                </a:moveTo>
                <a:lnTo>
                  <a:pt x="2474119" y="1060832"/>
                </a:lnTo>
                <a:lnTo>
                  <a:pt x="2474119" y="1045956"/>
                </a:lnTo>
                <a:lnTo>
                  <a:pt x="2384864" y="1045956"/>
                </a:lnTo>
                <a:lnTo>
                  <a:pt x="2384864" y="1060832"/>
                </a:lnTo>
                <a:close/>
                <a:moveTo>
                  <a:pt x="2280733" y="1045956"/>
                </a:moveTo>
                <a:lnTo>
                  <a:pt x="2280733" y="1060832"/>
                </a:lnTo>
                <a:lnTo>
                  <a:pt x="2369988" y="1060832"/>
                </a:lnTo>
                <a:lnTo>
                  <a:pt x="2369988" y="1045956"/>
                </a:lnTo>
                <a:lnTo>
                  <a:pt x="2280733" y="1045956"/>
                </a:lnTo>
                <a:close/>
                <a:moveTo>
                  <a:pt x="2265858" y="1045956"/>
                </a:moveTo>
                <a:lnTo>
                  <a:pt x="2176603" y="1045956"/>
                </a:lnTo>
                <a:lnTo>
                  <a:pt x="2176603" y="1060832"/>
                </a:lnTo>
                <a:lnTo>
                  <a:pt x="2265858" y="1060832"/>
                </a:lnTo>
                <a:lnTo>
                  <a:pt x="2265858" y="1045956"/>
                </a:lnTo>
                <a:close/>
                <a:moveTo>
                  <a:pt x="2161727" y="1045956"/>
                </a:moveTo>
                <a:lnTo>
                  <a:pt x="2072472" y="1045956"/>
                </a:lnTo>
                <a:lnTo>
                  <a:pt x="2072472" y="1060832"/>
                </a:lnTo>
                <a:lnTo>
                  <a:pt x="2161727" y="1060832"/>
                </a:lnTo>
                <a:lnTo>
                  <a:pt x="2161727" y="1045956"/>
                </a:lnTo>
                <a:close/>
                <a:moveTo>
                  <a:pt x="1968341" y="1060832"/>
                </a:moveTo>
                <a:lnTo>
                  <a:pt x="2057596" y="1060832"/>
                </a:lnTo>
                <a:lnTo>
                  <a:pt x="2057596" y="1045956"/>
                </a:lnTo>
                <a:lnTo>
                  <a:pt x="1968341" y="1045956"/>
                </a:lnTo>
                <a:lnTo>
                  <a:pt x="1968341" y="1060832"/>
                </a:lnTo>
                <a:close/>
                <a:moveTo>
                  <a:pt x="1864210" y="1045956"/>
                </a:moveTo>
                <a:lnTo>
                  <a:pt x="1864210" y="1060832"/>
                </a:lnTo>
                <a:lnTo>
                  <a:pt x="1953465" y="1060832"/>
                </a:lnTo>
                <a:lnTo>
                  <a:pt x="1953465" y="1045956"/>
                </a:lnTo>
                <a:lnTo>
                  <a:pt x="1864210" y="1045956"/>
                </a:lnTo>
                <a:close/>
                <a:moveTo>
                  <a:pt x="1849334" y="1045956"/>
                </a:moveTo>
                <a:lnTo>
                  <a:pt x="1760080" y="1045956"/>
                </a:lnTo>
                <a:lnTo>
                  <a:pt x="1760080" y="1060832"/>
                </a:lnTo>
                <a:lnTo>
                  <a:pt x="1849334" y="1060832"/>
                </a:lnTo>
                <a:lnTo>
                  <a:pt x="1849334" y="1045956"/>
                </a:lnTo>
                <a:close/>
                <a:moveTo>
                  <a:pt x="1745204" y="1045956"/>
                </a:moveTo>
                <a:lnTo>
                  <a:pt x="1655949" y="1045956"/>
                </a:lnTo>
                <a:lnTo>
                  <a:pt x="1655949" y="1060832"/>
                </a:lnTo>
                <a:lnTo>
                  <a:pt x="1745204" y="1060832"/>
                </a:lnTo>
                <a:lnTo>
                  <a:pt x="1745204" y="1045956"/>
                </a:lnTo>
                <a:close/>
                <a:moveTo>
                  <a:pt x="1551818" y="1060832"/>
                </a:moveTo>
                <a:lnTo>
                  <a:pt x="1641073" y="1060832"/>
                </a:lnTo>
                <a:lnTo>
                  <a:pt x="1641073" y="1045956"/>
                </a:lnTo>
                <a:lnTo>
                  <a:pt x="1551818" y="1045956"/>
                </a:lnTo>
                <a:lnTo>
                  <a:pt x="1551818" y="1060832"/>
                </a:lnTo>
                <a:close/>
                <a:moveTo>
                  <a:pt x="1447687" y="1045956"/>
                </a:moveTo>
                <a:lnTo>
                  <a:pt x="1447687" y="1060832"/>
                </a:lnTo>
                <a:lnTo>
                  <a:pt x="1536942" y="1060832"/>
                </a:lnTo>
                <a:lnTo>
                  <a:pt x="1536942" y="1045956"/>
                </a:lnTo>
                <a:lnTo>
                  <a:pt x="1447687" y="1045956"/>
                </a:lnTo>
                <a:close/>
                <a:moveTo>
                  <a:pt x="1432811" y="1045956"/>
                </a:moveTo>
                <a:lnTo>
                  <a:pt x="1343556" y="1045956"/>
                </a:lnTo>
                <a:lnTo>
                  <a:pt x="1343556" y="1060832"/>
                </a:lnTo>
                <a:lnTo>
                  <a:pt x="1432811" y="1060832"/>
                </a:lnTo>
                <a:lnTo>
                  <a:pt x="1432811" y="1045956"/>
                </a:lnTo>
                <a:close/>
                <a:moveTo>
                  <a:pt x="1328680" y="1045956"/>
                </a:moveTo>
                <a:lnTo>
                  <a:pt x="1239426" y="1045956"/>
                </a:lnTo>
                <a:lnTo>
                  <a:pt x="1239426" y="1060832"/>
                </a:lnTo>
                <a:lnTo>
                  <a:pt x="1328680" y="1060832"/>
                </a:lnTo>
                <a:lnTo>
                  <a:pt x="1328680" y="1045956"/>
                </a:lnTo>
                <a:close/>
                <a:moveTo>
                  <a:pt x="1135295" y="1060832"/>
                </a:moveTo>
                <a:lnTo>
                  <a:pt x="1224550" y="1060832"/>
                </a:lnTo>
                <a:lnTo>
                  <a:pt x="1224550" y="1045956"/>
                </a:lnTo>
                <a:lnTo>
                  <a:pt x="1135295" y="1045956"/>
                </a:lnTo>
                <a:lnTo>
                  <a:pt x="1135295" y="1060832"/>
                </a:lnTo>
                <a:close/>
                <a:moveTo>
                  <a:pt x="1031164" y="1045956"/>
                </a:moveTo>
                <a:lnTo>
                  <a:pt x="1031164" y="1060832"/>
                </a:lnTo>
                <a:lnTo>
                  <a:pt x="1120419" y="1060832"/>
                </a:lnTo>
                <a:lnTo>
                  <a:pt x="1120419" y="1045956"/>
                </a:lnTo>
                <a:lnTo>
                  <a:pt x="1031164" y="1045956"/>
                </a:lnTo>
                <a:close/>
                <a:moveTo>
                  <a:pt x="1016288" y="1045956"/>
                </a:moveTo>
                <a:lnTo>
                  <a:pt x="927033" y="1045956"/>
                </a:lnTo>
                <a:lnTo>
                  <a:pt x="927033" y="1060832"/>
                </a:lnTo>
                <a:lnTo>
                  <a:pt x="1016288" y="1060832"/>
                </a:lnTo>
                <a:lnTo>
                  <a:pt x="1016288" y="1045956"/>
                </a:lnTo>
                <a:close/>
                <a:moveTo>
                  <a:pt x="912158" y="1045956"/>
                </a:moveTo>
                <a:lnTo>
                  <a:pt x="822903" y="1045956"/>
                </a:lnTo>
                <a:lnTo>
                  <a:pt x="822903" y="1060832"/>
                </a:lnTo>
                <a:lnTo>
                  <a:pt x="912158" y="1060832"/>
                </a:lnTo>
                <a:lnTo>
                  <a:pt x="912158" y="1045956"/>
                </a:lnTo>
                <a:close/>
                <a:moveTo>
                  <a:pt x="718772" y="1060832"/>
                </a:moveTo>
                <a:lnTo>
                  <a:pt x="808027" y="1060832"/>
                </a:lnTo>
                <a:lnTo>
                  <a:pt x="808027" y="1045956"/>
                </a:lnTo>
                <a:lnTo>
                  <a:pt x="718772" y="1045956"/>
                </a:lnTo>
                <a:lnTo>
                  <a:pt x="718772" y="1060832"/>
                </a:lnTo>
                <a:close/>
                <a:moveTo>
                  <a:pt x="614641" y="1045956"/>
                </a:moveTo>
                <a:lnTo>
                  <a:pt x="614641" y="1060832"/>
                </a:lnTo>
                <a:lnTo>
                  <a:pt x="703896" y="1060832"/>
                </a:lnTo>
                <a:lnTo>
                  <a:pt x="703896" y="1045956"/>
                </a:lnTo>
                <a:lnTo>
                  <a:pt x="614641" y="1045956"/>
                </a:lnTo>
                <a:close/>
                <a:moveTo>
                  <a:pt x="599765" y="1045956"/>
                </a:moveTo>
                <a:lnTo>
                  <a:pt x="510510" y="1045956"/>
                </a:lnTo>
                <a:lnTo>
                  <a:pt x="510510" y="1060832"/>
                </a:lnTo>
                <a:lnTo>
                  <a:pt x="599765" y="1060832"/>
                </a:lnTo>
                <a:lnTo>
                  <a:pt x="599765" y="1045956"/>
                </a:lnTo>
                <a:close/>
                <a:moveTo>
                  <a:pt x="495634" y="1045956"/>
                </a:moveTo>
                <a:lnTo>
                  <a:pt x="406379" y="1045956"/>
                </a:lnTo>
                <a:lnTo>
                  <a:pt x="406379" y="1060832"/>
                </a:lnTo>
                <a:lnTo>
                  <a:pt x="495634" y="1060832"/>
                </a:lnTo>
                <a:lnTo>
                  <a:pt x="495634" y="1045956"/>
                </a:lnTo>
                <a:close/>
                <a:moveTo>
                  <a:pt x="302249" y="1060832"/>
                </a:moveTo>
                <a:lnTo>
                  <a:pt x="391504" y="1060832"/>
                </a:lnTo>
                <a:lnTo>
                  <a:pt x="391504" y="1045956"/>
                </a:lnTo>
                <a:lnTo>
                  <a:pt x="302249" y="1045956"/>
                </a:lnTo>
                <a:lnTo>
                  <a:pt x="302249" y="1060832"/>
                </a:lnTo>
                <a:close/>
                <a:moveTo>
                  <a:pt x="198118" y="1045956"/>
                </a:moveTo>
                <a:lnTo>
                  <a:pt x="198118" y="1060832"/>
                </a:lnTo>
                <a:lnTo>
                  <a:pt x="287373" y="1060832"/>
                </a:lnTo>
                <a:lnTo>
                  <a:pt x="287373" y="1045956"/>
                </a:lnTo>
                <a:lnTo>
                  <a:pt x="198118" y="1045956"/>
                </a:lnTo>
                <a:close/>
                <a:moveTo>
                  <a:pt x="183242" y="1045956"/>
                </a:moveTo>
                <a:lnTo>
                  <a:pt x="93987" y="1045956"/>
                </a:lnTo>
                <a:lnTo>
                  <a:pt x="93987" y="1060832"/>
                </a:lnTo>
                <a:lnTo>
                  <a:pt x="183242" y="1060832"/>
                </a:lnTo>
                <a:lnTo>
                  <a:pt x="183242" y="1045956"/>
                </a:lnTo>
                <a:close/>
                <a:moveTo>
                  <a:pt x="79111" y="1045956"/>
                </a:moveTo>
                <a:lnTo>
                  <a:pt x="0" y="1045956"/>
                </a:lnTo>
                <a:lnTo>
                  <a:pt x="0" y="1050689"/>
                </a:lnTo>
                <a:lnTo>
                  <a:pt x="14876" y="1050689"/>
                </a:lnTo>
                <a:lnTo>
                  <a:pt x="14876" y="1060832"/>
                </a:lnTo>
                <a:lnTo>
                  <a:pt x="0" y="1060832"/>
                </a:lnTo>
                <a:lnTo>
                  <a:pt x="0" y="1060832"/>
                </a:lnTo>
                <a:lnTo>
                  <a:pt x="79111" y="1060832"/>
                </a:lnTo>
                <a:lnTo>
                  <a:pt x="79111" y="1045956"/>
                </a:lnTo>
                <a:close/>
                <a:moveTo>
                  <a:pt x="14876" y="1035813"/>
                </a:moveTo>
                <a:lnTo>
                  <a:pt x="14876" y="946558"/>
                </a:lnTo>
                <a:lnTo>
                  <a:pt x="0" y="946558"/>
                </a:lnTo>
                <a:lnTo>
                  <a:pt x="0" y="1035813"/>
                </a:lnTo>
                <a:lnTo>
                  <a:pt x="14876" y="1035813"/>
                </a:lnTo>
                <a:close/>
                <a:moveTo>
                  <a:pt x="0" y="842427"/>
                </a:moveTo>
                <a:lnTo>
                  <a:pt x="0" y="931682"/>
                </a:lnTo>
                <a:lnTo>
                  <a:pt x="14876" y="931682"/>
                </a:lnTo>
                <a:lnTo>
                  <a:pt x="14876" y="842427"/>
                </a:lnTo>
                <a:lnTo>
                  <a:pt x="0" y="842427"/>
                </a:lnTo>
                <a:close/>
                <a:moveTo>
                  <a:pt x="14876" y="738296"/>
                </a:moveTo>
                <a:lnTo>
                  <a:pt x="0" y="738296"/>
                </a:lnTo>
                <a:lnTo>
                  <a:pt x="0" y="827551"/>
                </a:lnTo>
                <a:lnTo>
                  <a:pt x="14876" y="827551"/>
                </a:lnTo>
                <a:lnTo>
                  <a:pt x="14876" y="738296"/>
                </a:lnTo>
                <a:close/>
                <a:moveTo>
                  <a:pt x="14876" y="723420"/>
                </a:moveTo>
                <a:lnTo>
                  <a:pt x="14876" y="634165"/>
                </a:lnTo>
                <a:lnTo>
                  <a:pt x="0" y="634165"/>
                </a:lnTo>
                <a:lnTo>
                  <a:pt x="0" y="723420"/>
                </a:lnTo>
                <a:lnTo>
                  <a:pt x="14876" y="723420"/>
                </a:lnTo>
                <a:close/>
                <a:moveTo>
                  <a:pt x="14876" y="619290"/>
                </a:moveTo>
                <a:lnTo>
                  <a:pt x="14876" y="530035"/>
                </a:lnTo>
                <a:lnTo>
                  <a:pt x="0" y="530035"/>
                </a:lnTo>
                <a:lnTo>
                  <a:pt x="0" y="619290"/>
                </a:lnTo>
                <a:lnTo>
                  <a:pt x="14876" y="619290"/>
                </a:lnTo>
                <a:close/>
                <a:moveTo>
                  <a:pt x="0" y="425904"/>
                </a:moveTo>
                <a:lnTo>
                  <a:pt x="0" y="515159"/>
                </a:lnTo>
                <a:lnTo>
                  <a:pt x="14876" y="515159"/>
                </a:lnTo>
                <a:lnTo>
                  <a:pt x="14876" y="425904"/>
                </a:lnTo>
                <a:lnTo>
                  <a:pt x="0" y="425904"/>
                </a:lnTo>
                <a:close/>
                <a:moveTo>
                  <a:pt x="14876" y="321773"/>
                </a:moveTo>
                <a:lnTo>
                  <a:pt x="0" y="321773"/>
                </a:lnTo>
                <a:lnTo>
                  <a:pt x="0" y="411028"/>
                </a:lnTo>
                <a:lnTo>
                  <a:pt x="14876" y="411028"/>
                </a:lnTo>
                <a:lnTo>
                  <a:pt x="14876" y="321773"/>
                </a:lnTo>
                <a:close/>
                <a:moveTo>
                  <a:pt x="14876" y="306897"/>
                </a:moveTo>
                <a:lnTo>
                  <a:pt x="14876" y="217642"/>
                </a:lnTo>
                <a:lnTo>
                  <a:pt x="0" y="217642"/>
                </a:lnTo>
                <a:lnTo>
                  <a:pt x="0" y="306897"/>
                </a:lnTo>
                <a:lnTo>
                  <a:pt x="14876" y="306897"/>
                </a:lnTo>
                <a:close/>
                <a:moveTo>
                  <a:pt x="14876" y="202767"/>
                </a:moveTo>
                <a:lnTo>
                  <a:pt x="14876" y="113512"/>
                </a:lnTo>
                <a:lnTo>
                  <a:pt x="0" y="113512"/>
                </a:lnTo>
                <a:lnTo>
                  <a:pt x="0" y="202767"/>
                </a:lnTo>
                <a:lnTo>
                  <a:pt x="14876" y="202767"/>
                </a:lnTo>
                <a:close/>
                <a:moveTo>
                  <a:pt x="0" y="14876"/>
                </a:moveTo>
                <a:lnTo>
                  <a:pt x="0" y="98636"/>
                </a:lnTo>
                <a:lnTo>
                  <a:pt x="14876" y="98636"/>
                </a:lnTo>
                <a:lnTo>
                  <a:pt x="14876" y="14876"/>
                </a:lnTo>
                <a:lnTo>
                  <a:pt x="0" y="14876"/>
                </a:lnTo>
                <a:close/>
                <a:moveTo>
                  <a:pt x="14876" y="14876"/>
                </a:moveTo>
                <a:lnTo>
                  <a:pt x="89255" y="14876"/>
                </a:lnTo>
                <a:lnTo>
                  <a:pt x="89255" y="0"/>
                </a:lnTo>
                <a:lnTo>
                  <a:pt x="0" y="0"/>
                </a:lnTo>
                <a:lnTo>
                  <a:pt x="0" y="9381"/>
                </a:lnTo>
                <a:lnTo>
                  <a:pt x="14876" y="9381"/>
                </a:lnTo>
                <a:lnTo>
                  <a:pt x="14876" y="148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D63E09-B48E-429F-9A80-1E35F536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138" y="366605"/>
            <a:ext cx="1600960" cy="795817"/>
          </a:xfrm>
          <a:custGeom xmlns:a="http://schemas.openxmlformats.org/drawingml/2006/main">
            <a:pathLst>
              <a:path w="1600960" h="795817">
                <a:moveTo>
                  <a:pt x="1274721" y="795817"/>
                </a:moveTo>
                <a:lnTo>
                  <a:pt x="1297124" y="794899"/>
                </a:lnTo>
                <a:lnTo>
                  <a:pt x="1319124" y="792184"/>
                </a:lnTo>
                <a:lnTo>
                  <a:pt x="1340670" y="787733"/>
                </a:lnTo>
                <a:lnTo>
                  <a:pt x="1361713" y="781603"/>
                </a:lnTo>
                <a:lnTo>
                  <a:pt x="1382205" y="773855"/>
                </a:lnTo>
                <a:lnTo>
                  <a:pt x="1402096" y="764547"/>
                </a:lnTo>
                <a:lnTo>
                  <a:pt x="1421339" y="753739"/>
                </a:lnTo>
                <a:lnTo>
                  <a:pt x="1439884" y="741491"/>
                </a:lnTo>
                <a:lnTo>
                  <a:pt x="1457683" y="727860"/>
                </a:lnTo>
                <a:lnTo>
                  <a:pt x="1474687" y="712908"/>
                </a:lnTo>
                <a:lnTo>
                  <a:pt x="1490847" y="696692"/>
                </a:lnTo>
                <a:lnTo>
                  <a:pt x="1506114" y="679272"/>
                </a:lnTo>
                <a:lnTo>
                  <a:pt x="1520440" y="660708"/>
                </a:lnTo>
                <a:lnTo>
                  <a:pt x="1533776" y="641058"/>
                </a:lnTo>
                <a:lnTo>
                  <a:pt x="1546073" y="620383"/>
                </a:lnTo>
                <a:lnTo>
                  <a:pt x="1557283" y="598740"/>
                </a:lnTo>
                <a:lnTo>
                  <a:pt x="1567356" y="576191"/>
                </a:lnTo>
                <a:lnTo>
                  <a:pt x="1576245" y="552792"/>
                </a:lnTo>
                <a:lnTo>
                  <a:pt x="1583900" y="528605"/>
                </a:lnTo>
                <a:lnTo>
                  <a:pt x="1590272" y="503688"/>
                </a:lnTo>
                <a:lnTo>
                  <a:pt x="1595313" y="478101"/>
                </a:lnTo>
                <a:lnTo>
                  <a:pt x="1598974" y="451902"/>
                </a:lnTo>
                <a:lnTo>
                  <a:pt x="1600960" y="428108"/>
                </a:lnTo>
                <a:lnTo>
                  <a:pt x="1600960" y="367709"/>
                </a:lnTo>
                <a:lnTo>
                  <a:pt x="1598974" y="343915"/>
                </a:lnTo>
                <a:lnTo>
                  <a:pt x="1595313" y="317716"/>
                </a:lnTo>
                <a:lnTo>
                  <a:pt x="1590272" y="292129"/>
                </a:lnTo>
                <a:lnTo>
                  <a:pt x="1583900" y="267212"/>
                </a:lnTo>
                <a:lnTo>
                  <a:pt x="1576245" y="243024"/>
                </a:lnTo>
                <a:lnTo>
                  <a:pt x="1567356" y="219626"/>
                </a:lnTo>
                <a:lnTo>
                  <a:pt x="1557283" y="197076"/>
                </a:lnTo>
                <a:lnTo>
                  <a:pt x="1546073" y="175434"/>
                </a:lnTo>
                <a:lnTo>
                  <a:pt x="1533776" y="154758"/>
                </a:lnTo>
                <a:lnTo>
                  <a:pt x="1520440" y="135109"/>
                </a:lnTo>
                <a:lnTo>
                  <a:pt x="1506114" y="116545"/>
                </a:lnTo>
                <a:lnTo>
                  <a:pt x="1490847" y="99125"/>
                </a:lnTo>
                <a:lnTo>
                  <a:pt x="1474687" y="82909"/>
                </a:lnTo>
                <a:lnTo>
                  <a:pt x="1457683" y="67957"/>
                </a:lnTo>
                <a:lnTo>
                  <a:pt x="1439884" y="54326"/>
                </a:lnTo>
                <a:lnTo>
                  <a:pt x="1421339" y="42077"/>
                </a:lnTo>
                <a:lnTo>
                  <a:pt x="1402096" y="31270"/>
                </a:lnTo>
                <a:lnTo>
                  <a:pt x="1382205" y="21962"/>
                </a:lnTo>
                <a:lnTo>
                  <a:pt x="1361713" y="14214"/>
                </a:lnTo>
                <a:lnTo>
                  <a:pt x="1340670" y="8084"/>
                </a:lnTo>
                <a:lnTo>
                  <a:pt x="1319124" y="3632"/>
                </a:lnTo>
                <a:lnTo>
                  <a:pt x="1297124" y="918"/>
                </a:lnTo>
                <a:lnTo>
                  <a:pt x="1274719" y="0"/>
                </a:lnTo>
                <a:lnTo>
                  <a:pt x="327242" y="0"/>
                </a:lnTo>
                <a:lnTo>
                  <a:pt x="304837" y="918"/>
                </a:lnTo>
                <a:lnTo>
                  <a:pt x="282837" y="3632"/>
                </a:lnTo>
                <a:lnTo>
                  <a:pt x="261291" y="8084"/>
                </a:lnTo>
                <a:lnTo>
                  <a:pt x="240248" y="14214"/>
                </a:lnTo>
                <a:lnTo>
                  <a:pt x="219756" y="21962"/>
                </a:lnTo>
                <a:lnTo>
                  <a:pt x="199865" y="31270"/>
                </a:lnTo>
                <a:lnTo>
                  <a:pt x="180622" y="42077"/>
                </a:lnTo>
                <a:lnTo>
                  <a:pt x="162077" y="54326"/>
                </a:lnTo>
                <a:lnTo>
                  <a:pt x="144278" y="67957"/>
                </a:lnTo>
                <a:lnTo>
                  <a:pt x="127274" y="82909"/>
                </a:lnTo>
                <a:lnTo>
                  <a:pt x="111114" y="99125"/>
                </a:lnTo>
                <a:lnTo>
                  <a:pt x="95847" y="116545"/>
                </a:lnTo>
                <a:lnTo>
                  <a:pt x="81521" y="135109"/>
                </a:lnTo>
                <a:lnTo>
                  <a:pt x="68185" y="154758"/>
                </a:lnTo>
                <a:lnTo>
                  <a:pt x="55888" y="175434"/>
                </a:lnTo>
                <a:lnTo>
                  <a:pt x="44678" y="197076"/>
                </a:lnTo>
                <a:lnTo>
                  <a:pt x="34605" y="219626"/>
                </a:lnTo>
                <a:lnTo>
                  <a:pt x="25716" y="243024"/>
                </a:lnTo>
                <a:lnTo>
                  <a:pt x="18062" y="267212"/>
                </a:lnTo>
                <a:lnTo>
                  <a:pt x="11689" y="292129"/>
                </a:lnTo>
                <a:lnTo>
                  <a:pt x="6648" y="317716"/>
                </a:lnTo>
                <a:lnTo>
                  <a:pt x="2987" y="343915"/>
                </a:lnTo>
                <a:lnTo>
                  <a:pt x="755" y="370665"/>
                </a:lnTo>
                <a:lnTo>
                  <a:pt x="0" y="397908"/>
                </a:lnTo>
                <a:lnTo>
                  <a:pt x="755" y="425152"/>
                </a:lnTo>
                <a:lnTo>
                  <a:pt x="2987" y="451902"/>
                </a:lnTo>
                <a:lnTo>
                  <a:pt x="6648" y="478101"/>
                </a:lnTo>
                <a:lnTo>
                  <a:pt x="11689" y="503688"/>
                </a:lnTo>
                <a:lnTo>
                  <a:pt x="18062" y="528605"/>
                </a:lnTo>
                <a:lnTo>
                  <a:pt x="25716" y="552792"/>
                </a:lnTo>
                <a:lnTo>
                  <a:pt x="34605" y="576191"/>
                </a:lnTo>
                <a:lnTo>
                  <a:pt x="44678" y="598740"/>
                </a:lnTo>
                <a:lnTo>
                  <a:pt x="55888" y="620383"/>
                </a:lnTo>
                <a:lnTo>
                  <a:pt x="68185" y="641058"/>
                </a:lnTo>
                <a:lnTo>
                  <a:pt x="81521" y="660708"/>
                </a:lnTo>
                <a:lnTo>
                  <a:pt x="95847" y="679272"/>
                </a:lnTo>
                <a:lnTo>
                  <a:pt x="111114" y="696692"/>
                </a:lnTo>
                <a:lnTo>
                  <a:pt x="127274" y="712908"/>
                </a:lnTo>
                <a:lnTo>
                  <a:pt x="144278" y="727860"/>
                </a:lnTo>
                <a:lnTo>
                  <a:pt x="162077" y="741491"/>
                </a:lnTo>
                <a:lnTo>
                  <a:pt x="180622" y="753739"/>
                </a:lnTo>
                <a:lnTo>
                  <a:pt x="199865" y="764547"/>
                </a:lnTo>
                <a:lnTo>
                  <a:pt x="219756" y="773855"/>
                </a:lnTo>
                <a:lnTo>
                  <a:pt x="240248" y="781603"/>
                </a:lnTo>
                <a:lnTo>
                  <a:pt x="261291" y="787733"/>
                </a:lnTo>
                <a:lnTo>
                  <a:pt x="282837" y="792184"/>
                </a:lnTo>
                <a:lnTo>
                  <a:pt x="304837" y="794899"/>
                </a:lnTo>
                <a:lnTo>
                  <a:pt x="327241" y="795817"/>
                </a:lnTo>
                <a:lnTo>
                  <a:pt x="1274721" y="795817"/>
                </a:lnTo>
                <a:close/>
              </a:path>
            </a:pathLst>
          </a:custGeom>
          <a:solidFill xmlns:a="http://schemas.openxmlformats.org/drawingml/2006/main">
            <a:srgbClr val="572F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7358C9-F5CE-4511-AABA-FA33CF6F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797" y="389998"/>
            <a:ext cx="1665125" cy="795817"/>
          </a:xfrm>
          <a:custGeom xmlns:a="http://schemas.openxmlformats.org/drawingml/2006/main">
            <a:pathLst>
              <a:path w="1665125" h="795817">
                <a:moveTo>
                  <a:pt x="1337887" y="795817"/>
                </a:moveTo>
                <a:lnTo>
                  <a:pt x="1360288" y="794899"/>
                </a:lnTo>
                <a:lnTo>
                  <a:pt x="1382288" y="792184"/>
                </a:lnTo>
                <a:lnTo>
                  <a:pt x="1403834" y="787733"/>
                </a:lnTo>
                <a:lnTo>
                  <a:pt x="1424877" y="781603"/>
                </a:lnTo>
                <a:lnTo>
                  <a:pt x="1445369" y="773855"/>
                </a:lnTo>
                <a:lnTo>
                  <a:pt x="1465260" y="764547"/>
                </a:lnTo>
                <a:lnTo>
                  <a:pt x="1484503" y="753739"/>
                </a:lnTo>
                <a:lnTo>
                  <a:pt x="1503048" y="741491"/>
                </a:lnTo>
                <a:lnTo>
                  <a:pt x="1520847" y="727860"/>
                </a:lnTo>
                <a:lnTo>
                  <a:pt x="1537851" y="712908"/>
                </a:lnTo>
                <a:lnTo>
                  <a:pt x="1554011" y="696692"/>
                </a:lnTo>
                <a:lnTo>
                  <a:pt x="1569278" y="679272"/>
                </a:lnTo>
                <a:lnTo>
                  <a:pt x="1583604" y="660708"/>
                </a:lnTo>
                <a:lnTo>
                  <a:pt x="1596940" y="641058"/>
                </a:lnTo>
                <a:lnTo>
                  <a:pt x="1609237" y="620383"/>
                </a:lnTo>
                <a:lnTo>
                  <a:pt x="1620447" y="598740"/>
                </a:lnTo>
                <a:lnTo>
                  <a:pt x="1630520" y="576190"/>
                </a:lnTo>
                <a:lnTo>
                  <a:pt x="1639409" y="552792"/>
                </a:lnTo>
                <a:lnTo>
                  <a:pt x="1647063" y="528605"/>
                </a:lnTo>
                <a:lnTo>
                  <a:pt x="1653435" y="503688"/>
                </a:lnTo>
                <a:lnTo>
                  <a:pt x="1658476" y="478101"/>
                </a:lnTo>
                <a:lnTo>
                  <a:pt x="1662137" y="451902"/>
                </a:lnTo>
                <a:lnTo>
                  <a:pt x="1664370" y="425152"/>
                </a:lnTo>
                <a:lnTo>
                  <a:pt x="1665125" y="397908"/>
                </a:lnTo>
                <a:lnTo>
                  <a:pt x="1664370" y="370665"/>
                </a:lnTo>
                <a:lnTo>
                  <a:pt x="1662137" y="343915"/>
                </a:lnTo>
                <a:lnTo>
                  <a:pt x="1658476" y="317716"/>
                </a:lnTo>
                <a:lnTo>
                  <a:pt x="1653435" y="292129"/>
                </a:lnTo>
                <a:lnTo>
                  <a:pt x="1647063" y="267212"/>
                </a:lnTo>
                <a:lnTo>
                  <a:pt x="1639409" y="243025"/>
                </a:lnTo>
                <a:lnTo>
                  <a:pt x="1630520" y="219626"/>
                </a:lnTo>
                <a:lnTo>
                  <a:pt x="1620447" y="197076"/>
                </a:lnTo>
                <a:lnTo>
                  <a:pt x="1609237" y="175434"/>
                </a:lnTo>
                <a:lnTo>
                  <a:pt x="1596940" y="154758"/>
                </a:lnTo>
                <a:lnTo>
                  <a:pt x="1583604" y="135109"/>
                </a:lnTo>
                <a:lnTo>
                  <a:pt x="1569278" y="116545"/>
                </a:lnTo>
                <a:lnTo>
                  <a:pt x="1554011" y="99125"/>
                </a:lnTo>
                <a:lnTo>
                  <a:pt x="1537851" y="82909"/>
                </a:lnTo>
                <a:lnTo>
                  <a:pt x="1520847" y="67957"/>
                </a:lnTo>
                <a:lnTo>
                  <a:pt x="1503048" y="54326"/>
                </a:lnTo>
                <a:lnTo>
                  <a:pt x="1484503" y="42077"/>
                </a:lnTo>
                <a:lnTo>
                  <a:pt x="1465260" y="31270"/>
                </a:lnTo>
                <a:lnTo>
                  <a:pt x="1445369" y="21962"/>
                </a:lnTo>
                <a:lnTo>
                  <a:pt x="1424877" y="14214"/>
                </a:lnTo>
                <a:lnTo>
                  <a:pt x="1403834" y="8084"/>
                </a:lnTo>
                <a:lnTo>
                  <a:pt x="1382288" y="3632"/>
                </a:lnTo>
                <a:lnTo>
                  <a:pt x="1360288" y="918"/>
                </a:lnTo>
                <a:lnTo>
                  <a:pt x="1337883" y="0"/>
                </a:lnTo>
                <a:lnTo>
                  <a:pt x="327242" y="0"/>
                </a:lnTo>
                <a:lnTo>
                  <a:pt x="304837" y="918"/>
                </a:lnTo>
                <a:lnTo>
                  <a:pt x="282837" y="3632"/>
                </a:lnTo>
                <a:lnTo>
                  <a:pt x="261291" y="8084"/>
                </a:lnTo>
                <a:lnTo>
                  <a:pt x="240248" y="14214"/>
                </a:lnTo>
                <a:lnTo>
                  <a:pt x="219756" y="21962"/>
                </a:lnTo>
                <a:lnTo>
                  <a:pt x="199865" y="31270"/>
                </a:lnTo>
                <a:lnTo>
                  <a:pt x="180622" y="42077"/>
                </a:lnTo>
                <a:lnTo>
                  <a:pt x="162077" y="54326"/>
                </a:lnTo>
                <a:lnTo>
                  <a:pt x="144278" y="67957"/>
                </a:lnTo>
                <a:lnTo>
                  <a:pt x="127274" y="82909"/>
                </a:lnTo>
                <a:lnTo>
                  <a:pt x="111114" y="99125"/>
                </a:lnTo>
                <a:lnTo>
                  <a:pt x="95847" y="116545"/>
                </a:lnTo>
                <a:lnTo>
                  <a:pt x="81521" y="135109"/>
                </a:lnTo>
                <a:lnTo>
                  <a:pt x="68185" y="154758"/>
                </a:lnTo>
                <a:lnTo>
                  <a:pt x="55888" y="175434"/>
                </a:lnTo>
                <a:lnTo>
                  <a:pt x="44678" y="197076"/>
                </a:lnTo>
                <a:lnTo>
                  <a:pt x="34605" y="219626"/>
                </a:lnTo>
                <a:lnTo>
                  <a:pt x="25716" y="243025"/>
                </a:lnTo>
                <a:lnTo>
                  <a:pt x="18062" y="267212"/>
                </a:lnTo>
                <a:lnTo>
                  <a:pt x="11689" y="292129"/>
                </a:lnTo>
                <a:lnTo>
                  <a:pt x="6648" y="317716"/>
                </a:lnTo>
                <a:lnTo>
                  <a:pt x="2987" y="343915"/>
                </a:lnTo>
                <a:lnTo>
                  <a:pt x="755" y="370665"/>
                </a:lnTo>
                <a:lnTo>
                  <a:pt x="0" y="397908"/>
                </a:lnTo>
                <a:lnTo>
                  <a:pt x="755" y="425152"/>
                </a:lnTo>
                <a:lnTo>
                  <a:pt x="2987" y="451902"/>
                </a:lnTo>
                <a:lnTo>
                  <a:pt x="6648" y="478101"/>
                </a:lnTo>
                <a:lnTo>
                  <a:pt x="11689" y="503688"/>
                </a:lnTo>
                <a:lnTo>
                  <a:pt x="18062" y="528605"/>
                </a:lnTo>
                <a:lnTo>
                  <a:pt x="25716" y="552792"/>
                </a:lnTo>
                <a:lnTo>
                  <a:pt x="34605" y="576190"/>
                </a:lnTo>
                <a:lnTo>
                  <a:pt x="44678" y="598740"/>
                </a:lnTo>
                <a:lnTo>
                  <a:pt x="55888" y="620383"/>
                </a:lnTo>
                <a:lnTo>
                  <a:pt x="68185" y="641058"/>
                </a:lnTo>
                <a:lnTo>
                  <a:pt x="81521" y="660708"/>
                </a:lnTo>
                <a:lnTo>
                  <a:pt x="95847" y="679272"/>
                </a:lnTo>
                <a:lnTo>
                  <a:pt x="111114" y="696692"/>
                </a:lnTo>
                <a:lnTo>
                  <a:pt x="127274" y="712908"/>
                </a:lnTo>
                <a:lnTo>
                  <a:pt x="144278" y="727860"/>
                </a:lnTo>
                <a:lnTo>
                  <a:pt x="162077" y="741491"/>
                </a:lnTo>
                <a:lnTo>
                  <a:pt x="180622" y="753739"/>
                </a:lnTo>
                <a:lnTo>
                  <a:pt x="199865" y="764547"/>
                </a:lnTo>
                <a:lnTo>
                  <a:pt x="219756" y="773855"/>
                </a:lnTo>
                <a:lnTo>
                  <a:pt x="240248" y="781603"/>
                </a:lnTo>
                <a:lnTo>
                  <a:pt x="261291" y="787733"/>
                </a:lnTo>
                <a:lnTo>
                  <a:pt x="282837" y="792184"/>
                </a:lnTo>
                <a:lnTo>
                  <a:pt x="304837" y="794899"/>
                </a:lnTo>
                <a:lnTo>
                  <a:pt x="327238" y="795817"/>
                </a:lnTo>
                <a:lnTo>
                  <a:pt x="1337887" y="795817"/>
                </a:lnTo>
                <a:close/>
              </a:path>
            </a:pathLst>
          </a:custGeom>
          <a:solidFill xmlns:a="http://schemas.openxmlformats.org/drawingml/2006/main">
            <a:srgbClr val="572F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T">
            <a:extLst xmlns:a="http://schemas.openxmlformats.org/drawingml/2006/main">
              <a:ext uri="{FF2B5EF4-FFF2-40B4-BE49-F238E27FC236}">
                <a16:creationId xmlns:a16="http://schemas.microsoft.com/office/drawing/2014/main" id="{59A91A28-EFEE-470B-86D4-FBB68226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039" y="632850"/>
            <a:ext cx="76548" cy="93974"/>
          </a:xfrm>
          <a:custGeom xmlns:a="http://schemas.openxmlformats.org/drawingml/2006/main">
            <a:pathLst>
              <a:path w="76548" h="93974">
                <a:moveTo>
                  <a:pt x="76548" y="15684"/>
                </a:moveTo>
                <a:lnTo>
                  <a:pt x="47762" y="15684"/>
                </a:lnTo>
                <a:lnTo>
                  <a:pt x="47762" y="93974"/>
                </a:lnTo>
                <a:lnTo>
                  <a:pt x="28399" y="93974"/>
                </a:lnTo>
                <a:lnTo>
                  <a:pt x="28399" y="15684"/>
                </a:lnTo>
                <a:lnTo>
                  <a:pt x="0" y="15684"/>
                </a:lnTo>
                <a:lnTo>
                  <a:pt x="0" y="0"/>
                </a:lnTo>
                <a:lnTo>
                  <a:pt x="76548" y="0"/>
                </a:lnTo>
                <a:lnTo>
                  <a:pt x="76548" y="1568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oolPerception">
            <a:extLst xmlns:a="http://schemas.openxmlformats.org/drawingml/2006/main">
              <a:ext uri="{FF2B5EF4-FFF2-40B4-BE49-F238E27FC236}">
                <a16:creationId xmlns:a16="http://schemas.microsoft.com/office/drawing/2014/main" id="{2DAF62EA-E076-4664-A882-6BA48DD4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48" y="627687"/>
            <a:ext cx="852156" cy="125987"/>
          </a:xfrm>
          <a:custGeom xmlns:a="http://schemas.openxmlformats.org/drawingml/2006/main">
            <a:pathLst>
              <a:path w="852156" h="125987">
                <a:moveTo>
                  <a:pt x="0" y="63575"/>
                </a:moveTo>
                <a:cubicBezTo>
                  <a:pt x="0" y="56647"/>
                  <a:pt x="1334" y="50472"/>
                  <a:pt x="4002" y="45051"/>
                </a:cubicBezTo>
                <a:cubicBezTo>
                  <a:pt x="6669" y="39629"/>
                  <a:pt x="10510" y="35434"/>
                  <a:pt x="15523" y="32465"/>
                </a:cubicBezTo>
                <a:cubicBezTo>
                  <a:pt x="20535" y="29496"/>
                  <a:pt x="26355" y="28012"/>
                  <a:pt x="32981" y="28012"/>
                </a:cubicBezTo>
                <a:cubicBezTo>
                  <a:pt x="42405" y="28012"/>
                  <a:pt x="50096" y="30894"/>
                  <a:pt x="56055" y="36660"/>
                </a:cubicBezTo>
                <a:cubicBezTo>
                  <a:pt x="62015" y="42426"/>
                  <a:pt x="65339" y="50257"/>
                  <a:pt x="66027" y="60154"/>
                </a:cubicBezTo>
                <a:lnTo>
                  <a:pt x="66156" y="64930"/>
                </a:lnTo>
                <a:cubicBezTo>
                  <a:pt x="66156" y="75644"/>
                  <a:pt x="63166" y="84239"/>
                  <a:pt x="57185" y="90715"/>
                </a:cubicBezTo>
                <a:cubicBezTo>
                  <a:pt x="51204" y="97191"/>
                  <a:pt x="43179" y="100428"/>
                  <a:pt x="33110" y="100428"/>
                </a:cubicBezTo>
                <a:cubicBezTo>
                  <a:pt x="23042" y="100428"/>
                  <a:pt x="15006" y="97201"/>
                  <a:pt x="9004" y="90747"/>
                </a:cubicBezTo>
                <a:cubicBezTo>
                  <a:pt x="3001" y="84293"/>
                  <a:pt x="0" y="75515"/>
                  <a:pt x="0" y="64414"/>
                </a:cubicBezTo>
                <a:lnTo>
                  <a:pt x="0" y="63575"/>
                </a:lnTo>
                <a:moveTo>
                  <a:pt x="18653" y="64930"/>
                </a:moveTo>
                <a:cubicBezTo>
                  <a:pt x="18653" y="71556"/>
                  <a:pt x="19901" y="76623"/>
                  <a:pt x="22396" y="80130"/>
                </a:cubicBezTo>
                <a:cubicBezTo>
                  <a:pt x="24892" y="83637"/>
                  <a:pt x="28463" y="85390"/>
                  <a:pt x="33110" y="85390"/>
                </a:cubicBezTo>
                <a:cubicBezTo>
                  <a:pt x="37628" y="85390"/>
                  <a:pt x="41157" y="83658"/>
                  <a:pt x="43695" y="80194"/>
                </a:cubicBezTo>
                <a:cubicBezTo>
                  <a:pt x="46234" y="76731"/>
                  <a:pt x="47503" y="71191"/>
                  <a:pt x="47503" y="63575"/>
                </a:cubicBezTo>
                <a:cubicBezTo>
                  <a:pt x="47503" y="57077"/>
                  <a:pt x="46234" y="52043"/>
                  <a:pt x="43695" y="48472"/>
                </a:cubicBezTo>
                <a:cubicBezTo>
                  <a:pt x="41157" y="44900"/>
                  <a:pt x="37585" y="43115"/>
                  <a:pt x="32981" y="43115"/>
                </a:cubicBezTo>
                <a:cubicBezTo>
                  <a:pt x="28420" y="43115"/>
                  <a:pt x="24892" y="44889"/>
                  <a:pt x="22396" y="48439"/>
                </a:cubicBezTo>
                <a:cubicBezTo>
                  <a:pt x="19901" y="51989"/>
                  <a:pt x="18653" y="57486"/>
                  <a:pt x="18653" y="64930"/>
                </a:cubicBezTo>
                <a:close/>
                <a:moveTo>
                  <a:pt x="74722" y="63575"/>
                </a:moveTo>
                <a:cubicBezTo>
                  <a:pt x="74722" y="56647"/>
                  <a:pt x="76056" y="50472"/>
                  <a:pt x="78724" y="45051"/>
                </a:cubicBezTo>
                <a:cubicBezTo>
                  <a:pt x="81392" y="39629"/>
                  <a:pt x="85232" y="35434"/>
                  <a:pt x="90245" y="32465"/>
                </a:cubicBezTo>
                <a:cubicBezTo>
                  <a:pt x="95257" y="29496"/>
                  <a:pt x="101077" y="28012"/>
                  <a:pt x="107703" y="28012"/>
                </a:cubicBezTo>
                <a:cubicBezTo>
                  <a:pt x="117127" y="28012"/>
                  <a:pt x="124818" y="30894"/>
                  <a:pt x="130777" y="36660"/>
                </a:cubicBezTo>
                <a:cubicBezTo>
                  <a:pt x="136737" y="42426"/>
                  <a:pt x="140061" y="50257"/>
                  <a:pt x="140749" y="60154"/>
                </a:cubicBezTo>
                <a:lnTo>
                  <a:pt x="140878" y="64930"/>
                </a:lnTo>
                <a:cubicBezTo>
                  <a:pt x="140878" y="75644"/>
                  <a:pt x="137888" y="84239"/>
                  <a:pt x="131907" y="90715"/>
                </a:cubicBezTo>
                <a:cubicBezTo>
                  <a:pt x="125926" y="97191"/>
                  <a:pt x="117901" y="100428"/>
                  <a:pt x="107833" y="100428"/>
                </a:cubicBezTo>
                <a:cubicBezTo>
                  <a:pt x="97764" y="100428"/>
                  <a:pt x="89728" y="97201"/>
                  <a:pt x="83726" y="90747"/>
                </a:cubicBezTo>
                <a:cubicBezTo>
                  <a:pt x="77723" y="84293"/>
                  <a:pt x="74722" y="75515"/>
                  <a:pt x="74722" y="64414"/>
                </a:cubicBezTo>
                <a:lnTo>
                  <a:pt x="74722" y="63575"/>
                </a:lnTo>
                <a:moveTo>
                  <a:pt x="93375" y="64930"/>
                </a:moveTo>
                <a:cubicBezTo>
                  <a:pt x="93375" y="71556"/>
                  <a:pt x="94623" y="76623"/>
                  <a:pt x="97118" y="80130"/>
                </a:cubicBezTo>
                <a:cubicBezTo>
                  <a:pt x="99614" y="83637"/>
                  <a:pt x="103185" y="85390"/>
                  <a:pt x="107833" y="85390"/>
                </a:cubicBezTo>
                <a:cubicBezTo>
                  <a:pt x="112350" y="85390"/>
                  <a:pt x="115879" y="83658"/>
                  <a:pt x="118418" y="80194"/>
                </a:cubicBezTo>
                <a:cubicBezTo>
                  <a:pt x="120956" y="76731"/>
                  <a:pt x="122226" y="71191"/>
                  <a:pt x="122226" y="63575"/>
                </a:cubicBezTo>
                <a:cubicBezTo>
                  <a:pt x="122226" y="57077"/>
                  <a:pt x="120956" y="52043"/>
                  <a:pt x="118418" y="48472"/>
                </a:cubicBezTo>
                <a:cubicBezTo>
                  <a:pt x="115879" y="44900"/>
                  <a:pt x="112307" y="43115"/>
                  <a:pt x="107703" y="43115"/>
                </a:cubicBezTo>
                <a:cubicBezTo>
                  <a:pt x="103142" y="43115"/>
                  <a:pt x="99614" y="44889"/>
                  <a:pt x="97118" y="48439"/>
                </a:cubicBezTo>
                <a:cubicBezTo>
                  <a:pt x="94623" y="51989"/>
                  <a:pt x="93375" y="57486"/>
                  <a:pt x="93375" y="64930"/>
                </a:cubicBezTo>
                <a:close/>
                <a:moveTo>
                  <a:pt x="172034" y="99138"/>
                </a:moveTo>
                <a:lnTo>
                  <a:pt x="153317" y="99138"/>
                </a:lnTo>
                <a:lnTo>
                  <a:pt x="153317" y="0"/>
                </a:lnTo>
                <a:lnTo>
                  <a:pt x="172034" y="0"/>
                </a:lnTo>
                <a:lnTo>
                  <a:pt x="172034" y="99138"/>
                </a:lnTo>
                <a:close/>
                <a:moveTo>
                  <a:pt x="240884" y="66027"/>
                </a:moveTo>
                <a:lnTo>
                  <a:pt x="240884" y="99138"/>
                </a:lnTo>
                <a:lnTo>
                  <a:pt x="221522" y="99138"/>
                </a:lnTo>
                <a:lnTo>
                  <a:pt x="221522" y="5163"/>
                </a:lnTo>
                <a:lnTo>
                  <a:pt x="258182" y="5163"/>
                </a:lnTo>
                <a:cubicBezTo>
                  <a:pt x="265239" y="5163"/>
                  <a:pt x="271445" y="6454"/>
                  <a:pt x="276802" y="9036"/>
                </a:cubicBezTo>
                <a:cubicBezTo>
                  <a:pt x="282159" y="11618"/>
                  <a:pt x="286279" y="15286"/>
                  <a:pt x="289162" y="20041"/>
                </a:cubicBezTo>
                <a:cubicBezTo>
                  <a:pt x="292045" y="24795"/>
                  <a:pt x="293487" y="30206"/>
                  <a:pt x="293487" y="36273"/>
                </a:cubicBezTo>
                <a:cubicBezTo>
                  <a:pt x="293487" y="45481"/>
                  <a:pt x="290335" y="52742"/>
                  <a:pt x="284031" y="58056"/>
                </a:cubicBezTo>
                <a:cubicBezTo>
                  <a:pt x="277728" y="63370"/>
                  <a:pt x="269004" y="66027"/>
                  <a:pt x="257859" y="66027"/>
                </a:cubicBezTo>
                <a:lnTo>
                  <a:pt x="240884" y="66027"/>
                </a:lnTo>
                <a:moveTo>
                  <a:pt x="240884" y="50343"/>
                </a:moveTo>
                <a:lnTo>
                  <a:pt x="258182" y="50343"/>
                </a:lnTo>
                <a:cubicBezTo>
                  <a:pt x="263302" y="50343"/>
                  <a:pt x="267207" y="49138"/>
                  <a:pt x="269896" y="46729"/>
                </a:cubicBezTo>
                <a:cubicBezTo>
                  <a:pt x="272586" y="44319"/>
                  <a:pt x="273930" y="40877"/>
                  <a:pt x="273930" y="36402"/>
                </a:cubicBezTo>
                <a:cubicBezTo>
                  <a:pt x="273930" y="31798"/>
                  <a:pt x="272575" y="28076"/>
                  <a:pt x="269864" y="25236"/>
                </a:cubicBezTo>
                <a:cubicBezTo>
                  <a:pt x="267153" y="22396"/>
                  <a:pt x="263410" y="20933"/>
                  <a:pt x="258634" y="20847"/>
                </a:cubicBezTo>
                <a:lnTo>
                  <a:pt x="240884" y="20847"/>
                </a:lnTo>
                <a:lnTo>
                  <a:pt x="240884" y="50343"/>
                </a:lnTo>
                <a:close/>
                <a:moveTo>
                  <a:pt x="336838" y="100428"/>
                </a:moveTo>
                <a:cubicBezTo>
                  <a:pt x="326598" y="100428"/>
                  <a:pt x="318261" y="97287"/>
                  <a:pt x="311828" y="91005"/>
                </a:cubicBezTo>
                <a:cubicBezTo>
                  <a:pt x="305395" y="84723"/>
                  <a:pt x="302179" y="76354"/>
                  <a:pt x="302179" y="65898"/>
                </a:cubicBezTo>
                <a:lnTo>
                  <a:pt x="302179" y="64091"/>
                </a:lnTo>
                <a:cubicBezTo>
                  <a:pt x="302179" y="57077"/>
                  <a:pt x="303534" y="50806"/>
                  <a:pt x="306245" y="45277"/>
                </a:cubicBezTo>
                <a:cubicBezTo>
                  <a:pt x="308956" y="39748"/>
                  <a:pt x="312796" y="35488"/>
                  <a:pt x="317766" y="32497"/>
                </a:cubicBezTo>
                <a:cubicBezTo>
                  <a:pt x="322736" y="29507"/>
                  <a:pt x="328405" y="28012"/>
                  <a:pt x="334773" y="28012"/>
                </a:cubicBezTo>
                <a:cubicBezTo>
                  <a:pt x="344325" y="28012"/>
                  <a:pt x="351845" y="31024"/>
                  <a:pt x="357331" y="37048"/>
                </a:cubicBezTo>
                <a:cubicBezTo>
                  <a:pt x="362817" y="43071"/>
                  <a:pt x="365560" y="51613"/>
                  <a:pt x="365560" y="62671"/>
                </a:cubicBezTo>
                <a:lnTo>
                  <a:pt x="365560" y="70287"/>
                </a:lnTo>
                <a:lnTo>
                  <a:pt x="321090" y="70287"/>
                </a:lnTo>
                <a:cubicBezTo>
                  <a:pt x="321692" y="74848"/>
                  <a:pt x="323510" y="78505"/>
                  <a:pt x="326544" y="81259"/>
                </a:cubicBezTo>
                <a:cubicBezTo>
                  <a:pt x="329577" y="84013"/>
                  <a:pt x="333418" y="85390"/>
                  <a:pt x="338065" y="85390"/>
                </a:cubicBezTo>
                <a:cubicBezTo>
                  <a:pt x="345250" y="85390"/>
                  <a:pt x="350866" y="82787"/>
                  <a:pt x="354910" y="77580"/>
                </a:cubicBezTo>
                <a:lnTo>
                  <a:pt x="364075" y="87843"/>
                </a:lnTo>
                <a:cubicBezTo>
                  <a:pt x="361279" y="91801"/>
                  <a:pt x="357492" y="94889"/>
                  <a:pt x="352716" y="97104"/>
                </a:cubicBezTo>
                <a:cubicBezTo>
                  <a:pt x="347940" y="99320"/>
                  <a:pt x="342647" y="100428"/>
                  <a:pt x="336838" y="100428"/>
                </a:cubicBezTo>
                <a:moveTo>
                  <a:pt x="334708" y="43115"/>
                </a:moveTo>
                <a:cubicBezTo>
                  <a:pt x="331008" y="43115"/>
                  <a:pt x="328007" y="44362"/>
                  <a:pt x="325705" y="46858"/>
                </a:cubicBezTo>
                <a:cubicBezTo>
                  <a:pt x="323403" y="49354"/>
                  <a:pt x="321929" y="52925"/>
                  <a:pt x="321284" y="57572"/>
                </a:cubicBezTo>
                <a:lnTo>
                  <a:pt x="347230" y="57572"/>
                </a:lnTo>
                <a:lnTo>
                  <a:pt x="347230" y="56088"/>
                </a:lnTo>
                <a:cubicBezTo>
                  <a:pt x="347144" y="51957"/>
                  <a:pt x="346025" y="48762"/>
                  <a:pt x="343874" y="46503"/>
                </a:cubicBezTo>
                <a:cubicBezTo>
                  <a:pt x="341722" y="44244"/>
                  <a:pt x="338667" y="43115"/>
                  <a:pt x="334708" y="43115"/>
                </a:cubicBezTo>
                <a:close/>
                <a:moveTo>
                  <a:pt x="415369" y="46793"/>
                </a:moveTo>
                <a:cubicBezTo>
                  <a:pt x="412831" y="46449"/>
                  <a:pt x="410593" y="46277"/>
                  <a:pt x="408657" y="46277"/>
                </a:cubicBezTo>
                <a:cubicBezTo>
                  <a:pt x="401600" y="46277"/>
                  <a:pt x="396975" y="48665"/>
                  <a:pt x="394780" y="53441"/>
                </a:cubicBezTo>
                <a:lnTo>
                  <a:pt x="394780" y="99138"/>
                </a:lnTo>
                <a:lnTo>
                  <a:pt x="376127" y="99138"/>
                </a:lnTo>
                <a:lnTo>
                  <a:pt x="376127" y="29302"/>
                </a:lnTo>
                <a:lnTo>
                  <a:pt x="393748" y="29302"/>
                </a:lnTo>
                <a:lnTo>
                  <a:pt x="394264" y="37628"/>
                </a:lnTo>
                <a:cubicBezTo>
                  <a:pt x="398007" y="31217"/>
                  <a:pt x="403192" y="28012"/>
                  <a:pt x="409819" y="28012"/>
                </a:cubicBezTo>
                <a:cubicBezTo>
                  <a:pt x="411884" y="28012"/>
                  <a:pt x="413820" y="28291"/>
                  <a:pt x="415628" y="28851"/>
                </a:cubicBezTo>
                <a:lnTo>
                  <a:pt x="415369" y="46793"/>
                </a:lnTo>
                <a:close/>
                <a:moveTo>
                  <a:pt x="452147" y="85390"/>
                </a:moveTo>
                <a:cubicBezTo>
                  <a:pt x="455589" y="85390"/>
                  <a:pt x="458386" y="84443"/>
                  <a:pt x="460537" y="82550"/>
                </a:cubicBezTo>
                <a:cubicBezTo>
                  <a:pt x="462689" y="80657"/>
                  <a:pt x="463808" y="78140"/>
                  <a:pt x="463894" y="74999"/>
                </a:cubicBezTo>
                <a:lnTo>
                  <a:pt x="481385" y="74999"/>
                </a:lnTo>
                <a:cubicBezTo>
                  <a:pt x="481342" y="79732"/>
                  <a:pt x="480051" y="84067"/>
                  <a:pt x="477512" y="88004"/>
                </a:cubicBezTo>
                <a:cubicBezTo>
                  <a:pt x="474973" y="91941"/>
                  <a:pt x="471499" y="94996"/>
                  <a:pt x="467088" y="97169"/>
                </a:cubicBezTo>
                <a:cubicBezTo>
                  <a:pt x="462678" y="99342"/>
                  <a:pt x="457805" y="100428"/>
                  <a:pt x="452470" y="100428"/>
                </a:cubicBezTo>
                <a:cubicBezTo>
                  <a:pt x="442487" y="100428"/>
                  <a:pt x="434613" y="97255"/>
                  <a:pt x="428847" y="90908"/>
                </a:cubicBezTo>
                <a:cubicBezTo>
                  <a:pt x="423081" y="84562"/>
                  <a:pt x="420198" y="75795"/>
                  <a:pt x="420198" y="64607"/>
                </a:cubicBezTo>
                <a:lnTo>
                  <a:pt x="420198" y="63381"/>
                </a:lnTo>
                <a:cubicBezTo>
                  <a:pt x="420198" y="52624"/>
                  <a:pt x="423060" y="44040"/>
                  <a:pt x="428782" y="37628"/>
                </a:cubicBezTo>
                <a:cubicBezTo>
                  <a:pt x="434505" y="31217"/>
                  <a:pt x="442358" y="28012"/>
                  <a:pt x="452340" y="28012"/>
                </a:cubicBezTo>
                <a:cubicBezTo>
                  <a:pt x="461075" y="28012"/>
                  <a:pt x="468078" y="30496"/>
                  <a:pt x="473349" y="35466"/>
                </a:cubicBezTo>
                <a:cubicBezTo>
                  <a:pt x="478620" y="40436"/>
                  <a:pt x="481299" y="47052"/>
                  <a:pt x="481385" y="55313"/>
                </a:cubicBezTo>
                <a:lnTo>
                  <a:pt x="463894" y="55313"/>
                </a:lnTo>
                <a:cubicBezTo>
                  <a:pt x="463808" y="51699"/>
                  <a:pt x="462689" y="48762"/>
                  <a:pt x="460537" y="46503"/>
                </a:cubicBezTo>
                <a:cubicBezTo>
                  <a:pt x="458386" y="44244"/>
                  <a:pt x="455546" y="43115"/>
                  <a:pt x="452018" y="43115"/>
                </a:cubicBezTo>
                <a:cubicBezTo>
                  <a:pt x="447672" y="43115"/>
                  <a:pt x="444391" y="44696"/>
                  <a:pt x="442175" y="47858"/>
                </a:cubicBezTo>
                <a:cubicBezTo>
                  <a:pt x="439959" y="51021"/>
                  <a:pt x="438851" y="56152"/>
                  <a:pt x="438851" y="63252"/>
                </a:cubicBezTo>
                <a:lnTo>
                  <a:pt x="438851" y="65188"/>
                </a:lnTo>
                <a:cubicBezTo>
                  <a:pt x="438851" y="72374"/>
                  <a:pt x="439948" y="77537"/>
                  <a:pt x="442143" y="80678"/>
                </a:cubicBezTo>
                <a:cubicBezTo>
                  <a:pt x="444337" y="83819"/>
                  <a:pt x="447672" y="85390"/>
                  <a:pt x="452147" y="85390"/>
                </a:cubicBezTo>
                <a:close/>
                <a:moveTo>
                  <a:pt x="524160" y="100428"/>
                </a:moveTo>
                <a:cubicBezTo>
                  <a:pt x="513919" y="100428"/>
                  <a:pt x="505582" y="97287"/>
                  <a:pt x="499149" y="91005"/>
                </a:cubicBezTo>
                <a:cubicBezTo>
                  <a:pt x="492716" y="84723"/>
                  <a:pt x="489500" y="76354"/>
                  <a:pt x="489500" y="65898"/>
                </a:cubicBezTo>
                <a:lnTo>
                  <a:pt x="489500" y="64091"/>
                </a:lnTo>
                <a:cubicBezTo>
                  <a:pt x="489500" y="57077"/>
                  <a:pt x="490855" y="50806"/>
                  <a:pt x="493566" y="45277"/>
                </a:cubicBezTo>
                <a:cubicBezTo>
                  <a:pt x="496277" y="39748"/>
                  <a:pt x="500117" y="35488"/>
                  <a:pt x="505087" y="32497"/>
                </a:cubicBezTo>
                <a:cubicBezTo>
                  <a:pt x="510057" y="29507"/>
                  <a:pt x="515726" y="28012"/>
                  <a:pt x="522094" y="28012"/>
                </a:cubicBezTo>
                <a:cubicBezTo>
                  <a:pt x="531646" y="28012"/>
                  <a:pt x="539166" y="31024"/>
                  <a:pt x="544652" y="37048"/>
                </a:cubicBezTo>
                <a:cubicBezTo>
                  <a:pt x="550138" y="43071"/>
                  <a:pt x="552881" y="51613"/>
                  <a:pt x="552881" y="62671"/>
                </a:cubicBezTo>
                <a:lnTo>
                  <a:pt x="552881" y="70287"/>
                </a:lnTo>
                <a:lnTo>
                  <a:pt x="508411" y="70287"/>
                </a:lnTo>
                <a:cubicBezTo>
                  <a:pt x="509014" y="74848"/>
                  <a:pt x="510831" y="78505"/>
                  <a:pt x="513865" y="81259"/>
                </a:cubicBezTo>
                <a:cubicBezTo>
                  <a:pt x="516898" y="84013"/>
                  <a:pt x="520739" y="85390"/>
                  <a:pt x="525386" y="85390"/>
                </a:cubicBezTo>
                <a:cubicBezTo>
                  <a:pt x="532572" y="85390"/>
                  <a:pt x="538187" y="82787"/>
                  <a:pt x="542231" y="77580"/>
                </a:cubicBezTo>
                <a:lnTo>
                  <a:pt x="551397" y="87843"/>
                </a:lnTo>
                <a:cubicBezTo>
                  <a:pt x="548600" y="91801"/>
                  <a:pt x="544813" y="94889"/>
                  <a:pt x="540037" y="97104"/>
                </a:cubicBezTo>
                <a:cubicBezTo>
                  <a:pt x="535261" y="99320"/>
                  <a:pt x="529968" y="100428"/>
                  <a:pt x="524160" y="100428"/>
                </a:cubicBezTo>
                <a:moveTo>
                  <a:pt x="522030" y="43115"/>
                </a:moveTo>
                <a:cubicBezTo>
                  <a:pt x="518329" y="43115"/>
                  <a:pt x="515328" y="44362"/>
                  <a:pt x="513026" y="46858"/>
                </a:cubicBezTo>
                <a:cubicBezTo>
                  <a:pt x="510724" y="49354"/>
                  <a:pt x="509250" y="52925"/>
                  <a:pt x="508605" y="57572"/>
                </a:cubicBezTo>
                <a:lnTo>
                  <a:pt x="534551" y="57572"/>
                </a:lnTo>
                <a:lnTo>
                  <a:pt x="534551" y="56088"/>
                </a:lnTo>
                <a:cubicBezTo>
                  <a:pt x="534465" y="51957"/>
                  <a:pt x="533346" y="48762"/>
                  <a:pt x="531195" y="46503"/>
                </a:cubicBezTo>
                <a:cubicBezTo>
                  <a:pt x="529043" y="44244"/>
                  <a:pt x="525988" y="43115"/>
                  <a:pt x="522030" y="43115"/>
                </a:cubicBezTo>
                <a:close/>
                <a:moveTo>
                  <a:pt x="626313" y="64865"/>
                </a:moveTo>
                <a:cubicBezTo>
                  <a:pt x="626313" y="75623"/>
                  <a:pt x="623871" y="84239"/>
                  <a:pt x="618988" y="90715"/>
                </a:cubicBezTo>
                <a:cubicBezTo>
                  <a:pt x="614104" y="97191"/>
                  <a:pt x="607510" y="100428"/>
                  <a:pt x="599205" y="100428"/>
                </a:cubicBezTo>
                <a:cubicBezTo>
                  <a:pt x="592149" y="100428"/>
                  <a:pt x="586447" y="97976"/>
                  <a:pt x="582101" y="93071"/>
                </a:cubicBezTo>
                <a:lnTo>
                  <a:pt x="582101" y="125987"/>
                </a:lnTo>
                <a:lnTo>
                  <a:pt x="563449" y="125987"/>
                </a:lnTo>
                <a:lnTo>
                  <a:pt x="563449" y="29302"/>
                </a:lnTo>
                <a:lnTo>
                  <a:pt x="580746" y="29302"/>
                </a:lnTo>
                <a:lnTo>
                  <a:pt x="581391" y="36144"/>
                </a:lnTo>
                <a:cubicBezTo>
                  <a:pt x="585909" y="30722"/>
                  <a:pt x="591804" y="28012"/>
                  <a:pt x="599076" y="28012"/>
                </a:cubicBezTo>
                <a:cubicBezTo>
                  <a:pt x="607682" y="28012"/>
                  <a:pt x="614373" y="31196"/>
                  <a:pt x="619149" y="37564"/>
                </a:cubicBezTo>
                <a:cubicBezTo>
                  <a:pt x="623925" y="43932"/>
                  <a:pt x="626313" y="52710"/>
                  <a:pt x="626313" y="63897"/>
                </a:cubicBezTo>
                <a:lnTo>
                  <a:pt x="626313" y="64865"/>
                </a:lnTo>
                <a:moveTo>
                  <a:pt x="607660" y="63510"/>
                </a:moveTo>
                <a:cubicBezTo>
                  <a:pt x="607660" y="57013"/>
                  <a:pt x="606509" y="52000"/>
                  <a:pt x="604207" y="48472"/>
                </a:cubicBezTo>
                <a:cubicBezTo>
                  <a:pt x="601905" y="44943"/>
                  <a:pt x="598560" y="43179"/>
                  <a:pt x="594171" y="43179"/>
                </a:cubicBezTo>
                <a:cubicBezTo>
                  <a:pt x="588319" y="43179"/>
                  <a:pt x="584296" y="45417"/>
                  <a:pt x="582101" y="49891"/>
                </a:cubicBezTo>
                <a:lnTo>
                  <a:pt x="582101" y="78484"/>
                </a:lnTo>
                <a:cubicBezTo>
                  <a:pt x="584382" y="83088"/>
                  <a:pt x="588448" y="85390"/>
                  <a:pt x="594300" y="85390"/>
                </a:cubicBezTo>
                <a:cubicBezTo>
                  <a:pt x="603207" y="85390"/>
                  <a:pt x="607660" y="78097"/>
                  <a:pt x="607660" y="63510"/>
                </a:cubicBezTo>
                <a:close/>
                <a:moveTo>
                  <a:pt x="660180" y="12134"/>
                </a:moveTo>
                <a:lnTo>
                  <a:pt x="660180" y="29302"/>
                </a:lnTo>
                <a:lnTo>
                  <a:pt x="672120" y="29302"/>
                </a:lnTo>
                <a:lnTo>
                  <a:pt x="672120" y="42985"/>
                </a:lnTo>
                <a:lnTo>
                  <a:pt x="660180" y="42985"/>
                </a:lnTo>
                <a:lnTo>
                  <a:pt x="660180" y="77838"/>
                </a:lnTo>
                <a:cubicBezTo>
                  <a:pt x="660180" y="80420"/>
                  <a:pt x="660675" y="82270"/>
                  <a:pt x="661664" y="83389"/>
                </a:cubicBezTo>
                <a:cubicBezTo>
                  <a:pt x="662654" y="84508"/>
                  <a:pt x="664547" y="85067"/>
                  <a:pt x="667344" y="85067"/>
                </a:cubicBezTo>
                <a:cubicBezTo>
                  <a:pt x="669409" y="85067"/>
                  <a:pt x="671238" y="84917"/>
                  <a:pt x="672830" y="84615"/>
                </a:cubicBezTo>
                <a:lnTo>
                  <a:pt x="672830" y="98750"/>
                </a:lnTo>
                <a:cubicBezTo>
                  <a:pt x="669173" y="99869"/>
                  <a:pt x="665408" y="100428"/>
                  <a:pt x="661535" y="100428"/>
                </a:cubicBezTo>
                <a:cubicBezTo>
                  <a:pt x="648455" y="100428"/>
                  <a:pt x="641785" y="93824"/>
                  <a:pt x="641527" y="80614"/>
                </a:cubicBezTo>
                <a:lnTo>
                  <a:pt x="641527" y="42985"/>
                </a:lnTo>
                <a:lnTo>
                  <a:pt x="631329" y="42985"/>
                </a:lnTo>
                <a:lnTo>
                  <a:pt x="631329" y="29302"/>
                </a:lnTo>
                <a:lnTo>
                  <a:pt x="641527" y="29302"/>
                </a:lnTo>
                <a:lnTo>
                  <a:pt x="641527" y="12134"/>
                </a:lnTo>
                <a:lnTo>
                  <a:pt x="660180" y="12134"/>
                </a:lnTo>
                <a:close/>
                <a:moveTo>
                  <a:pt x="702186" y="99138"/>
                </a:moveTo>
                <a:lnTo>
                  <a:pt x="683469" y="99138"/>
                </a:lnTo>
                <a:lnTo>
                  <a:pt x="683469" y="29302"/>
                </a:lnTo>
                <a:lnTo>
                  <a:pt x="702186" y="29302"/>
                </a:lnTo>
                <a:lnTo>
                  <a:pt x="702186" y="99138"/>
                </a:lnTo>
                <a:moveTo>
                  <a:pt x="682372" y="11230"/>
                </a:moveTo>
                <a:cubicBezTo>
                  <a:pt x="682372" y="8434"/>
                  <a:pt x="683307" y="6132"/>
                  <a:pt x="685179" y="4324"/>
                </a:cubicBezTo>
                <a:cubicBezTo>
                  <a:pt x="687051" y="2517"/>
                  <a:pt x="689600" y="1614"/>
                  <a:pt x="692828" y="1614"/>
                </a:cubicBezTo>
                <a:cubicBezTo>
                  <a:pt x="696012" y="1614"/>
                  <a:pt x="698550" y="2517"/>
                  <a:pt x="700444" y="4324"/>
                </a:cubicBezTo>
                <a:cubicBezTo>
                  <a:pt x="702337" y="6132"/>
                  <a:pt x="703283" y="8434"/>
                  <a:pt x="703283" y="11230"/>
                </a:cubicBezTo>
                <a:cubicBezTo>
                  <a:pt x="703283" y="14070"/>
                  <a:pt x="702326" y="16394"/>
                  <a:pt x="700411" y="18201"/>
                </a:cubicBezTo>
                <a:cubicBezTo>
                  <a:pt x="698497" y="20008"/>
                  <a:pt x="695969" y="20912"/>
                  <a:pt x="692828" y="20912"/>
                </a:cubicBezTo>
                <a:cubicBezTo>
                  <a:pt x="689686" y="20912"/>
                  <a:pt x="687159" y="20008"/>
                  <a:pt x="685244" y="18201"/>
                </a:cubicBezTo>
                <a:cubicBezTo>
                  <a:pt x="683329" y="16394"/>
                  <a:pt x="682372" y="14070"/>
                  <a:pt x="682372" y="11230"/>
                </a:cubicBezTo>
                <a:close/>
                <a:moveTo>
                  <a:pt x="714634" y="63575"/>
                </a:moveTo>
                <a:cubicBezTo>
                  <a:pt x="714634" y="56647"/>
                  <a:pt x="715968" y="50472"/>
                  <a:pt x="718636" y="45051"/>
                </a:cubicBezTo>
                <a:cubicBezTo>
                  <a:pt x="721304" y="39629"/>
                  <a:pt x="725144" y="35434"/>
                  <a:pt x="730157" y="32465"/>
                </a:cubicBezTo>
                <a:cubicBezTo>
                  <a:pt x="735170" y="29496"/>
                  <a:pt x="740989" y="28012"/>
                  <a:pt x="747616" y="28012"/>
                </a:cubicBezTo>
                <a:cubicBezTo>
                  <a:pt x="757039" y="28012"/>
                  <a:pt x="764730" y="30894"/>
                  <a:pt x="770690" y="36660"/>
                </a:cubicBezTo>
                <a:cubicBezTo>
                  <a:pt x="776649" y="42426"/>
                  <a:pt x="779973" y="50257"/>
                  <a:pt x="780662" y="60154"/>
                </a:cubicBezTo>
                <a:lnTo>
                  <a:pt x="780791" y="64930"/>
                </a:lnTo>
                <a:cubicBezTo>
                  <a:pt x="780791" y="75644"/>
                  <a:pt x="777800" y="84239"/>
                  <a:pt x="771819" y="90715"/>
                </a:cubicBezTo>
                <a:cubicBezTo>
                  <a:pt x="765838" y="97191"/>
                  <a:pt x="757813" y="100428"/>
                  <a:pt x="747745" y="100428"/>
                </a:cubicBezTo>
                <a:cubicBezTo>
                  <a:pt x="737676" y="100428"/>
                  <a:pt x="729641" y="97201"/>
                  <a:pt x="723638" y="90747"/>
                </a:cubicBezTo>
                <a:cubicBezTo>
                  <a:pt x="717636" y="84293"/>
                  <a:pt x="714634" y="75515"/>
                  <a:pt x="714634" y="64414"/>
                </a:cubicBezTo>
                <a:lnTo>
                  <a:pt x="714634" y="63575"/>
                </a:lnTo>
                <a:moveTo>
                  <a:pt x="733287" y="64930"/>
                </a:moveTo>
                <a:cubicBezTo>
                  <a:pt x="733287" y="71556"/>
                  <a:pt x="734535" y="76623"/>
                  <a:pt x="737031" y="80130"/>
                </a:cubicBezTo>
                <a:cubicBezTo>
                  <a:pt x="739526" y="83637"/>
                  <a:pt x="743098" y="85390"/>
                  <a:pt x="747745" y="85390"/>
                </a:cubicBezTo>
                <a:cubicBezTo>
                  <a:pt x="752263" y="85390"/>
                  <a:pt x="755791" y="83658"/>
                  <a:pt x="758330" y="80194"/>
                </a:cubicBezTo>
                <a:cubicBezTo>
                  <a:pt x="760868" y="76731"/>
                  <a:pt x="762138" y="71191"/>
                  <a:pt x="762138" y="63575"/>
                </a:cubicBezTo>
                <a:cubicBezTo>
                  <a:pt x="762138" y="57077"/>
                  <a:pt x="760868" y="52043"/>
                  <a:pt x="758330" y="48472"/>
                </a:cubicBezTo>
                <a:cubicBezTo>
                  <a:pt x="755791" y="44900"/>
                  <a:pt x="752220" y="43115"/>
                  <a:pt x="747616" y="43115"/>
                </a:cubicBezTo>
                <a:cubicBezTo>
                  <a:pt x="743055" y="43115"/>
                  <a:pt x="739526" y="44889"/>
                  <a:pt x="737031" y="48439"/>
                </a:cubicBezTo>
                <a:cubicBezTo>
                  <a:pt x="734535" y="51989"/>
                  <a:pt x="733287" y="57486"/>
                  <a:pt x="733287" y="64930"/>
                </a:cubicBezTo>
                <a:close/>
                <a:moveTo>
                  <a:pt x="809429" y="29302"/>
                </a:moveTo>
                <a:lnTo>
                  <a:pt x="810010" y="37370"/>
                </a:lnTo>
                <a:cubicBezTo>
                  <a:pt x="815001" y="31131"/>
                  <a:pt x="821692" y="28012"/>
                  <a:pt x="830083" y="28012"/>
                </a:cubicBezTo>
                <a:cubicBezTo>
                  <a:pt x="837484" y="28012"/>
                  <a:pt x="842991" y="30184"/>
                  <a:pt x="846606" y="34530"/>
                </a:cubicBezTo>
                <a:cubicBezTo>
                  <a:pt x="850220" y="38876"/>
                  <a:pt x="852070" y="45374"/>
                  <a:pt x="852156" y="54022"/>
                </a:cubicBezTo>
                <a:lnTo>
                  <a:pt x="852156" y="99138"/>
                </a:lnTo>
                <a:lnTo>
                  <a:pt x="833504" y="99138"/>
                </a:lnTo>
                <a:lnTo>
                  <a:pt x="833504" y="54474"/>
                </a:lnTo>
                <a:cubicBezTo>
                  <a:pt x="833504" y="50515"/>
                  <a:pt x="832643" y="47643"/>
                  <a:pt x="830922" y="45858"/>
                </a:cubicBezTo>
                <a:cubicBezTo>
                  <a:pt x="829201" y="44072"/>
                  <a:pt x="826339" y="43179"/>
                  <a:pt x="822338" y="43179"/>
                </a:cubicBezTo>
                <a:cubicBezTo>
                  <a:pt x="817088" y="43179"/>
                  <a:pt x="813151" y="45417"/>
                  <a:pt x="810526" y="49891"/>
                </a:cubicBezTo>
                <a:lnTo>
                  <a:pt x="810526" y="99138"/>
                </a:lnTo>
                <a:lnTo>
                  <a:pt x="791874" y="99138"/>
                </a:lnTo>
                <a:lnTo>
                  <a:pt x="791874" y="29302"/>
                </a:lnTo>
                <a:lnTo>
                  <a:pt x="809429" y="2930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[collaborator/feature]">
            <a:extLst xmlns:a="http://schemas.openxmlformats.org/drawingml/2006/main">
              <a:ext uri="{FF2B5EF4-FFF2-40B4-BE49-F238E27FC236}">
                <a16:creationId xmlns:a16="http://schemas.microsoft.com/office/drawing/2014/main" id="{4892400A-219D-47E2-91FA-A0A993DE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844" y="790127"/>
            <a:ext cx="1060815" cy="111555"/>
          </a:xfrm>
          <a:custGeom xmlns:a="http://schemas.openxmlformats.org/drawingml/2006/main">
            <a:pathLst>
              <a:path w="1060815" h="111555">
                <a:moveTo>
                  <a:pt x="23693" y="12230"/>
                </a:moveTo>
                <a:lnTo>
                  <a:pt x="15905" y="12230"/>
                </a:lnTo>
                <a:lnTo>
                  <a:pt x="15905" y="99324"/>
                </a:lnTo>
                <a:lnTo>
                  <a:pt x="23693" y="99324"/>
                </a:lnTo>
                <a:lnTo>
                  <a:pt x="23693" y="111555"/>
                </a:lnTo>
                <a:lnTo>
                  <a:pt x="0" y="111555"/>
                </a:lnTo>
                <a:lnTo>
                  <a:pt x="0" y="0"/>
                </a:lnTo>
                <a:lnTo>
                  <a:pt x="23693" y="0"/>
                </a:lnTo>
                <a:lnTo>
                  <a:pt x="23693" y="12230"/>
                </a:lnTo>
                <a:close/>
                <a:moveTo>
                  <a:pt x="55380" y="81225"/>
                </a:moveTo>
                <a:cubicBezTo>
                  <a:pt x="58306" y="81225"/>
                  <a:pt x="60682" y="80421"/>
                  <a:pt x="62510" y="78812"/>
                </a:cubicBezTo>
                <a:cubicBezTo>
                  <a:pt x="64338" y="77203"/>
                  <a:pt x="65289" y="75064"/>
                  <a:pt x="65362" y="72395"/>
                </a:cubicBezTo>
                <a:lnTo>
                  <a:pt x="80225" y="72395"/>
                </a:lnTo>
                <a:cubicBezTo>
                  <a:pt x="80189" y="76417"/>
                  <a:pt x="79092" y="80101"/>
                  <a:pt x="76935" y="83447"/>
                </a:cubicBezTo>
                <a:cubicBezTo>
                  <a:pt x="74777" y="86792"/>
                  <a:pt x="71825" y="89388"/>
                  <a:pt x="68077" y="91235"/>
                </a:cubicBezTo>
                <a:cubicBezTo>
                  <a:pt x="64329" y="93081"/>
                  <a:pt x="60189" y="94004"/>
                  <a:pt x="55655" y="94004"/>
                </a:cubicBezTo>
                <a:cubicBezTo>
                  <a:pt x="47172" y="94004"/>
                  <a:pt x="40481" y="91308"/>
                  <a:pt x="35581" y="85915"/>
                </a:cubicBezTo>
                <a:cubicBezTo>
                  <a:pt x="30682" y="80522"/>
                  <a:pt x="28232" y="73072"/>
                  <a:pt x="28232" y="63565"/>
                </a:cubicBezTo>
                <a:lnTo>
                  <a:pt x="28232" y="62523"/>
                </a:lnTo>
                <a:cubicBezTo>
                  <a:pt x="28232" y="53382"/>
                  <a:pt x="30664" y="46088"/>
                  <a:pt x="35527" y="40640"/>
                </a:cubicBezTo>
                <a:cubicBezTo>
                  <a:pt x="40390" y="35192"/>
                  <a:pt x="47062" y="32468"/>
                  <a:pt x="55545" y="32468"/>
                </a:cubicBezTo>
                <a:cubicBezTo>
                  <a:pt x="62967" y="32468"/>
                  <a:pt x="68918" y="34580"/>
                  <a:pt x="73397" y="38803"/>
                </a:cubicBezTo>
                <a:cubicBezTo>
                  <a:pt x="77876" y="43026"/>
                  <a:pt x="80152" y="48647"/>
                  <a:pt x="80225" y="55668"/>
                </a:cubicBezTo>
                <a:lnTo>
                  <a:pt x="65362" y="55668"/>
                </a:lnTo>
                <a:cubicBezTo>
                  <a:pt x="65289" y="52596"/>
                  <a:pt x="64338" y="50101"/>
                  <a:pt x="62510" y="48181"/>
                </a:cubicBezTo>
                <a:cubicBezTo>
                  <a:pt x="60682" y="46262"/>
                  <a:pt x="58269" y="45302"/>
                  <a:pt x="55271" y="45302"/>
                </a:cubicBezTo>
                <a:cubicBezTo>
                  <a:pt x="51578" y="45302"/>
                  <a:pt x="48790" y="46646"/>
                  <a:pt x="46907" y="49333"/>
                </a:cubicBezTo>
                <a:cubicBezTo>
                  <a:pt x="45024" y="52020"/>
                  <a:pt x="44082" y="56381"/>
                  <a:pt x="44082" y="62414"/>
                </a:cubicBezTo>
                <a:lnTo>
                  <a:pt x="44082" y="64059"/>
                </a:lnTo>
                <a:cubicBezTo>
                  <a:pt x="44082" y="70165"/>
                  <a:pt x="45015" y="74553"/>
                  <a:pt x="46880" y="77222"/>
                </a:cubicBezTo>
                <a:cubicBezTo>
                  <a:pt x="48744" y="79891"/>
                  <a:pt x="51578" y="81225"/>
                  <a:pt x="55380" y="81225"/>
                </a:cubicBezTo>
                <a:close/>
                <a:moveTo>
                  <a:pt x="86782" y="62688"/>
                </a:moveTo>
                <a:cubicBezTo>
                  <a:pt x="86782" y="56801"/>
                  <a:pt x="87916" y="51554"/>
                  <a:pt x="90183" y="46947"/>
                </a:cubicBezTo>
                <a:cubicBezTo>
                  <a:pt x="92450" y="42340"/>
                  <a:pt x="95713" y="38775"/>
                  <a:pt x="99973" y="36253"/>
                </a:cubicBezTo>
                <a:cubicBezTo>
                  <a:pt x="104232" y="33730"/>
                  <a:pt x="109177" y="32468"/>
                  <a:pt x="114808" y="32468"/>
                </a:cubicBezTo>
                <a:cubicBezTo>
                  <a:pt x="122815" y="32468"/>
                  <a:pt x="129351" y="34918"/>
                  <a:pt x="134415" y="39817"/>
                </a:cubicBezTo>
                <a:cubicBezTo>
                  <a:pt x="139479" y="44717"/>
                  <a:pt x="142304" y="51371"/>
                  <a:pt x="142889" y="59781"/>
                </a:cubicBezTo>
                <a:lnTo>
                  <a:pt x="142998" y="63840"/>
                </a:lnTo>
                <a:cubicBezTo>
                  <a:pt x="142998" y="72944"/>
                  <a:pt x="140457" y="80247"/>
                  <a:pt x="135375" y="85750"/>
                </a:cubicBezTo>
                <a:cubicBezTo>
                  <a:pt x="130293" y="91253"/>
                  <a:pt x="123474" y="94004"/>
                  <a:pt x="114918" y="94004"/>
                </a:cubicBezTo>
                <a:cubicBezTo>
                  <a:pt x="106362" y="94004"/>
                  <a:pt x="99534" y="91262"/>
                  <a:pt x="94433" y="85777"/>
                </a:cubicBezTo>
                <a:cubicBezTo>
                  <a:pt x="89333" y="80293"/>
                  <a:pt x="86782" y="72834"/>
                  <a:pt x="86782" y="63401"/>
                </a:cubicBezTo>
                <a:lnTo>
                  <a:pt x="86782" y="62688"/>
                </a:lnTo>
                <a:moveTo>
                  <a:pt x="102633" y="63840"/>
                </a:moveTo>
                <a:cubicBezTo>
                  <a:pt x="102633" y="69470"/>
                  <a:pt x="103693" y="73776"/>
                  <a:pt x="105814" y="76755"/>
                </a:cubicBezTo>
                <a:cubicBezTo>
                  <a:pt x="107934" y="79735"/>
                  <a:pt x="110969" y="81225"/>
                  <a:pt x="114918" y="81225"/>
                </a:cubicBezTo>
                <a:cubicBezTo>
                  <a:pt x="118757" y="81225"/>
                  <a:pt x="121755" y="79754"/>
                  <a:pt x="123912" y="76810"/>
                </a:cubicBezTo>
                <a:cubicBezTo>
                  <a:pt x="126070" y="73867"/>
                  <a:pt x="127148" y="69159"/>
                  <a:pt x="127148" y="62688"/>
                </a:cubicBezTo>
                <a:cubicBezTo>
                  <a:pt x="127148" y="57167"/>
                  <a:pt x="126070" y="52889"/>
                  <a:pt x="123912" y="49854"/>
                </a:cubicBezTo>
                <a:cubicBezTo>
                  <a:pt x="121755" y="46819"/>
                  <a:pt x="118720" y="45302"/>
                  <a:pt x="114808" y="45302"/>
                </a:cubicBezTo>
                <a:cubicBezTo>
                  <a:pt x="110932" y="45302"/>
                  <a:pt x="107934" y="46810"/>
                  <a:pt x="105814" y="49827"/>
                </a:cubicBezTo>
                <a:cubicBezTo>
                  <a:pt x="103693" y="52843"/>
                  <a:pt x="102633" y="57514"/>
                  <a:pt x="102633" y="63840"/>
                </a:cubicBezTo>
                <a:close/>
                <a:moveTo>
                  <a:pt x="169462" y="92907"/>
                </a:moveTo>
                <a:lnTo>
                  <a:pt x="153557" y="92907"/>
                </a:lnTo>
                <a:lnTo>
                  <a:pt x="153557" y="8666"/>
                </a:lnTo>
                <a:lnTo>
                  <a:pt x="169462" y="8666"/>
                </a:lnTo>
                <a:lnTo>
                  <a:pt x="169462" y="92907"/>
                </a:lnTo>
                <a:close/>
                <a:moveTo>
                  <a:pt x="199231" y="92907"/>
                </a:moveTo>
                <a:lnTo>
                  <a:pt x="183326" y="92907"/>
                </a:lnTo>
                <a:lnTo>
                  <a:pt x="183326" y="8666"/>
                </a:lnTo>
                <a:lnTo>
                  <a:pt x="199231" y="8666"/>
                </a:lnTo>
                <a:lnTo>
                  <a:pt x="199231" y="92907"/>
                </a:lnTo>
                <a:close/>
                <a:moveTo>
                  <a:pt x="246659" y="92907"/>
                </a:moveTo>
                <a:cubicBezTo>
                  <a:pt x="245928" y="91481"/>
                  <a:pt x="245398" y="89708"/>
                  <a:pt x="245069" y="87587"/>
                </a:cubicBezTo>
                <a:cubicBezTo>
                  <a:pt x="241230" y="91865"/>
                  <a:pt x="236239" y="94004"/>
                  <a:pt x="230096" y="94004"/>
                </a:cubicBezTo>
                <a:cubicBezTo>
                  <a:pt x="224283" y="94004"/>
                  <a:pt x="219465" y="92320"/>
                  <a:pt x="215645" y="88952"/>
                </a:cubicBezTo>
                <a:cubicBezTo>
                  <a:pt x="211824" y="85582"/>
                  <a:pt x="209913" y="81334"/>
                  <a:pt x="209913" y="76209"/>
                </a:cubicBezTo>
                <a:cubicBezTo>
                  <a:pt x="209913" y="69911"/>
                  <a:pt x="212244" y="65078"/>
                  <a:pt x="216906" y="61709"/>
                </a:cubicBezTo>
                <a:cubicBezTo>
                  <a:pt x="221568" y="58340"/>
                  <a:pt x="228305" y="56637"/>
                  <a:pt x="237116" y="56600"/>
                </a:cubicBezTo>
                <a:lnTo>
                  <a:pt x="244411" y="56600"/>
                </a:lnTo>
                <a:lnTo>
                  <a:pt x="244411" y="53215"/>
                </a:lnTo>
                <a:cubicBezTo>
                  <a:pt x="244411" y="50484"/>
                  <a:pt x="243707" y="48300"/>
                  <a:pt x="242299" y="46663"/>
                </a:cubicBezTo>
                <a:cubicBezTo>
                  <a:pt x="240891" y="45024"/>
                  <a:pt x="238670" y="44205"/>
                  <a:pt x="235636" y="44205"/>
                </a:cubicBezTo>
                <a:cubicBezTo>
                  <a:pt x="232966" y="44205"/>
                  <a:pt x="230873" y="44840"/>
                  <a:pt x="229356" y="46111"/>
                </a:cubicBezTo>
                <a:cubicBezTo>
                  <a:pt x="227838" y="47380"/>
                  <a:pt x="227080" y="49122"/>
                  <a:pt x="227080" y="51335"/>
                </a:cubicBezTo>
                <a:lnTo>
                  <a:pt x="211230" y="51335"/>
                </a:lnTo>
                <a:cubicBezTo>
                  <a:pt x="211230" y="47908"/>
                  <a:pt x="212290" y="44737"/>
                  <a:pt x="214411" y="41821"/>
                </a:cubicBezTo>
                <a:cubicBezTo>
                  <a:pt x="216531" y="38904"/>
                  <a:pt x="219529" y="36616"/>
                  <a:pt x="223405" y="34957"/>
                </a:cubicBezTo>
                <a:cubicBezTo>
                  <a:pt x="227281" y="33298"/>
                  <a:pt x="231632" y="32468"/>
                  <a:pt x="236458" y="32468"/>
                </a:cubicBezTo>
                <a:cubicBezTo>
                  <a:pt x="243771" y="32468"/>
                  <a:pt x="249575" y="34306"/>
                  <a:pt x="253871" y="37980"/>
                </a:cubicBezTo>
                <a:cubicBezTo>
                  <a:pt x="258168" y="41655"/>
                  <a:pt x="260316" y="46819"/>
                  <a:pt x="260316" y="53474"/>
                </a:cubicBezTo>
                <a:lnTo>
                  <a:pt x="260316" y="79196"/>
                </a:lnTo>
                <a:cubicBezTo>
                  <a:pt x="260352" y="84827"/>
                  <a:pt x="261138" y="89086"/>
                  <a:pt x="262674" y="91975"/>
                </a:cubicBezTo>
                <a:lnTo>
                  <a:pt x="262674" y="92907"/>
                </a:lnTo>
                <a:lnTo>
                  <a:pt x="246659" y="92907"/>
                </a:lnTo>
                <a:moveTo>
                  <a:pt x="233551" y="81883"/>
                </a:moveTo>
                <a:cubicBezTo>
                  <a:pt x="235891" y="81883"/>
                  <a:pt x="238049" y="81361"/>
                  <a:pt x="240023" y="80315"/>
                </a:cubicBezTo>
                <a:cubicBezTo>
                  <a:pt x="241998" y="79270"/>
                  <a:pt x="243460" y="77866"/>
                  <a:pt x="244411" y="76104"/>
                </a:cubicBezTo>
                <a:lnTo>
                  <a:pt x="244411" y="65869"/>
                </a:lnTo>
                <a:lnTo>
                  <a:pt x="238487" y="65869"/>
                </a:lnTo>
                <a:cubicBezTo>
                  <a:pt x="230553" y="65869"/>
                  <a:pt x="226330" y="68620"/>
                  <a:pt x="225818" y="74123"/>
                </a:cubicBezTo>
                <a:lnTo>
                  <a:pt x="225763" y="75059"/>
                </a:lnTo>
                <a:cubicBezTo>
                  <a:pt x="225763" y="77040"/>
                  <a:pt x="226458" y="78673"/>
                  <a:pt x="227848" y="79957"/>
                </a:cubicBezTo>
                <a:cubicBezTo>
                  <a:pt x="229237" y="81241"/>
                  <a:pt x="231138" y="81883"/>
                  <a:pt x="233551" y="81883"/>
                </a:cubicBezTo>
                <a:close/>
                <a:moveTo>
                  <a:pt x="325940" y="63785"/>
                </a:moveTo>
                <a:cubicBezTo>
                  <a:pt x="325940" y="73291"/>
                  <a:pt x="323911" y="80704"/>
                  <a:pt x="319852" y="86024"/>
                </a:cubicBezTo>
                <a:cubicBezTo>
                  <a:pt x="315794" y="91344"/>
                  <a:pt x="310127" y="94004"/>
                  <a:pt x="302850" y="94004"/>
                </a:cubicBezTo>
                <a:cubicBezTo>
                  <a:pt x="296415" y="94004"/>
                  <a:pt x="291278" y="91536"/>
                  <a:pt x="287439" y="86600"/>
                </a:cubicBezTo>
                <a:lnTo>
                  <a:pt x="286726" y="92907"/>
                </a:lnTo>
                <a:lnTo>
                  <a:pt x="272466" y="92907"/>
                </a:lnTo>
                <a:lnTo>
                  <a:pt x="272466" y="8666"/>
                </a:lnTo>
                <a:lnTo>
                  <a:pt x="288317" y="8666"/>
                </a:lnTo>
                <a:lnTo>
                  <a:pt x="288317" y="38885"/>
                </a:lnTo>
                <a:cubicBezTo>
                  <a:pt x="291973" y="34607"/>
                  <a:pt x="296781" y="32468"/>
                  <a:pt x="302741" y="32468"/>
                </a:cubicBezTo>
                <a:cubicBezTo>
                  <a:pt x="309980" y="32468"/>
                  <a:pt x="315657" y="35128"/>
                  <a:pt x="319770" y="40448"/>
                </a:cubicBezTo>
                <a:cubicBezTo>
                  <a:pt x="323884" y="45768"/>
                  <a:pt x="325940" y="53254"/>
                  <a:pt x="325940" y="62907"/>
                </a:cubicBezTo>
                <a:lnTo>
                  <a:pt x="325940" y="63785"/>
                </a:lnTo>
                <a:moveTo>
                  <a:pt x="310090" y="62633"/>
                </a:moveTo>
                <a:cubicBezTo>
                  <a:pt x="310090" y="56637"/>
                  <a:pt x="309139" y="52258"/>
                  <a:pt x="307238" y="49498"/>
                </a:cubicBezTo>
                <a:cubicBezTo>
                  <a:pt x="305337" y="46737"/>
                  <a:pt x="302503" y="45357"/>
                  <a:pt x="298737" y="45357"/>
                </a:cubicBezTo>
                <a:cubicBezTo>
                  <a:pt x="293691" y="45357"/>
                  <a:pt x="290218" y="47423"/>
                  <a:pt x="288317" y="51554"/>
                </a:cubicBezTo>
                <a:lnTo>
                  <a:pt x="288317" y="74973"/>
                </a:lnTo>
                <a:cubicBezTo>
                  <a:pt x="290254" y="79141"/>
                  <a:pt x="293765" y="81225"/>
                  <a:pt x="298847" y="81225"/>
                </a:cubicBezTo>
                <a:cubicBezTo>
                  <a:pt x="303966" y="81225"/>
                  <a:pt x="307329" y="78702"/>
                  <a:pt x="308938" y="73657"/>
                </a:cubicBezTo>
                <a:cubicBezTo>
                  <a:pt x="309706" y="71244"/>
                  <a:pt x="310090" y="67569"/>
                  <a:pt x="310090" y="62633"/>
                </a:cubicBezTo>
                <a:close/>
                <a:moveTo>
                  <a:pt x="333208" y="62688"/>
                </a:moveTo>
                <a:cubicBezTo>
                  <a:pt x="333208" y="56801"/>
                  <a:pt x="334342" y="51554"/>
                  <a:pt x="336609" y="46947"/>
                </a:cubicBezTo>
                <a:cubicBezTo>
                  <a:pt x="338876" y="42340"/>
                  <a:pt x="342139" y="38775"/>
                  <a:pt x="346399" y="36253"/>
                </a:cubicBezTo>
                <a:cubicBezTo>
                  <a:pt x="350658" y="33730"/>
                  <a:pt x="355603" y="32468"/>
                  <a:pt x="361234" y="32468"/>
                </a:cubicBezTo>
                <a:cubicBezTo>
                  <a:pt x="369242" y="32468"/>
                  <a:pt x="375777" y="34918"/>
                  <a:pt x="380841" y="39817"/>
                </a:cubicBezTo>
                <a:cubicBezTo>
                  <a:pt x="385905" y="44717"/>
                  <a:pt x="388730" y="51371"/>
                  <a:pt x="389315" y="59781"/>
                </a:cubicBezTo>
                <a:lnTo>
                  <a:pt x="389424" y="63840"/>
                </a:lnTo>
                <a:cubicBezTo>
                  <a:pt x="389424" y="72944"/>
                  <a:pt x="386883" y="80247"/>
                  <a:pt x="381801" y="85750"/>
                </a:cubicBezTo>
                <a:cubicBezTo>
                  <a:pt x="376719" y="91253"/>
                  <a:pt x="369900" y="94004"/>
                  <a:pt x="361344" y="94004"/>
                </a:cubicBezTo>
                <a:cubicBezTo>
                  <a:pt x="352788" y="94004"/>
                  <a:pt x="345960" y="91262"/>
                  <a:pt x="340859" y="85777"/>
                </a:cubicBezTo>
                <a:cubicBezTo>
                  <a:pt x="335759" y="80293"/>
                  <a:pt x="333208" y="72834"/>
                  <a:pt x="333208" y="63401"/>
                </a:cubicBezTo>
                <a:lnTo>
                  <a:pt x="333208" y="62688"/>
                </a:lnTo>
                <a:moveTo>
                  <a:pt x="349059" y="63840"/>
                </a:moveTo>
                <a:cubicBezTo>
                  <a:pt x="349059" y="69470"/>
                  <a:pt x="350119" y="73776"/>
                  <a:pt x="352240" y="76755"/>
                </a:cubicBezTo>
                <a:cubicBezTo>
                  <a:pt x="354360" y="79735"/>
                  <a:pt x="357395" y="81225"/>
                  <a:pt x="361344" y="81225"/>
                </a:cubicBezTo>
                <a:cubicBezTo>
                  <a:pt x="365183" y="81225"/>
                  <a:pt x="368181" y="79754"/>
                  <a:pt x="370338" y="76810"/>
                </a:cubicBezTo>
                <a:cubicBezTo>
                  <a:pt x="372496" y="73867"/>
                  <a:pt x="373574" y="69159"/>
                  <a:pt x="373574" y="62688"/>
                </a:cubicBezTo>
                <a:cubicBezTo>
                  <a:pt x="373574" y="57167"/>
                  <a:pt x="372496" y="52889"/>
                  <a:pt x="370338" y="49854"/>
                </a:cubicBezTo>
                <a:cubicBezTo>
                  <a:pt x="368181" y="46819"/>
                  <a:pt x="365146" y="45302"/>
                  <a:pt x="361234" y="45302"/>
                </a:cubicBezTo>
                <a:cubicBezTo>
                  <a:pt x="357358" y="45302"/>
                  <a:pt x="354360" y="46810"/>
                  <a:pt x="352240" y="49827"/>
                </a:cubicBezTo>
                <a:cubicBezTo>
                  <a:pt x="350119" y="52843"/>
                  <a:pt x="349059" y="57514"/>
                  <a:pt x="349059" y="63840"/>
                </a:cubicBezTo>
                <a:close/>
                <a:moveTo>
                  <a:pt x="432506" y="48428"/>
                </a:moveTo>
                <a:cubicBezTo>
                  <a:pt x="430349" y="48136"/>
                  <a:pt x="428448" y="47989"/>
                  <a:pt x="426802" y="47989"/>
                </a:cubicBezTo>
                <a:cubicBezTo>
                  <a:pt x="420806" y="47989"/>
                  <a:pt x="416875" y="50019"/>
                  <a:pt x="415011" y="54077"/>
                </a:cubicBezTo>
                <a:lnTo>
                  <a:pt x="415011" y="92907"/>
                </a:lnTo>
                <a:lnTo>
                  <a:pt x="399160" y="92907"/>
                </a:lnTo>
                <a:lnTo>
                  <a:pt x="399160" y="33565"/>
                </a:lnTo>
                <a:lnTo>
                  <a:pt x="414133" y="33565"/>
                </a:lnTo>
                <a:lnTo>
                  <a:pt x="414572" y="40640"/>
                </a:lnTo>
                <a:cubicBezTo>
                  <a:pt x="417753" y="35192"/>
                  <a:pt x="422159" y="32468"/>
                  <a:pt x="427790" y="32468"/>
                </a:cubicBezTo>
                <a:cubicBezTo>
                  <a:pt x="429545" y="32468"/>
                  <a:pt x="431190" y="32706"/>
                  <a:pt x="432726" y="33181"/>
                </a:cubicBezTo>
                <a:lnTo>
                  <a:pt x="432506" y="48428"/>
                </a:lnTo>
                <a:close/>
                <a:moveTo>
                  <a:pt x="472855" y="92907"/>
                </a:moveTo>
                <a:cubicBezTo>
                  <a:pt x="472124" y="91481"/>
                  <a:pt x="471594" y="89708"/>
                  <a:pt x="471265" y="87587"/>
                </a:cubicBezTo>
                <a:cubicBezTo>
                  <a:pt x="467426" y="91865"/>
                  <a:pt x="462435" y="94004"/>
                  <a:pt x="456292" y="94004"/>
                </a:cubicBezTo>
                <a:cubicBezTo>
                  <a:pt x="450479" y="94004"/>
                  <a:pt x="445661" y="92320"/>
                  <a:pt x="441840" y="88952"/>
                </a:cubicBezTo>
                <a:cubicBezTo>
                  <a:pt x="438020" y="85582"/>
                  <a:pt x="436109" y="81334"/>
                  <a:pt x="436109" y="76209"/>
                </a:cubicBezTo>
                <a:cubicBezTo>
                  <a:pt x="436109" y="69911"/>
                  <a:pt x="438440" y="65078"/>
                  <a:pt x="443102" y="61709"/>
                </a:cubicBezTo>
                <a:cubicBezTo>
                  <a:pt x="447764" y="58340"/>
                  <a:pt x="454500" y="56637"/>
                  <a:pt x="463312" y="56600"/>
                </a:cubicBezTo>
                <a:lnTo>
                  <a:pt x="470607" y="56600"/>
                </a:lnTo>
                <a:lnTo>
                  <a:pt x="470607" y="53215"/>
                </a:lnTo>
                <a:cubicBezTo>
                  <a:pt x="470607" y="50484"/>
                  <a:pt x="469903" y="48300"/>
                  <a:pt x="468495" y="46663"/>
                </a:cubicBezTo>
                <a:cubicBezTo>
                  <a:pt x="467087" y="45024"/>
                  <a:pt x="464866" y="44205"/>
                  <a:pt x="461831" y="44205"/>
                </a:cubicBezTo>
                <a:cubicBezTo>
                  <a:pt x="459162" y="44205"/>
                  <a:pt x="457069" y="44840"/>
                  <a:pt x="455552" y="46111"/>
                </a:cubicBezTo>
                <a:cubicBezTo>
                  <a:pt x="454034" y="47380"/>
                  <a:pt x="453276" y="49122"/>
                  <a:pt x="453276" y="51335"/>
                </a:cubicBezTo>
                <a:lnTo>
                  <a:pt x="437425" y="51335"/>
                </a:lnTo>
                <a:cubicBezTo>
                  <a:pt x="437425" y="47908"/>
                  <a:pt x="438486" y="44737"/>
                  <a:pt x="440606" y="41821"/>
                </a:cubicBezTo>
                <a:cubicBezTo>
                  <a:pt x="442727" y="38904"/>
                  <a:pt x="445725" y="36616"/>
                  <a:pt x="449601" y="34957"/>
                </a:cubicBezTo>
                <a:cubicBezTo>
                  <a:pt x="453477" y="33298"/>
                  <a:pt x="457828" y="32468"/>
                  <a:pt x="462654" y="32468"/>
                </a:cubicBezTo>
                <a:cubicBezTo>
                  <a:pt x="469967" y="32468"/>
                  <a:pt x="475771" y="34306"/>
                  <a:pt x="480067" y="37980"/>
                </a:cubicBezTo>
                <a:cubicBezTo>
                  <a:pt x="484364" y="41655"/>
                  <a:pt x="486512" y="46819"/>
                  <a:pt x="486512" y="53474"/>
                </a:cubicBezTo>
                <a:lnTo>
                  <a:pt x="486512" y="79196"/>
                </a:lnTo>
                <a:cubicBezTo>
                  <a:pt x="486548" y="84827"/>
                  <a:pt x="487334" y="89086"/>
                  <a:pt x="488870" y="91975"/>
                </a:cubicBezTo>
                <a:lnTo>
                  <a:pt x="488870" y="92907"/>
                </a:lnTo>
                <a:lnTo>
                  <a:pt x="472855" y="92907"/>
                </a:lnTo>
                <a:moveTo>
                  <a:pt x="459747" y="81883"/>
                </a:moveTo>
                <a:cubicBezTo>
                  <a:pt x="462087" y="81883"/>
                  <a:pt x="464245" y="81361"/>
                  <a:pt x="466219" y="80315"/>
                </a:cubicBezTo>
                <a:cubicBezTo>
                  <a:pt x="468193" y="79270"/>
                  <a:pt x="469656" y="77866"/>
                  <a:pt x="470607" y="76104"/>
                </a:cubicBezTo>
                <a:lnTo>
                  <a:pt x="470607" y="65869"/>
                </a:lnTo>
                <a:lnTo>
                  <a:pt x="464683" y="65869"/>
                </a:lnTo>
                <a:cubicBezTo>
                  <a:pt x="456749" y="65869"/>
                  <a:pt x="452526" y="68620"/>
                  <a:pt x="452014" y="74123"/>
                </a:cubicBezTo>
                <a:lnTo>
                  <a:pt x="451959" y="75059"/>
                </a:lnTo>
                <a:cubicBezTo>
                  <a:pt x="451959" y="77040"/>
                  <a:pt x="452654" y="78673"/>
                  <a:pt x="454043" y="79957"/>
                </a:cubicBezTo>
                <a:cubicBezTo>
                  <a:pt x="455433" y="81241"/>
                  <a:pt x="457334" y="81883"/>
                  <a:pt x="459747" y="81883"/>
                </a:cubicBezTo>
                <a:close/>
                <a:moveTo>
                  <a:pt x="517639" y="18976"/>
                </a:moveTo>
                <a:lnTo>
                  <a:pt x="517639" y="33565"/>
                </a:lnTo>
                <a:lnTo>
                  <a:pt x="527785" y="33565"/>
                </a:lnTo>
                <a:lnTo>
                  <a:pt x="527785" y="45192"/>
                </a:lnTo>
                <a:lnTo>
                  <a:pt x="517639" y="45192"/>
                </a:lnTo>
                <a:lnTo>
                  <a:pt x="517639" y="74809"/>
                </a:lnTo>
                <a:cubicBezTo>
                  <a:pt x="517639" y="77002"/>
                  <a:pt x="518059" y="78575"/>
                  <a:pt x="518900" y="79525"/>
                </a:cubicBezTo>
                <a:cubicBezTo>
                  <a:pt x="519741" y="80476"/>
                  <a:pt x="521350" y="80951"/>
                  <a:pt x="523726" y="80951"/>
                </a:cubicBezTo>
                <a:cubicBezTo>
                  <a:pt x="525481" y="80951"/>
                  <a:pt x="527035" y="80823"/>
                  <a:pt x="528388" y="80567"/>
                </a:cubicBezTo>
                <a:lnTo>
                  <a:pt x="528388" y="92578"/>
                </a:lnTo>
                <a:cubicBezTo>
                  <a:pt x="525280" y="93529"/>
                  <a:pt x="522081" y="94004"/>
                  <a:pt x="518790" y="94004"/>
                </a:cubicBezTo>
                <a:cubicBezTo>
                  <a:pt x="507675" y="94004"/>
                  <a:pt x="502008" y="88392"/>
                  <a:pt x="501788" y="77167"/>
                </a:cubicBezTo>
                <a:lnTo>
                  <a:pt x="501788" y="45192"/>
                </a:lnTo>
                <a:lnTo>
                  <a:pt x="493123" y="45192"/>
                </a:lnTo>
                <a:lnTo>
                  <a:pt x="493123" y="33565"/>
                </a:lnTo>
                <a:lnTo>
                  <a:pt x="501788" y="33565"/>
                </a:lnTo>
                <a:lnTo>
                  <a:pt x="501788" y="18976"/>
                </a:lnTo>
                <a:lnTo>
                  <a:pt x="517639" y="18976"/>
                </a:lnTo>
                <a:close/>
                <a:moveTo>
                  <a:pt x="532486" y="62688"/>
                </a:moveTo>
                <a:cubicBezTo>
                  <a:pt x="532486" y="56801"/>
                  <a:pt x="533619" y="51554"/>
                  <a:pt x="535886" y="46947"/>
                </a:cubicBezTo>
                <a:cubicBezTo>
                  <a:pt x="538153" y="42340"/>
                  <a:pt x="541416" y="38775"/>
                  <a:pt x="545676" y="36253"/>
                </a:cubicBezTo>
                <a:cubicBezTo>
                  <a:pt x="549936" y="33730"/>
                  <a:pt x="554881" y="32468"/>
                  <a:pt x="560512" y="32468"/>
                </a:cubicBezTo>
                <a:cubicBezTo>
                  <a:pt x="568519" y="32468"/>
                  <a:pt x="575055" y="34918"/>
                  <a:pt x="580119" y="39817"/>
                </a:cubicBezTo>
                <a:cubicBezTo>
                  <a:pt x="585183" y="44717"/>
                  <a:pt x="588007" y="51371"/>
                  <a:pt x="588592" y="59781"/>
                </a:cubicBezTo>
                <a:lnTo>
                  <a:pt x="588702" y="63840"/>
                </a:lnTo>
                <a:cubicBezTo>
                  <a:pt x="588702" y="72944"/>
                  <a:pt x="586161" y="80247"/>
                  <a:pt x="581078" y="85750"/>
                </a:cubicBezTo>
                <a:cubicBezTo>
                  <a:pt x="575996" y="91253"/>
                  <a:pt x="569177" y="94004"/>
                  <a:pt x="560621" y="94004"/>
                </a:cubicBezTo>
                <a:cubicBezTo>
                  <a:pt x="552065" y="94004"/>
                  <a:pt x="545237" y="91262"/>
                  <a:pt x="540137" y="85777"/>
                </a:cubicBezTo>
                <a:cubicBezTo>
                  <a:pt x="535036" y="80293"/>
                  <a:pt x="532486" y="72834"/>
                  <a:pt x="532486" y="63401"/>
                </a:cubicBezTo>
                <a:lnTo>
                  <a:pt x="532486" y="62688"/>
                </a:lnTo>
                <a:moveTo>
                  <a:pt x="548336" y="63840"/>
                </a:moveTo>
                <a:cubicBezTo>
                  <a:pt x="548336" y="69470"/>
                  <a:pt x="549396" y="73776"/>
                  <a:pt x="551517" y="76755"/>
                </a:cubicBezTo>
                <a:cubicBezTo>
                  <a:pt x="553638" y="79735"/>
                  <a:pt x="556672" y="81225"/>
                  <a:pt x="560621" y="81225"/>
                </a:cubicBezTo>
                <a:cubicBezTo>
                  <a:pt x="564460" y="81225"/>
                  <a:pt x="567459" y="79754"/>
                  <a:pt x="569616" y="76810"/>
                </a:cubicBezTo>
                <a:cubicBezTo>
                  <a:pt x="571773" y="73867"/>
                  <a:pt x="572852" y="69159"/>
                  <a:pt x="572852" y="62688"/>
                </a:cubicBezTo>
                <a:cubicBezTo>
                  <a:pt x="572852" y="57167"/>
                  <a:pt x="571773" y="52889"/>
                  <a:pt x="569616" y="49854"/>
                </a:cubicBezTo>
                <a:cubicBezTo>
                  <a:pt x="567459" y="46819"/>
                  <a:pt x="564424" y="45302"/>
                  <a:pt x="560512" y="45302"/>
                </a:cubicBezTo>
                <a:cubicBezTo>
                  <a:pt x="556636" y="45302"/>
                  <a:pt x="553638" y="46810"/>
                  <a:pt x="551517" y="49827"/>
                </a:cubicBezTo>
                <a:cubicBezTo>
                  <a:pt x="549396" y="52843"/>
                  <a:pt x="548336" y="57514"/>
                  <a:pt x="548336" y="63840"/>
                </a:cubicBezTo>
                <a:close/>
                <a:moveTo>
                  <a:pt x="631784" y="48428"/>
                </a:moveTo>
                <a:cubicBezTo>
                  <a:pt x="629627" y="48136"/>
                  <a:pt x="627725" y="47989"/>
                  <a:pt x="626080" y="47989"/>
                </a:cubicBezTo>
                <a:cubicBezTo>
                  <a:pt x="620083" y="47989"/>
                  <a:pt x="616153" y="50019"/>
                  <a:pt x="614288" y="54077"/>
                </a:cubicBezTo>
                <a:lnTo>
                  <a:pt x="614288" y="92907"/>
                </a:lnTo>
                <a:lnTo>
                  <a:pt x="598438" y="92907"/>
                </a:lnTo>
                <a:lnTo>
                  <a:pt x="598438" y="33565"/>
                </a:lnTo>
                <a:lnTo>
                  <a:pt x="613411" y="33565"/>
                </a:lnTo>
                <a:lnTo>
                  <a:pt x="613849" y="40640"/>
                </a:lnTo>
                <a:cubicBezTo>
                  <a:pt x="617030" y="35192"/>
                  <a:pt x="621436" y="32468"/>
                  <a:pt x="627067" y="32468"/>
                </a:cubicBezTo>
                <a:cubicBezTo>
                  <a:pt x="628822" y="32468"/>
                  <a:pt x="630467" y="32706"/>
                  <a:pt x="632003" y="33181"/>
                </a:cubicBezTo>
                <a:lnTo>
                  <a:pt x="631784" y="48428"/>
                </a:lnTo>
                <a:close/>
                <a:moveTo>
                  <a:pt x="644381" y="99818"/>
                </a:moveTo>
                <a:lnTo>
                  <a:pt x="632589" y="99818"/>
                </a:lnTo>
                <a:lnTo>
                  <a:pt x="661986" y="13053"/>
                </a:lnTo>
                <a:lnTo>
                  <a:pt x="673778" y="13053"/>
                </a:lnTo>
                <a:lnTo>
                  <a:pt x="644381" y="99818"/>
                </a:lnTo>
                <a:close/>
                <a:moveTo>
                  <a:pt x="685662" y="92907"/>
                </a:moveTo>
                <a:lnTo>
                  <a:pt x="685662" y="45192"/>
                </a:lnTo>
                <a:lnTo>
                  <a:pt x="676832" y="45192"/>
                </a:lnTo>
                <a:lnTo>
                  <a:pt x="676832" y="33565"/>
                </a:lnTo>
                <a:lnTo>
                  <a:pt x="685662" y="33565"/>
                </a:lnTo>
                <a:lnTo>
                  <a:pt x="685662" y="28509"/>
                </a:lnTo>
                <a:cubicBezTo>
                  <a:pt x="685662" y="21841"/>
                  <a:pt x="687572" y="16665"/>
                  <a:pt x="691393" y="12983"/>
                </a:cubicBezTo>
                <a:cubicBezTo>
                  <a:pt x="695214" y="9300"/>
                  <a:pt x="700562" y="7459"/>
                  <a:pt x="707435" y="7459"/>
                </a:cubicBezTo>
                <a:cubicBezTo>
                  <a:pt x="709629" y="7459"/>
                  <a:pt x="712317" y="7825"/>
                  <a:pt x="715498" y="8556"/>
                </a:cubicBezTo>
                <a:lnTo>
                  <a:pt x="715333" y="20841"/>
                </a:lnTo>
                <a:cubicBezTo>
                  <a:pt x="714017" y="20512"/>
                  <a:pt x="712408" y="20347"/>
                  <a:pt x="710507" y="20347"/>
                </a:cubicBezTo>
                <a:cubicBezTo>
                  <a:pt x="704547" y="20347"/>
                  <a:pt x="701567" y="23156"/>
                  <a:pt x="701567" y="28773"/>
                </a:cubicBezTo>
                <a:lnTo>
                  <a:pt x="701567" y="33565"/>
                </a:lnTo>
                <a:lnTo>
                  <a:pt x="713359" y="33565"/>
                </a:lnTo>
                <a:lnTo>
                  <a:pt x="713359" y="45192"/>
                </a:lnTo>
                <a:lnTo>
                  <a:pt x="701567" y="45192"/>
                </a:lnTo>
                <a:lnTo>
                  <a:pt x="701567" y="92907"/>
                </a:lnTo>
                <a:lnTo>
                  <a:pt x="685662" y="92907"/>
                </a:lnTo>
                <a:close/>
                <a:moveTo>
                  <a:pt x="747565" y="94004"/>
                </a:moveTo>
                <a:cubicBezTo>
                  <a:pt x="738863" y="94004"/>
                  <a:pt x="731779" y="91335"/>
                  <a:pt x="726313" y="85997"/>
                </a:cubicBezTo>
                <a:cubicBezTo>
                  <a:pt x="720847" y="80659"/>
                  <a:pt x="718114" y="73547"/>
                  <a:pt x="718114" y="64662"/>
                </a:cubicBezTo>
                <a:lnTo>
                  <a:pt x="718114" y="63127"/>
                </a:lnTo>
                <a:cubicBezTo>
                  <a:pt x="718114" y="57167"/>
                  <a:pt x="719265" y="51838"/>
                  <a:pt x="721569" y="47139"/>
                </a:cubicBezTo>
                <a:cubicBezTo>
                  <a:pt x="723872" y="42441"/>
                  <a:pt x="727136" y="38821"/>
                  <a:pt x="731359" y="36280"/>
                </a:cubicBezTo>
                <a:cubicBezTo>
                  <a:pt x="735582" y="33739"/>
                  <a:pt x="740399" y="32468"/>
                  <a:pt x="745810" y="32468"/>
                </a:cubicBezTo>
                <a:cubicBezTo>
                  <a:pt x="753927" y="32468"/>
                  <a:pt x="760317" y="35028"/>
                  <a:pt x="764979" y="40146"/>
                </a:cubicBezTo>
                <a:cubicBezTo>
                  <a:pt x="769640" y="45265"/>
                  <a:pt x="771971" y="52523"/>
                  <a:pt x="771971" y="61920"/>
                </a:cubicBezTo>
                <a:lnTo>
                  <a:pt x="771971" y="68392"/>
                </a:lnTo>
                <a:lnTo>
                  <a:pt x="734183" y="68392"/>
                </a:lnTo>
                <a:cubicBezTo>
                  <a:pt x="734695" y="72267"/>
                  <a:pt x="736240" y="75375"/>
                  <a:pt x="738817" y="77715"/>
                </a:cubicBezTo>
                <a:cubicBezTo>
                  <a:pt x="741395" y="80055"/>
                  <a:pt x="744658" y="81225"/>
                  <a:pt x="748607" y="81225"/>
                </a:cubicBezTo>
                <a:cubicBezTo>
                  <a:pt x="754713" y="81225"/>
                  <a:pt x="759485" y="79013"/>
                  <a:pt x="762922" y="74589"/>
                </a:cubicBezTo>
                <a:lnTo>
                  <a:pt x="770710" y="83309"/>
                </a:lnTo>
                <a:cubicBezTo>
                  <a:pt x="768333" y="86673"/>
                  <a:pt x="765116" y="89297"/>
                  <a:pt x="761057" y="91180"/>
                </a:cubicBezTo>
                <a:cubicBezTo>
                  <a:pt x="756999" y="93063"/>
                  <a:pt x="752501" y="94004"/>
                  <a:pt x="747565" y="94004"/>
                </a:cubicBezTo>
                <a:moveTo>
                  <a:pt x="745755" y="45302"/>
                </a:moveTo>
                <a:cubicBezTo>
                  <a:pt x="742611" y="45302"/>
                  <a:pt x="740061" y="46362"/>
                  <a:pt x="738105" y="48483"/>
                </a:cubicBezTo>
                <a:cubicBezTo>
                  <a:pt x="736148" y="50604"/>
                  <a:pt x="734896" y="53638"/>
                  <a:pt x="734348" y="57587"/>
                </a:cubicBezTo>
                <a:lnTo>
                  <a:pt x="756395" y="57587"/>
                </a:lnTo>
                <a:lnTo>
                  <a:pt x="756395" y="56326"/>
                </a:lnTo>
                <a:cubicBezTo>
                  <a:pt x="756322" y="52816"/>
                  <a:pt x="755372" y="50101"/>
                  <a:pt x="753543" y="48181"/>
                </a:cubicBezTo>
                <a:cubicBezTo>
                  <a:pt x="751715" y="46262"/>
                  <a:pt x="749119" y="45302"/>
                  <a:pt x="745755" y="45302"/>
                </a:cubicBezTo>
                <a:close/>
                <a:moveTo>
                  <a:pt x="815328" y="92907"/>
                </a:moveTo>
                <a:cubicBezTo>
                  <a:pt x="814597" y="91481"/>
                  <a:pt x="814067" y="89708"/>
                  <a:pt x="813738" y="87587"/>
                </a:cubicBezTo>
                <a:cubicBezTo>
                  <a:pt x="809899" y="91865"/>
                  <a:pt x="804908" y="94004"/>
                  <a:pt x="798765" y="94004"/>
                </a:cubicBezTo>
                <a:cubicBezTo>
                  <a:pt x="792952" y="94004"/>
                  <a:pt x="788134" y="92320"/>
                  <a:pt x="784314" y="88952"/>
                </a:cubicBezTo>
                <a:cubicBezTo>
                  <a:pt x="780493" y="85582"/>
                  <a:pt x="778582" y="81334"/>
                  <a:pt x="778582" y="76209"/>
                </a:cubicBezTo>
                <a:cubicBezTo>
                  <a:pt x="778582" y="69911"/>
                  <a:pt x="780913" y="65078"/>
                  <a:pt x="785575" y="61709"/>
                </a:cubicBezTo>
                <a:cubicBezTo>
                  <a:pt x="790237" y="58340"/>
                  <a:pt x="796974" y="56637"/>
                  <a:pt x="805785" y="56600"/>
                </a:cubicBezTo>
                <a:lnTo>
                  <a:pt x="813080" y="56600"/>
                </a:lnTo>
                <a:lnTo>
                  <a:pt x="813080" y="53215"/>
                </a:lnTo>
                <a:cubicBezTo>
                  <a:pt x="813080" y="50484"/>
                  <a:pt x="812376" y="48300"/>
                  <a:pt x="810968" y="46663"/>
                </a:cubicBezTo>
                <a:cubicBezTo>
                  <a:pt x="809560" y="45024"/>
                  <a:pt x="807339" y="44205"/>
                  <a:pt x="804305" y="44205"/>
                </a:cubicBezTo>
                <a:cubicBezTo>
                  <a:pt x="801635" y="44205"/>
                  <a:pt x="799542" y="44840"/>
                  <a:pt x="798025" y="46111"/>
                </a:cubicBezTo>
                <a:cubicBezTo>
                  <a:pt x="796507" y="47380"/>
                  <a:pt x="795749" y="49122"/>
                  <a:pt x="795749" y="51335"/>
                </a:cubicBezTo>
                <a:lnTo>
                  <a:pt x="779899" y="51335"/>
                </a:lnTo>
                <a:cubicBezTo>
                  <a:pt x="779899" y="47908"/>
                  <a:pt x="780959" y="44737"/>
                  <a:pt x="783080" y="41821"/>
                </a:cubicBezTo>
                <a:cubicBezTo>
                  <a:pt x="785200" y="38904"/>
                  <a:pt x="788198" y="36616"/>
                  <a:pt x="792074" y="34957"/>
                </a:cubicBezTo>
                <a:cubicBezTo>
                  <a:pt x="795950" y="33298"/>
                  <a:pt x="800301" y="32468"/>
                  <a:pt x="805127" y="32468"/>
                </a:cubicBezTo>
                <a:cubicBezTo>
                  <a:pt x="812440" y="32468"/>
                  <a:pt x="818244" y="34306"/>
                  <a:pt x="822540" y="37980"/>
                </a:cubicBezTo>
                <a:cubicBezTo>
                  <a:pt x="826837" y="41655"/>
                  <a:pt x="828985" y="46819"/>
                  <a:pt x="828985" y="53474"/>
                </a:cubicBezTo>
                <a:lnTo>
                  <a:pt x="828985" y="79196"/>
                </a:lnTo>
                <a:cubicBezTo>
                  <a:pt x="829021" y="84827"/>
                  <a:pt x="829807" y="89086"/>
                  <a:pt x="831343" y="91975"/>
                </a:cubicBezTo>
                <a:lnTo>
                  <a:pt x="831343" y="92907"/>
                </a:lnTo>
                <a:lnTo>
                  <a:pt x="815328" y="92907"/>
                </a:lnTo>
                <a:moveTo>
                  <a:pt x="802220" y="81883"/>
                </a:moveTo>
                <a:cubicBezTo>
                  <a:pt x="804560" y="81883"/>
                  <a:pt x="806718" y="81361"/>
                  <a:pt x="808692" y="80315"/>
                </a:cubicBezTo>
                <a:cubicBezTo>
                  <a:pt x="810667" y="79270"/>
                  <a:pt x="812129" y="77866"/>
                  <a:pt x="813080" y="76104"/>
                </a:cubicBezTo>
                <a:lnTo>
                  <a:pt x="813080" y="65869"/>
                </a:lnTo>
                <a:lnTo>
                  <a:pt x="807156" y="65869"/>
                </a:lnTo>
                <a:cubicBezTo>
                  <a:pt x="799222" y="65869"/>
                  <a:pt x="794999" y="68620"/>
                  <a:pt x="794487" y="74123"/>
                </a:cubicBezTo>
                <a:lnTo>
                  <a:pt x="794432" y="75059"/>
                </a:lnTo>
                <a:cubicBezTo>
                  <a:pt x="794432" y="77040"/>
                  <a:pt x="795127" y="78673"/>
                  <a:pt x="796517" y="79957"/>
                </a:cubicBezTo>
                <a:cubicBezTo>
                  <a:pt x="797906" y="81241"/>
                  <a:pt x="799807" y="81883"/>
                  <a:pt x="802220" y="81883"/>
                </a:cubicBezTo>
                <a:close/>
                <a:moveTo>
                  <a:pt x="860112" y="18976"/>
                </a:moveTo>
                <a:lnTo>
                  <a:pt x="860112" y="33565"/>
                </a:lnTo>
                <a:lnTo>
                  <a:pt x="870258" y="33565"/>
                </a:lnTo>
                <a:lnTo>
                  <a:pt x="870258" y="45192"/>
                </a:lnTo>
                <a:lnTo>
                  <a:pt x="860112" y="45192"/>
                </a:lnTo>
                <a:lnTo>
                  <a:pt x="860112" y="74809"/>
                </a:lnTo>
                <a:cubicBezTo>
                  <a:pt x="860112" y="77002"/>
                  <a:pt x="860532" y="78575"/>
                  <a:pt x="861373" y="79525"/>
                </a:cubicBezTo>
                <a:cubicBezTo>
                  <a:pt x="862214" y="80476"/>
                  <a:pt x="863823" y="80951"/>
                  <a:pt x="866200" y="80951"/>
                </a:cubicBezTo>
                <a:cubicBezTo>
                  <a:pt x="867955" y="80951"/>
                  <a:pt x="869509" y="80823"/>
                  <a:pt x="870861" y="80567"/>
                </a:cubicBezTo>
                <a:lnTo>
                  <a:pt x="870861" y="92578"/>
                </a:lnTo>
                <a:cubicBezTo>
                  <a:pt x="867754" y="93529"/>
                  <a:pt x="864554" y="94004"/>
                  <a:pt x="861264" y="94004"/>
                </a:cubicBezTo>
                <a:cubicBezTo>
                  <a:pt x="850148" y="94004"/>
                  <a:pt x="844481" y="88392"/>
                  <a:pt x="844262" y="77167"/>
                </a:cubicBezTo>
                <a:lnTo>
                  <a:pt x="844262" y="45192"/>
                </a:lnTo>
                <a:lnTo>
                  <a:pt x="835596" y="45192"/>
                </a:lnTo>
                <a:lnTo>
                  <a:pt x="835596" y="33565"/>
                </a:lnTo>
                <a:lnTo>
                  <a:pt x="844262" y="33565"/>
                </a:lnTo>
                <a:lnTo>
                  <a:pt x="844262" y="18976"/>
                </a:lnTo>
                <a:lnTo>
                  <a:pt x="860112" y="18976"/>
                </a:lnTo>
                <a:close/>
                <a:moveTo>
                  <a:pt x="914612" y="86874"/>
                </a:moveTo>
                <a:cubicBezTo>
                  <a:pt x="910700" y="91628"/>
                  <a:pt x="905288" y="94004"/>
                  <a:pt x="898378" y="94004"/>
                </a:cubicBezTo>
                <a:cubicBezTo>
                  <a:pt x="892016" y="94004"/>
                  <a:pt x="887162" y="92176"/>
                  <a:pt x="883817" y="88520"/>
                </a:cubicBezTo>
                <a:cubicBezTo>
                  <a:pt x="880471" y="84863"/>
                  <a:pt x="878762" y="79507"/>
                  <a:pt x="878689" y="72450"/>
                </a:cubicBezTo>
                <a:lnTo>
                  <a:pt x="878689" y="33565"/>
                </a:lnTo>
                <a:lnTo>
                  <a:pt x="894539" y="33565"/>
                </a:lnTo>
                <a:lnTo>
                  <a:pt x="894539" y="71902"/>
                </a:lnTo>
                <a:cubicBezTo>
                  <a:pt x="894539" y="78081"/>
                  <a:pt x="897354" y="81171"/>
                  <a:pt x="902985" y="81171"/>
                </a:cubicBezTo>
                <a:cubicBezTo>
                  <a:pt x="908360" y="81171"/>
                  <a:pt x="912053" y="79306"/>
                  <a:pt x="914064" y="75576"/>
                </a:cubicBezTo>
                <a:lnTo>
                  <a:pt x="914064" y="33565"/>
                </a:lnTo>
                <a:lnTo>
                  <a:pt x="929969" y="33565"/>
                </a:lnTo>
                <a:lnTo>
                  <a:pt x="929969" y="92907"/>
                </a:lnTo>
                <a:lnTo>
                  <a:pt x="915051" y="92907"/>
                </a:lnTo>
                <a:lnTo>
                  <a:pt x="914612" y="86874"/>
                </a:lnTo>
                <a:close/>
                <a:moveTo>
                  <a:pt x="975245" y="48428"/>
                </a:moveTo>
                <a:cubicBezTo>
                  <a:pt x="973087" y="48136"/>
                  <a:pt x="971186" y="47989"/>
                  <a:pt x="969541" y="47989"/>
                </a:cubicBezTo>
                <a:cubicBezTo>
                  <a:pt x="963544" y="47989"/>
                  <a:pt x="959614" y="50019"/>
                  <a:pt x="957749" y="54077"/>
                </a:cubicBezTo>
                <a:lnTo>
                  <a:pt x="957749" y="92907"/>
                </a:lnTo>
                <a:lnTo>
                  <a:pt x="941899" y="92907"/>
                </a:lnTo>
                <a:lnTo>
                  <a:pt x="941899" y="33565"/>
                </a:lnTo>
                <a:lnTo>
                  <a:pt x="956872" y="33565"/>
                </a:lnTo>
                <a:lnTo>
                  <a:pt x="957310" y="40640"/>
                </a:lnTo>
                <a:cubicBezTo>
                  <a:pt x="960491" y="35192"/>
                  <a:pt x="964897" y="32468"/>
                  <a:pt x="970528" y="32468"/>
                </a:cubicBezTo>
                <a:cubicBezTo>
                  <a:pt x="972283" y="32468"/>
                  <a:pt x="973928" y="32706"/>
                  <a:pt x="975464" y="33181"/>
                </a:cubicBezTo>
                <a:lnTo>
                  <a:pt x="975245" y="48428"/>
                </a:lnTo>
                <a:close/>
                <a:moveTo>
                  <a:pt x="1009122" y="94004"/>
                </a:moveTo>
                <a:cubicBezTo>
                  <a:pt x="1000420" y="94004"/>
                  <a:pt x="993335" y="91335"/>
                  <a:pt x="987869" y="85997"/>
                </a:cubicBezTo>
                <a:cubicBezTo>
                  <a:pt x="982403" y="80659"/>
                  <a:pt x="979670" y="73547"/>
                  <a:pt x="979670" y="64662"/>
                </a:cubicBezTo>
                <a:lnTo>
                  <a:pt x="979670" y="63127"/>
                </a:lnTo>
                <a:cubicBezTo>
                  <a:pt x="979670" y="57167"/>
                  <a:pt x="980822" y="51838"/>
                  <a:pt x="983125" y="47139"/>
                </a:cubicBezTo>
                <a:cubicBezTo>
                  <a:pt x="985429" y="42441"/>
                  <a:pt x="988692" y="38821"/>
                  <a:pt x="992915" y="36280"/>
                </a:cubicBezTo>
                <a:cubicBezTo>
                  <a:pt x="997138" y="33739"/>
                  <a:pt x="1001955" y="32468"/>
                  <a:pt x="1007367" y="32468"/>
                </a:cubicBezTo>
                <a:cubicBezTo>
                  <a:pt x="1015484" y="32468"/>
                  <a:pt x="1021873" y="35028"/>
                  <a:pt x="1026535" y="40146"/>
                </a:cubicBezTo>
                <a:cubicBezTo>
                  <a:pt x="1031197" y="45265"/>
                  <a:pt x="1033528" y="52523"/>
                  <a:pt x="1033528" y="61920"/>
                </a:cubicBezTo>
                <a:lnTo>
                  <a:pt x="1033528" y="68392"/>
                </a:lnTo>
                <a:lnTo>
                  <a:pt x="995739" y="68392"/>
                </a:lnTo>
                <a:cubicBezTo>
                  <a:pt x="996251" y="72267"/>
                  <a:pt x="997796" y="75375"/>
                  <a:pt x="1000374" y="77715"/>
                </a:cubicBezTo>
                <a:cubicBezTo>
                  <a:pt x="1002952" y="80055"/>
                  <a:pt x="1006215" y="81225"/>
                  <a:pt x="1010164" y="81225"/>
                </a:cubicBezTo>
                <a:cubicBezTo>
                  <a:pt x="1016270" y="81225"/>
                  <a:pt x="1021041" y="79013"/>
                  <a:pt x="1024478" y="74589"/>
                </a:cubicBezTo>
                <a:lnTo>
                  <a:pt x="1032266" y="83309"/>
                </a:lnTo>
                <a:cubicBezTo>
                  <a:pt x="1029890" y="86673"/>
                  <a:pt x="1026672" y="89297"/>
                  <a:pt x="1022613" y="91180"/>
                </a:cubicBezTo>
                <a:cubicBezTo>
                  <a:pt x="1018555" y="93063"/>
                  <a:pt x="1014058" y="94004"/>
                  <a:pt x="1009122" y="94004"/>
                </a:cubicBezTo>
                <a:moveTo>
                  <a:pt x="1007312" y="45302"/>
                </a:moveTo>
                <a:cubicBezTo>
                  <a:pt x="1004167" y="45302"/>
                  <a:pt x="1001617" y="46362"/>
                  <a:pt x="999661" y="48483"/>
                </a:cubicBezTo>
                <a:cubicBezTo>
                  <a:pt x="997705" y="50604"/>
                  <a:pt x="996452" y="53638"/>
                  <a:pt x="995904" y="57587"/>
                </a:cubicBezTo>
                <a:lnTo>
                  <a:pt x="1017952" y="57587"/>
                </a:lnTo>
                <a:lnTo>
                  <a:pt x="1017952" y="56326"/>
                </a:lnTo>
                <a:cubicBezTo>
                  <a:pt x="1017879" y="52816"/>
                  <a:pt x="1016928" y="50101"/>
                  <a:pt x="1015100" y="48181"/>
                </a:cubicBezTo>
                <a:cubicBezTo>
                  <a:pt x="1013272" y="46262"/>
                  <a:pt x="1010676" y="45302"/>
                  <a:pt x="1007312" y="45302"/>
                </a:cubicBezTo>
                <a:close/>
                <a:moveTo>
                  <a:pt x="1037122" y="0"/>
                </a:moveTo>
                <a:lnTo>
                  <a:pt x="1060815" y="0"/>
                </a:lnTo>
                <a:lnTo>
                  <a:pt x="1060815" y="111555"/>
                </a:lnTo>
                <a:lnTo>
                  <a:pt x="1037122" y="111555"/>
                </a:lnTo>
                <a:lnTo>
                  <a:pt x="1037122" y="99324"/>
                </a:lnTo>
                <a:lnTo>
                  <a:pt x="1044965" y="99324"/>
                </a:lnTo>
                <a:lnTo>
                  <a:pt x="1044965" y="12230"/>
                </a:lnTo>
                <a:lnTo>
                  <a:pt x="1037122" y="12230"/>
                </a:lnTo>
                <a:lnTo>
                  <a:pt x="1037122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PerformanceExpectations">
            <a:extLst xmlns:a="http://schemas.openxmlformats.org/drawingml/2006/main">
              <a:ext uri="{FF2B5EF4-FFF2-40B4-BE49-F238E27FC236}">
                <a16:creationId xmlns:a16="http://schemas.microsoft.com/office/drawing/2014/main" id="{76A7F7A2-4C34-4427-858A-A5EC12A6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709" y="656299"/>
            <a:ext cx="1562660" cy="127407"/>
          </a:xfrm>
          <a:custGeom xmlns:a="http://schemas.openxmlformats.org/drawingml/2006/main">
            <a:pathLst>
              <a:path w="1562660" h="127407">
                <a:moveTo>
                  <a:pt x="19363" y="67447"/>
                </a:moveTo>
                <a:lnTo>
                  <a:pt x="19363" y="100558"/>
                </a:lnTo>
                <a:lnTo>
                  <a:pt x="0" y="100558"/>
                </a:lnTo>
                <a:lnTo>
                  <a:pt x="0" y="6583"/>
                </a:lnTo>
                <a:lnTo>
                  <a:pt x="36660" y="6583"/>
                </a:lnTo>
                <a:cubicBezTo>
                  <a:pt x="43717" y="6583"/>
                  <a:pt x="49924" y="7874"/>
                  <a:pt x="55281" y="10456"/>
                </a:cubicBezTo>
                <a:cubicBezTo>
                  <a:pt x="60638" y="13038"/>
                  <a:pt x="64758" y="16706"/>
                  <a:pt x="67641" y="21460"/>
                </a:cubicBezTo>
                <a:cubicBezTo>
                  <a:pt x="70524" y="26215"/>
                  <a:pt x="71965" y="31626"/>
                  <a:pt x="71965" y="37693"/>
                </a:cubicBezTo>
                <a:cubicBezTo>
                  <a:pt x="71965" y="46901"/>
                  <a:pt x="68813" y="54162"/>
                  <a:pt x="62510" y="59476"/>
                </a:cubicBezTo>
                <a:cubicBezTo>
                  <a:pt x="56206" y="64790"/>
                  <a:pt x="47482" y="67447"/>
                  <a:pt x="36338" y="67447"/>
                </a:cubicBezTo>
                <a:lnTo>
                  <a:pt x="19363" y="67447"/>
                </a:lnTo>
                <a:moveTo>
                  <a:pt x="19363" y="51763"/>
                </a:moveTo>
                <a:lnTo>
                  <a:pt x="36660" y="51763"/>
                </a:lnTo>
                <a:cubicBezTo>
                  <a:pt x="41781" y="51763"/>
                  <a:pt x="45685" y="50558"/>
                  <a:pt x="48375" y="48149"/>
                </a:cubicBezTo>
                <a:cubicBezTo>
                  <a:pt x="51064" y="45739"/>
                  <a:pt x="52409" y="42297"/>
                  <a:pt x="52409" y="37822"/>
                </a:cubicBezTo>
                <a:cubicBezTo>
                  <a:pt x="52409" y="33218"/>
                  <a:pt x="51053" y="29496"/>
                  <a:pt x="48342" y="26656"/>
                </a:cubicBezTo>
                <a:cubicBezTo>
                  <a:pt x="45632" y="23816"/>
                  <a:pt x="41888" y="22353"/>
                  <a:pt x="37112" y="22267"/>
                </a:cubicBezTo>
                <a:lnTo>
                  <a:pt x="19363" y="22267"/>
                </a:lnTo>
                <a:lnTo>
                  <a:pt x="19363" y="51763"/>
                </a:lnTo>
                <a:close/>
                <a:moveTo>
                  <a:pt x="116156" y="101848"/>
                </a:moveTo>
                <a:cubicBezTo>
                  <a:pt x="105915" y="101848"/>
                  <a:pt x="97578" y="98707"/>
                  <a:pt x="91146" y="92425"/>
                </a:cubicBezTo>
                <a:cubicBezTo>
                  <a:pt x="84713" y="86143"/>
                  <a:pt x="81497" y="77774"/>
                  <a:pt x="81497" y="67318"/>
                </a:cubicBezTo>
                <a:lnTo>
                  <a:pt x="81497" y="65511"/>
                </a:lnTo>
                <a:cubicBezTo>
                  <a:pt x="81497" y="58497"/>
                  <a:pt x="82852" y="52226"/>
                  <a:pt x="85563" y="46697"/>
                </a:cubicBezTo>
                <a:cubicBezTo>
                  <a:pt x="88274" y="41167"/>
                  <a:pt x="92114" y="36908"/>
                  <a:pt x="97084" y="33917"/>
                </a:cubicBezTo>
                <a:cubicBezTo>
                  <a:pt x="102053" y="30927"/>
                  <a:pt x="107722" y="29431"/>
                  <a:pt x="114091" y="29431"/>
                </a:cubicBezTo>
                <a:cubicBezTo>
                  <a:pt x="123643" y="29431"/>
                  <a:pt x="131162" y="32443"/>
                  <a:pt x="136648" y="38467"/>
                </a:cubicBezTo>
                <a:cubicBezTo>
                  <a:pt x="142134" y="44491"/>
                  <a:pt x="144877" y="53033"/>
                  <a:pt x="144877" y="64091"/>
                </a:cubicBezTo>
                <a:lnTo>
                  <a:pt x="144877" y="71707"/>
                </a:lnTo>
                <a:lnTo>
                  <a:pt x="100408" y="71707"/>
                </a:lnTo>
                <a:cubicBezTo>
                  <a:pt x="101010" y="76268"/>
                  <a:pt x="102828" y="79925"/>
                  <a:pt x="105861" y="82679"/>
                </a:cubicBezTo>
                <a:cubicBezTo>
                  <a:pt x="108895" y="85433"/>
                  <a:pt x="112735" y="86810"/>
                  <a:pt x="117382" y="86810"/>
                </a:cubicBezTo>
                <a:cubicBezTo>
                  <a:pt x="124568" y="86810"/>
                  <a:pt x="130183" y="84207"/>
                  <a:pt x="134228" y="79000"/>
                </a:cubicBezTo>
                <a:lnTo>
                  <a:pt x="143393" y="89263"/>
                </a:lnTo>
                <a:cubicBezTo>
                  <a:pt x="140596" y="93221"/>
                  <a:pt x="136810" y="96308"/>
                  <a:pt x="132033" y="98524"/>
                </a:cubicBezTo>
                <a:cubicBezTo>
                  <a:pt x="127257" y="100740"/>
                  <a:pt x="121965" y="101848"/>
                  <a:pt x="116156" y="101848"/>
                </a:cubicBezTo>
                <a:moveTo>
                  <a:pt x="114026" y="44534"/>
                </a:moveTo>
                <a:cubicBezTo>
                  <a:pt x="110326" y="44534"/>
                  <a:pt x="107324" y="45782"/>
                  <a:pt x="105022" y="48278"/>
                </a:cubicBezTo>
                <a:cubicBezTo>
                  <a:pt x="102720" y="50774"/>
                  <a:pt x="101247" y="54345"/>
                  <a:pt x="100601" y="58992"/>
                </a:cubicBezTo>
                <a:lnTo>
                  <a:pt x="126547" y="58992"/>
                </a:lnTo>
                <a:lnTo>
                  <a:pt x="126547" y="57508"/>
                </a:lnTo>
                <a:cubicBezTo>
                  <a:pt x="126461" y="53377"/>
                  <a:pt x="125343" y="50182"/>
                  <a:pt x="123191" y="47923"/>
                </a:cubicBezTo>
                <a:cubicBezTo>
                  <a:pt x="121040" y="45664"/>
                  <a:pt x="117985" y="44534"/>
                  <a:pt x="114026" y="44534"/>
                </a:cubicBezTo>
                <a:close/>
                <a:moveTo>
                  <a:pt x="194687" y="48213"/>
                </a:moveTo>
                <a:cubicBezTo>
                  <a:pt x="192148" y="47869"/>
                  <a:pt x="189911" y="47697"/>
                  <a:pt x="187975" y="47697"/>
                </a:cubicBezTo>
                <a:cubicBezTo>
                  <a:pt x="180918" y="47697"/>
                  <a:pt x="176292" y="50085"/>
                  <a:pt x="174098" y="54861"/>
                </a:cubicBezTo>
                <a:lnTo>
                  <a:pt x="174098" y="100558"/>
                </a:lnTo>
                <a:lnTo>
                  <a:pt x="155445" y="100558"/>
                </a:lnTo>
                <a:lnTo>
                  <a:pt x="155445" y="30722"/>
                </a:lnTo>
                <a:lnTo>
                  <a:pt x="173065" y="30722"/>
                </a:lnTo>
                <a:lnTo>
                  <a:pt x="173581" y="39048"/>
                </a:lnTo>
                <a:cubicBezTo>
                  <a:pt x="177325" y="32637"/>
                  <a:pt x="182510" y="29431"/>
                  <a:pt x="189136" y="29431"/>
                </a:cubicBezTo>
                <a:cubicBezTo>
                  <a:pt x="191202" y="29431"/>
                  <a:pt x="193138" y="29711"/>
                  <a:pt x="194945" y="30271"/>
                </a:cubicBezTo>
                <a:lnTo>
                  <a:pt x="194687" y="48213"/>
                </a:lnTo>
                <a:close/>
                <a:moveTo>
                  <a:pt x="208746" y="100558"/>
                </a:moveTo>
                <a:lnTo>
                  <a:pt x="208746" y="44405"/>
                </a:lnTo>
                <a:lnTo>
                  <a:pt x="198354" y="44405"/>
                </a:lnTo>
                <a:lnTo>
                  <a:pt x="198354" y="30722"/>
                </a:lnTo>
                <a:lnTo>
                  <a:pt x="208746" y="30722"/>
                </a:lnTo>
                <a:lnTo>
                  <a:pt x="208746" y="24772"/>
                </a:lnTo>
                <a:cubicBezTo>
                  <a:pt x="208746" y="16925"/>
                  <a:pt x="210994" y="10834"/>
                  <a:pt x="215490" y="6501"/>
                </a:cubicBezTo>
                <a:cubicBezTo>
                  <a:pt x="219987" y="2167"/>
                  <a:pt x="226280" y="0"/>
                  <a:pt x="234369" y="0"/>
                </a:cubicBezTo>
                <a:cubicBezTo>
                  <a:pt x="236951" y="0"/>
                  <a:pt x="240113" y="430"/>
                  <a:pt x="243857" y="1291"/>
                </a:cubicBezTo>
                <a:lnTo>
                  <a:pt x="243663" y="15748"/>
                </a:lnTo>
                <a:cubicBezTo>
                  <a:pt x="242114" y="15361"/>
                  <a:pt x="240221" y="15168"/>
                  <a:pt x="237983" y="15168"/>
                </a:cubicBezTo>
                <a:cubicBezTo>
                  <a:pt x="230970" y="15168"/>
                  <a:pt x="227463" y="18473"/>
                  <a:pt x="227463" y="25083"/>
                </a:cubicBezTo>
                <a:lnTo>
                  <a:pt x="227463" y="30722"/>
                </a:lnTo>
                <a:lnTo>
                  <a:pt x="241340" y="30722"/>
                </a:lnTo>
                <a:lnTo>
                  <a:pt x="241340" y="44405"/>
                </a:lnTo>
                <a:lnTo>
                  <a:pt x="227463" y="44405"/>
                </a:lnTo>
                <a:lnTo>
                  <a:pt x="227463" y="100558"/>
                </a:lnTo>
                <a:lnTo>
                  <a:pt x="208746" y="100558"/>
                </a:lnTo>
                <a:close/>
                <a:moveTo>
                  <a:pt x="248105" y="64994"/>
                </a:moveTo>
                <a:cubicBezTo>
                  <a:pt x="248105" y="58067"/>
                  <a:pt x="249439" y="51892"/>
                  <a:pt x="252106" y="46471"/>
                </a:cubicBezTo>
                <a:cubicBezTo>
                  <a:pt x="254774" y="41049"/>
                  <a:pt x="258614" y="36854"/>
                  <a:pt x="263627" y="33885"/>
                </a:cubicBezTo>
                <a:cubicBezTo>
                  <a:pt x="268640" y="30916"/>
                  <a:pt x="274460" y="29431"/>
                  <a:pt x="281086" y="29431"/>
                </a:cubicBezTo>
                <a:cubicBezTo>
                  <a:pt x="290509" y="29431"/>
                  <a:pt x="298201" y="32314"/>
                  <a:pt x="304160" y="38080"/>
                </a:cubicBezTo>
                <a:cubicBezTo>
                  <a:pt x="310120" y="43846"/>
                  <a:pt x="313444" y="51677"/>
                  <a:pt x="314132" y="61574"/>
                </a:cubicBezTo>
                <a:lnTo>
                  <a:pt x="314261" y="66350"/>
                </a:lnTo>
                <a:cubicBezTo>
                  <a:pt x="314261" y="77064"/>
                  <a:pt x="311271" y="85659"/>
                  <a:pt x="305290" y="92135"/>
                </a:cubicBezTo>
                <a:cubicBezTo>
                  <a:pt x="299309" y="98610"/>
                  <a:pt x="291284" y="101848"/>
                  <a:pt x="281215" y="101848"/>
                </a:cubicBezTo>
                <a:cubicBezTo>
                  <a:pt x="271147" y="101848"/>
                  <a:pt x="263111" y="98621"/>
                  <a:pt x="257108" y="92167"/>
                </a:cubicBezTo>
                <a:cubicBezTo>
                  <a:pt x="251106" y="85713"/>
                  <a:pt x="248105" y="76935"/>
                  <a:pt x="248105" y="65834"/>
                </a:cubicBezTo>
                <a:lnTo>
                  <a:pt x="248105" y="64994"/>
                </a:lnTo>
                <a:moveTo>
                  <a:pt x="266758" y="66350"/>
                </a:moveTo>
                <a:cubicBezTo>
                  <a:pt x="266758" y="72976"/>
                  <a:pt x="268005" y="78043"/>
                  <a:pt x="270501" y="81550"/>
                </a:cubicBezTo>
                <a:cubicBezTo>
                  <a:pt x="272997" y="85057"/>
                  <a:pt x="276568" y="86810"/>
                  <a:pt x="281215" y="86810"/>
                </a:cubicBezTo>
                <a:cubicBezTo>
                  <a:pt x="285733" y="86810"/>
                  <a:pt x="289262" y="85078"/>
                  <a:pt x="291800" y="81614"/>
                </a:cubicBezTo>
                <a:cubicBezTo>
                  <a:pt x="294339" y="78150"/>
                  <a:pt x="295608" y="72611"/>
                  <a:pt x="295608" y="64994"/>
                </a:cubicBezTo>
                <a:cubicBezTo>
                  <a:pt x="295608" y="58497"/>
                  <a:pt x="294339" y="53463"/>
                  <a:pt x="291800" y="49891"/>
                </a:cubicBezTo>
                <a:cubicBezTo>
                  <a:pt x="289262" y="46320"/>
                  <a:pt x="285690" y="44534"/>
                  <a:pt x="281086" y="44534"/>
                </a:cubicBezTo>
                <a:cubicBezTo>
                  <a:pt x="276525" y="44534"/>
                  <a:pt x="272997" y="46309"/>
                  <a:pt x="270501" y="49859"/>
                </a:cubicBezTo>
                <a:cubicBezTo>
                  <a:pt x="268005" y="53409"/>
                  <a:pt x="266758" y="58906"/>
                  <a:pt x="266758" y="66350"/>
                </a:cubicBezTo>
                <a:close/>
                <a:moveTo>
                  <a:pt x="364973" y="48213"/>
                </a:moveTo>
                <a:cubicBezTo>
                  <a:pt x="362435" y="47869"/>
                  <a:pt x="360197" y="47697"/>
                  <a:pt x="358261" y="47697"/>
                </a:cubicBezTo>
                <a:cubicBezTo>
                  <a:pt x="351204" y="47697"/>
                  <a:pt x="346579" y="50085"/>
                  <a:pt x="344384" y="54861"/>
                </a:cubicBezTo>
                <a:lnTo>
                  <a:pt x="344384" y="100558"/>
                </a:lnTo>
                <a:lnTo>
                  <a:pt x="325731" y="100558"/>
                </a:lnTo>
                <a:lnTo>
                  <a:pt x="325731" y="30722"/>
                </a:lnTo>
                <a:lnTo>
                  <a:pt x="343352" y="30722"/>
                </a:lnTo>
                <a:lnTo>
                  <a:pt x="343868" y="39048"/>
                </a:lnTo>
                <a:cubicBezTo>
                  <a:pt x="347611" y="32637"/>
                  <a:pt x="352796" y="29431"/>
                  <a:pt x="359423" y="29431"/>
                </a:cubicBezTo>
                <a:cubicBezTo>
                  <a:pt x="361488" y="29431"/>
                  <a:pt x="363424" y="29711"/>
                  <a:pt x="365231" y="30271"/>
                </a:cubicBezTo>
                <a:lnTo>
                  <a:pt x="364973" y="48213"/>
                </a:lnTo>
                <a:close/>
                <a:moveTo>
                  <a:pt x="391424" y="30722"/>
                </a:moveTo>
                <a:lnTo>
                  <a:pt x="392005" y="38532"/>
                </a:lnTo>
                <a:cubicBezTo>
                  <a:pt x="396953" y="32465"/>
                  <a:pt x="403644" y="29431"/>
                  <a:pt x="412078" y="29431"/>
                </a:cubicBezTo>
                <a:cubicBezTo>
                  <a:pt x="421071" y="29431"/>
                  <a:pt x="427245" y="32981"/>
                  <a:pt x="430601" y="40081"/>
                </a:cubicBezTo>
                <a:cubicBezTo>
                  <a:pt x="435507" y="32981"/>
                  <a:pt x="442499" y="29431"/>
                  <a:pt x="451578" y="29431"/>
                </a:cubicBezTo>
                <a:cubicBezTo>
                  <a:pt x="459151" y="29431"/>
                  <a:pt x="464787" y="31637"/>
                  <a:pt x="468488" y="36047"/>
                </a:cubicBezTo>
                <a:cubicBezTo>
                  <a:pt x="472188" y="40458"/>
                  <a:pt x="474039" y="47095"/>
                  <a:pt x="474039" y="55959"/>
                </a:cubicBezTo>
                <a:lnTo>
                  <a:pt x="474039" y="100558"/>
                </a:lnTo>
                <a:lnTo>
                  <a:pt x="455321" y="100558"/>
                </a:lnTo>
                <a:lnTo>
                  <a:pt x="455321" y="56023"/>
                </a:lnTo>
                <a:cubicBezTo>
                  <a:pt x="455321" y="52064"/>
                  <a:pt x="454547" y="49171"/>
                  <a:pt x="452998" y="47342"/>
                </a:cubicBezTo>
                <a:cubicBezTo>
                  <a:pt x="451449" y="45513"/>
                  <a:pt x="448716" y="44599"/>
                  <a:pt x="444801" y="44599"/>
                </a:cubicBezTo>
                <a:cubicBezTo>
                  <a:pt x="439207" y="44599"/>
                  <a:pt x="435334" y="47267"/>
                  <a:pt x="433183" y="52602"/>
                </a:cubicBezTo>
                <a:lnTo>
                  <a:pt x="433248" y="100558"/>
                </a:lnTo>
                <a:lnTo>
                  <a:pt x="414595" y="100558"/>
                </a:lnTo>
                <a:lnTo>
                  <a:pt x="414595" y="56088"/>
                </a:lnTo>
                <a:cubicBezTo>
                  <a:pt x="414595" y="52043"/>
                  <a:pt x="413799" y="49117"/>
                  <a:pt x="412207" y="47310"/>
                </a:cubicBezTo>
                <a:cubicBezTo>
                  <a:pt x="410615" y="45503"/>
                  <a:pt x="407904" y="44599"/>
                  <a:pt x="404074" y="44599"/>
                </a:cubicBezTo>
                <a:cubicBezTo>
                  <a:pt x="398782" y="44599"/>
                  <a:pt x="394952" y="46793"/>
                  <a:pt x="392586" y="51182"/>
                </a:cubicBezTo>
                <a:lnTo>
                  <a:pt x="392586" y="100558"/>
                </a:lnTo>
                <a:lnTo>
                  <a:pt x="373933" y="100558"/>
                </a:lnTo>
                <a:lnTo>
                  <a:pt x="373933" y="30722"/>
                </a:lnTo>
                <a:lnTo>
                  <a:pt x="391424" y="30722"/>
                </a:lnTo>
                <a:close/>
                <a:moveTo>
                  <a:pt x="528807" y="100558"/>
                </a:moveTo>
                <a:cubicBezTo>
                  <a:pt x="527947" y="98879"/>
                  <a:pt x="527323" y="96793"/>
                  <a:pt x="526935" y="94297"/>
                </a:cubicBezTo>
                <a:cubicBezTo>
                  <a:pt x="522417" y="99331"/>
                  <a:pt x="516544" y="101848"/>
                  <a:pt x="509315" y="101848"/>
                </a:cubicBezTo>
                <a:cubicBezTo>
                  <a:pt x="502474" y="101848"/>
                  <a:pt x="496805" y="99866"/>
                  <a:pt x="492308" y="95902"/>
                </a:cubicBezTo>
                <a:cubicBezTo>
                  <a:pt x="487812" y="91937"/>
                  <a:pt x="485564" y="86938"/>
                  <a:pt x="485564" y="80906"/>
                </a:cubicBezTo>
                <a:cubicBezTo>
                  <a:pt x="485564" y="73495"/>
                  <a:pt x="488307" y="67807"/>
                  <a:pt x="493793" y="63843"/>
                </a:cubicBezTo>
                <a:cubicBezTo>
                  <a:pt x="499279" y="59877"/>
                  <a:pt x="507207" y="57873"/>
                  <a:pt x="517577" y="57830"/>
                </a:cubicBezTo>
                <a:lnTo>
                  <a:pt x="526161" y="57830"/>
                </a:lnTo>
                <a:lnTo>
                  <a:pt x="526161" y="53847"/>
                </a:lnTo>
                <a:cubicBezTo>
                  <a:pt x="526161" y="50633"/>
                  <a:pt x="525333" y="48063"/>
                  <a:pt x="523676" y="46136"/>
                </a:cubicBezTo>
                <a:cubicBezTo>
                  <a:pt x="522019" y="44208"/>
                  <a:pt x="519405" y="43244"/>
                  <a:pt x="515834" y="43244"/>
                </a:cubicBezTo>
                <a:cubicBezTo>
                  <a:pt x="512693" y="43244"/>
                  <a:pt x="510230" y="43991"/>
                  <a:pt x="508444" y="45486"/>
                </a:cubicBezTo>
                <a:cubicBezTo>
                  <a:pt x="506658" y="46980"/>
                  <a:pt x="505765" y="49030"/>
                  <a:pt x="505765" y="51634"/>
                </a:cubicBezTo>
                <a:lnTo>
                  <a:pt x="487113" y="51634"/>
                </a:lnTo>
                <a:cubicBezTo>
                  <a:pt x="487113" y="47602"/>
                  <a:pt x="488360" y="43870"/>
                  <a:pt x="490856" y="40438"/>
                </a:cubicBezTo>
                <a:cubicBezTo>
                  <a:pt x="493352" y="37005"/>
                  <a:pt x="496880" y="34313"/>
                  <a:pt x="501441" y="32360"/>
                </a:cubicBezTo>
                <a:cubicBezTo>
                  <a:pt x="506002" y="30408"/>
                  <a:pt x="511122" y="29431"/>
                  <a:pt x="516802" y="29431"/>
                </a:cubicBezTo>
                <a:cubicBezTo>
                  <a:pt x="525408" y="29431"/>
                  <a:pt x="532239" y="31594"/>
                  <a:pt x="537295" y="35918"/>
                </a:cubicBezTo>
                <a:cubicBezTo>
                  <a:pt x="542350" y="40242"/>
                  <a:pt x="544878" y="46320"/>
                  <a:pt x="544878" y="54151"/>
                </a:cubicBezTo>
                <a:lnTo>
                  <a:pt x="544878" y="84422"/>
                </a:lnTo>
                <a:cubicBezTo>
                  <a:pt x="544921" y="91048"/>
                  <a:pt x="545846" y="96061"/>
                  <a:pt x="547654" y="99460"/>
                </a:cubicBezTo>
                <a:lnTo>
                  <a:pt x="547654" y="100558"/>
                </a:lnTo>
                <a:lnTo>
                  <a:pt x="528807" y="100558"/>
                </a:lnTo>
                <a:moveTo>
                  <a:pt x="513381" y="87584"/>
                </a:moveTo>
                <a:cubicBezTo>
                  <a:pt x="516135" y="87584"/>
                  <a:pt x="518674" y="86969"/>
                  <a:pt x="520997" y="85739"/>
                </a:cubicBezTo>
                <a:cubicBezTo>
                  <a:pt x="523321" y="84509"/>
                  <a:pt x="525042" y="82857"/>
                  <a:pt x="526161" y="80783"/>
                </a:cubicBezTo>
                <a:lnTo>
                  <a:pt x="526161" y="68738"/>
                </a:lnTo>
                <a:lnTo>
                  <a:pt x="519190" y="68738"/>
                </a:lnTo>
                <a:cubicBezTo>
                  <a:pt x="509853" y="68738"/>
                  <a:pt x="504883" y="71976"/>
                  <a:pt x="504281" y="78452"/>
                </a:cubicBezTo>
                <a:lnTo>
                  <a:pt x="504216" y="79553"/>
                </a:lnTo>
                <a:cubicBezTo>
                  <a:pt x="504216" y="81885"/>
                  <a:pt x="505034" y="83806"/>
                  <a:pt x="506669" y="85317"/>
                </a:cubicBezTo>
                <a:cubicBezTo>
                  <a:pt x="508304" y="86829"/>
                  <a:pt x="510542" y="87584"/>
                  <a:pt x="513381" y="87584"/>
                </a:cubicBezTo>
                <a:close/>
                <a:moveTo>
                  <a:pt x="576358" y="30722"/>
                </a:moveTo>
                <a:lnTo>
                  <a:pt x="576938" y="38790"/>
                </a:lnTo>
                <a:cubicBezTo>
                  <a:pt x="581930" y="32551"/>
                  <a:pt x="588621" y="29431"/>
                  <a:pt x="597011" y="29431"/>
                </a:cubicBezTo>
                <a:cubicBezTo>
                  <a:pt x="604412" y="29431"/>
                  <a:pt x="609920" y="31604"/>
                  <a:pt x="613534" y="35950"/>
                </a:cubicBezTo>
                <a:cubicBezTo>
                  <a:pt x="617148" y="40296"/>
                  <a:pt x="618999" y="46793"/>
                  <a:pt x="619085" y="55442"/>
                </a:cubicBezTo>
                <a:lnTo>
                  <a:pt x="619085" y="100558"/>
                </a:lnTo>
                <a:lnTo>
                  <a:pt x="600432" y="100558"/>
                </a:lnTo>
                <a:lnTo>
                  <a:pt x="600432" y="55894"/>
                </a:lnTo>
                <a:cubicBezTo>
                  <a:pt x="600432" y="51935"/>
                  <a:pt x="599571" y="49063"/>
                  <a:pt x="597850" y="47278"/>
                </a:cubicBezTo>
                <a:cubicBezTo>
                  <a:pt x="596129" y="45492"/>
                  <a:pt x="593268" y="44599"/>
                  <a:pt x="589266" y="44599"/>
                </a:cubicBezTo>
                <a:cubicBezTo>
                  <a:pt x="584017" y="44599"/>
                  <a:pt x="580079" y="46836"/>
                  <a:pt x="577455" y="51311"/>
                </a:cubicBezTo>
                <a:lnTo>
                  <a:pt x="577455" y="100558"/>
                </a:lnTo>
                <a:lnTo>
                  <a:pt x="558802" y="100558"/>
                </a:lnTo>
                <a:lnTo>
                  <a:pt x="558802" y="30722"/>
                </a:lnTo>
                <a:lnTo>
                  <a:pt x="576358" y="30722"/>
                </a:lnTo>
                <a:close/>
                <a:moveTo>
                  <a:pt x="662246" y="86810"/>
                </a:moveTo>
                <a:cubicBezTo>
                  <a:pt x="665688" y="86810"/>
                  <a:pt x="668485" y="85863"/>
                  <a:pt x="670636" y="83970"/>
                </a:cubicBezTo>
                <a:cubicBezTo>
                  <a:pt x="672788" y="82077"/>
                  <a:pt x="673906" y="79560"/>
                  <a:pt x="673993" y="76419"/>
                </a:cubicBezTo>
                <a:lnTo>
                  <a:pt x="691484" y="76419"/>
                </a:lnTo>
                <a:cubicBezTo>
                  <a:pt x="691441" y="81152"/>
                  <a:pt x="690150" y="85487"/>
                  <a:pt x="687611" y="89424"/>
                </a:cubicBezTo>
                <a:cubicBezTo>
                  <a:pt x="685072" y="93361"/>
                  <a:pt x="681598" y="96416"/>
                  <a:pt x="677187" y="98589"/>
                </a:cubicBezTo>
                <a:cubicBezTo>
                  <a:pt x="672777" y="100762"/>
                  <a:pt x="667904" y="101848"/>
                  <a:pt x="662568" y="101848"/>
                </a:cubicBezTo>
                <a:cubicBezTo>
                  <a:pt x="652586" y="101848"/>
                  <a:pt x="644712" y="98675"/>
                  <a:pt x="638946" y="92328"/>
                </a:cubicBezTo>
                <a:cubicBezTo>
                  <a:pt x="633180" y="85982"/>
                  <a:pt x="630297" y="77215"/>
                  <a:pt x="630297" y="66027"/>
                </a:cubicBezTo>
                <a:lnTo>
                  <a:pt x="630297" y="64801"/>
                </a:lnTo>
                <a:cubicBezTo>
                  <a:pt x="630297" y="54044"/>
                  <a:pt x="633159" y="45460"/>
                  <a:pt x="638881" y="39048"/>
                </a:cubicBezTo>
                <a:cubicBezTo>
                  <a:pt x="644604" y="32637"/>
                  <a:pt x="652457" y="29431"/>
                  <a:pt x="662439" y="29431"/>
                </a:cubicBezTo>
                <a:cubicBezTo>
                  <a:pt x="671174" y="29431"/>
                  <a:pt x="678177" y="31916"/>
                  <a:pt x="683448" y="36886"/>
                </a:cubicBezTo>
                <a:cubicBezTo>
                  <a:pt x="688719" y="41856"/>
                  <a:pt x="691398" y="48472"/>
                  <a:pt x="691484" y="56733"/>
                </a:cubicBezTo>
                <a:lnTo>
                  <a:pt x="673993" y="56733"/>
                </a:lnTo>
                <a:cubicBezTo>
                  <a:pt x="673906" y="53119"/>
                  <a:pt x="672788" y="50182"/>
                  <a:pt x="670636" y="47923"/>
                </a:cubicBezTo>
                <a:cubicBezTo>
                  <a:pt x="668485" y="45664"/>
                  <a:pt x="665645" y="44534"/>
                  <a:pt x="662117" y="44534"/>
                </a:cubicBezTo>
                <a:cubicBezTo>
                  <a:pt x="657771" y="44534"/>
                  <a:pt x="654490" y="46116"/>
                  <a:pt x="652274" y="49278"/>
                </a:cubicBezTo>
                <a:cubicBezTo>
                  <a:pt x="650058" y="52441"/>
                  <a:pt x="648950" y="57572"/>
                  <a:pt x="648950" y="64672"/>
                </a:cubicBezTo>
                <a:lnTo>
                  <a:pt x="648950" y="66608"/>
                </a:lnTo>
                <a:cubicBezTo>
                  <a:pt x="648950" y="73794"/>
                  <a:pt x="650047" y="78957"/>
                  <a:pt x="652242" y="82098"/>
                </a:cubicBezTo>
                <a:cubicBezTo>
                  <a:pt x="654436" y="85239"/>
                  <a:pt x="657771" y="86810"/>
                  <a:pt x="662246" y="86810"/>
                </a:cubicBezTo>
                <a:close/>
                <a:moveTo>
                  <a:pt x="734258" y="101848"/>
                </a:moveTo>
                <a:cubicBezTo>
                  <a:pt x="724018" y="101848"/>
                  <a:pt x="715681" y="98707"/>
                  <a:pt x="709248" y="92425"/>
                </a:cubicBezTo>
                <a:cubicBezTo>
                  <a:pt x="702815" y="86143"/>
                  <a:pt x="699599" y="77774"/>
                  <a:pt x="699599" y="67318"/>
                </a:cubicBezTo>
                <a:lnTo>
                  <a:pt x="699599" y="65511"/>
                </a:lnTo>
                <a:cubicBezTo>
                  <a:pt x="699599" y="58497"/>
                  <a:pt x="700954" y="52226"/>
                  <a:pt x="703665" y="46697"/>
                </a:cubicBezTo>
                <a:cubicBezTo>
                  <a:pt x="706376" y="41167"/>
                  <a:pt x="710216" y="36908"/>
                  <a:pt x="715186" y="33917"/>
                </a:cubicBezTo>
                <a:cubicBezTo>
                  <a:pt x="720156" y="30927"/>
                  <a:pt x="725825" y="29431"/>
                  <a:pt x="732193" y="29431"/>
                </a:cubicBezTo>
                <a:cubicBezTo>
                  <a:pt x="741745" y="29431"/>
                  <a:pt x="749265" y="32443"/>
                  <a:pt x="754751" y="38467"/>
                </a:cubicBezTo>
                <a:cubicBezTo>
                  <a:pt x="760237" y="44491"/>
                  <a:pt x="762980" y="53033"/>
                  <a:pt x="762980" y="64091"/>
                </a:cubicBezTo>
                <a:lnTo>
                  <a:pt x="762980" y="71707"/>
                </a:lnTo>
                <a:lnTo>
                  <a:pt x="718510" y="71707"/>
                </a:lnTo>
                <a:cubicBezTo>
                  <a:pt x="719112" y="76268"/>
                  <a:pt x="720930" y="79925"/>
                  <a:pt x="723964" y="82679"/>
                </a:cubicBezTo>
                <a:cubicBezTo>
                  <a:pt x="726997" y="85433"/>
                  <a:pt x="730838" y="86810"/>
                  <a:pt x="735485" y="86810"/>
                </a:cubicBezTo>
                <a:cubicBezTo>
                  <a:pt x="742670" y="86810"/>
                  <a:pt x="748286" y="84207"/>
                  <a:pt x="752330" y="79000"/>
                </a:cubicBezTo>
                <a:lnTo>
                  <a:pt x="761495" y="89263"/>
                </a:lnTo>
                <a:cubicBezTo>
                  <a:pt x="758699" y="93221"/>
                  <a:pt x="754912" y="96308"/>
                  <a:pt x="750136" y="98524"/>
                </a:cubicBezTo>
                <a:cubicBezTo>
                  <a:pt x="745360" y="100740"/>
                  <a:pt x="740067" y="101848"/>
                  <a:pt x="734258" y="101848"/>
                </a:cubicBezTo>
                <a:moveTo>
                  <a:pt x="732128" y="44534"/>
                </a:moveTo>
                <a:cubicBezTo>
                  <a:pt x="728428" y="44534"/>
                  <a:pt x="725427" y="45782"/>
                  <a:pt x="723125" y="48278"/>
                </a:cubicBezTo>
                <a:cubicBezTo>
                  <a:pt x="720823" y="50774"/>
                  <a:pt x="719349" y="54345"/>
                  <a:pt x="718704" y="58992"/>
                </a:cubicBezTo>
                <a:lnTo>
                  <a:pt x="744650" y="58992"/>
                </a:lnTo>
                <a:lnTo>
                  <a:pt x="744650" y="57508"/>
                </a:lnTo>
                <a:cubicBezTo>
                  <a:pt x="744564" y="53377"/>
                  <a:pt x="743445" y="50182"/>
                  <a:pt x="741294" y="47923"/>
                </a:cubicBezTo>
                <a:cubicBezTo>
                  <a:pt x="739142" y="45664"/>
                  <a:pt x="736087" y="44534"/>
                  <a:pt x="732128" y="44534"/>
                </a:cubicBezTo>
                <a:close/>
                <a:moveTo>
                  <a:pt x="864222" y="59831"/>
                </a:moveTo>
                <a:lnTo>
                  <a:pt x="827045" y="59831"/>
                </a:lnTo>
                <a:lnTo>
                  <a:pt x="827045" y="85003"/>
                </a:lnTo>
                <a:lnTo>
                  <a:pt x="870676" y="85003"/>
                </a:lnTo>
                <a:lnTo>
                  <a:pt x="870676" y="100558"/>
                </a:lnTo>
                <a:lnTo>
                  <a:pt x="807682" y="100558"/>
                </a:lnTo>
                <a:lnTo>
                  <a:pt x="807682" y="6583"/>
                </a:lnTo>
                <a:lnTo>
                  <a:pt x="870547" y="6583"/>
                </a:lnTo>
                <a:lnTo>
                  <a:pt x="870547" y="22267"/>
                </a:lnTo>
                <a:lnTo>
                  <a:pt x="827045" y="22267"/>
                </a:lnTo>
                <a:lnTo>
                  <a:pt x="827045" y="44664"/>
                </a:lnTo>
                <a:lnTo>
                  <a:pt x="864222" y="44664"/>
                </a:lnTo>
                <a:lnTo>
                  <a:pt x="864222" y="59831"/>
                </a:lnTo>
                <a:close/>
                <a:moveTo>
                  <a:pt x="907383" y="51570"/>
                </a:moveTo>
                <a:lnTo>
                  <a:pt x="919129" y="30722"/>
                </a:lnTo>
                <a:lnTo>
                  <a:pt x="939073" y="30722"/>
                </a:lnTo>
                <a:lnTo>
                  <a:pt x="919194" y="64930"/>
                </a:lnTo>
                <a:lnTo>
                  <a:pt x="939912" y="100558"/>
                </a:lnTo>
                <a:lnTo>
                  <a:pt x="919904" y="100558"/>
                </a:lnTo>
                <a:lnTo>
                  <a:pt x="907447" y="78613"/>
                </a:lnTo>
                <a:lnTo>
                  <a:pt x="895055" y="100558"/>
                </a:lnTo>
                <a:lnTo>
                  <a:pt x="874982" y="100558"/>
                </a:lnTo>
                <a:lnTo>
                  <a:pt x="895700" y="64930"/>
                </a:lnTo>
                <a:lnTo>
                  <a:pt x="875886" y="30722"/>
                </a:lnTo>
                <a:lnTo>
                  <a:pt x="895894" y="30722"/>
                </a:lnTo>
                <a:lnTo>
                  <a:pt x="907383" y="51570"/>
                </a:lnTo>
                <a:close/>
                <a:moveTo>
                  <a:pt x="1010892" y="66285"/>
                </a:moveTo>
                <a:cubicBezTo>
                  <a:pt x="1010892" y="77042"/>
                  <a:pt x="1008450" y="85659"/>
                  <a:pt x="1003567" y="92135"/>
                </a:cubicBezTo>
                <a:cubicBezTo>
                  <a:pt x="998683" y="98610"/>
                  <a:pt x="992089" y="101848"/>
                  <a:pt x="983784" y="101848"/>
                </a:cubicBezTo>
                <a:cubicBezTo>
                  <a:pt x="976728" y="101848"/>
                  <a:pt x="971026" y="99396"/>
                  <a:pt x="966681" y="94490"/>
                </a:cubicBezTo>
                <a:lnTo>
                  <a:pt x="966681" y="127407"/>
                </a:lnTo>
                <a:lnTo>
                  <a:pt x="948028" y="127407"/>
                </a:lnTo>
                <a:lnTo>
                  <a:pt x="948028" y="30722"/>
                </a:lnTo>
                <a:lnTo>
                  <a:pt x="965325" y="30722"/>
                </a:lnTo>
                <a:lnTo>
                  <a:pt x="965971" y="37564"/>
                </a:lnTo>
                <a:cubicBezTo>
                  <a:pt x="970489" y="32142"/>
                  <a:pt x="976384" y="29431"/>
                  <a:pt x="983655" y="29431"/>
                </a:cubicBezTo>
                <a:cubicBezTo>
                  <a:pt x="992261" y="29431"/>
                  <a:pt x="998952" y="32616"/>
                  <a:pt x="1003728" y="38984"/>
                </a:cubicBezTo>
                <a:cubicBezTo>
                  <a:pt x="1008504" y="45352"/>
                  <a:pt x="1010892" y="54130"/>
                  <a:pt x="1010892" y="65317"/>
                </a:cubicBezTo>
                <a:lnTo>
                  <a:pt x="1010892" y="66285"/>
                </a:lnTo>
                <a:moveTo>
                  <a:pt x="992240" y="64930"/>
                </a:moveTo>
                <a:cubicBezTo>
                  <a:pt x="992240" y="58433"/>
                  <a:pt x="991088" y="53420"/>
                  <a:pt x="988786" y="49891"/>
                </a:cubicBezTo>
                <a:cubicBezTo>
                  <a:pt x="986484" y="46363"/>
                  <a:pt x="983139" y="44599"/>
                  <a:pt x="978750" y="44599"/>
                </a:cubicBezTo>
                <a:cubicBezTo>
                  <a:pt x="972898" y="44599"/>
                  <a:pt x="968875" y="46836"/>
                  <a:pt x="966681" y="51311"/>
                </a:cubicBezTo>
                <a:lnTo>
                  <a:pt x="966681" y="79904"/>
                </a:lnTo>
                <a:cubicBezTo>
                  <a:pt x="968961" y="84508"/>
                  <a:pt x="973027" y="86810"/>
                  <a:pt x="978879" y="86810"/>
                </a:cubicBezTo>
                <a:cubicBezTo>
                  <a:pt x="987786" y="86810"/>
                  <a:pt x="992240" y="79517"/>
                  <a:pt x="992240" y="64930"/>
                </a:cubicBezTo>
                <a:close/>
                <a:moveTo>
                  <a:pt x="1054570" y="101848"/>
                </a:moveTo>
                <a:cubicBezTo>
                  <a:pt x="1044329" y="101848"/>
                  <a:pt x="1035992" y="98707"/>
                  <a:pt x="1029559" y="92425"/>
                </a:cubicBezTo>
                <a:cubicBezTo>
                  <a:pt x="1023127" y="86143"/>
                  <a:pt x="1019910" y="77774"/>
                  <a:pt x="1019910" y="67318"/>
                </a:cubicBezTo>
                <a:lnTo>
                  <a:pt x="1019910" y="65511"/>
                </a:lnTo>
                <a:cubicBezTo>
                  <a:pt x="1019910" y="58497"/>
                  <a:pt x="1021266" y="52226"/>
                  <a:pt x="1023976" y="46697"/>
                </a:cubicBezTo>
                <a:cubicBezTo>
                  <a:pt x="1026687" y="41167"/>
                  <a:pt x="1030527" y="36908"/>
                  <a:pt x="1035497" y="33917"/>
                </a:cubicBezTo>
                <a:cubicBezTo>
                  <a:pt x="1040467" y="30927"/>
                  <a:pt x="1046136" y="29431"/>
                  <a:pt x="1052504" y="29431"/>
                </a:cubicBezTo>
                <a:cubicBezTo>
                  <a:pt x="1062057" y="29431"/>
                  <a:pt x="1069576" y="32443"/>
                  <a:pt x="1075062" y="38467"/>
                </a:cubicBezTo>
                <a:cubicBezTo>
                  <a:pt x="1080548" y="44491"/>
                  <a:pt x="1083291" y="53033"/>
                  <a:pt x="1083291" y="64091"/>
                </a:cubicBezTo>
                <a:lnTo>
                  <a:pt x="1083291" y="71707"/>
                </a:lnTo>
                <a:lnTo>
                  <a:pt x="1038821" y="71707"/>
                </a:lnTo>
                <a:cubicBezTo>
                  <a:pt x="1039424" y="76268"/>
                  <a:pt x="1041242" y="79925"/>
                  <a:pt x="1044275" y="82679"/>
                </a:cubicBezTo>
                <a:cubicBezTo>
                  <a:pt x="1047309" y="85433"/>
                  <a:pt x="1051149" y="86810"/>
                  <a:pt x="1055796" y="86810"/>
                </a:cubicBezTo>
                <a:cubicBezTo>
                  <a:pt x="1062982" y="86810"/>
                  <a:pt x="1068597" y="84207"/>
                  <a:pt x="1072642" y="79000"/>
                </a:cubicBezTo>
                <a:lnTo>
                  <a:pt x="1081807" y="89263"/>
                </a:lnTo>
                <a:cubicBezTo>
                  <a:pt x="1079010" y="93221"/>
                  <a:pt x="1075223" y="96308"/>
                  <a:pt x="1070447" y="98524"/>
                </a:cubicBezTo>
                <a:cubicBezTo>
                  <a:pt x="1065671" y="100740"/>
                  <a:pt x="1060378" y="101848"/>
                  <a:pt x="1054570" y="101848"/>
                </a:cubicBezTo>
                <a:moveTo>
                  <a:pt x="1052440" y="44534"/>
                </a:moveTo>
                <a:cubicBezTo>
                  <a:pt x="1048739" y="44534"/>
                  <a:pt x="1045738" y="45782"/>
                  <a:pt x="1043436" y="48278"/>
                </a:cubicBezTo>
                <a:cubicBezTo>
                  <a:pt x="1041134" y="50774"/>
                  <a:pt x="1039660" y="54345"/>
                  <a:pt x="1039015" y="58992"/>
                </a:cubicBezTo>
                <a:lnTo>
                  <a:pt x="1064961" y="58992"/>
                </a:lnTo>
                <a:lnTo>
                  <a:pt x="1064961" y="57508"/>
                </a:lnTo>
                <a:cubicBezTo>
                  <a:pt x="1064875" y="53377"/>
                  <a:pt x="1063756" y="50182"/>
                  <a:pt x="1061605" y="47923"/>
                </a:cubicBezTo>
                <a:cubicBezTo>
                  <a:pt x="1059453" y="45664"/>
                  <a:pt x="1056398" y="44534"/>
                  <a:pt x="1052440" y="44534"/>
                </a:cubicBezTo>
                <a:close/>
                <a:moveTo>
                  <a:pt x="1122903" y="86810"/>
                </a:moveTo>
                <a:cubicBezTo>
                  <a:pt x="1126345" y="86810"/>
                  <a:pt x="1129142" y="85863"/>
                  <a:pt x="1131293" y="83970"/>
                </a:cubicBezTo>
                <a:cubicBezTo>
                  <a:pt x="1133445" y="82077"/>
                  <a:pt x="1134563" y="79560"/>
                  <a:pt x="1134650" y="76419"/>
                </a:cubicBezTo>
                <a:lnTo>
                  <a:pt x="1152141" y="76419"/>
                </a:lnTo>
                <a:cubicBezTo>
                  <a:pt x="1152098" y="81152"/>
                  <a:pt x="1150807" y="85487"/>
                  <a:pt x="1148268" y="89424"/>
                </a:cubicBezTo>
                <a:cubicBezTo>
                  <a:pt x="1145729" y="93361"/>
                  <a:pt x="1142255" y="96416"/>
                  <a:pt x="1137844" y="98589"/>
                </a:cubicBezTo>
                <a:cubicBezTo>
                  <a:pt x="1133434" y="100762"/>
                  <a:pt x="1128561" y="101848"/>
                  <a:pt x="1123225" y="101848"/>
                </a:cubicBezTo>
                <a:cubicBezTo>
                  <a:pt x="1113243" y="101848"/>
                  <a:pt x="1105369" y="98675"/>
                  <a:pt x="1099603" y="92328"/>
                </a:cubicBezTo>
                <a:cubicBezTo>
                  <a:pt x="1093837" y="85982"/>
                  <a:pt x="1090954" y="77215"/>
                  <a:pt x="1090954" y="66027"/>
                </a:cubicBezTo>
                <a:lnTo>
                  <a:pt x="1090954" y="64801"/>
                </a:lnTo>
                <a:cubicBezTo>
                  <a:pt x="1090954" y="54044"/>
                  <a:pt x="1093816" y="45460"/>
                  <a:pt x="1099538" y="39048"/>
                </a:cubicBezTo>
                <a:cubicBezTo>
                  <a:pt x="1105261" y="32637"/>
                  <a:pt x="1113114" y="29431"/>
                  <a:pt x="1123096" y="29431"/>
                </a:cubicBezTo>
                <a:cubicBezTo>
                  <a:pt x="1131831" y="29431"/>
                  <a:pt x="1138834" y="31916"/>
                  <a:pt x="1144105" y="36886"/>
                </a:cubicBezTo>
                <a:cubicBezTo>
                  <a:pt x="1149376" y="41856"/>
                  <a:pt x="1152055" y="48472"/>
                  <a:pt x="1152141" y="56733"/>
                </a:cubicBezTo>
                <a:lnTo>
                  <a:pt x="1134650" y="56733"/>
                </a:lnTo>
                <a:cubicBezTo>
                  <a:pt x="1134563" y="53119"/>
                  <a:pt x="1133445" y="50182"/>
                  <a:pt x="1131293" y="47923"/>
                </a:cubicBezTo>
                <a:cubicBezTo>
                  <a:pt x="1129142" y="45664"/>
                  <a:pt x="1126302" y="44534"/>
                  <a:pt x="1122774" y="44534"/>
                </a:cubicBezTo>
                <a:cubicBezTo>
                  <a:pt x="1118428" y="44534"/>
                  <a:pt x="1115147" y="46116"/>
                  <a:pt x="1112931" y="49278"/>
                </a:cubicBezTo>
                <a:cubicBezTo>
                  <a:pt x="1110715" y="52441"/>
                  <a:pt x="1109607" y="57572"/>
                  <a:pt x="1109607" y="64672"/>
                </a:cubicBezTo>
                <a:lnTo>
                  <a:pt x="1109607" y="66608"/>
                </a:lnTo>
                <a:cubicBezTo>
                  <a:pt x="1109607" y="73794"/>
                  <a:pt x="1110704" y="78957"/>
                  <a:pt x="1112899" y="82098"/>
                </a:cubicBezTo>
                <a:cubicBezTo>
                  <a:pt x="1115093" y="85239"/>
                  <a:pt x="1118428" y="86810"/>
                  <a:pt x="1122903" y="86810"/>
                </a:cubicBezTo>
                <a:close/>
                <a:moveTo>
                  <a:pt x="1185105" y="13554"/>
                </a:moveTo>
                <a:lnTo>
                  <a:pt x="1185105" y="30722"/>
                </a:lnTo>
                <a:lnTo>
                  <a:pt x="1197046" y="30722"/>
                </a:lnTo>
                <a:lnTo>
                  <a:pt x="1197046" y="44405"/>
                </a:lnTo>
                <a:lnTo>
                  <a:pt x="1185105" y="44405"/>
                </a:lnTo>
                <a:lnTo>
                  <a:pt x="1185105" y="79258"/>
                </a:lnTo>
                <a:cubicBezTo>
                  <a:pt x="1185105" y="81840"/>
                  <a:pt x="1185600" y="83690"/>
                  <a:pt x="1186590" y="84809"/>
                </a:cubicBezTo>
                <a:cubicBezTo>
                  <a:pt x="1187579" y="85928"/>
                  <a:pt x="1189473" y="86487"/>
                  <a:pt x="1192269" y="86487"/>
                </a:cubicBezTo>
                <a:cubicBezTo>
                  <a:pt x="1194335" y="86487"/>
                  <a:pt x="1196164" y="86337"/>
                  <a:pt x="1197756" y="86035"/>
                </a:cubicBezTo>
                <a:lnTo>
                  <a:pt x="1197756" y="100170"/>
                </a:lnTo>
                <a:cubicBezTo>
                  <a:pt x="1194098" y="101289"/>
                  <a:pt x="1190333" y="101848"/>
                  <a:pt x="1186461" y="101848"/>
                </a:cubicBezTo>
                <a:cubicBezTo>
                  <a:pt x="1173380" y="101848"/>
                  <a:pt x="1166711" y="95243"/>
                  <a:pt x="1166452" y="82034"/>
                </a:cubicBezTo>
                <a:lnTo>
                  <a:pt x="1166452" y="44405"/>
                </a:lnTo>
                <a:lnTo>
                  <a:pt x="1156255" y="44405"/>
                </a:lnTo>
                <a:lnTo>
                  <a:pt x="1156255" y="30722"/>
                </a:lnTo>
                <a:lnTo>
                  <a:pt x="1166452" y="30722"/>
                </a:lnTo>
                <a:lnTo>
                  <a:pt x="1166452" y="13554"/>
                </a:lnTo>
                <a:lnTo>
                  <a:pt x="1185105" y="13554"/>
                </a:lnTo>
                <a:close/>
                <a:moveTo>
                  <a:pt x="1247894" y="100558"/>
                </a:moveTo>
                <a:cubicBezTo>
                  <a:pt x="1247033" y="98879"/>
                  <a:pt x="1246409" y="96793"/>
                  <a:pt x="1246022" y="94297"/>
                </a:cubicBezTo>
                <a:cubicBezTo>
                  <a:pt x="1241504" y="99331"/>
                  <a:pt x="1235631" y="101848"/>
                  <a:pt x="1228402" y="101848"/>
                </a:cubicBezTo>
                <a:cubicBezTo>
                  <a:pt x="1221560" y="101848"/>
                  <a:pt x="1215891" y="99866"/>
                  <a:pt x="1211395" y="95902"/>
                </a:cubicBezTo>
                <a:cubicBezTo>
                  <a:pt x="1206899" y="91937"/>
                  <a:pt x="1204650" y="86938"/>
                  <a:pt x="1204650" y="80906"/>
                </a:cubicBezTo>
                <a:cubicBezTo>
                  <a:pt x="1204650" y="73495"/>
                  <a:pt x="1207393" y="67807"/>
                  <a:pt x="1212879" y="63843"/>
                </a:cubicBezTo>
                <a:cubicBezTo>
                  <a:pt x="1218366" y="59877"/>
                  <a:pt x="1226294" y="57873"/>
                  <a:pt x="1236663" y="57830"/>
                </a:cubicBezTo>
                <a:lnTo>
                  <a:pt x="1245248" y="57830"/>
                </a:lnTo>
                <a:lnTo>
                  <a:pt x="1245248" y="53847"/>
                </a:lnTo>
                <a:cubicBezTo>
                  <a:pt x="1245248" y="50633"/>
                  <a:pt x="1244419" y="48063"/>
                  <a:pt x="1242763" y="46136"/>
                </a:cubicBezTo>
                <a:cubicBezTo>
                  <a:pt x="1241106" y="44208"/>
                  <a:pt x="1238492" y="43244"/>
                  <a:pt x="1234921" y="43244"/>
                </a:cubicBezTo>
                <a:cubicBezTo>
                  <a:pt x="1231780" y="43244"/>
                  <a:pt x="1229316" y="43991"/>
                  <a:pt x="1227531" y="45486"/>
                </a:cubicBezTo>
                <a:cubicBezTo>
                  <a:pt x="1225745" y="46980"/>
                  <a:pt x="1224852" y="49030"/>
                  <a:pt x="1224852" y="51634"/>
                </a:cubicBezTo>
                <a:lnTo>
                  <a:pt x="1206199" y="51634"/>
                </a:lnTo>
                <a:cubicBezTo>
                  <a:pt x="1206199" y="47602"/>
                  <a:pt x="1207447" y="43870"/>
                  <a:pt x="1209943" y="40438"/>
                </a:cubicBezTo>
                <a:cubicBezTo>
                  <a:pt x="1212438" y="37005"/>
                  <a:pt x="1215967" y="34313"/>
                  <a:pt x="1220528" y="32360"/>
                </a:cubicBezTo>
                <a:cubicBezTo>
                  <a:pt x="1225089" y="30408"/>
                  <a:pt x="1230209" y="29431"/>
                  <a:pt x="1235889" y="29431"/>
                </a:cubicBezTo>
                <a:cubicBezTo>
                  <a:pt x="1244495" y="29431"/>
                  <a:pt x="1251325" y="31594"/>
                  <a:pt x="1256381" y="35918"/>
                </a:cubicBezTo>
                <a:cubicBezTo>
                  <a:pt x="1261437" y="40242"/>
                  <a:pt x="1263965" y="46320"/>
                  <a:pt x="1263965" y="54151"/>
                </a:cubicBezTo>
                <a:lnTo>
                  <a:pt x="1263965" y="84422"/>
                </a:lnTo>
                <a:cubicBezTo>
                  <a:pt x="1264008" y="91048"/>
                  <a:pt x="1264933" y="96061"/>
                  <a:pt x="1266740" y="99460"/>
                </a:cubicBezTo>
                <a:lnTo>
                  <a:pt x="1266740" y="100558"/>
                </a:lnTo>
                <a:lnTo>
                  <a:pt x="1247894" y="100558"/>
                </a:lnTo>
                <a:moveTo>
                  <a:pt x="1232468" y="87584"/>
                </a:moveTo>
                <a:cubicBezTo>
                  <a:pt x="1235222" y="87584"/>
                  <a:pt x="1237761" y="86969"/>
                  <a:pt x="1240084" y="85739"/>
                </a:cubicBezTo>
                <a:cubicBezTo>
                  <a:pt x="1242408" y="84509"/>
                  <a:pt x="1244129" y="82857"/>
                  <a:pt x="1245248" y="80783"/>
                </a:cubicBezTo>
                <a:lnTo>
                  <a:pt x="1245248" y="68738"/>
                </a:lnTo>
                <a:lnTo>
                  <a:pt x="1238277" y="68738"/>
                </a:lnTo>
                <a:cubicBezTo>
                  <a:pt x="1228940" y="68738"/>
                  <a:pt x="1223970" y="71976"/>
                  <a:pt x="1223368" y="78452"/>
                </a:cubicBezTo>
                <a:lnTo>
                  <a:pt x="1223303" y="79553"/>
                </a:lnTo>
                <a:cubicBezTo>
                  <a:pt x="1223303" y="81885"/>
                  <a:pt x="1224121" y="83806"/>
                  <a:pt x="1225756" y="85317"/>
                </a:cubicBezTo>
                <a:cubicBezTo>
                  <a:pt x="1227391" y="86829"/>
                  <a:pt x="1229628" y="87584"/>
                  <a:pt x="1232468" y="87584"/>
                </a:cubicBezTo>
                <a:close/>
                <a:moveTo>
                  <a:pt x="1300608" y="13554"/>
                </a:moveTo>
                <a:lnTo>
                  <a:pt x="1300608" y="30722"/>
                </a:lnTo>
                <a:lnTo>
                  <a:pt x="1312548" y="30722"/>
                </a:lnTo>
                <a:lnTo>
                  <a:pt x="1312548" y="44405"/>
                </a:lnTo>
                <a:lnTo>
                  <a:pt x="1300608" y="44405"/>
                </a:lnTo>
                <a:lnTo>
                  <a:pt x="1300608" y="79258"/>
                </a:lnTo>
                <a:cubicBezTo>
                  <a:pt x="1300608" y="81840"/>
                  <a:pt x="1301103" y="83690"/>
                  <a:pt x="1302092" y="84809"/>
                </a:cubicBezTo>
                <a:cubicBezTo>
                  <a:pt x="1303082" y="85928"/>
                  <a:pt x="1304975" y="86487"/>
                  <a:pt x="1307772" y="86487"/>
                </a:cubicBezTo>
                <a:cubicBezTo>
                  <a:pt x="1309838" y="86487"/>
                  <a:pt x="1311666" y="86337"/>
                  <a:pt x="1313258" y="86035"/>
                </a:cubicBezTo>
                <a:lnTo>
                  <a:pt x="1313258" y="100170"/>
                </a:lnTo>
                <a:cubicBezTo>
                  <a:pt x="1309601" y="101289"/>
                  <a:pt x="1305836" y="101848"/>
                  <a:pt x="1301963" y="101848"/>
                </a:cubicBezTo>
                <a:cubicBezTo>
                  <a:pt x="1288883" y="101848"/>
                  <a:pt x="1282213" y="95243"/>
                  <a:pt x="1281955" y="82034"/>
                </a:cubicBezTo>
                <a:lnTo>
                  <a:pt x="1281955" y="44405"/>
                </a:lnTo>
                <a:lnTo>
                  <a:pt x="1271757" y="44405"/>
                </a:lnTo>
                <a:lnTo>
                  <a:pt x="1271757" y="30722"/>
                </a:lnTo>
                <a:lnTo>
                  <a:pt x="1281955" y="30722"/>
                </a:lnTo>
                <a:lnTo>
                  <a:pt x="1281955" y="13554"/>
                </a:lnTo>
                <a:lnTo>
                  <a:pt x="1300608" y="13554"/>
                </a:lnTo>
                <a:close/>
                <a:moveTo>
                  <a:pt x="1342614" y="100558"/>
                </a:moveTo>
                <a:lnTo>
                  <a:pt x="1323897" y="100558"/>
                </a:lnTo>
                <a:lnTo>
                  <a:pt x="1323897" y="30722"/>
                </a:lnTo>
                <a:lnTo>
                  <a:pt x="1342614" y="30722"/>
                </a:lnTo>
                <a:lnTo>
                  <a:pt x="1342614" y="100558"/>
                </a:lnTo>
                <a:moveTo>
                  <a:pt x="1322800" y="12650"/>
                </a:moveTo>
                <a:cubicBezTo>
                  <a:pt x="1322800" y="9854"/>
                  <a:pt x="1323735" y="7551"/>
                  <a:pt x="1325607" y="5744"/>
                </a:cubicBezTo>
                <a:cubicBezTo>
                  <a:pt x="1327479" y="3937"/>
                  <a:pt x="1330028" y="3034"/>
                  <a:pt x="1333255" y="3034"/>
                </a:cubicBezTo>
                <a:cubicBezTo>
                  <a:pt x="1336440" y="3034"/>
                  <a:pt x="1338978" y="3937"/>
                  <a:pt x="1340871" y="5744"/>
                </a:cubicBezTo>
                <a:cubicBezTo>
                  <a:pt x="1342765" y="7551"/>
                  <a:pt x="1343711" y="9854"/>
                  <a:pt x="1343711" y="12650"/>
                </a:cubicBezTo>
                <a:cubicBezTo>
                  <a:pt x="1343711" y="15490"/>
                  <a:pt x="1342754" y="17814"/>
                  <a:pt x="1340839" y="19621"/>
                </a:cubicBezTo>
                <a:cubicBezTo>
                  <a:pt x="1338924" y="21428"/>
                  <a:pt x="1336397" y="22332"/>
                  <a:pt x="1333255" y="22332"/>
                </a:cubicBezTo>
                <a:cubicBezTo>
                  <a:pt x="1330114" y="22332"/>
                  <a:pt x="1327586" y="21428"/>
                  <a:pt x="1325672" y="19621"/>
                </a:cubicBezTo>
                <a:cubicBezTo>
                  <a:pt x="1323757" y="17814"/>
                  <a:pt x="1322800" y="15490"/>
                  <a:pt x="1322800" y="12650"/>
                </a:cubicBezTo>
                <a:close/>
                <a:moveTo>
                  <a:pt x="1355062" y="64994"/>
                </a:moveTo>
                <a:cubicBezTo>
                  <a:pt x="1355062" y="58067"/>
                  <a:pt x="1356396" y="51892"/>
                  <a:pt x="1359064" y="46471"/>
                </a:cubicBezTo>
                <a:cubicBezTo>
                  <a:pt x="1361732" y="41049"/>
                  <a:pt x="1365572" y="36854"/>
                  <a:pt x="1370585" y="33885"/>
                </a:cubicBezTo>
                <a:cubicBezTo>
                  <a:pt x="1375598" y="30916"/>
                  <a:pt x="1381417" y="29431"/>
                  <a:pt x="1388044" y="29431"/>
                </a:cubicBezTo>
                <a:cubicBezTo>
                  <a:pt x="1397467" y="29431"/>
                  <a:pt x="1405158" y="32314"/>
                  <a:pt x="1411118" y="38080"/>
                </a:cubicBezTo>
                <a:cubicBezTo>
                  <a:pt x="1417077" y="43846"/>
                  <a:pt x="1420401" y="51677"/>
                  <a:pt x="1421089" y="61574"/>
                </a:cubicBezTo>
                <a:lnTo>
                  <a:pt x="1421219" y="66350"/>
                </a:lnTo>
                <a:cubicBezTo>
                  <a:pt x="1421219" y="77064"/>
                  <a:pt x="1418228" y="85659"/>
                  <a:pt x="1412247" y="92135"/>
                </a:cubicBezTo>
                <a:cubicBezTo>
                  <a:pt x="1406266" y="98610"/>
                  <a:pt x="1398241" y="101848"/>
                  <a:pt x="1388173" y="101848"/>
                </a:cubicBezTo>
                <a:cubicBezTo>
                  <a:pt x="1378104" y="101848"/>
                  <a:pt x="1370068" y="98621"/>
                  <a:pt x="1364066" y="92167"/>
                </a:cubicBezTo>
                <a:cubicBezTo>
                  <a:pt x="1358064" y="85713"/>
                  <a:pt x="1355062" y="76935"/>
                  <a:pt x="1355062" y="65834"/>
                </a:cubicBezTo>
                <a:lnTo>
                  <a:pt x="1355062" y="64994"/>
                </a:lnTo>
                <a:moveTo>
                  <a:pt x="1373715" y="66350"/>
                </a:moveTo>
                <a:cubicBezTo>
                  <a:pt x="1373715" y="72976"/>
                  <a:pt x="1374963" y="78043"/>
                  <a:pt x="1377459" y="81550"/>
                </a:cubicBezTo>
                <a:cubicBezTo>
                  <a:pt x="1379954" y="85057"/>
                  <a:pt x="1383526" y="86810"/>
                  <a:pt x="1388173" y="86810"/>
                </a:cubicBezTo>
                <a:cubicBezTo>
                  <a:pt x="1392691" y="86810"/>
                  <a:pt x="1396219" y="85078"/>
                  <a:pt x="1398758" y="81614"/>
                </a:cubicBezTo>
                <a:cubicBezTo>
                  <a:pt x="1401296" y="78150"/>
                  <a:pt x="1402566" y="72611"/>
                  <a:pt x="1402566" y="64994"/>
                </a:cubicBezTo>
                <a:cubicBezTo>
                  <a:pt x="1402566" y="58497"/>
                  <a:pt x="1401296" y="53463"/>
                  <a:pt x="1398758" y="49891"/>
                </a:cubicBezTo>
                <a:cubicBezTo>
                  <a:pt x="1396219" y="46320"/>
                  <a:pt x="1392648" y="44534"/>
                  <a:pt x="1388044" y="44534"/>
                </a:cubicBezTo>
                <a:cubicBezTo>
                  <a:pt x="1383483" y="44534"/>
                  <a:pt x="1379954" y="46309"/>
                  <a:pt x="1377459" y="49859"/>
                </a:cubicBezTo>
                <a:cubicBezTo>
                  <a:pt x="1374963" y="53409"/>
                  <a:pt x="1373715" y="58906"/>
                  <a:pt x="1373715" y="66350"/>
                </a:cubicBezTo>
                <a:close/>
                <a:moveTo>
                  <a:pt x="1449857" y="30722"/>
                </a:moveTo>
                <a:lnTo>
                  <a:pt x="1450438" y="38790"/>
                </a:lnTo>
                <a:cubicBezTo>
                  <a:pt x="1455429" y="32551"/>
                  <a:pt x="1462120" y="29431"/>
                  <a:pt x="1470511" y="29431"/>
                </a:cubicBezTo>
                <a:cubicBezTo>
                  <a:pt x="1477912" y="29431"/>
                  <a:pt x="1483419" y="31604"/>
                  <a:pt x="1487034" y="35950"/>
                </a:cubicBezTo>
                <a:cubicBezTo>
                  <a:pt x="1490648" y="40296"/>
                  <a:pt x="1492498" y="46793"/>
                  <a:pt x="1492585" y="55442"/>
                </a:cubicBezTo>
                <a:lnTo>
                  <a:pt x="1492585" y="100558"/>
                </a:lnTo>
                <a:lnTo>
                  <a:pt x="1473932" y="100558"/>
                </a:lnTo>
                <a:lnTo>
                  <a:pt x="1473932" y="55894"/>
                </a:lnTo>
                <a:cubicBezTo>
                  <a:pt x="1473932" y="51935"/>
                  <a:pt x="1473071" y="49063"/>
                  <a:pt x="1471350" y="47278"/>
                </a:cubicBezTo>
                <a:cubicBezTo>
                  <a:pt x="1469629" y="45492"/>
                  <a:pt x="1466767" y="44599"/>
                  <a:pt x="1462766" y="44599"/>
                </a:cubicBezTo>
                <a:cubicBezTo>
                  <a:pt x="1457516" y="44599"/>
                  <a:pt x="1453579" y="46836"/>
                  <a:pt x="1450954" y="51311"/>
                </a:cubicBezTo>
                <a:lnTo>
                  <a:pt x="1450954" y="100558"/>
                </a:lnTo>
                <a:lnTo>
                  <a:pt x="1432302" y="100558"/>
                </a:lnTo>
                <a:lnTo>
                  <a:pt x="1432302" y="30722"/>
                </a:lnTo>
                <a:lnTo>
                  <a:pt x="1449857" y="30722"/>
                </a:lnTo>
                <a:close/>
                <a:moveTo>
                  <a:pt x="1544523" y="81259"/>
                </a:moveTo>
                <a:cubicBezTo>
                  <a:pt x="1544523" y="78979"/>
                  <a:pt x="1543394" y="77182"/>
                  <a:pt x="1541135" y="75870"/>
                </a:cubicBezTo>
                <a:cubicBezTo>
                  <a:pt x="1538876" y="74558"/>
                  <a:pt x="1535250" y="73385"/>
                  <a:pt x="1530259" y="72352"/>
                </a:cubicBezTo>
                <a:cubicBezTo>
                  <a:pt x="1513650" y="68867"/>
                  <a:pt x="1505346" y="61810"/>
                  <a:pt x="1505346" y="51182"/>
                </a:cubicBezTo>
                <a:cubicBezTo>
                  <a:pt x="1505346" y="44986"/>
                  <a:pt x="1507917" y="39812"/>
                  <a:pt x="1513058" y="35660"/>
                </a:cubicBezTo>
                <a:cubicBezTo>
                  <a:pt x="1518200" y="31508"/>
                  <a:pt x="1524924" y="29431"/>
                  <a:pt x="1533228" y="29431"/>
                </a:cubicBezTo>
                <a:cubicBezTo>
                  <a:pt x="1542092" y="29431"/>
                  <a:pt x="1549181" y="31518"/>
                  <a:pt x="1554495" y="35692"/>
                </a:cubicBezTo>
                <a:cubicBezTo>
                  <a:pt x="1559809" y="39866"/>
                  <a:pt x="1562466" y="45287"/>
                  <a:pt x="1562466" y="51957"/>
                </a:cubicBezTo>
                <a:lnTo>
                  <a:pt x="1543813" y="51957"/>
                </a:lnTo>
                <a:cubicBezTo>
                  <a:pt x="1543813" y="49289"/>
                  <a:pt x="1542952" y="47084"/>
                  <a:pt x="1541231" y="45341"/>
                </a:cubicBezTo>
                <a:cubicBezTo>
                  <a:pt x="1539510" y="43599"/>
                  <a:pt x="1536821" y="42727"/>
                  <a:pt x="1533164" y="42727"/>
                </a:cubicBezTo>
                <a:cubicBezTo>
                  <a:pt x="1530022" y="42727"/>
                  <a:pt x="1527591" y="43437"/>
                  <a:pt x="1525870" y="44857"/>
                </a:cubicBezTo>
                <a:cubicBezTo>
                  <a:pt x="1524149" y="46277"/>
                  <a:pt x="1523288" y="48084"/>
                  <a:pt x="1523288" y="50279"/>
                </a:cubicBezTo>
                <a:cubicBezTo>
                  <a:pt x="1523288" y="52344"/>
                  <a:pt x="1524267" y="54011"/>
                  <a:pt x="1526225" y="55281"/>
                </a:cubicBezTo>
                <a:cubicBezTo>
                  <a:pt x="1528183" y="56550"/>
                  <a:pt x="1531485" y="57647"/>
                  <a:pt x="1536132" y="58572"/>
                </a:cubicBezTo>
                <a:cubicBezTo>
                  <a:pt x="1540780" y="59498"/>
                  <a:pt x="1544695" y="60541"/>
                  <a:pt x="1547879" y="61703"/>
                </a:cubicBezTo>
                <a:cubicBezTo>
                  <a:pt x="1557733" y="65317"/>
                  <a:pt x="1562660" y="71578"/>
                  <a:pt x="1562660" y="80485"/>
                </a:cubicBezTo>
                <a:cubicBezTo>
                  <a:pt x="1562660" y="86853"/>
                  <a:pt x="1559927" y="92006"/>
                  <a:pt x="1554463" y="95943"/>
                </a:cubicBezTo>
                <a:cubicBezTo>
                  <a:pt x="1548998" y="99880"/>
                  <a:pt x="1541941" y="101848"/>
                  <a:pt x="1533293" y="101848"/>
                </a:cubicBezTo>
                <a:cubicBezTo>
                  <a:pt x="1527441" y="101848"/>
                  <a:pt x="1522245" y="100805"/>
                  <a:pt x="1517706" y="98718"/>
                </a:cubicBezTo>
                <a:cubicBezTo>
                  <a:pt x="1513166" y="96631"/>
                  <a:pt x="1509605" y="93770"/>
                  <a:pt x="1507024" y="90134"/>
                </a:cubicBezTo>
                <a:cubicBezTo>
                  <a:pt x="1504442" y="86498"/>
                  <a:pt x="1503151" y="82572"/>
                  <a:pt x="1503151" y="78355"/>
                </a:cubicBezTo>
                <a:lnTo>
                  <a:pt x="1520836" y="78355"/>
                </a:lnTo>
                <a:cubicBezTo>
                  <a:pt x="1521008" y="81668"/>
                  <a:pt x="1522234" y="84207"/>
                  <a:pt x="1524515" y="85971"/>
                </a:cubicBezTo>
                <a:cubicBezTo>
                  <a:pt x="1526795" y="87735"/>
                  <a:pt x="1529850" y="88617"/>
                  <a:pt x="1533680" y="88617"/>
                </a:cubicBezTo>
                <a:cubicBezTo>
                  <a:pt x="1537251" y="88617"/>
                  <a:pt x="1539951" y="87939"/>
                  <a:pt x="1541780" y="86584"/>
                </a:cubicBezTo>
                <a:cubicBezTo>
                  <a:pt x="1543609" y="85229"/>
                  <a:pt x="1544523" y="83454"/>
                  <a:pt x="1544523" y="8125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[realistic/misaligned]">
            <a:extLst xmlns:a="http://schemas.openxmlformats.org/drawingml/2006/main">
              <a:ext uri="{FF2B5EF4-FFF2-40B4-BE49-F238E27FC236}">
                <a16:creationId xmlns:a16="http://schemas.microsoft.com/office/drawing/2014/main" id="{40C537B2-9915-4730-B807-E0D7D519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833" y="820159"/>
            <a:ext cx="1050621" cy="116271"/>
          </a:xfrm>
          <a:custGeom xmlns:a="http://schemas.openxmlformats.org/drawingml/2006/main">
            <a:pathLst>
              <a:path w="1050621" h="116271">
                <a:moveTo>
                  <a:pt x="23693" y="12230"/>
                </a:moveTo>
                <a:lnTo>
                  <a:pt x="15905" y="12230"/>
                </a:lnTo>
                <a:lnTo>
                  <a:pt x="15905" y="99324"/>
                </a:lnTo>
                <a:lnTo>
                  <a:pt x="23693" y="99324"/>
                </a:lnTo>
                <a:lnTo>
                  <a:pt x="23693" y="111555"/>
                </a:lnTo>
                <a:lnTo>
                  <a:pt x="0" y="111555"/>
                </a:lnTo>
                <a:lnTo>
                  <a:pt x="0" y="0"/>
                </a:lnTo>
                <a:lnTo>
                  <a:pt x="23693" y="0"/>
                </a:lnTo>
                <a:lnTo>
                  <a:pt x="23693" y="12230"/>
                </a:lnTo>
                <a:close/>
                <a:moveTo>
                  <a:pt x="64046" y="48428"/>
                </a:moveTo>
                <a:cubicBezTo>
                  <a:pt x="61889" y="48136"/>
                  <a:pt x="59987" y="47989"/>
                  <a:pt x="58342" y="47989"/>
                </a:cubicBezTo>
                <a:cubicBezTo>
                  <a:pt x="52346" y="47989"/>
                  <a:pt x="48415" y="50019"/>
                  <a:pt x="46550" y="54077"/>
                </a:cubicBezTo>
                <a:lnTo>
                  <a:pt x="46550" y="92907"/>
                </a:lnTo>
                <a:lnTo>
                  <a:pt x="30700" y="92907"/>
                </a:lnTo>
                <a:lnTo>
                  <a:pt x="30700" y="33565"/>
                </a:lnTo>
                <a:lnTo>
                  <a:pt x="45673" y="33565"/>
                </a:lnTo>
                <a:lnTo>
                  <a:pt x="46112" y="40640"/>
                </a:lnTo>
                <a:cubicBezTo>
                  <a:pt x="49293" y="35192"/>
                  <a:pt x="53699" y="32468"/>
                  <a:pt x="59329" y="32468"/>
                </a:cubicBezTo>
                <a:cubicBezTo>
                  <a:pt x="61084" y="32468"/>
                  <a:pt x="62730" y="32706"/>
                  <a:pt x="64265" y="33181"/>
                </a:cubicBezTo>
                <a:lnTo>
                  <a:pt x="64046" y="48428"/>
                </a:lnTo>
                <a:close/>
                <a:moveTo>
                  <a:pt x="97923" y="94004"/>
                </a:moveTo>
                <a:cubicBezTo>
                  <a:pt x="89221" y="94004"/>
                  <a:pt x="82137" y="91335"/>
                  <a:pt x="76671" y="85997"/>
                </a:cubicBezTo>
                <a:cubicBezTo>
                  <a:pt x="71205" y="80659"/>
                  <a:pt x="68471" y="73547"/>
                  <a:pt x="68471" y="64662"/>
                </a:cubicBezTo>
                <a:lnTo>
                  <a:pt x="68471" y="63127"/>
                </a:lnTo>
                <a:cubicBezTo>
                  <a:pt x="68471" y="57167"/>
                  <a:pt x="69623" y="51838"/>
                  <a:pt x="71927" y="47139"/>
                </a:cubicBezTo>
                <a:cubicBezTo>
                  <a:pt x="74230" y="42441"/>
                  <a:pt x="77493" y="38821"/>
                  <a:pt x="81717" y="36280"/>
                </a:cubicBezTo>
                <a:cubicBezTo>
                  <a:pt x="85940" y="33739"/>
                  <a:pt x="90757" y="32468"/>
                  <a:pt x="96168" y="32468"/>
                </a:cubicBezTo>
                <a:cubicBezTo>
                  <a:pt x="104285" y="32468"/>
                  <a:pt x="110675" y="35028"/>
                  <a:pt x="115336" y="40146"/>
                </a:cubicBezTo>
                <a:cubicBezTo>
                  <a:pt x="119998" y="45265"/>
                  <a:pt x="122329" y="52523"/>
                  <a:pt x="122329" y="61920"/>
                </a:cubicBezTo>
                <a:lnTo>
                  <a:pt x="122329" y="68392"/>
                </a:lnTo>
                <a:lnTo>
                  <a:pt x="84541" y="68392"/>
                </a:lnTo>
                <a:cubicBezTo>
                  <a:pt x="85053" y="72267"/>
                  <a:pt x="86598" y="75375"/>
                  <a:pt x="89175" y="77715"/>
                </a:cubicBezTo>
                <a:cubicBezTo>
                  <a:pt x="91753" y="80055"/>
                  <a:pt x="95016" y="81225"/>
                  <a:pt x="98965" y="81225"/>
                </a:cubicBezTo>
                <a:cubicBezTo>
                  <a:pt x="105071" y="81225"/>
                  <a:pt x="109843" y="79013"/>
                  <a:pt x="113280" y="74589"/>
                </a:cubicBezTo>
                <a:lnTo>
                  <a:pt x="121068" y="83309"/>
                </a:lnTo>
                <a:cubicBezTo>
                  <a:pt x="118691" y="86673"/>
                  <a:pt x="115474" y="89297"/>
                  <a:pt x="111415" y="91180"/>
                </a:cubicBezTo>
                <a:cubicBezTo>
                  <a:pt x="107357" y="93063"/>
                  <a:pt x="102859" y="94004"/>
                  <a:pt x="97923" y="94004"/>
                </a:cubicBezTo>
                <a:moveTo>
                  <a:pt x="96113" y="45302"/>
                </a:moveTo>
                <a:cubicBezTo>
                  <a:pt x="92969" y="45302"/>
                  <a:pt x="90419" y="46362"/>
                  <a:pt x="88462" y="48483"/>
                </a:cubicBezTo>
                <a:cubicBezTo>
                  <a:pt x="86506" y="50604"/>
                  <a:pt x="85254" y="53638"/>
                  <a:pt x="84706" y="57587"/>
                </a:cubicBezTo>
                <a:lnTo>
                  <a:pt x="106753" y="57587"/>
                </a:lnTo>
                <a:lnTo>
                  <a:pt x="106753" y="56326"/>
                </a:lnTo>
                <a:cubicBezTo>
                  <a:pt x="106680" y="52816"/>
                  <a:pt x="105729" y="50101"/>
                  <a:pt x="103901" y="48181"/>
                </a:cubicBezTo>
                <a:cubicBezTo>
                  <a:pt x="102073" y="46262"/>
                  <a:pt x="99477" y="45302"/>
                  <a:pt x="96113" y="45302"/>
                </a:cubicBezTo>
                <a:close/>
                <a:moveTo>
                  <a:pt x="165686" y="92907"/>
                </a:moveTo>
                <a:cubicBezTo>
                  <a:pt x="164955" y="91481"/>
                  <a:pt x="164425" y="89708"/>
                  <a:pt x="164096" y="87587"/>
                </a:cubicBezTo>
                <a:cubicBezTo>
                  <a:pt x="160257" y="91865"/>
                  <a:pt x="155266" y="94004"/>
                  <a:pt x="149123" y="94004"/>
                </a:cubicBezTo>
                <a:cubicBezTo>
                  <a:pt x="143310" y="94004"/>
                  <a:pt x="138492" y="92320"/>
                  <a:pt x="134672" y="88952"/>
                </a:cubicBezTo>
                <a:cubicBezTo>
                  <a:pt x="130851" y="85582"/>
                  <a:pt x="128940" y="81334"/>
                  <a:pt x="128940" y="76209"/>
                </a:cubicBezTo>
                <a:cubicBezTo>
                  <a:pt x="128940" y="69911"/>
                  <a:pt x="131271" y="65078"/>
                  <a:pt x="135933" y="61709"/>
                </a:cubicBezTo>
                <a:cubicBezTo>
                  <a:pt x="140595" y="58340"/>
                  <a:pt x="147332" y="56637"/>
                  <a:pt x="156143" y="56600"/>
                </a:cubicBezTo>
                <a:lnTo>
                  <a:pt x="163438" y="56600"/>
                </a:lnTo>
                <a:lnTo>
                  <a:pt x="163438" y="53215"/>
                </a:lnTo>
                <a:cubicBezTo>
                  <a:pt x="163438" y="50484"/>
                  <a:pt x="162734" y="48300"/>
                  <a:pt x="161326" y="46663"/>
                </a:cubicBezTo>
                <a:cubicBezTo>
                  <a:pt x="159918" y="45024"/>
                  <a:pt x="157697" y="44205"/>
                  <a:pt x="154663" y="44205"/>
                </a:cubicBezTo>
                <a:cubicBezTo>
                  <a:pt x="151993" y="44205"/>
                  <a:pt x="149900" y="44840"/>
                  <a:pt x="148383" y="46111"/>
                </a:cubicBezTo>
                <a:cubicBezTo>
                  <a:pt x="146865" y="47380"/>
                  <a:pt x="146107" y="49122"/>
                  <a:pt x="146107" y="51335"/>
                </a:cubicBezTo>
                <a:lnTo>
                  <a:pt x="130257" y="51335"/>
                </a:lnTo>
                <a:cubicBezTo>
                  <a:pt x="130257" y="47908"/>
                  <a:pt x="131317" y="44737"/>
                  <a:pt x="133438" y="41821"/>
                </a:cubicBezTo>
                <a:cubicBezTo>
                  <a:pt x="135558" y="38904"/>
                  <a:pt x="138556" y="36616"/>
                  <a:pt x="142432" y="34957"/>
                </a:cubicBezTo>
                <a:cubicBezTo>
                  <a:pt x="146308" y="33298"/>
                  <a:pt x="150659" y="32468"/>
                  <a:pt x="155485" y="32468"/>
                </a:cubicBezTo>
                <a:cubicBezTo>
                  <a:pt x="162798" y="32468"/>
                  <a:pt x="168602" y="34306"/>
                  <a:pt x="172898" y="37980"/>
                </a:cubicBezTo>
                <a:cubicBezTo>
                  <a:pt x="177195" y="41655"/>
                  <a:pt x="179343" y="46819"/>
                  <a:pt x="179343" y="53474"/>
                </a:cubicBezTo>
                <a:lnTo>
                  <a:pt x="179343" y="79196"/>
                </a:lnTo>
                <a:cubicBezTo>
                  <a:pt x="179379" y="84827"/>
                  <a:pt x="180165" y="89086"/>
                  <a:pt x="181701" y="91975"/>
                </a:cubicBezTo>
                <a:lnTo>
                  <a:pt x="181701" y="92907"/>
                </a:lnTo>
                <a:lnTo>
                  <a:pt x="165686" y="92907"/>
                </a:lnTo>
                <a:moveTo>
                  <a:pt x="152578" y="81883"/>
                </a:moveTo>
                <a:cubicBezTo>
                  <a:pt x="154918" y="81883"/>
                  <a:pt x="157076" y="81361"/>
                  <a:pt x="159050" y="80315"/>
                </a:cubicBezTo>
                <a:cubicBezTo>
                  <a:pt x="161025" y="79270"/>
                  <a:pt x="162487" y="77866"/>
                  <a:pt x="163438" y="76104"/>
                </a:cubicBezTo>
                <a:lnTo>
                  <a:pt x="163438" y="65869"/>
                </a:lnTo>
                <a:lnTo>
                  <a:pt x="157514" y="65869"/>
                </a:lnTo>
                <a:cubicBezTo>
                  <a:pt x="149580" y="65869"/>
                  <a:pt x="145357" y="68620"/>
                  <a:pt x="144845" y="74123"/>
                </a:cubicBezTo>
                <a:lnTo>
                  <a:pt x="144790" y="75059"/>
                </a:lnTo>
                <a:cubicBezTo>
                  <a:pt x="144790" y="77040"/>
                  <a:pt x="145485" y="78673"/>
                  <a:pt x="146875" y="79957"/>
                </a:cubicBezTo>
                <a:cubicBezTo>
                  <a:pt x="148264" y="81241"/>
                  <a:pt x="150165" y="81883"/>
                  <a:pt x="152578" y="81883"/>
                </a:cubicBezTo>
                <a:close/>
                <a:moveTo>
                  <a:pt x="208221" y="92907"/>
                </a:moveTo>
                <a:lnTo>
                  <a:pt x="192316" y="92907"/>
                </a:lnTo>
                <a:lnTo>
                  <a:pt x="192316" y="8666"/>
                </a:lnTo>
                <a:lnTo>
                  <a:pt x="208221" y="8666"/>
                </a:lnTo>
                <a:lnTo>
                  <a:pt x="208221" y="92907"/>
                </a:lnTo>
                <a:close/>
                <a:moveTo>
                  <a:pt x="237990" y="92907"/>
                </a:moveTo>
                <a:lnTo>
                  <a:pt x="222085" y="92907"/>
                </a:lnTo>
                <a:lnTo>
                  <a:pt x="222085" y="33565"/>
                </a:lnTo>
                <a:lnTo>
                  <a:pt x="237990" y="33565"/>
                </a:lnTo>
                <a:lnTo>
                  <a:pt x="237990" y="92907"/>
                </a:lnTo>
                <a:moveTo>
                  <a:pt x="221152" y="18209"/>
                </a:moveTo>
                <a:cubicBezTo>
                  <a:pt x="221152" y="15832"/>
                  <a:pt x="221948" y="13876"/>
                  <a:pt x="223538" y="12340"/>
                </a:cubicBezTo>
                <a:cubicBezTo>
                  <a:pt x="225129" y="10804"/>
                  <a:pt x="227295" y="10037"/>
                  <a:pt x="230037" y="10037"/>
                </a:cubicBezTo>
                <a:cubicBezTo>
                  <a:pt x="232743" y="10037"/>
                  <a:pt x="234900" y="10804"/>
                  <a:pt x="236509" y="12340"/>
                </a:cubicBezTo>
                <a:cubicBezTo>
                  <a:pt x="238118" y="13876"/>
                  <a:pt x="238922" y="15832"/>
                  <a:pt x="238922" y="18209"/>
                </a:cubicBezTo>
                <a:cubicBezTo>
                  <a:pt x="238922" y="20622"/>
                  <a:pt x="238109" y="22596"/>
                  <a:pt x="236482" y="24132"/>
                </a:cubicBezTo>
                <a:cubicBezTo>
                  <a:pt x="234854" y="25667"/>
                  <a:pt x="232706" y="26435"/>
                  <a:pt x="230037" y="26435"/>
                </a:cubicBezTo>
                <a:cubicBezTo>
                  <a:pt x="227368" y="26435"/>
                  <a:pt x="225220" y="25667"/>
                  <a:pt x="223593" y="24132"/>
                </a:cubicBezTo>
                <a:cubicBezTo>
                  <a:pt x="221966" y="22596"/>
                  <a:pt x="221152" y="20622"/>
                  <a:pt x="221152" y="18209"/>
                </a:cubicBezTo>
                <a:close/>
                <a:moveTo>
                  <a:pt x="283170" y="76509"/>
                </a:moveTo>
                <a:cubicBezTo>
                  <a:pt x="283170" y="74571"/>
                  <a:pt x="282210" y="73044"/>
                  <a:pt x="280290" y="71929"/>
                </a:cubicBezTo>
                <a:cubicBezTo>
                  <a:pt x="278371" y="70814"/>
                  <a:pt x="275290" y="69818"/>
                  <a:pt x="271049" y="68940"/>
                </a:cubicBezTo>
                <a:cubicBezTo>
                  <a:pt x="256935" y="65978"/>
                  <a:pt x="249879" y="59982"/>
                  <a:pt x="249879" y="50951"/>
                </a:cubicBezTo>
                <a:cubicBezTo>
                  <a:pt x="249879" y="45686"/>
                  <a:pt x="252063" y="41289"/>
                  <a:pt x="256433" y="37761"/>
                </a:cubicBezTo>
                <a:cubicBezTo>
                  <a:pt x="260802" y="34232"/>
                  <a:pt x="266515" y="32468"/>
                  <a:pt x="273572" y="32468"/>
                </a:cubicBezTo>
                <a:cubicBezTo>
                  <a:pt x="281104" y="32468"/>
                  <a:pt x="287128" y="34242"/>
                  <a:pt x="291643" y="37788"/>
                </a:cubicBezTo>
                <a:cubicBezTo>
                  <a:pt x="296159" y="41335"/>
                  <a:pt x="298416" y="45942"/>
                  <a:pt x="298416" y="51609"/>
                </a:cubicBezTo>
                <a:lnTo>
                  <a:pt x="282566" y="51609"/>
                </a:lnTo>
                <a:cubicBezTo>
                  <a:pt x="282566" y="49342"/>
                  <a:pt x="281835" y="47468"/>
                  <a:pt x="280372" y="45987"/>
                </a:cubicBezTo>
                <a:cubicBezTo>
                  <a:pt x="278910" y="44507"/>
                  <a:pt x="276625" y="43766"/>
                  <a:pt x="273517" y="43766"/>
                </a:cubicBezTo>
                <a:cubicBezTo>
                  <a:pt x="270848" y="43766"/>
                  <a:pt x="268782" y="44370"/>
                  <a:pt x="267319" y="45576"/>
                </a:cubicBezTo>
                <a:cubicBezTo>
                  <a:pt x="265857" y="46783"/>
                  <a:pt x="265126" y="48318"/>
                  <a:pt x="265126" y="50183"/>
                </a:cubicBezTo>
                <a:cubicBezTo>
                  <a:pt x="265126" y="51938"/>
                  <a:pt x="265957" y="53355"/>
                  <a:pt x="267621" y="54434"/>
                </a:cubicBezTo>
                <a:cubicBezTo>
                  <a:pt x="269285" y="55512"/>
                  <a:pt x="272091" y="56445"/>
                  <a:pt x="276040" y="57231"/>
                </a:cubicBezTo>
                <a:cubicBezTo>
                  <a:pt x="279989" y="58017"/>
                  <a:pt x="283316" y="58903"/>
                  <a:pt x="286021" y="59891"/>
                </a:cubicBezTo>
                <a:cubicBezTo>
                  <a:pt x="294394" y="62962"/>
                  <a:pt x="298581" y="68282"/>
                  <a:pt x="298581" y="75851"/>
                </a:cubicBezTo>
                <a:cubicBezTo>
                  <a:pt x="298581" y="81262"/>
                  <a:pt x="296259" y="85640"/>
                  <a:pt x="291616" y="88986"/>
                </a:cubicBezTo>
                <a:cubicBezTo>
                  <a:pt x="286972" y="92331"/>
                  <a:pt x="280976" y="94004"/>
                  <a:pt x="273627" y="94004"/>
                </a:cubicBezTo>
                <a:cubicBezTo>
                  <a:pt x="268654" y="94004"/>
                  <a:pt x="264239" y="93118"/>
                  <a:pt x="260381" y="91344"/>
                </a:cubicBezTo>
                <a:cubicBezTo>
                  <a:pt x="256524" y="89571"/>
                  <a:pt x="253498" y="87139"/>
                  <a:pt x="251305" y="84050"/>
                </a:cubicBezTo>
                <a:cubicBezTo>
                  <a:pt x="249111" y="80960"/>
                  <a:pt x="248014" y="77624"/>
                  <a:pt x="248014" y="74041"/>
                </a:cubicBezTo>
                <a:lnTo>
                  <a:pt x="263041" y="74041"/>
                </a:lnTo>
                <a:cubicBezTo>
                  <a:pt x="263188" y="76856"/>
                  <a:pt x="264230" y="79013"/>
                  <a:pt x="266168" y="80512"/>
                </a:cubicBezTo>
                <a:cubicBezTo>
                  <a:pt x="268105" y="82011"/>
                  <a:pt x="270701" y="82761"/>
                  <a:pt x="273956" y="82761"/>
                </a:cubicBezTo>
                <a:cubicBezTo>
                  <a:pt x="276990" y="82761"/>
                  <a:pt x="279285" y="82185"/>
                  <a:pt x="280839" y="81033"/>
                </a:cubicBezTo>
                <a:cubicBezTo>
                  <a:pt x="282393" y="79882"/>
                  <a:pt x="283170" y="78373"/>
                  <a:pt x="283170" y="76509"/>
                </a:cubicBezTo>
                <a:close/>
                <a:moveTo>
                  <a:pt x="327735" y="18976"/>
                </a:moveTo>
                <a:lnTo>
                  <a:pt x="327735" y="33565"/>
                </a:lnTo>
                <a:lnTo>
                  <a:pt x="337881" y="33565"/>
                </a:lnTo>
                <a:lnTo>
                  <a:pt x="337881" y="45192"/>
                </a:lnTo>
                <a:lnTo>
                  <a:pt x="327735" y="45192"/>
                </a:lnTo>
                <a:lnTo>
                  <a:pt x="327735" y="74809"/>
                </a:lnTo>
                <a:cubicBezTo>
                  <a:pt x="327735" y="77002"/>
                  <a:pt x="328155" y="78575"/>
                  <a:pt x="328996" y="79525"/>
                </a:cubicBezTo>
                <a:cubicBezTo>
                  <a:pt x="329837" y="80476"/>
                  <a:pt x="331446" y="80951"/>
                  <a:pt x="333822" y="80951"/>
                </a:cubicBezTo>
                <a:cubicBezTo>
                  <a:pt x="335577" y="80951"/>
                  <a:pt x="337131" y="80823"/>
                  <a:pt x="338484" y="80567"/>
                </a:cubicBezTo>
                <a:lnTo>
                  <a:pt x="338484" y="92578"/>
                </a:lnTo>
                <a:cubicBezTo>
                  <a:pt x="335376" y="93529"/>
                  <a:pt x="332177" y="94004"/>
                  <a:pt x="328886" y="94004"/>
                </a:cubicBezTo>
                <a:cubicBezTo>
                  <a:pt x="317771" y="94004"/>
                  <a:pt x="312104" y="88392"/>
                  <a:pt x="311884" y="77167"/>
                </a:cubicBezTo>
                <a:lnTo>
                  <a:pt x="311884" y="45192"/>
                </a:lnTo>
                <a:lnTo>
                  <a:pt x="303219" y="45192"/>
                </a:lnTo>
                <a:lnTo>
                  <a:pt x="303219" y="33565"/>
                </a:lnTo>
                <a:lnTo>
                  <a:pt x="311884" y="33565"/>
                </a:lnTo>
                <a:lnTo>
                  <a:pt x="311884" y="18976"/>
                </a:lnTo>
                <a:lnTo>
                  <a:pt x="327735" y="18976"/>
                </a:lnTo>
                <a:close/>
                <a:moveTo>
                  <a:pt x="363423" y="92907"/>
                </a:moveTo>
                <a:lnTo>
                  <a:pt x="347518" y="92907"/>
                </a:lnTo>
                <a:lnTo>
                  <a:pt x="347518" y="33565"/>
                </a:lnTo>
                <a:lnTo>
                  <a:pt x="363423" y="33565"/>
                </a:lnTo>
                <a:lnTo>
                  <a:pt x="363423" y="92907"/>
                </a:lnTo>
                <a:moveTo>
                  <a:pt x="346585" y="18209"/>
                </a:moveTo>
                <a:cubicBezTo>
                  <a:pt x="346585" y="15832"/>
                  <a:pt x="347381" y="13876"/>
                  <a:pt x="348971" y="12340"/>
                </a:cubicBezTo>
                <a:cubicBezTo>
                  <a:pt x="350562" y="10804"/>
                  <a:pt x="352728" y="10037"/>
                  <a:pt x="355470" y="10037"/>
                </a:cubicBezTo>
                <a:cubicBezTo>
                  <a:pt x="358176" y="10037"/>
                  <a:pt x="360333" y="10804"/>
                  <a:pt x="361942" y="12340"/>
                </a:cubicBezTo>
                <a:cubicBezTo>
                  <a:pt x="363551" y="13876"/>
                  <a:pt x="364355" y="15832"/>
                  <a:pt x="364355" y="18209"/>
                </a:cubicBezTo>
                <a:cubicBezTo>
                  <a:pt x="364355" y="20622"/>
                  <a:pt x="363542" y="22596"/>
                  <a:pt x="361915" y="24132"/>
                </a:cubicBezTo>
                <a:cubicBezTo>
                  <a:pt x="360288" y="25667"/>
                  <a:pt x="358139" y="26435"/>
                  <a:pt x="355470" y="26435"/>
                </a:cubicBezTo>
                <a:cubicBezTo>
                  <a:pt x="352801" y="26435"/>
                  <a:pt x="350653" y="25667"/>
                  <a:pt x="349026" y="24132"/>
                </a:cubicBezTo>
                <a:cubicBezTo>
                  <a:pt x="347399" y="22596"/>
                  <a:pt x="346585" y="20622"/>
                  <a:pt x="346585" y="18209"/>
                </a:cubicBezTo>
                <a:close/>
                <a:moveTo>
                  <a:pt x="401144" y="81225"/>
                </a:moveTo>
                <a:cubicBezTo>
                  <a:pt x="404069" y="81225"/>
                  <a:pt x="406446" y="80421"/>
                  <a:pt x="408274" y="78812"/>
                </a:cubicBezTo>
                <a:cubicBezTo>
                  <a:pt x="410102" y="77203"/>
                  <a:pt x="411053" y="75064"/>
                  <a:pt x="411126" y="72395"/>
                </a:cubicBezTo>
                <a:lnTo>
                  <a:pt x="425989" y="72395"/>
                </a:lnTo>
                <a:cubicBezTo>
                  <a:pt x="425952" y="76417"/>
                  <a:pt x="424855" y="80101"/>
                  <a:pt x="422698" y="83447"/>
                </a:cubicBezTo>
                <a:cubicBezTo>
                  <a:pt x="420541" y="86792"/>
                  <a:pt x="417588" y="89388"/>
                  <a:pt x="413841" y="91235"/>
                </a:cubicBezTo>
                <a:cubicBezTo>
                  <a:pt x="410093" y="93081"/>
                  <a:pt x="405952" y="94004"/>
                  <a:pt x="401418" y="94004"/>
                </a:cubicBezTo>
                <a:cubicBezTo>
                  <a:pt x="392936" y="94004"/>
                  <a:pt x="386244" y="91308"/>
                  <a:pt x="381345" y="85915"/>
                </a:cubicBezTo>
                <a:cubicBezTo>
                  <a:pt x="376446" y="80522"/>
                  <a:pt x="373996" y="73072"/>
                  <a:pt x="373996" y="63565"/>
                </a:cubicBezTo>
                <a:lnTo>
                  <a:pt x="373996" y="62523"/>
                </a:lnTo>
                <a:cubicBezTo>
                  <a:pt x="373996" y="53382"/>
                  <a:pt x="376427" y="46088"/>
                  <a:pt x="381290" y="40640"/>
                </a:cubicBezTo>
                <a:cubicBezTo>
                  <a:pt x="386153" y="35192"/>
                  <a:pt x="392826" y="32468"/>
                  <a:pt x="401309" y="32468"/>
                </a:cubicBezTo>
                <a:cubicBezTo>
                  <a:pt x="408731" y="32468"/>
                  <a:pt x="414682" y="34580"/>
                  <a:pt x="419161" y="38803"/>
                </a:cubicBezTo>
                <a:cubicBezTo>
                  <a:pt x="423640" y="43026"/>
                  <a:pt x="425916" y="48647"/>
                  <a:pt x="425989" y="55668"/>
                </a:cubicBezTo>
                <a:lnTo>
                  <a:pt x="411126" y="55668"/>
                </a:lnTo>
                <a:cubicBezTo>
                  <a:pt x="411053" y="52596"/>
                  <a:pt x="410102" y="50101"/>
                  <a:pt x="408274" y="48181"/>
                </a:cubicBezTo>
                <a:cubicBezTo>
                  <a:pt x="406446" y="46262"/>
                  <a:pt x="404033" y="45302"/>
                  <a:pt x="401034" y="45302"/>
                </a:cubicBezTo>
                <a:cubicBezTo>
                  <a:pt x="397341" y="45302"/>
                  <a:pt x="394553" y="46646"/>
                  <a:pt x="392670" y="49333"/>
                </a:cubicBezTo>
                <a:cubicBezTo>
                  <a:pt x="390787" y="52020"/>
                  <a:pt x="389846" y="56381"/>
                  <a:pt x="389846" y="62414"/>
                </a:cubicBezTo>
                <a:lnTo>
                  <a:pt x="389846" y="64059"/>
                </a:lnTo>
                <a:cubicBezTo>
                  <a:pt x="389846" y="70165"/>
                  <a:pt x="390778" y="74553"/>
                  <a:pt x="392643" y="77222"/>
                </a:cubicBezTo>
                <a:cubicBezTo>
                  <a:pt x="394508" y="79891"/>
                  <a:pt x="397341" y="81225"/>
                  <a:pt x="401144" y="81225"/>
                </a:cubicBezTo>
                <a:close/>
                <a:moveTo>
                  <a:pt x="440005" y="99818"/>
                </a:moveTo>
                <a:lnTo>
                  <a:pt x="428213" y="99818"/>
                </a:lnTo>
                <a:lnTo>
                  <a:pt x="457610" y="13053"/>
                </a:lnTo>
                <a:lnTo>
                  <a:pt x="469401" y="13053"/>
                </a:lnTo>
                <a:lnTo>
                  <a:pt x="440005" y="99818"/>
                </a:lnTo>
                <a:close/>
                <a:moveTo>
                  <a:pt x="491816" y="33565"/>
                </a:moveTo>
                <a:lnTo>
                  <a:pt x="492309" y="40201"/>
                </a:lnTo>
                <a:cubicBezTo>
                  <a:pt x="496514" y="35046"/>
                  <a:pt x="502200" y="32468"/>
                  <a:pt x="509366" y="32468"/>
                </a:cubicBezTo>
                <a:cubicBezTo>
                  <a:pt x="517008" y="32468"/>
                  <a:pt x="522255" y="35485"/>
                  <a:pt x="525107" y="41518"/>
                </a:cubicBezTo>
                <a:cubicBezTo>
                  <a:pt x="529275" y="35485"/>
                  <a:pt x="535216" y="32468"/>
                  <a:pt x="542931" y="32468"/>
                </a:cubicBezTo>
                <a:cubicBezTo>
                  <a:pt x="549366" y="32468"/>
                  <a:pt x="554156" y="34342"/>
                  <a:pt x="557301" y="38090"/>
                </a:cubicBezTo>
                <a:cubicBezTo>
                  <a:pt x="560445" y="41838"/>
                  <a:pt x="562017" y="47477"/>
                  <a:pt x="562017" y="55009"/>
                </a:cubicBezTo>
                <a:lnTo>
                  <a:pt x="562017" y="92907"/>
                </a:lnTo>
                <a:lnTo>
                  <a:pt x="546112" y="92907"/>
                </a:lnTo>
                <a:lnTo>
                  <a:pt x="546112" y="55064"/>
                </a:lnTo>
                <a:cubicBezTo>
                  <a:pt x="546112" y="51700"/>
                  <a:pt x="545454" y="49242"/>
                  <a:pt x="544138" y="47688"/>
                </a:cubicBezTo>
                <a:cubicBezTo>
                  <a:pt x="542822" y="46134"/>
                  <a:pt x="540500" y="45357"/>
                  <a:pt x="537173" y="45357"/>
                </a:cubicBezTo>
                <a:cubicBezTo>
                  <a:pt x="532419" y="45357"/>
                  <a:pt x="529129" y="47624"/>
                  <a:pt x="527300" y="52158"/>
                </a:cubicBezTo>
                <a:lnTo>
                  <a:pt x="527355" y="92907"/>
                </a:lnTo>
                <a:lnTo>
                  <a:pt x="511505" y="92907"/>
                </a:lnTo>
                <a:lnTo>
                  <a:pt x="511505" y="55119"/>
                </a:lnTo>
                <a:cubicBezTo>
                  <a:pt x="511505" y="51682"/>
                  <a:pt x="510829" y="49196"/>
                  <a:pt x="509476" y="47660"/>
                </a:cubicBezTo>
                <a:cubicBezTo>
                  <a:pt x="508123" y="46125"/>
                  <a:pt x="505820" y="45357"/>
                  <a:pt x="502565" y="45357"/>
                </a:cubicBezTo>
                <a:cubicBezTo>
                  <a:pt x="498068" y="45357"/>
                  <a:pt x="494814" y="47221"/>
                  <a:pt x="492803" y="50951"/>
                </a:cubicBezTo>
                <a:lnTo>
                  <a:pt x="492803" y="92907"/>
                </a:lnTo>
                <a:lnTo>
                  <a:pt x="476953" y="92907"/>
                </a:lnTo>
                <a:lnTo>
                  <a:pt x="476953" y="33565"/>
                </a:lnTo>
                <a:lnTo>
                  <a:pt x="491816" y="33565"/>
                </a:lnTo>
                <a:close/>
                <a:moveTo>
                  <a:pt x="590880" y="92907"/>
                </a:moveTo>
                <a:lnTo>
                  <a:pt x="574975" y="92907"/>
                </a:lnTo>
                <a:lnTo>
                  <a:pt x="574975" y="33565"/>
                </a:lnTo>
                <a:lnTo>
                  <a:pt x="590880" y="33565"/>
                </a:lnTo>
                <a:lnTo>
                  <a:pt x="590880" y="92907"/>
                </a:lnTo>
                <a:moveTo>
                  <a:pt x="574043" y="18209"/>
                </a:moveTo>
                <a:cubicBezTo>
                  <a:pt x="574043" y="15832"/>
                  <a:pt x="574838" y="13876"/>
                  <a:pt x="576429" y="12340"/>
                </a:cubicBezTo>
                <a:cubicBezTo>
                  <a:pt x="578019" y="10804"/>
                  <a:pt x="580185" y="10037"/>
                  <a:pt x="582928" y="10037"/>
                </a:cubicBezTo>
                <a:cubicBezTo>
                  <a:pt x="585633" y="10037"/>
                  <a:pt x="587791" y="10804"/>
                  <a:pt x="589399" y="12340"/>
                </a:cubicBezTo>
                <a:cubicBezTo>
                  <a:pt x="591008" y="13876"/>
                  <a:pt x="591813" y="15832"/>
                  <a:pt x="591813" y="18209"/>
                </a:cubicBezTo>
                <a:cubicBezTo>
                  <a:pt x="591813" y="20622"/>
                  <a:pt x="590999" y="22596"/>
                  <a:pt x="589372" y="24132"/>
                </a:cubicBezTo>
                <a:cubicBezTo>
                  <a:pt x="587745" y="25667"/>
                  <a:pt x="585597" y="26435"/>
                  <a:pt x="582928" y="26435"/>
                </a:cubicBezTo>
                <a:cubicBezTo>
                  <a:pt x="580259" y="26435"/>
                  <a:pt x="578110" y="25667"/>
                  <a:pt x="576483" y="24132"/>
                </a:cubicBezTo>
                <a:cubicBezTo>
                  <a:pt x="574856" y="22596"/>
                  <a:pt x="574043" y="20622"/>
                  <a:pt x="574043" y="18209"/>
                </a:cubicBezTo>
                <a:close/>
                <a:moveTo>
                  <a:pt x="636060" y="76509"/>
                </a:moveTo>
                <a:cubicBezTo>
                  <a:pt x="636060" y="74571"/>
                  <a:pt x="635100" y="73044"/>
                  <a:pt x="633181" y="71929"/>
                </a:cubicBezTo>
                <a:cubicBezTo>
                  <a:pt x="631261" y="70814"/>
                  <a:pt x="628181" y="69818"/>
                  <a:pt x="623939" y="68940"/>
                </a:cubicBezTo>
                <a:cubicBezTo>
                  <a:pt x="609826" y="65978"/>
                  <a:pt x="602769" y="59982"/>
                  <a:pt x="602769" y="50951"/>
                </a:cubicBezTo>
                <a:cubicBezTo>
                  <a:pt x="602769" y="45686"/>
                  <a:pt x="604954" y="41289"/>
                  <a:pt x="609323" y="37761"/>
                </a:cubicBezTo>
                <a:cubicBezTo>
                  <a:pt x="613693" y="34232"/>
                  <a:pt x="619406" y="32468"/>
                  <a:pt x="626462" y="32468"/>
                </a:cubicBezTo>
                <a:cubicBezTo>
                  <a:pt x="633994" y="32468"/>
                  <a:pt x="640018" y="34242"/>
                  <a:pt x="644534" y="37788"/>
                </a:cubicBezTo>
                <a:cubicBezTo>
                  <a:pt x="649049" y="41335"/>
                  <a:pt x="651307" y="45942"/>
                  <a:pt x="651307" y="51609"/>
                </a:cubicBezTo>
                <a:lnTo>
                  <a:pt x="635457" y="51609"/>
                </a:lnTo>
                <a:cubicBezTo>
                  <a:pt x="635457" y="49342"/>
                  <a:pt x="634726" y="47468"/>
                  <a:pt x="633263" y="45987"/>
                </a:cubicBezTo>
                <a:cubicBezTo>
                  <a:pt x="631801" y="44507"/>
                  <a:pt x="629515" y="43766"/>
                  <a:pt x="626408" y="43766"/>
                </a:cubicBezTo>
                <a:cubicBezTo>
                  <a:pt x="623738" y="43766"/>
                  <a:pt x="621673" y="44370"/>
                  <a:pt x="620210" y="45576"/>
                </a:cubicBezTo>
                <a:cubicBezTo>
                  <a:pt x="618747" y="46783"/>
                  <a:pt x="618016" y="48318"/>
                  <a:pt x="618016" y="50183"/>
                </a:cubicBezTo>
                <a:cubicBezTo>
                  <a:pt x="618016" y="51938"/>
                  <a:pt x="618848" y="53355"/>
                  <a:pt x="620512" y="54434"/>
                </a:cubicBezTo>
                <a:cubicBezTo>
                  <a:pt x="622175" y="55512"/>
                  <a:pt x="624982" y="56445"/>
                  <a:pt x="628930" y="57231"/>
                </a:cubicBezTo>
                <a:cubicBezTo>
                  <a:pt x="632879" y="58017"/>
                  <a:pt x="636206" y="58903"/>
                  <a:pt x="638912" y="59891"/>
                </a:cubicBezTo>
                <a:cubicBezTo>
                  <a:pt x="647285" y="62962"/>
                  <a:pt x="651472" y="68282"/>
                  <a:pt x="651472" y="75851"/>
                </a:cubicBezTo>
                <a:cubicBezTo>
                  <a:pt x="651472" y="81262"/>
                  <a:pt x="649150" y="85640"/>
                  <a:pt x="644506" y="88986"/>
                </a:cubicBezTo>
                <a:cubicBezTo>
                  <a:pt x="639863" y="92331"/>
                  <a:pt x="633866" y="94004"/>
                  <a:pt x="626517" y="94004"/>
                </a:cubicBezTo>
                <a:cubicBezTo>
                  <a:pt x="621545" y="94004"/>
                  <a:pt x="617130" y="93118"/>
                  <a:pt x="613272" y="91344"/>
                </a:cubicBezTo>
                <a:cubicBezTo>
                  <a:pt x="609415" y="89571"/>
                  <a:pt x="606389" y="87139"/>
                  <a:pt x="604195" y="84050"/>
                </a:cubicBezTo>
                <a:cubicBezTo>
                  <a:pt x="602002" y="80960"/>
                  <a:pt x="600905" y="77624"/>
                  <a:pt x="600905" y="74041"/>
                </a:cubicBezTo>
                <a:lnTo>
                  <a:pt x="615932" y="74041"/>
                </a:lnTo>
                <a:cubicBezTo>
                  <a:pt x="616078" y="76856"/>
                  <a:pt x="617120" y="79013"/>
                  <a:pt x="619058" y="80512"/>
                </a:cubicBezTo>
                <a:cubicBezTo>
                  <a:pt x="620996" y="82011"/>
                  <a:pt x="623592" y="82761"/>
                  <a:pt x="626846" y="82761"/>
                </a:cubicBezTo>
                <a:cubicBezTo>
                  <a:pt x="629881" y="82761"/>
                  <a:pt x="632175" y="82185"/>
                  <a:pt x="633729" y="81033"/>
                </a:cubicBezTo>
                <a:cubicBezTo>
                  <a:pt x="635283" y="79882"/>
                  <a:pt x="636060" y="78373"/>
                  <a:pt x="636060" y="76509"/>
                </a:cubicBezTo>
                <a:close/>
                <a:moveTo>
                  <a:pt x="696037" y="92907"/>
                </a:moveTo>
                <a:cubicBezTo>
                  <a:pt x="695306" y="91481"/>
                  <a:pt x="694775" y="89708"/>
                  <a:pt x="694446" y="87587"/>
                </a:cubicBezTo>
                <a:cubicBezTo>
                  <a:pt x="690607" y="91865"/>
                  <a:pt x="685616" y="94004"/>
                  <a:pt x="679474" y="94004"/>
                </a:cubicBezTo>
                <a:cubicBezTo>
                  <a:pt x="673660" y="94004"/>
                  <a:pt x="668843" y="92320"/>
                  <a:pt x="665022" y="88952"/>
                </a:cubicBezTo>
                <a:cubicBezTo>
                  <a:pt x="661201" y="85582"/>
                  <a:pt x="659291" y="81334"/>
                  <a:pt x="659291" y="76209"/>
                </a:cubicBezTo>
                <a:cubicBezTo>
                  <a:pt x="659291" y="69911"/>
                  <a:pt x="661622" y="65078"/>
                  <a:pt x="666284" y="61709"/>
                </a:cubicBezTo>
                <a:cubicBezTo>
                  <a:pt x="670945" y="58340"/>
                  <a:pt x="677682" y="56637"/>
                  <a:pt x="686494" y="56600"/>
                </a:cubicBezTo>
                <a:lnTo>
                  <a:pt x="693788" y="56600"/>
                </a:lnTo>
                <a:lnTo>
                  <a:pt x="693788" y="53215"/>
                </a:lnTo>
                <a:cubicBezTo>
                  <a:pt x="693788" y="50484"/>
                  <a:pt x="693084" y="48300"/>
                  <a:pt x="691677" y="46663"/>
                </a:cubicBezTo>
                <a:cubicBezTo>
                  <a:pt x="690269" y="45024"/>
                  <a:pt x="688048" y="44205"/>
                  <a:pt x="685013" y="44205"/>
                </a:cubicBezTo>
                <a:cubicBezTo>
                  <a:pt x="682344" y="44205"/>
                  <a:pt x="680251" y="44840"/>
                  <a:pt x="678733" y="46111"/>
                </a:cubicBezTo>
                <a:cubicBezTo>
                  <a:pt x="677216" y="47380"/>
                  <a:pt x="676457" y="49122"/>
                  <a:pt x="676457" y="51335"/>
                </a:cubicBezTo>
                <a:lnTo>
                  <a:pt x="660607" y="51335"/>
                </a:lnTo>
                <a:cubicBezTo>
                  <a:pt x="660607" y="47908"/>
                  <a:pt x="661667" y="44737"/>
                  <a:pt x="663788" y="41821"/>
                </a:cubicBezTo>
                <a:cubicBezTo>
                  <a:pt x="665909" y="38904"/>
                  <a:pt x="668907" y="36616"/>
                  <a:pt x="672783" y="34957"/>
                </a:cubicBezTo>
                <a:cubicBezTo>
                  <a:pt x="676658" y="33298"/>
                  <a:pt x="681009" y="32468"/>
                  <a:pt x="685836" y="32468"/>
                </a:cubicBezTo>
                <a:cubicBezTo>
                  <a:pt x="693148" y="32468"/>
                  <a:pt x="698953" y="34306"/>
                  <a:pt x="703249" y="37980"/>
                </a:cubicBezTo>
                <a:cubicBezTo>
                  <a:pt x="707545" y="41655"/>
                  <a:pt x="709693" y="46819"/>
                  <a:pt x="709693" y="53474"/>
                </a:cubicBezTo>
                <a:lnTo>
                  <a:pt x="709693" y="79196"/>
                </a:lnTo>
                <a:cubicBezTo>
                  <a:pt x="709730" y="84827"/>
                  <a:pt x="710516" y="89086"/>
                  <a:pt x="712052" y="91975"/>
                </a:cubicBezTo>
                <a:lnTo>
                  <a:pt x="712052" y="92907"/>
                </a:lnTo>
                <a:lnTo>
                  <a:pt x="696037" y="92907"/>
                </a:lnTo>
                <a:moveTo>
                  <a:pt x="682929" y="81883"/>
                </a:moveTo>
                <a:cubicBezTo>
                  <a:pt x="685269" y="81883"/>
                  <a:pt x="687426" y="81361"/>
                  <a:pt x="689401" y="80315"/>
                </a:cubicBezTo>
                <a:cubicBezTo>
                  <a:pt x="691375" y="79270"/>
                  <a:pt x="692838" y="77866"/>
                  <a:pt x="693788" y="76104"/>
                </a:cubicBezTo>
                <a:lnTo>
                  <a:pt x="693788" y="65869"/>
                </a:lnTo>
                <a:lnTo>
                  <a:pt x="687865" y="65869"/>
                </a:lnTo>
                <a:cubicBezTo>
                  <a:pt x="679931" y="65869"/>
                  <a:pt x="675708" y="68620"/>
                  <a:pt x="675196" y="74123"/>
                </a:cubicBezTo>
                <a:lnTo>
                  <a:pt x="675141" y="75059"/>
                </a:lnTo>
                <a:cubicBezTo>
                  <a:pt x="675141" y="77040"/>
                  <a:pt x="675836" y="78673"/>
                  <a:pt x="677225" y="79957"/>
                </a:cubicBezTo>
                <a:cubicBezTo>
                  <a:pt x="678614" y="81241"/>
                  <a:pt x="680516" y="81883"/>
                  <a:pt x="682929" y="81883"/>
                </a:cubicBezTo>
                <a:close/>
                <a:moveTo>
                  <a:pt x="738572" y="92907"/>
                </a:moveTo>
                <a:lnTo>
                  <a:pt x="722666" y="92907"/>
                </a:lnTo>
                <a:lnTo>
                  <a:pt x="722666" y="8666"/>
                </a:lnTo>
                <a:lnTo>
                  <a:pt x="738572" y="8666"/>
                </a:lnTo>
                <a:lnTo>
                  <a:pt x="738572" y="92907"/>
                </a:lnTo>
                <a:close/>
                <a:moveTo>
                  <a:pt x="768340" y="92907"/>
                </a:moveTo>
                <a:lnTo>
                  <a:pt x="752435" y="92907"/>
                </a:lnTo>
                <a:lnTo>
                  <a:pt x="752435" y="33565"/>
                </a:lnTo>
                <a:lnTo>
                  <a:pt x="768340" y="33565"/>
                </a:lnTo>
                <a:lnTo>
                  <a:pt x="768340" y="92907"/>
                </a:lnTo>
                <a:moveTo>
                  <a:pt x="751502" y="18209"/>
                </a:moveTo>
                <a:cubicBezTo>
                  <a:pt x="751502" y="15832"/>
                  <a:pt x="752298" y="13876"/>
                  <a:pt x="753888" y="12340"/>
                </a:cubicBezTo>
                <a:cubicBezTo>
                  <a:pt x="755479" y="10804"/>
                  <a:pt x="757645" y="10037"/>
                  <a:pt x="760387" y="10037"/>
                </a:cubicBezTo>
                <a:cubicBezTo>
                  <a:pt x="763093" y="10037"/>
                  <a:pt x="765250" y="10804"/>
                  <a:pt x="766859" y="12340"/>
                </a:cubicBezTo>
                <a:cubicBezTo>
                  <a:pt x="768468" y="13876"/>
                  <a:pt x="769272" y="15832"/>
                  <a:pt x="769272" y="18209"/>
                </a:cubicBezTo>
                <a:cubicBezTo>
                  <a:pt x="769272" y="20622"/>
                  <a:pt x="768459" y="22596"/>
                  <a:pt x="766832" y="24132"/>
                </a:cubicBezTo>
                <a:cubicBezTo>
                  <a:pt x="765205" y="25667"/>
                  <a:pt x="763056" y="26435"/>
                  <a:pt x="760387" y="26435"/>
                </a:cubicBezTo>
                <a:cubicBezTo>
                  <a:pt x="757718" y="26435"/>
                  <a:pt x="755570" y="25667"/>
                  <a:pt x="753943" y="24132"/>
                </a:cubicBezTo>
                <a:cubicBezTo>
                  <a:pt x="752316" y="22596"/>
                  <a:pt x="751502" y="20622"/>
                  <a:pt x="751502" y="18209"/>
                </a:cubicBezTo>
                <a:close/>
                <a:moveTo>
                  <a:pt x="779077" y="62797"/>
                </a:moveTo>
                <a:cubicBezTo>
                  <a:pt x="779077" y="53693"/>
                  <a:pt x="781244" y="46362"/>
                  <a:pt x="785576" y="40805"/>
                </a:cubicBezTo>
                <a:cubicBezTo>
                  <a:pt x="789909" y="35247"/>
                  <a:pt x="795750" y="32468"/>
                  <a:pt x="803099" y="32468"/>
                </a:cubicBezTo>
                <a:cubicBezTo>
                  <a:pt x="809608" y="32468"/>
                  <a:pt x="814672" y="34699"/>
                  <a:pt x="818291" y="39159"/>
                </a:cubicBezTo>
                <a:lnTo>
                  <a:pt x="818949" y="33565"/>
                </a:lnTo>
                <a:lnTo>
                  <a:pt x="833319" y="33565"/>
                </a:lnTo>
                <a:lnTo>
                  <a:pt x="833319" y="90933"/>
                </a:lnTo>
                <a:cubicBezTo>
                  <a:pt x="833319" y="96125"/>
                  <a:pt x="832140" y="100640"/>
                  <a:pt x="829781" y="104480"/>
                </a:cubicBezTo>
                <a:cubicBezTo>
                  <a:pt x="827423" y="108319"/>
                  <a:pt x="824105" y="111244"/>
                  <a:pt x="819827" y="113255"/>
                </a:cubicBezTo>
                <a:cubicBezTo>
                  <a:pt x="815549" y="115266"/>
                  <a:pt x="810540" y="116271"/>
                  <a:pt x="804799" y="116271"/>
                </a:cubicBezTo>
                <a:cubicBezTo>
                  <a:pt x="800448" y="116271"/>
                  <a:pt x="796207" y="115403"/>
                  <a:pt x="792075" y="113666"/>
                </a:cubicBezTo>
                <a:cubicBezTo>
                  <a:pt x="787944" y="111929"/>
                  <a:pt x="784818" y="109690"/>
                  <a:pt x="782697" y="106948"/>
                </a:cubicBezTo>
                <a:lnTo>
                  <a:pt x="789717" y="97295"/>
                </a:lnTo>
                <a:cubicBezTo>
                  <a:pt x="793666" y="101719"/>
                  <a:pt x="798456" y="103931"/>
                  <a:pt x="804086" y="103931"/>
                </a:cubicBezTo>
                <a:cubicBezTo>
                  <a:pt x="808291" y="103931"/>
                  <a:pt x="811564" y="102807"/>
                  <a:pt x="813904" y="100558"/>
                </a:cubicBezTo>
                <a:cubicBezTo>
                  <a:pt x="816244" y="98310"/>
                  <a:pt x="817414" y="95119"/>
                  <a:pt x="817414" y="90988"/>
                </a:cubicBezTo>
                <a:lnTo>
                  <a:pt x="817414" y="87807"/>
                </a:lnTo>
                <a:cubicBezTo>
                  <a:pt x="813757" y="91938"/>
                  <a:pt x="808949" y="94004"/>
                  <a:pt x="802990" y="94004"/>
                </a:cubicBezTo>
                <a:cubicBezTo>
                  <a:pt x="795860" y="94004"/>
                  <a:pt x="790092" y="91216"/>
                  <a:pt x="785686" y="85640"/>
                </a:cubicBezTo>
                <a:cubicBezTo>
                  <a:pt x="781280" y="80064"/>
                  <a:pt x="779077" y="72670"/>
                  <a:pt x="779077" y="63456"/>
                </a:cubicBezTo>
                <a:lnTo>
                  <a:pt x="779077" y="62797"/>
                </a:lnTo>
                <a:moveTo>
                  <a:pt x="794927" y="63949"/>
                </a:moveTo>
                <a:cubicBezTo>
                  <a:pt x="794927" y="69324"/>
                  <a:pt x="796006" y="73538"/>
                  <a:pt x="798163" y="76591"/>
                </a:cubicBezTo>
                <a:cubicBezTo>
                  <a:pt x="800320" y="79644"/>
                  <a:pt x="803282" y="81171"/>
                  <a:pt x="807048" y="81171"/>
                </a:cubicBezTo>
                <a:cubicBezTo>
                  <a:pt x="811874" y="81171"/>
                  <a:pt x="815330" y="79361"/>
                  <a:pt x="817414" y="75741"/>
                </a:cubicBezTo>
                <a:lnTo>
                  <a:pt x="817414" y="50786"/>
                </a:lnTo>
                <a:cubicBezTo>
                  <a:pt x="815293" y="47167"/>
                  <a:pt x="811874" y="45357"/>
                  <a:pt x="807158" y="45357"/>
                </a:cubicBezTo>
                <a:cubicBezTo>
                  <a:pt x="803355" y="45357"/>
                  <a:pt x="800366" y="46911"/>
                  <a:pt x="798191" y="50019"/>
                </a:cubicBezTo>
                <a:cubicBezTo>
                  <a:pt x="796015" y="53126"/>
                  <a:pt x="794927" y="57770"/>
                  <a:pt x="794927" y="63949"/>
                </a:cubicBezTo>
                <a:close/>
                <a:moveTo>
                  <a:pt x="860057" y="33565"/>
                </a:moveTo>
                <a:lnTo>
                  <a:pt x="860550" y="40421"/>
                </a:lnTo>
                <a:cubicBezTo>
                  <a:pt x="864792" y="35119"/>
                  <a:pt x="870477" y="32468"/>
                  <a:pt x="877607" y="32468"/>
                </a:cubicBezTo>
                <a:cubicBezTo>
                  <a:pt x="883896" y="32468"/>
                  <a:pt x="888576" y="34315"/>
                  <a:pt x="891648" y="38008"/>
                </a:cubicBezTo>
                <a:cubicBezTo>
                  <a:pt x="894719" y="41700"/>
                  <a:pt x="896291" y="47221"/>
                  <a:pt x="896364" y="54571"/>
                </a:cubicBezTo>
                <a:lnTo>
                  <a:pt x="896364" y="92907"/>
                </a:lnTo>
                <a:lnTo>
                  <a:pt x="880514" y="92907"/>
                </a:lnTo>
                <a:lnTo>
                  <a:pt x="880514" y="54955"/>
                </a:lnTo>
                <a:cubicBezTo>
                  <a:pt x="880514" y="51591"/>
                  <a:pt x="879783" y="49150"/>
                  <a:pt x="878320" y="47633"/>
                </a:cubicBezTo>
                <a:cubicBezTo>
                  <a:pt x="876858" y="46115"/>
                  <a:pt x="874426" y="45357"/>
                  <a:pt x="871026" y="45357"/>
                </a:cubicBezTo>
                <a:cubicBezTo>
                  <a:pt x="866565" y="45357"/>
                  <a:pt x="863220" y="47258"/>
                  <a:pt x="860989" y="51061"/>
                </a:cubicBezTo>
                <a:lnTo>
                  <a:pt x="860989" y="92907"/>
                </a:lnTo>
                <a:lnTo>
                  <a:pt x="845139" y="92907"/>
                </a:lnTo>
                <a:lnTo>
                  <a:pt x="845139" y="33565"/>
                </a:lnTo>
                <a:lnTo>
                  <a:pt x="860057" y="33565"/>
                </a:lnTo>
                <a:close/>
                <a:moveTo>
                  <a:pt x="935662" y="94004"/>
                </a:moveTo>
                <a:cubicBezTo>
                  <a:pt x="926960" y="94004"/>
                  <a:pt x="919876" y="91335"/>
                  <a:pt x="914409" y="85997"/>
                </a:cubicBezTo>
                <a:cubicBezTo>
                  <a:pt x="908943" y="80659"/>
                  <a:pt x="906210" y="73547"/>
                  <a:pt x="906210" y="64662"/>
                </a:cubicBezTo>
                <a:lnTo>
                  <a:pt x="906210" y="63127"/>
                </a:lnTo>
                <a:cubicBezTo>
                  <a:pt x="906210" y="57167"/>
                  <a:pt x="907362" y="51838"/>
                  <a:pt x="909665" y="47139"/>
                </a:cubicBezTo>
                <a:cubicBezTo>
                  <a:pt x="911969" y="42441"/>
                  <a:pt x="915232" y="38821"/>
                  <a:pt x="919455" y="36280"/>
                </a:cubicBezTo>
                <a:cubicBezTo>
                  <a:pt x="923678" y="33739"/>
                  <a:pt x="928496" y="32468"/>
                  <a:pt x="933907" y="32468"/>
                </a:cubicBezTo>
                <a:cubicBezTo>
                  <a:pt x="942024" y="32468"/>
                  <a:pt x="948413" y="35028"/>
                  <a:pt x="953075" y="40146"/>
                </a:cubicBezTo>
                <a:cubicBezTo>
                  <a:pt x="957737" y="45265"/>
                  <a:pt x="960068" y="52523"/>
                  <a:pt x="960068" y="61920"/>
                </a:cubicBezTo>
                <a:lnTo>
                  <a:pt x="960068" y="68392"/>
                </a:lnTo>
                <a:lnTo>
                  <a:pt x="922280" y="68392"/>
                </a:lnTo>
                <a:cubicBezTo>
                  <a:pt x="922792" y="72267"/>
                  <a:pt x="924336" y="75375"/>
                  <a:pt x="926914" y="77715"/>
                </a:cubicBezTo>
                <a:cubicBezTo>
                  <a:pt x="929492" y="80055"/>
                  <a:pt x="932755" y="81225"/>
                  <a:pt x="936704" y="81225"/>
                </a:cubicBezTo>
                <a:cubicBezTo>
                  <a:pt x="942810" y="81225"/>
                  <a:pt x="947582" y="79013"/>
                  <a:pt x="951018" y="74589"/>
                </a:cubicBezTo>
                <a:lnTo>
                  <a:pt x="958806" y="83309"/>
                </a:lnTo>
                <a:cubicBezTo>
                  <a:pt x="956430" y="86673"/>
                  <a:pt x="953212" y="89297"/>
                  <a:pt x="949154" y="91180"/>
                </a:cubicBezTo>
                <a:cubicBezTo>
                  <a:pt x="945095" y="93063"/>
                  <a:pt x="940598" y="94004"/>
                  <a:pt x="935662" y="94004"/>
                </a:cubicBezTo>
                <a:moveTo>
                  <a:pt x="933852" y="45302"/>
                </a:moveTo>
                <a:cubicBezTo>
                  <a:pt x="930708" y="45302"/>
                  <a:pt x="928157" y="46362"/>
                  <a:pt x="926201" y="48483"/>
                </a:cubicBezTo>
                <a:cubicBezTo>
                  <a:pt x="924245" y="50604"/>
                  <a:pt x="922993" y="53638"/>
                  <a:pt x="922444" y="57587"/>
                </a:cubicBezTo>
                <a:lnTo>
                  <a:pt x="944492" y="57587"/>
                </a:lnTo>
                <a:lnTo>
                  <a:pt x="944492" y="56326"/>
                </a:lnTo>
                <a:cubicBezTo>
                  <a:pt x="944419" y="52816"/>
                  <a:pt x="943468" y="50101"/>
                  <a:pt x="941640" y="48181"/>
                </a:cubicBezTo>
                <a:cubicBezTo>
                  <a:pt x="939812" y="46262"/>
                  <a:pt x="937216" y="45302"/>
                  <a:pt x="933852" y="45302"/>
                </a:cubicBezTo>
                <a:close/>
                <a:moveTo>
                  <a:pt x="966569" y="62797"/>
                </a:moveTo>
                <a:cubicBezTo>
                  <a:pt x="966569" y="53547"/>
                  <a:pt x="968644" y="46179"/>
                  <a:pt x="972794" y="40695"/>
                </a:cubicBezTo>
                <a:cubicBezTo>
                  <a:pt x="976944" y="35210"/>
                  <a:pt x="982620" y="32468"/>
                  <a:pt x="989823" y="32468"/>
                </a:cubicBezTo>
                <a:cubicBezTo>
                  <a:pt x="995600" y="32468"/>
                  <a:pt x="1000372" y="34625"/>
                  <a:pt x="1004138" y="38940"/>
                </a:cubicBezTo>
                <a:lnTo>
                  <a:pt x="1004138" y="8666"/>
                </a:lnTo>
                <a:lnTo>
                  <a:pt x="1020043" y="8666"/>
                </a:lnTo>
                <a:lnTo>
                  <a:pt x="1020043" y="92907"/>
                </a:lnTo>
                <a:lnTo>
                  <a:pt x="1005728" y="92907"/>
                </a:lnTo>
                <a:lnTo>
                  <a:pt x="1004960" y="86600"/>
                </a:lnTo>
                <a:cubicBezTo>
                  <a:pt x="1001012" y="91536"/>
                  <a:pt x="995929" y="94004"/>
                  <a:pt x="989714" y="94004"/>
                </a:cubicBezTo>
                <a:cubicBezTo>
                  <a:pt x="982730" y="94004"/>
                  <a:pt x="977127" y="91253"/>
                  <a:pt x="972904" y="85750"/>
                </a:cubicBezTo>
                <a:cubicBezTo>
                  <a:pt x="968681" y="80247"/>
                  <a:pt x="966569" y="72596"/>
                  <a:pt x="966569" y="62797"/>
                </a:cubicBezTo>
                <a:moveTo>
                  <a:pt x="982419" y="63949"/>
                </a:moveTo>
                <a:cubicBezTo>
                  <a:pt x="982419" y="69507"/>
                  <a:pt x="983388" y="73766"/>
                  <a:pt x="985326" y="76728"/>
                </a:cubicBezTo>
                <a:cubicBezTo>
                  <a:pt x="987264" y="79690"/>
                  <a:pt x="990079" y="81171"/>
                  <a:pt x="993772" y="81171"/>
                </a:cubicBezTo>
                <a:cubicBezTo>
                  <a:pt x="998672" y="81171"/>
                  <a:pt x="1002127" y="79105"/>
                  <a:pt x="1004138" y="74973"/>
                </a:cubicBezTo>
                <a:lnTo>
                  <a:pt x="1004138" y="51554"/>
                </a:lnTo>
                <a:cubicBezTo>
                  <a:pt x="1002163" y="47423"/>
                  <a:pt x="998745" y="45357"/>
                  <a:pt x="993882" y="45357"/>
                </a:cubicBezTo>
                <a:cubicBezTo>
                  <a:pt x="986240" y="45357"/>
                  <a:pt x="982419" y="51554"/>
                  <a:pt x="982419" y="63949"/>
                </a:cubicBezTo>
                <a:close/>
                <a:moveTo>
                  <a:pt x="1026928" y="0"/>
                </a:moveTo>
                <a:lnTo>
                  <a:pt x="1050621" y="0"/>
                </a:lnTo>
                <a:lnTo>
                  <a:pt x="1050621" y="111555"/>
                </a:lnTo>
                <a:lnTo>
                  <a:pt x="1026928" y="111555"/>
                </a:lnTo>
                <a:lnTo>
                  <a:pt x="1026928" y="99324"/>
                </a:lnTo>
                <a:lnTo>
                  <a:pt x="1034770" y="99324"/>
                </a:lnTo>
                <a:lnTo>
                  <a:pt x="1034770" y="12230"/>
                </a:lnTo>
                <a:lnTo>
                  <a:pt x="1026928" y="12230"/>
                </a:lnTo>
                <a:lnTo>
                  <a:pt x="102692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6D1A3C-4EAD-48E4-B17F-4E7DA327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354" y="3794044"/>
            <a:ext cx="3930895" cy="1138102"/>
          </a:xfrm>
          <a:custGeom xmlns:a="http://schemas.openxmlformats.org/drawingml/2006/main">
            <a:pathLst>
              <a:path w="3930895" h="1138102">
                <a:moveTo>
                  <a:pt x="193186" y="14860"/>
                </a:moveTo>
                <a:lnTo>
                  <a:pt x="193186" y="0"/>
                </a:lnTo>
                <a:lnTo>
                  <a:pt x="104023" y="0"/>
                </a:lnTo>
                <a:lnTo>
                  <a:pt x="104023" y="14860"/>
                </a:lnTo>
                <a:lnTo>
                  <a:pt x="193186" y="14860"/>
                </a:lnTo>
                <a:close/>
                <a:moveTo>
                  <a:pt x="208046" y="14860"/>
                </a:moveTo>
                <a:lnTo>
                  <a:pt x="297209" y="14860"/>
                </a:lnTo>
                <a:lnTo>
                  <a:pt x="297209" y="0"/>
                </a:lnTo>
                <a:lnTo>
                  <a:pt x="208046" y="0"/>
                </a:lnTo>
                <a:lnTo>
                  <a:pt x="208046" y="14860"/>
                </a:lnTo>
                <a:close/>
                <a:moveTo>
                  <a:pt x="312069" y="14860"/>
                </a:moveTo>
                <a:lnTo>
                  <a:pt x="401232" y="14860"/>
                </a:lnTo>
                <a:lnTo>
                  <a:pt x="401232" y="0"/>
                </a:lnTo>
                <a:lnTo>
                  <a:pt x="312069" y="0"/>
                </a:lnTo>
                <a:lnTo>
                  <a:pt x="312069" y="14860"/>
                </a:lnTo>
                <a:close/>
                <a:moveTo>
                  <a:pt x="416093" y="14860"/>
                </a:moveTo>
                <a:lnTo>
                  <a:pt x="505255" y="14860"/>
                </a:lnTo>
                <a:lnTo>
                  <a:pt x="505255" y="0"/>
                </a:lnTo>
                <a:lnTo>
                  <a:pt x="416093" y="0"/>
                </a:lnTo>
                <a:lnTo>
                  <a:pt x="416093" y="14860"/>
                </a:lnTo>
                <a:close/>
                <a:moveTo>
                  <a:pt x="520116" y="14860"/>
                </a:moveTo>
                <a:lnTo>
                  <a:pt x="609279" y="14860"/>
                </a:lnTo>
                <a:lnTo>
                  <a:pt x="609279" y="0"/>
                </a:lnTo>
                <a:lnTo>
                  <a:pt x="520116" y="0"/>
                </a:lnTo>
                <a:lnTo>
                  <a:pt x="520116" y="14860"/>
                </a:lnTo>
                <a:close/>
                <a:moveTo>
                  <a:pt x="624139" y="14860"/>
                </a:moveTo>
                <a:lnTo>
                  <a:pt x="713302" y="14860"/>
                </a:lnTo>
                <a:lnTo>
                  <a:pt x="713302" y="0"/>
                </a:lnTo>
                <a:lnTo>
                  <a:pt x="624139" y="0"/>
                </a:lnTo>
                <a:lnTo>
                  <a:pt x="624139" y="14860"/>
                </a:lnTo>
                <a:close/>
                <a:moveTo>
                  <a:pt x="728162" y="14860"/>
                </a:moveTo>
                <a:lnTo>
                  <a:pt x="817325" y="14860"/>
                </a:lnTo>
                <a:lnTo>
                  <a:pt x="817325" y="0"/>
                </a:lnTo>
                <a:lnTo>
                  <a:pt x="728162" y="0"/>
                </a:lnTo>
                <a:lnTo>
                  <a:pt x="728162" y="14860"/>
                </a:lnTo>
                <a:close/>
                <a:moveTo>
                  <a:pt x="832185" y="14860"/>
                </a:moveTo>
                <a:lnTo>
                  <a:pt x="921348" y="14860"/>
                </a:lnTo>
                <a:lnTo>
                  <a:pt x="921348" y="0"/>
                </a:lnTo>
                <a:lnTo>
                  <a:pt x="832185" y="0"/>
                </a:lnTo>
                <a:lnTo>
                  <a:pt x="832185" y="14860"/>
                </a:lnTo>
                <a:close/>
                <a:moveTo>
                  <a:pt x="936208" y="14860"/>
                </a:moveTo>
                <a:lnTo>
                  <a:pt x="1025371" y="14860"/>
                </a:lnTo>
                <a:lnTo>
                  <a:pt x="1025371" y="0"/>
                </a:lnTo>
                <a:lnTo>
                  <a:pt x="936208" y="0"/>
                </a:lnTo>
                <a:lnTo>
                  <a:pt x="936208" y="14860"/>
                </a:lnTo>
                <a:close/>
                <a:moveTo>
                  <a:pt x="1040232" y="14860"/>
                </a:moveTo>
                <a:lnTo>
                  <a:pt x="1129394" y="14860"/>
                </a:lnTo>
                <a:lnTo>
                  <a:pt x="1129394" y="0"/>
                </a:lnTo>
                <a:lnTo>
                  <a:pt x="1040232" y="0"/>
                </a:lnTo>
                <a:lnTo>
                  <a:pt x="1040232" y="14860"/>
                </a:lnTo>
                <a:close/>
                <a:moveTo>
                  <a:pt x="1144255" y="14860"/>
                </a:moveTo>
                <a:lnTo>
                  <a:pt x="1233417" y="14860"/>
                </a:lnTo>
                <a:lnTo>
                  <a:pt x="1233417" y="0"/>
                </a:lnTo>
                <a:lnTo>
                  <a:pt x="1144255" y="0"/>
                </a:lnTo>
                <a:lnTo>
                  <a:pt x="1144255" y="14860"/>
                </a:lnTo>
                <a:close/>
                <a:moveTo>
                  <a:pt x="1248278" y="14860"/>
                </a:moveTo>
                <a:lnTo>
                  <a:pt x="1337441" y="14860"/>
                </a:lnTo>
                <a:lnTo>
                  <a:pt x="1337441" y="0"/>
                </a:lnTo>
                <a:lnTo>
                  <a:pt x="1248278" y="0"/>
                </a:lnTo>
                <a:lnTo>
                  <a:pt x="1248278" y="14860"/>
                </a:lnTo>
                <a:close/>
                <a:moveTo>
                  <a:pt x="1352301" y="14860"/>
                </a:moveTo>
                <a:lnTo>
                  <a:pt x="1441464" y="14860"/>
                </a:lnTo>
                <a:lnTo>
                  <a:pt x="1441464" y="0"/>
                </a:lnTo>
                <a:lnTo>
                  <a:pt x="1352301" y="0"/>
                </a:lnTo>
                <a:lnTo>
                  <a:pt x="1352301" y="14860"/>
                </a:lnTo>
                <a:close/>
                <a:moveTo>
                  <a:pt x="1456324" y="14860"/>
                </a:moveTo>
                <a:lnTo>
                  <a:pt x="1545487" y="14860"/>
                </a:lnTo>
                <a:lnTo>
                  <a:pt x="1545487" y="0"/>
                </a:lnTo>
                <a:lnTo>
                  <a:pt x="1456324" y="0"/>
                </a:lnTo>
                <a:lnTo>
                  <a:pt x="1456324" y="14860"/>
                </a:lnTo>
                <a:close/>
                <a:moveTo>
                  <a:pt x="1560347" y="14860"/>
                </a:moveTo>
                <a:lnTo>
                  <a:pt x="1649510" y="14860"/>
                </a:lnTo>
                <a:lnTo>
                  <a:pt x="1649510" y="0"/>
                </a:lnTo>
                <a:lnTo>
                  <a:pt x="1560347" y="0"/>
                </a:lnTo>
                <a:lnTo>
                  <a:pt x="1560347" y="14860"/>
                </a:lnTo>
                <a:close/>
                <a:moveTo>
                  <a:pt x="1664371" y="14860"/>
                </a:moveTo>
                <a:lnTo>
                  <a:pt x="1753533" y="14860"/>
                </a:lnTo>
                <a:lnTo>
                  <a:pt x="1753533" y="0"/>
                </a:lnTo>
                <a:lnTo>
                  <a:pt x="1664371" y="0"/>
                </a:lnTo>
                <a:lnTo>
                  <a:pt x="1664371" y="14860"/>
                </a:lnTo>
                <a:close/>
                <a:moveTo>
                  <a:pt x="1768394" y="14860"/>
                </a:moveTo>
                <a:lnTo>
                  <a:pt x="1857556" y="14860"/>
                </a:lnTo>
                <a:lnTo>
                  <a:pt x="1857556" y="0"/>
                </a:lnTo>
                <a:lnTo>
                  <a:pt x="1768394" y="0"/>
                </a:lnTo>
                <a:lnTo>
                  <a:pt x="1768394" y="14860"/>
                </a:lnTo>
                <a:close/>
                <a:moveTo>
                  <a:pt x="1872417" y="14860"/>
                </a:moveTo>
                <a:lnTo>
                  <a:pt x="1961580" y="14860"/>
                </a:lnTo>
                <a:lnTo>
                  <a:pt x="1961580" y="0"/>
                </a:lnTo>
                <a:lnTo>
                  <a:pt x="1872417" y="0"/>
                </a:lnTo>
                <a:lnTo>
                  <a:pt x="1872417" y="14860"/>
                </a:lnTo>
                <a:close/>
                <a:moveTo>
                  <a:pt x="1976440" y="14860"/>
                </a:moveTo>
                <a:lnTo>
                  <a:pt x="2065603" y="14860"/>
                </a:lnTo>
                <a:lnTo>
                  <a:pt x="2065603" y="0"/>
                </a:lnTo>
                <a:lnTo>
                  <a:pt x="1976440" y="0"/>
                </a:lnTo>
                <a:lnTo>
                  <a:pt x="1976440" y="14860"/>
                </a:lnTo>
                <a:close/>
                <a:moveTo>
                  <a:pt x="2080463" y="14860"/>
                </a:moveTo>
                <a:lnTo>
                  <a:pt x="2169626" y="14860"/>
                </a:lnTo>
                <a:lnTo>
                  <a:pt x="2169626" y="0"/>
                </a:lnTo>
                <a:lnTo>
                  <a:pt x="2080463" y="0"/>
                </a:lnTo>
                <a:lnTo>
                  <a:pt x="2080463" y="14860"/>
                </a:lnTo>
                <a:close/>
                <a:moveTo>
                  <a:pt x="2184486" y="14860"/>
                </a:moveTo>
                <a:lnTo>
                  <a:pt x="2273649" y="14860"/>
                </a:lnTo>
                <a:lnTo>
                  <a:pt x="2273649" y="0"/>
                </a:lnTo>
                <a:lnTo>
                  <a:pt x="2184486" y="0"/>
                </a:lnTo>
                <a:lnTo>
                  <a:pt x="2184486" y="14860"/>
                </a:lnTo>
                <a:close/>
                <a:moveTo>
                  <a:pt x="2288510" y="14860"/>
                </a:moveTo>
                <a:lnTo>
                  <a:pt x="2377672" y="14860"/>
                </a:lnTo>
                <a:lnTo>
                  <a:pt x="2377672" y="0"/>
                </a:lnTo>
                <a:lnTo>
                  <a:pt x="2288510" y="0"/>
                </a:lnTo>
                <a:lnTo>
                  <a:pt x="2288510" y="14860"/>
                </a:lnTo>
                <a:close/>
                <a:moveTo>
                  <a:pt x="2392533" y="14860"/>
                </a:moveTo>
                <a:lnTo>
                  <a:pt x="2481695" y="14860"/>
                </a:lnTo>
                <a:lnTo>
                  <a:pt x="2481695" y="0"/>
                </a:lnTo>
                <a:lnTo>
                  <a:pt x="2392533" y="0"/>
                </a:lnTo>
                <a:lnTo>
                  <a:pt x="2392533" y="14860"/>
                </a:lnTo>
                <a:close/>
                <a:moveTo>
                  <a:pt x="2496556" y="14860"/>
                </a:moveTo>
                <a:lnTo>
                  <a:pt x="2585719" y="14860"/>
                </a:lnTo>
                <a:lnTo>
                  <a:pt x="2585719" y="0"/>
                </a:lnTo>
                <a:lnTo>
                  <a:pt x="2496556" y="0"/>
                </a:lnTo>
                <a:lnTo>
                  <a:pt x="2496556" y="14860"/>
                </a:lnTo>
                <a:close/>
                <a:moveTo>
                  <a:pt x="2600579" y="14860"/>
                </a:moveTo>
                <a:lnTo>
                  <a:pt x="2689742" y="14860"/>
                </a:lnTo>
                <a:lnTo>
                  <a:pt x="2689742" y="0"/>
                </a:lnTo>
                <a:lnTo>
                  <a:pt x="2600579" y="0"/>
                </a:lnTo>
                <a:lnTo>
                  <a:pt x="2600579" y="14860"/>
                </a:lnTo>
                <a:close/>
                <a:moveTo>
                  <a:pt x="2704602" y="14860"/>
                </a:moveTo>
                <a:lnTo>
                  <a:pt x="2793765" y="14860"/>
                </a:lnTo>
                <a:lnTo>
                  <a:pt x="2793765" y="0"/>
                </a:lnTo>
                <a:lnTo>
                  <a:pt x="2704602" y="0"/>
                </a:lnTo>
                <a:lnTo>
                  <a:pt x="2704602" y="14860"/>
                </a:lnTo>
                <a:close/>
                <a:moveTo>
                  <a:pt x="2808625" y="14860"/>
                </a:moveTo>
                <a:lnTo>
                  <a:pt x="2897788" y="14860"/>
                </a:lnTo>
                <a:lnTo>
                  <a:pt x="2897788" y="0"/>
                </a:lnTo>
                <a:lnTo>
                  <a:pt x="2808625" y="0"/>
                </a:lnTo>
                <a:lnTo>
                  <a:pt x="2808625" y="14860"/>
                </a:lnTo>
                <a:close/>
                <a:moveTo>
                  <a:pt x="2912649" y="14860"/>
                </a:moveTo>
                <a:lnTo>
                  <a:pt x="3001811" y="14860"/>
                </a:lnTo>
                <a:lnTo>
                  <a:pt x="3001811" y="0"/>
                </a:lnTo>
                <a:lnTo>
                  <a:pt x="2912649" y="0"/>
                </a:lnTo>
                <a:lnTo>
                  <a:pt x="2912649" y="14860"/>
                </a:lnTo>
                <a:close/>
                <a:moveTo>
                  <a:pt x="3016672" y="14860"/>
                </a:moveTo>
                <a:lnTo>
                  <a:pt x="3105834" y="14860"/>
                </a:lnTo>
                <a:lnTo>
                  <a:pt x="3105834" y="0"/>
                </a:lnTo>
                <a:lnTo>
                  <a:pt x="3016672" y="0"/>
                </a:lnTo>
                <a:lnTo>
                  <a:pt x="3016672" y="14860"/>
                </a:lnTo>
                <a:close/>
                <a:moveTo>
                  <a:pt x="3120695" y="14860"/>
                </a:moveTo>
                <a:lnTo>
                  <a:pt x="3209858" y="14860"/>
                </a:lnTo>
                <a:lnTo>
                  <a:pt x="3209858" y="0"/>
                </a:lnTo>
                <a:lnTo>
                  <a:pt x="3120695" y="0"/>
                </a:lnTo>
                <a:lnTo>
                  <a:pt x="3120695" y="14860"/>
                </a:lnTo>
                <a:close/>
                <a:moveTo>
                  <a:pt x="3224718" y="14860"/>
                </a:moveTo>
                <a:lnTo>
                  <a:pt x="3313881" y="14860"/>
                </a:lnTo>
                <a:lnTo>
                  <a:pt x="3313881" y="0"/>
                </a:lnTo>
                <a:lnTo>
                  <a:pt x="3224718" y="0"/>
                </a:lnTo>
                <a:lnTo>
                  <a:pt x="3224718" y="14860"/>
                </a:lnTo>
                <a:close/>
                <a:moveTo>
                  <a:pt x="3328741" y="14860"/>
                </a:moveTo>
                <a:lnTo>
                  <a:pt x="3417904" y="14860"/>
                </a:lnTo>
                <a:lnTo>
                  <a:pt x="3417904" y="0"/>
                </a:lnTo>
                <a:lnTo>
                  <a:pt x="3328741" y="0"/>
                </a:lnTo>
                <a:lnTo>
                  <a:pt x="3328741" y="14860"/>
                </a:lnTo>
                <a:close/>
                <a:moveTo>
                  <a:pt x="3432764" y="14860"/>
                </a:moveTo>
                <a:lnTo>
                  <a:pt x="3521927" y="14860"/>
                </a:lnTo>
                <a:lnTo>
                  <a:pt x="3521927" y="0"/>
                </a:lnTo>
                <a:lnTo>
                  <a:pt x="3432764" y="0"/>
                </a:lnTo>
                <a:lnTo>
                  <a:pt x="3432764" y="14860"/>
                </a:lnTo>
                <a:close/>
                <a:moveTo>
                  <a:pt x="3536787" y="14860"/>
                </a:moveTo>
                <a:lnTo>
                  <a:pt x="3625950" y="14860"/>
                </a:lnTo>
                <a:lnTo>
                  <a:pt x="3625950" y="0"/>
                </a:lnTo>
                <a:lnTo>
                  <a:pt x="3536787" y="0"/>
                </a:lnTo>
                <a:lnTo>
                  <a:pt x="3536787" y="14860"/>
                </a:lnTo>
                <a:close/>
                <a:moveTo>
                  <a:pt x="3640811" y="14860"/>
                </a:moveTo>
                <a:lnTo>
                  <a:pt x="3729973" y="14860"/>
                </a:lnTo>
                <a:lnTo>
                  <a:pt x="3729973" y="0"/>
                </a:lnTo>
                <a:lnTo>
                  <a:pt x="3640811" y="0"/>
                </a:lnTo>
                <a:lnTo>
                  <a:pt x="3640811" y="14860"/>
                </a:lnTo>
                <a:close/>
                <a:moveTo>
                  <a:pt x="3744834" y="14860"/>
                </a:moveTo>
                <a:lnTo>
                  <a:pt x="3833997" y="14860"/>
                </a:lnTo>
                <a:lnTo>
                  <a:pt x="3833997" y="0"/>
                </a:lnTo>
                <a:lnTo>
                  <a:pt x="3744834" y="0"/>
                </a:lnTo>
                <a:lnTo>
                  <a:pt x="3744834" y="14860"/>
                </a:lnTo>
                <a:close/>
                <a:moveTo>
                  <a:pt x="3848857" y="14860"/>
                </a:moveTo>
                <a:lnTo>
                  <a:pt x="3930895" y="14860"/>
                </a:lnTo>
                <a:lnTo>
                  <a:pt x="3930895" y="7124"/>
                </a:lnTo>
                <a:lnTo>
                  <a:pt x="3916035" y="7124"/>
                </a:lnTo>
                <a:lnTo>
                  <a:pt x="3916035" y="0"/>
                </a:lnTo>
                <a:lnTo>
                  <a:pt x="3848857" y="0"/>
                </a:lnTo>
                <a:lnTo>
                  <a:pt x="3848857" y="14860"/>
                </a:lnTo>
                <a:close/>
                <a:moveTo>
                  <a:pt x="3916035" y="21984"/>
                </a:moveTo>
                <a:lnTo>
                  <a:pt x="3916035" y="111147"/>
                </a:lnTo>
                <a:lnTo>
                  <a:pt x="3930895" y="111147"/>
                </a:lnTo>
                <a:lnTo>
                  <a:pt x="3930895" y="21984"/>
                </a:lnTo>
                <a:lnTo>
                  <a:pt x="3916035" y="21984"/>
                </a:lnTo>
                <a:close/>
                <a:moveTo>
                  <a:pt x="3916035" y="126007"/>
                </a:moveTo>
                <a:lnTo>
                  <a:pt x="3916035" y="215170"/>
                </a:lnTo>
                <a:lnTo>
                  <a:pt x="3930895" y="215170"/>
                </a:lnTo>
                <a:lnTo>
                  <a:pt x="3930895" y="126007"/>
                </a:lnTo>
                <a:lnTo>
                  <a:pt x="3916035" y="126007"/>
                </a:lnTo>
                <a:close/>
                <a:moveTo>
                  <a:pt x="3916035" y="230030"/>
                </a:moveTo>
                <a:lnTo>
                  <a:pt x="3916035" y="319193"/>
                </a:lnTo>
                <a:lnTo>
                  <a:pt x="3930895" y="319193"/>
                </a:lnTo>
                <a:lnTo>
                  <a:pt x="3930895" y="230030"/>
                </a:lnTo>
                <a:lnTo>
                  <a:pt x="3916035" y="230030"/>
                </a:lnTo>
                <a:close/>
                <a:moveTo>
                  <a:pt x="3916035" y="334054"/>
                </a:moveTo>
                <a:lnTo>
                  <a:pt x="3916035" y="423216"/>
                </a:lnTo>
                <a:lnTo>
                  <a:pt x="3930895" y="423216"/>
                </a:lnTo>
                <a:lnTo>
                  <a:pt x="3930895" y="334054"/>
                </a:lnTo>
                <a:lnTo>
                  <a:pt x="3916035" y="334054"/>
                </a:lnTo>
                <a:close/>
                <a:moveTo>
                  <a:pt x="3916035" y="438077"/>
                </a:moveTo>
                <a:lnTo>
                  <a:pt x="3916035" y="527240"/>
                </a:lnTo>
                <a:lnTo>
                  <a:pt x="3930895" y="527240"/>
                </a:lnTo>
                <a:lnTo>
                  <a:pt x="3930895" y="438077"/>
                </a:lnTo>
                <a:lnTo>
                  <a:pt x="3916035" y="438077"/>
                </a:lnTo>
                <a:close/>
                <a:moveTo>
                  <a:pt x="3916035" y="542100"/>
                </a:moveTo>
                <a:lnTo>
                  <a:pt x="3916035" y="631263"/>
                </a:lnTo>
                <a:lnTo>
                  <a:pt x="3930895" y="631263"/>
                </a:lnTo>
                <a:lnTo>
                  <a:pt x="3930895" y="542100"/>
                </a:lnTo>
                <a:lnTo>
                  <a:pt x="3916035" y="542100"/>
                </a:lnTo>
                <a:close/>
                <a:moveTo>
                  <a:pt x="3916035" y="646123"/>
                </a:moveTo>
                <a:lnTo>
                  <a:pt x="3916035" y="735286"/>
                </a:lnTo>
                <a:lnTo>
                  <a:pt x="3930895" y="735286"/>
                </a:lnTo>
                <a:lnTo>
                  <a:pt x="3930895" y="646123"/>
                </a:lnTo>
                <a:lnTo>
                  <a:pt x="3916035" y="646123"/>
                </a:lnTo>
                <a:close/>
                <a:moveTo>
                  <a:pt x="3916035" y="750146"/>
                </a:moveTo>
                <a:lnTo>
                  <a:pt x="3916035" y="839309"/>
                </a:lnTo>
                <a:lnTo>
                  <a:pt x="3930895" y="839309"/>
                </a:lnTo>
                <a:lnTo>
                  <a:pt x="3930895" y="750146"/>
                </a:lnTo>
                <a:lnTo>
                  <a:pt x="3916035" y="750146"/>
                </a:lnTo>
                <a:close/>
                <a:moveTo>
                  <a:pt x="3916035" y="854169"/>
                </a:moveTo>
                <a:lnTo>
                  <a:pt x="3916035" y="943332"/>
                </a:lnTo>
                <a:lnTo>
                  <a:pt x="3930895" y="943332"/>
                </a:lnTo>
                <a:lnTo>
                  <a:pt x="3930895" y="854169"/>
                </a:lnTo>
                <a:lnTo>
                  <a:pt x="3916035" y="854169"/>
                </a:lnTo>
                <a:close/>
                <a:moveTo>
                  <a:pt x="3916035" y="958193"/>
                </a:moveTo>
                <a:lnTo>
                  <a:pt x="3916035" y="1047355"/>
                </a:lnTo>
                <a:lnTo>
                  <a:pt x="3930895" y="1047355"/>
                </a:lnTo>
                <a:lnTo>
                  <a:pt x="3930895" y="958193"/>
                </a:lnTo>
                <a:lnTo>
                  <a:pt x="3916035" y="958193"/>
                </a:lnTo>
                <a:close/>
                <a:moveTo>
                  <a:pt x="3916035" y="1062216"/>
                </a:moveTo>
                <a:lnTo>
                  <a:pt x="3916035" y="1138101"/>
                </a:lnTo>
                <a:lnTo>
                  <a:pt x="3917618" y="1138101"/>
                </a:lnTo>
                <a:lnTo>
                  <a:pt x="3917618" y="1123241"/>
                </a:lnTo>
                <a:lnTo>
                  <a:pt x="3930895" y="1123241"/>
                </a:lnTo>
                <a:lnTo>
                  <a:pt x="3930895" y="1062216"/>
                </a:lnTo>
                <a:lnTo>
                  <a:pt x="3916035" y="1062216"/>
                </a:lnTo>
                <a:close/>
                <a:moveTo>
                  <a:pt x="3917618" y="1138102"/>
                </a:moveTo>
                <a:lnTo>
                  <a:pt x="3930895" y="1138102"/>
                </a:lnTo>
                <a:lnTo>
                  <a:pt x="3930895" y="1138101"/>
                </a:lnTo>
                <a:lnTo>
                  <a:pt x="3917618" y="1138101"/>
                </a:lnTo>
                <a:lnTo>
                  <a:pt x="3917618" y="1138102"/>
                </a:lnTo>
                <a:close/>
                <a:moveTo>
                  <a:pt x="3902758" y="1123241"/>
                </a:moveTo>
                <a:lnTo>
                  <a:pt x="3813595" y="1123241"/>
                </a:lnTo>
                <a:lnTo>
                  <a:pt x="3813595" y="1138102"/>
                </a:lnTo>
                <a:lnTo>
                  <a:pt x="3902758" y="1138102"/>
                </a:lnTo>
                <a:lnTo>
                  <a:pt x="3902758" y="1123241"/>
                </a:lnTo>
                <a:close/>
                <a:moveTo>
                  <a:pt x="3798735" y="1123241"/>
                </a:moveTo>
                <a:lnTo>
                  <a:pt x="3709572" y="1123241"/>
                </a:lnTo>
                <a:lnTo>
                  <a:pt x="3709572" y="1138102"/>
                </a:lnTo>
                <a:lnTo>
                  <a:pt x="3798735" y="1138102"/>
                </a:lnTo>
                <a:lnTo>
                  <a:pt x="3798735" y="1123241"/>
                </a:lnTo>
                <a:close/>
                <a:moveTo>
                  <a:pt x="3605549" y="1138102"/>
                </a:moveTo>
                <a:lnTo>
                  <a:pt x="3694712" y="1138102"/>
                </a:lnTo>
                <a:lnTo>
                  <a:pt x="3694712" y="1123241"/>
                </a:lnTo>
                <a:lnTo>
                  <a:pt x="3605549" y="1123241"/>
                </a:lnTo>
                <a:lnTo>
                  <a:pt x="3605549" y="1138102"/>
                </a:lnTo>
                <a:close/>
                <a:moveTo>
                  <a:pt x="3501526" y="1123241"/>
                </a:moveTo>
                <a:lnTo>
                  <a:pt x="3501526" y="1138102"/>
                </a:lnTo>
                <a:lnTo>
                  <a:pt x="3590688" y="1138102"/>
                </a:lnTo>
                <a:lnTo>
                  <a:pt x="3590688" y="1123241"/>
                </a:lnTo>
                <a:lnTo>
                  <a:pt x="3501526" y="1123241"/>
                </a:lnTo>
                <a:close/>
                <a:moveTo>
                  <a:pt x="3486665" y="1123241"/>
                </a:moveTo>
                <a:lnTo>
                  <a:pt x="3397503" y="1123241"/>
                </a:lnTo>
                <a:lnTo>
                  <a:pt x="3397503" y="1138102"/>
                </a:lnTo>
                <a:lnTo>
                  <a:pt x="3486665" y="1138102"/>
                </a:lnTo>
                <a:lnTo>
                  <a:pt x="3486665" y="1123241"/>
                </a:lnTo>
                <a:close/>
                <a:moveTo>
                  <a:pt x="3382642" y="1123241"/>
                </a:moveTo>
                <a:lnTo>
                  <a:pt x="3293479" y="1123241"/>
                </a:lnTo>
                <a:lnTo>
                  <a:pt x="3293479" y="1138102"/>
                </a:lnTo>
                <a:lnTo>
                  <a:pt x="3382642" y="1138102"/>
                </a:lnTo>
                <a:lnTo>
                  <a:pt x="3382642" y="1123241"/>
                </a:lnTo>
                <a:close/>
                <a:moveTo>
                  <a:pt x="3189456" y="1138102"/>
                </a:moveTo>
                <a:lnTo>
                  <a:pt x="3278619" y="1138102"/>
                </a:lnTo>
                <a:lnTo>
                  <a:pt x="3278619" y="1123241"/>
                </a:lnTo>
                <a:lnTo>
                  <a:pt x="3189456" y="1123241"/>
                </a:lnTo>
                <a:lnTo>
                  <a:pt x="3189456" y="1138102"/>
                </a:lnTo>
                <a:close/>
                <a:moveTo>
                  <a:pt x="3085433" y="1123241"/>
                </a:moveTo>
                <a:lnTo>
                  <a:pt x="3085433" y="1138102"/>
                </a:lnTo>
                <a:lnTo>
                  <a:pt x="3174596" y="1138102"/>
                </a:lnTo>
                <a:lnTo>
                  <a:pt x="3174596" y="1123241"/>
                </a:lnTo>
                <a:lnTo>
                  <a:pt x="3085433" y="1123241"/>
                </a:lnTo>
                <a:close/>
                <a:moveTo>
                  <a:pt x="3070573" y="1123241"/>
                </a:moveTo>
                <a:lnTo>
                  <a:pt x="2981410" y="1123241"/>
                </a:lnTo>
                <a:lnTo>
                  <a:pt x="2981410" y="1138102"/>
                </a:lnTo>
                <a:lnTo>
                  <a:pt x="3070573" y="1138102"/>
                </a:lnTo>
                <a:lnTo>
                  <a:pt x="3070573" y="1123241"/>
                </a:lnTo>
                <a:close/>
                <a:moveTo>
                  <a:pt x="2966549" y="1123241"/>
                </a:moveTo>
                <a:lnTo>
                  <a:pt x="2877387" y="1123241"/>
                </a:lnTo>
                <a:lnTo>
                  <a:pt x="2877387" y="1138102"/>
                </a:lnTo>
                <a:lnTo>
                  <a:pt x="2966549" y="1138102"/>
                </a:lnTo>
                <a:lnTo>
                  <a:pt x="2966549" y="1123241"/>
                </a:lnTo>
                <a:close/>
                <a:moveTo>
                  <a:pt x="2773364" y="1138102"/>
                </a:moveTo>
                <a:lnTo>
                  <a:pt x="2862526" y="1138102"/>
                </a:lnTo>
                <a:lnTo>
                  <a:pt x="2862526" y="1123241"/>
                </a:lnTo>
                <a:lnTo>
                  <a:pt x="2773364" y="1123241"/>
                </a:lnTo>
                <a:lnTo>
                  <a:pt x="2773364" y="1138102"/>
                </a:lnTo>
                <a:close/>
                <a:moveTo>
                  <a:pt x="2669340" y="1123241"/>
                </a:moveTo>
                <a:lnTo>
                  <a:pt x="2669340" y="1138102"/>
                </a:lnTo>
                <a:lnTo>
                  <a:pt x="2758503" y="1138102"/>
                </a:lnTo>
                <a:lnTo>
                  <a:pt x="2758503" y="1123241"/>
                </a:lnTo>
                <a:lnTo>
                  <a:pt x="2669340" y="1123241"/>
                </a:lnTo>
                <a:close/>
                <a:moveTo>
                  <a:pt x="2654480" y="1123241"/>
                </a:moveTo>
                <a:lnTo>
                  <a:pt x="2565317" y="1123241"/>
                </a:lnTo>
                <a:lnTo>
                  <a:pt x="2565317" y="1138102"/>
                </a:lnTo>
                <a:lnTo>
                  <a:pt x="2654480" y="1138102"/>
                </a:lnTo>
                <a:lnTo>
                  <a:pt x="2654480" y="1123241"/>
                </a:lnTo>
                <a:close/>
                <a:moveTo>
                  <a:pt x="2550457" y="1123241"/>
                </a:moveTo>
                <a:lnTo>
                  <a:pt x="2461294" y="1123241"/>
                </a:lnTo>
                <a:lnTo>
                  <a:pt x="2461294" y="1138102"/>
                </a:lnTo>
                <a:lnTo>
                  <a:pt x="2550457" y="1138102"/>
                </a:lnTo>
                <a:lnTo>
                  <a:pt x="2550457" y="1123241"/>
                </a:lnTo>
                <a:close/>
                <a:moveTo>
                  <a:pt x="2357271" y="1138102"/>
                </a:moveTo>
                <a:lnTo>
                  <a:pt x="2446434" y="1138102"/>
                </a:lnTo>
                <a:lnTo>
                  <a:pt x="2446434" y="1123241"/>
                </a:lnTo>
                <a:lnTo>
                  <a:pt x="2357271" y="1123241"/>
                </a:lnTo>
                <a:lnTo>
                  <a:pt x="2357271" y="1138102"/>
                </a:lnTo>
                <a:close/>
                <a:moveTo>
                  <a:pt x="2253248" y="1123241"/>
                </a:moveTo>
                <a:lnTo>
                  <a:pt x="2253248" y="1138102"/>
                </a:lnTo>
                <a:lnTo>
                  <a:pt x="2342410" y="1138102"/>
                </a:lnTo>
                <a:lnTo>
                  <a:pt x="2342410" y="1123241"/>
                </a:lnTo>
                <a:lnTo>
                  <a:pt x="2253248" y="1123241"/>
                </a:lnTo>
                <a:close/>
                <a:moveTo>
                  <a:pt x="2238387" y="1123241"/>
                </a:moveTo>
                <a:lnTo>
                  <a:pt x="2149225" y="1123241"/>
                </a:lnTo>
                <a:lnTo>
                  <a:pt x="2149225" y="1138102"/>
                </a:lnTo>
                <a:lnTo>
                  <a:pt x="2238387" y="1138102"/>
                </a:lnTo>
                <a:lnTo>
                  <a:pt x="2238387" y="1123241"/>
                </a:lnTo>
                <a:close/>
                <a:moveTo>
                  <a:pt x="2134364" y="1123241"/>
                </a:moveTo>
                <a:lnTo>
                  <a:pt x="2045201" y="1123241"/>
                </a:lnTo>
                <a:lnTo>
                  <a:pt x="2045201" y="1138102"/>
                </a:lnTo>
                <a:lnTo>
                  <a:pt x="2134364" y="1138102"/>
                </a:lnTo>
                <a:lnTo>
                  <a:pt x="2134364" y="1123241"/>
                </a:lnTo>
                <a:close/>
                <a:moveTo>
                  <a:pt x="1941178" y="1138102"/>
                </a:moveTo>
                <a:lnTo>
                  <a:pt x="2030341" y="1138102"/>
                </a:lnTo>
                <a:lnTo>
                  <a:pt x="2030341" y="1123241"/>
                </a:lnTo>
                <a:lnTo>
                  <a:pt x="1941178" y="1123241"/>
                </a:lnTo>
                <a:lnTo>
                  <a:pt x="1941178" y="1138102"/>
                </a:lnTo>
                <a:close/>
                <a:moveTo>
                  <a:pt x="1837155" y="1123241"/>
                </a:moveTo>
                <a:lnTo>
                  <a:pt x="1837155" y="1138102"/>
                </a:lnTo>
                <a:lnTo>
                  <a:pt x="1926318" y="1138102"/>
                </a:lnTo>
                <a:lnTo>
                  <a:pt x="1926318" y="1123241"/>
                </a:lnTo>
                <a:lnTo>
                  <a:pt x="1837155" y="1123241"/>
                </a:lnTo>
                <a:close/>
                <a:moveTo>
                  <a:pt x="1822295" y="1123241"/>
                </a:moveTo>
                <a:lnTo>
                  <a:pt x="1733132" y="1123241"/>
                </a:lnTo>
                <a:lnTo>
                  <a:pt x="1733132" y="1138102"/>
                </a:lnTo>
                <a:lnTo>
                  <a:pt x="1822295" y="1138102"/>
                </a:lnTo>
                <a:lnTo>
                  <a:pt x="1822295" y="1123241"/>
                </a:lnTo>
                <a:close/>
                <a:moveTo>
                  <a:pt x="1718272" y="1123241"/>
                </a:moveTo>
                <a:lnTo>
                  <a:pt x="1629109" y="1123241"/>
                </a:lnTo>
                <a:lnTo>
                  <a:pt x="1629109" y="1138102"/>
                </a:lnTo>
                <a:lnTo>
                  <a:pt x="1718272" y="1138102"/>
                </a:lnTo>
                <a:lnTo>
                  <a:pt x="1718272" y="1123241"/>
                </a:lnTo>
                <a:close/>
                <a:moveTo>
                  <a:pt x="1525086" y="1138102"/>
                </a:moveTo>
                <a:lnTo>
                  <a:pt x="1614248" y="1138102"/>
                </a:lnTo>
                <a:lnTo>
                  <a:pt x="1614248" y="1123241"/>
                </a:lnTo>
                <a:lnTo>
                  <a:pt x="1525086" y="1123241"/>
                </a:lnTo>
                <a:lnTo>
                  <a:pt x="1525086" y="1138102"/>
                </a:lnTo>
                <a:close/>
                <a:moveTo>
                  <a:pt x="1421062" y="1123241"/>
                </a:moveTo>
                <a:lnTo>
                  <a:pt x="1421062" y="1138102"/>
                </a:lnTo>
                <a:lnTo>
                  <a:pt x="1510225" y="1138102"/>
                </a:lnTo>
                <a:lnTo>
                  <a:pt x="1510225" y="1123241"/>
                </a:lnTo>
                <a:lnTo>
                  <a:pt x="1421062" y="1123241"/>
                </a:lnTo>
                <a:close/>
                <a:moveTo>
                  <a:pt x="1406202" y="1123241"/>
                </a:moveTo>
                <a:lnTo>
                  <a:pt x="1317039" y="1123241"/>
                </a:lnTo>
                <a:lnTo>
                  <a:pt x="1317039" y="1138102"/>
                </a:lnTo>
                <a:lnTo>
                  <a:pt x="1406202" y="1138102"/>
                </a:lnTo>
                <a:lnTo>
                  <a:pt x="1406202" y="1123241"/>
                </a:lnTo>
                <a:close/>
                <a:moveTo>
                  <a:pt x="1302179" y="1123241"/>
                </a:moveTo>
                <a:lnTo>
                  <a:pt x="1213016" y="1123241"/>
                </a:lnTo>
                <a:lnTo>
                  <a:pt x="1213016" y="1138102"/>
                </a:lnTo>
                <a:lnTo>
                  <a:pt x="1302179" y="1138102"/>
                </a:lnTo>
                <a:lnTo>
                  <a:pt x="1302179" y="1123241"/>
                </a:lnTo>
                <a:close/>
                <a:moveTo>
                  <a:pt x="1108993" y="1138102"/>
                </a:moveTo>
                <a:lnTo>
                  <a:pt x="1198156" y="1138102"/>
                </a:lnTo>
                <a:lnTo>
                  <a:pt x="1198156" y="1123241"/>
                </a:lnTo>
                <a:lnTo>
                  <a:pt x="1108993" y="1123241"/>
                </a:lnTo>
                <a:lnTo>
                  <a:pt x="1108993" y="1138102"/>
                </a:lnTo>
                <a:close/>
                <a:moveTo>
                  <a:pt x="1004970" y="1123241"/>
                </a:moveTo>
                <a:lnTo>
                  <a:pt x="1004970" y="1138102"/>
                </a:lnTo>
                <a:lnTo>
                  <a:pt x="1094133" y="1138102"/>
                </a:lnTo>
                <a:lnTo>
                  <a:pt x="1094133" y="1123241"/>
                </a:lnTo>
                <a:lnTo>
                  <a:pt x="1004970" y="1123241"/>
                </a:lnTo>
                <a:close/>
                <a:moveTo>
                  <a:pt x="990109" y="1123241"/>
                </a:moveTo>
                <a:lnTo>
                  <a:pt x="900947" y="1123241"/>
                </a:lnTo>
                <a:lnTo>
                  <a:pt x="900947" y="1138102"/>
                </a:lnTo>
                <a:lnTo>
                  <a:pt x="990109" y="1138102"/>
                </a:lnTo>
                <a:lnTo>
                  <a:pt x="990109" y="1123241"/>
                </a:lnTo>
                <a:close/>
                <a:moveTo>
                  <a:pt x="886086" y="1123241"/>
                </a:moveTo>
                <a:lnTo>
                  <a:pt x="796924" y="1123241"/>
                </a:lnTo>
                <a:lnTo>
                  <a:pt x="796924" y="1138102"/>
                </a:lnTo>
                <a:lnTo>
                  <a:pt x="886086" y="1138102"/>
                </a:lnTo>
                <a:lnTo>
                  <a:pt x="886086" y="1123241"/>
                </a:lnTo>
                <a:close/>
                <a:moveTo>
                  <a:pt x="692900" y="1138102"/>
                </a:moveTo>
                <a:lnTo>
                  <a:pt x="782063" y="1138102"/>
                </a:lnTo>
                <a:lnTo>
                  <a:pt x="782063" y="1123241"/>
                </a:lnTo>
                <a:lnTo>
                  <a:pt x="692900" y="1123241"/>
                </a:lnTo>
                <a:lnTo>
                  <a:pt x="692900" y="1138102"/>
                </a:lnTo>
                <a:close/>
                <a:moveTo>
                  <a:pt x="588877" y="1123241"/>
                </a:moveTo>
                <a:lnTo>
                  <a:pt x="588877" y="1138102"/>
                </a:lnTo>
                <a:lnTo>
                  <a:pt x="678040" y="1138102"/>
                </a:lnTo>
                <a:lnTo>
                  <a:pt x="678040" y="1123241"/>
                </a:lnTo>
                <a:lnTo>
                  <a:pt x="588877" y="1123241"/>
                </a:lnTo>
                <a:close/>
                <a:moveTo>
                  <a:pt x="574017" y="1123241"/>
                </a:moveTo>
                <a:lnTo>
                  <a:pt x="484854" y="1123241"/>
                </a:lnTo>
                <a:lnTo>
                  <a:pt x="484854" y="1138102"/>
                </a:lnTo>
                <a:lnTo>
                  <a:pt x="574017" y="1138102"/>
                </a:lnTo>
                <a:lnTo>
                  <a:pt x="574017" y="1123241"/>
                </a:lnTo>
                <a:close/>
                <a:moveTo>
                  <a:pt x="469994" y="1123241"/>
                </a:moveTo>
                <a:lnTo>
                  <a:pt x="380831" y="1123241"/>
                </a:lnTo>
                <a:lnTo>
                  <a:pt x="380831" y="1138102"/>
                </a:lnTo>
                <a:lnTo>
                  <a:pt x="469994" y="1138102"/>
                </a:lnTo>
                <a:lnTo>
                  <a:pt x="469994" y="1123241"/>
                </a:lnTo>
                <a:close/>
                <a:moveTo>
                  <a:pt x="276808" y="1138102"/>
                </a:moveTo>
                <a:lnTo>
                  <a:pt x="365970" y="1138102"/>
                </a:lnTo>
                <a:lnTo>
                  <a:pt x="365970" y="1123241"/>
                </a:lnTo>
                <a:lnTo>
                  <a:pt x="276808" y="1123241"/>
                </a:lnTo>
                <a:lnTo>
                  <a:pt x="276808" y="1138102"/>
                </a:lnTo>
                <a:close/>
                <a:moveTo>
                  <a:pt x="172784" y="1123241"/>
                </a:moveTo>
                <a:lnTo>
                  <a:pt x="172784" y="1138102"/>
                </a:lnTo>
                <a:lnTo>
                  <a:pt x="261947" y="1138102"/>
                </a:lnTo>
                <a:lnTo>
                  <a:pt x="261947" y="1123241"/>
                </a:lnTo>
                <a:lnTo>
                  <a:pt x="172784" y="1123241"/>
                </a:lnTo>
                <a:close/>
                <a:moveTo>
                  <a:pt x="157924" y="1123241"/>
                </a:moveTo>
                <a:lnTo>
                  <a:pt x="68761" y="1123241"/>
                </a:lnTo>
                <a:lnTo>
                  <a:pt x="68761" y="1138102"/>
                </a:lnTo>
                <a:lnTo>
                  <a:pt x="157924" y="1138102"/>
                </a:lnTo>
                <a:lnTo>
                  <a:pt x="157924" y="1123241"/>
                </a:lnTo>
                <a:close/>
                <a:moveTo>
                  <a:pt x="14860" y="1102839"/>
                </a:moveTo>
                <a:lnTo>
                  <a:pt x="0" y="1102839"/>
                </a:lnTo>
                <a:lnTo>
                  <a:pt x="0" y="1123241"/>
                </a:lnTo>
                <a:lnTo>
                  <a:pt x="14860" y="1123241"/>
                </a:lnTo>
                <a:lnTo>
                  <a:pt x="14860" y="1102839"/>
                </a:lnTo>
                <a:close/>
                <a:moveTo>
                  <a:pt x="53901" y="1123241"/>
                </a:moveTo>
                <a:lnTo>
                  <a:pt x="14860" y="1123241"/>
                </a:lnTo>
                <a:lnTo>
                  <a:pt x="14860" y="1138101"/>
                </a:lnTo>
                <a:lnTo>
                  <a:pt x="0" y="1138101"/>
                </a:lnTo>
                <a:lnTo>
                  <a:pt x="0" y="1138102"/>
                </a:lnTo>
                <a:lnTo>
                  <a:pt x="53901" y="1138102"/>
                </a:lnTo>
                <a:lnTo>
                  <a:pt x="53901" y="1123241"/>
                </a:lnTo>
                <a:close/>
                <a:moveTo>
                  <a:pt x="14860" y="1087979"/>
                </a:moveTo>
                <a:lnTo>
                  <a:pt x="14860" y="998816"/>
                </a:lnTo>
                <a:lnTo>
                  <a:pt x="0" y="998816"/>
                </a:lnTo>
                <a:lnTo>
                  <a:pt x="0" y="1087979"/>
                </a:lnTo>
                <a:lnTo>
                  <a:pt x="14860" y="1087979"/>
                </a:lnTo>
                <a:close/>
                <a:moveTo>
                  <a:pt x="0" y="894793"/>
                </a:moveTo>
                <a:lnTo>
                  <a:pt x="0" y="983956"/>
                </a:lnTo>
                <a:lnTo>
                  <a:pt x="14860" y="983956"/>
                </a:lnTo>
                <a:lnTo>
                  <a:pt x="14860" y="894793"/>
                </a:lnTo>
                <a:lnTo>
                  <a:pt x="0" y="894793"/>
                </a:lnTo>
                <a:close/>
                <a:moveTo>
                  <a:pt x="14860" y="790770"/>
                </a:moveTo>
                <a:lnTo>
                  <a:pt x="0" y="790770"/>
                </a:lnTo>
                <a:lnTo>
                  <a:pt x="0" y="879933"/>
                </a:lnTo>
                <a:lnTo>
                  <a:pt x="14860" y="879933"/>
                </a:lnTo>
                <a:lnTo>
                  <a:pt x="14860" y="790770"/>
                </a:lnTo>
                <a:close/>
                <a:moveTo>
                  <a:pt x="14860" y="775909"/>
                </a:moveTo>
                <a:lnTo>
                  <a:pt x="14860" y="686747"/>
                </a:lnTo>
                <a:lnTo>
                  <a:pt x="0" y="686747"/>
                </a:lnTo>
                <a:lnTo>
                  <a:pt x="0" y="775909"/>
                </a:lnTo>
                <a:lnTo>
                  <a:pt x="14860" y="775909"/>
                </a:lnTo>
                <a:close/>
                <a:moveTo>
                  <a:pt x="14860" y="671886"/>
                </a:moveTo>
                <a:lnTo>
                  <a:pt x="14860" y="582724"/>
                </a:lnTo>
                <a:lnTo>
                  <a:pt x="0" y="582724"/>
                </a:lnTo>
                <a:lnTo>
                  <a:pt x="0" y="671886"/>
                </a:lnTo>
                <a:lnTo>
                  <a:pt x="14860" y="671886"/>
                </a:lnTo>
                <a:close/>
                <a:moveTo>
                  <a:pt x="0" y="478700"/>
                </a:moveTo>
                <a:lnTo>
                  <a:pt x="0" y="567863"/>
                </a:lnTo>
                <a:lnTo>
                  <a:pt x="14860" y="567863"/>
                </a:lnTo>
                <a:lnTo>
                  <a:pt x="14860" y="478700"/>
                </a:lnTo>
                <a:lnTo>
                  <a:pt x="0" y="478700"/>
                </a:lnTo>
                <a:close/>
                <a:moveTo>
                  <a:pt x="14860" y="374677"/>
                </a:moveTo>
                <a:lnTo>
                  <a:pt x="0" y="374677"/>
                </a:lnTo>
                <a:lnTo>
                  <a:pt x="0" y="463840"/>
                </a:lnTo>
                <a:lnTo>
                  <a:pt x="14860" y="463840"/>
                </a:lnTo>
                <a:lnTo>
                  <a:pt x="14860" y="374677"/>
                </a:lnTo>
                <a:close/>
                <a:moveTo>
                  <a:pt x="14860" y="359817"/>
                </a:moveTo>
                <a:lnTo>
                  <a:pt x="14860" y="270654"/>
                </a:lnTo>
                <a:lnTo>
                  <a:pt x="0" y="270654"/>
                </a:lnTo>
                <a:lnTo>
                  <a:pt x="0" y="359817"/>
                </a:lnTo>
                <a:lnTo>
                  <a:pt x="14860" y="359817"/>
                </a:lnTo>
                <a:close/>
                <a:moveTo>
                  <a:pt x="14860" y="255794"/>
                </a:moveTo>
                <a:lnTo>
                  <a:pt x="14860" y="166631"/>
                </a:lnTo>
                <a:lnTo>
                  <a:pt x="0" y="166631"/>
                </a:lnTo>
                <a:lnTo>
                  <a:pt x="0" y="255794"/>
                </a:lnTo>
                <a:lnTo>
                  <a:pt x="14860" y="255794"/>
                </a:lnTo>
                <a:close/>
                <a:moveTo>
                  <a:pt x="0" y="62608"/>
                </a:moveTo>
                <a:lnTo>
                  <a:pt x="0" y="151770"/>
                </a:lnTo>
                <a:lnTo>
                  <a:pt x="14860" y="151770"/>
                </a:lnTo>
                <a:lnTo>
                  <a:pt x="14860" y="62608"/>
                </a:lnTo>
                <a:lnTo>
                  <a:pt x="0" y="62608"/>
                </a:lnTo>
                <a:close/>
                <a:moveTo>
                  <a:pt x="14860" y="47747"/>
                </a:moveTo>
                <a:lnTo>
                  <a:pt x="14860" y="14860"/>
                </a:lnTo>
                <a:lnTo>
                  <a:pt x="0" y="14860"/>
                </a:lnTo>
                <a:lnTo>
                  <a:pt x="0" y="47747"/>
                </a:lnTo>
                <a:lnTo>
                  <a:pt x="14860" y="47747"/>
                </a:lnTo>
                <a:close/>
                <a:moveTo>
                  <a:pt x="89163" y="14860"/>
                </a:moveTo>
                <a:lnTo>
                  <a:pt x="89163" y="0"/>
                </a:lnTo>
                <a:lnTo>
                  <a:pt x="14860" y="0"/>
                </a:lnTo>
                <a:lnTo>
                  <a:pt x="14860" y="14860"/>
                </a:lnTo>
                <a:lnTo>
                  <a:pt x="89163" y="148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3CE637-9F3F-4CE9-BEAC-ACCBF30B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412" y="3986053"/>
            <a:ext cx="1600960" cy="795817"/>
          </a:xfrm>
          <a:custGeom xmlns:a="http://schemas.openxmlformats.org/drawingml/2006/main">
            <a:pathLst>
              <a:path w="1600960" h="795817">
                <a:moveTo>
                  <a:pt x="1274731" y="795817"/>
                </a:moveTo>
                <a:lnTo>
                  <a:pt x="1297124" y="794899"/>
                </a:lnTo>
                <a:lnTo>
                  <a:pt x="1319124" y="792185"/>
                </a:lnTo>
                <a:lnTo>
                  <a:pt x="1340670" y="787733"/>
                </a:lnTo>
                <a:lnTo>
                  <a:pt x="1361713" y="781603"/>
                </a:lnTo>
                <a:lnTo>
                  <a:pt x="1382205" y="773855"/>
                </a:lnTo>
                <a:lnTo>
                  <a:pt x="1402096" y="764547"/>
                </a:lnTo>
                <a:lnTo>
                  <a:pt x="1421339" y="753740"/>
                </a:lnTo>
                <a:lnTo>
                  <a:pt x="1439884" y="741491"/>
                </a:lnTo>
                <a:lnTo>
                  <a:pt x="1457683" y="727860"/>
                </a:lnTo>
                <a:lnTo>
                  <a:pt x="1474687" y="712908"/>
                </a:lnTo>
                <a:lnTo>
                  <a:pt x="1490847" y="696692"/>
                </a:lnTo>
                <a:lnTo>
                  <a:pt x="1506114" y="679272"/>
                </a:lnTo>
                <a:lnTo>
                  <a:pt x="1520440" y="660708"/>
                </a:lnTo>
                <a:lnTo>
                  <a:pt x="1533776" y="641058"/>
                </a:lnTo>
                <a:lnTo>
                  <a:pt x="1546073" y="620383"/>
                </a:lnTo>
                <a:lnTo>
                  <a:pt x="1557283" y="598740"/>
                </a:lnTo>
                <a:lnTo>
                  <a:pt x="1567356" y="576191"/>
                </a:lnTo>
                <a:lnTo>
                  <a:pt x="1576245" y="552792"/>
                </a:lnTo>
                <a:lnTo>
                  <a:pt x="1583899" y="528605"/>
                </a:lnTo>
                <a:lnTo>
                  <a:pt x="1590272" y="503688"/>
                </a:lnTo>
                <a:lnTo>
                  <a:pt x="1595313" y="478101"/>
                </a:lnTo>
                <a:lnTo>
                  <a:pt x="1598974" y="451902"/>
                </a:lnTo>
                <a:lnTo>
                  <a:pt x="1600960" y="428106"/>
                </a:lnTo>
                <a:lnTo>
                  <a:pt x="1600960" y="367711"/>
                </a:lnTo>
                <a:lnTo>
                  <a:pt x="1598974" y="343915"/>
                </a:lnTo>
                <a:lnTo>
                  <a:pt x="1595313" y="317716"/>
                </a:lnTo>
                <a:lnTo>
                  <a:pt x="1590272" y="292129"/>
                </a:lnTo>
                <a:lnTo>
                  <a:pt x="1583899" y="267212"/>
                </a:lnTo>
                <a:lnTo>
                  <a:pt x="1576245" y="243025"/>
                </a:lnTo>
                <a:lnTo>
                  <a:pt x="1567356" y="219626"/>
                </a:lnTo>
                <a:lnTo>
                  <a:pt x="1557283" y="197077"/>
                </a:lnTo>
                <a:lnTo>
                  <a:pt x="1546073" y="175434"/>
                </a:lnTo>
                <a:lnTo>
                  <a:pt x="1533776" y="154759"/>
                </a:lnTo>
                <a:lnTo>
                  <a:pt x="1520440" y="135109"/>
                </a:lnTo>
                <a:lnTo>
                  <a:pt x="1506114" y="116545"/>
                </a:lnTo>
                <a:lnTo>
                  <a:pt x="1490847" y="99125"/>
                </a:lnTo>
                <a:lnTo>
                  <a:pt x="1474687" y="82909"/>
                </a:lnTo>
                <a:lnTo>
                  <a:pt x="1457683" y="67957"/>
                </a:lnTo>
                <a:lnTo>
                  <a:pt x="1439884" y="54326"/>
                </a:lnTo>
                <a:lnTo>
                  <a:pt x="1421339" y="42077"/>
                </a:lnTo>
                <a:lnTo>
                  <a:pt x="1402096" y="31270"/>
                </a:lnTo>
                <a:lnTo>
                  <a:pt x="1382205" y="21962"/>
                </a:lnTo>
                <a:lnTo>
                  <a:pt x="1361713" y="14214"/>
                </a:lnTo>
                <a:lnTo>
                  <a:pt x="1340670" y="8084"/>
                </a:lnTo>
                <a:lnTo>
                  <a:pt x="1319124" y="3632"/>
                </a:lnTo>
                <a:lnTo>
                  <a:pt x="1297124" y="918"/>
                </a:lnTo>
                <a:lnTo>
                  <a:pt x="1274719" y="0"/>
                </a:lnTo>
                <a:lnTo>
                  <a:pt x="327242" y="0"/>
                </a:lnTo>
                <a:lnTo>
                  <a:pt x="304837" y="918"/>
                </a:lnTo>
                <a:lnTo>
                  <a:pt x="282837" y="3632"/>
                </a:lnTo>
                <a:lnTo>
                  <a:pt x="261291" y="8084"/>
                </a:lnTo>
                <a:lnTo>
                  <a:pt x="240248" y="14214"/>
                </a:lnTo>
                <a:lnTo>
                  <a:pt x="219756" y="21962"/>
                </a:lnTo>
                <a:lnTo>
                  <a:pt x="199865" y="31270"/>
                </a:lnTo>
                <a:lnTo>
                  <a:pt x="180622" y="42077"/>
                </a:lnTo>
                <a:lnTo>
                  <a:pt x="162077" y="54326"/>
                </a:lnTo>
                <a:lnTo>
                  <a:pt x="144278" y="67957"/>
                </a:lnTo>
                <a:lnTo>
                  <a:pt x="127274" y="82909"/>
                </a:lnTo>
                <a:lnTo>
                  <a:pt x="111114" y="99125"/>
                </a:lnTo>
                <a:lnTo>
                  <a:pt x="95847" y="116545"/>
                </a:lnTo>
                <a:lnTo>
                  <a:pt x="81521" y="135109"/>
                </a:lnTo>
                <a:lnTo>
                  <a:pt x="68185" y="154759"/>
                </a:lnTo>
                <a:lnTo>
                  <a:pt x="55888" y="175434"/>
                </a:lnTo>
                <a:lnTo>
                  <a:pt x="44678" y="197077"/>
                </a:lnTo>
                <a:lnTo>
                  <a:pt x="34605" y="219626"/>
                </a:lnTo>
                <a:lnTo>
                  <a:pt x="25716" y="243025"/>
                </a:lnTo>
                <a:lnTo>
                  <a:pt x="18062" y="267212"/>
                </a:lnTo>
                <a:lnTo>
                  <a:pt x="11689" y="292129"/>
                </a:lnTo>
                <a:lnTo>
                  <a:pt x="6648" y="317716"/>
                </a:lnTo>
                <a:lnTo>
                  <a:pt x="2987" y="343915"/>
                </a:lnTo>
                <a:lnTo>
                  <a:pt x="755" y="370665"/>
                </a:lnTo>
                <a:lnTo>
                  <a:pt x="0" y="397908"/>
                </a:lnTo>
                <a:lnTo>
                  <a:pt x="0" y="397908"/>
                </a:lnTo>
                <a:lnTo>
                  <a:pt x="755" y="425152"/>
                </a:lnTo>
                <a:lnTo>
                  <a:pt x="2987" y="451902"/>
                </a:lnTo>
                <a:lnTo>
                  <a:pt x="6648" y="478101"/>
                </a:lnTo>
                <a:lnTo>
                  <a:pt x="11689" y="503688"/>
                </a:lnTo>
                <a:lnTo>
                  <a:pt x="18062" y="528605"/>
                </a:lnTo>
                <a:lnTo>
                  <a:pt x="25716" y="552792"/>
                </a:lnTo>
                <a:lnTo>
                  <a:pt x="34605" y="576191"/>
                </a:lnTo>
                <a:lnTo>
                  <a:pt x="44678" y="598740"/>
                </a:lnTo>
                <a:lnTo>
                  <a:pt x="55888" y="620383"/>
                </a:lnTo>
                <a:lnTo>
                  <a:pt x="68185" y="641058"/>
                </a:lnTo>
                <a:lnTo>
                  <a:pt x="81521" y="660708"/>
                </a:lnTo>
                <a:lnTo>
                  <a:pt x="95847" y="679272"/>
                </a:lnTo>
                <a:lnTo>
                  <a:pt x="111114" y="696692"/>
                </a:lnTo>
                <a:lnTo>
                  <a:pt x="127274" y="712908"/>
                </a:lnTo>
                <a:lnTo>
                  <a:pt x="144278" y="727860"/>
                </a:lnTo>
                <a:lnTo>
                  <a:pt x="162077" y="741491"/>
                </a:lnTo>
                <a:lnTo>
                  <a:pt x="180622" y="753740"/>
                </a:lnTo>
                <a:lnTo>
                  <a:pt x="199865" y="764547"/>
                </a:lnTo>
                <a:lnTo>
                  <a:pt x="219756" y="773855"/>
                </a:lnTo>
                <a:lnTo>
                  <a:pt x="240248" y="781603"/>
                </a:lnTo>
                <a:lnTo>
                  <a:pt x="261291" y="787733"/>
                </a:lnTo>
                <a:lnTo>
                  <a:pt x="282837" y="792185"/>
                </a:lnTo>
                <a:lnTo>
                  <a:pt x="304837" y="794899"/>
                </a:lnTo>
                <a:lnTo>
                  <a:pt x="327230" y="795817"/>
                </a:lnTo>
                <a:lnTo>
                  <a:pt x="1274731" y="795817"/>
                </a:lnTo>
                <a:close/>
              </a:path>
            </a:pathLst>
          </a:custGeom>
          <a:solidFill xmlns:a="http://schemas.openxmlformats.org/drawingml/2006/main">
            <a:srgbClr val="572F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LearningStrategy">
            <a:extLst xmlns:a="http://schemas.openxmlformats.org/drawingml/2006/main">
              <a:ext uri="{FF2B5EF4-FFF2-40B4-BE49-F238E27FC236}">
                <a16:creationId xmlns:a16="http://schemas.microsoft.com/office/drawing/2014/main" id="{46B0564E-ACF6-4609-B3D9-9C506EAF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04" y="4252173"/>
            <a:ext cx="1092651" cy="131457"/>
          </a:xfrm>
          <a:custGeom xmlns:a="http://schemas.openxmlformats.org/drawingml/2006/main">
            <a:pathLst>
              <a:path w="1092651" h="131457">
                <a:moveTo>
                  <a:pt x="20235" y="85659"/>
                </a:moveTo>
                <a:lnTo>
                  <a:pt x="63199" y="85659"/>
                </a:lnTo>
                <a:lnTo>
                  <a:pt x="63199" y="101915"/>
                </a:lnTo>
                <a:lnTo>
                  <a:pt x="0" y="101915"/>
                </a:lnTo>
                <a:lnTo>
                  <a:pt x="0" y="3710"/>
                </a:lnTo>
                <a:lnTo>
                  <a:pt x="20235" y="3710"/>
                </a:lnTo>
                <a:lnTo>
                  <a:pt x="20235" y="85659"/>
                </a:lnTo>
                <a:close/>
                <a:moveTo>
                  <a:pt x="107078" y="103263"/>
                </a:moveTo>
                <a:cubicBezTo>
                  <a:pt x="96376" y="103263"/>
                  <a:pt x="87664" y="99981"/>
                  <a:pt x="80942" y="93416"/>
                </a:cubicBezTo>
                <a:cubicBezTo>
                  <a:pt x="74219" y="86851"/>
                  <a:pt x="70858" y="78105"/>
                  <a:pt x="70858" y="67179"/>
                </a:cubicBezTo>
                <a:lnTo>
                  <a:pt x="70858" y="65290"/>
                </a:lnTo>
                <a:cubicBezTo>
                  <a:pt x="70858" y="57961"/>
                  <a:pt x="72274" y="51407"/>
                  <a:pt x="75107" y="45629"/>
                </a:cubicBezTo>
                <a:cubicBezTo>
                  <a:pt x="77940" y="39851"/>
                  <a:pt x="81953" y="35399"/>
                  <a:pt x="87147" y="32274"/>
                </a:cubicBezTo>
                <a:cubicBezTo>
                  <a:pt x="92340" y="29149"/>
                  <a:pt x="98265" y="27586"/>
                  <a:pt x="104919" y="27586"/>
                </a:cubicBezTo>
                <a:cubicBezTo>
                  <a:pt x="114902" y="27586"/>
                  <a:pt x="122760" y="30734"/>
                  <a:pt x="128493" y="37029"/>
                </a:cubicBezTo>
                <a:cubicBezTo>
                  <a:pt x="134226" y="43324"/>
                  <a:pt x="137092" y="52250"/>
                  <a:pt x="137092" y="63806"/>
                </a:cubicBezTo>
                <a:lnTo>
                  <a:pt x="137092" y="71765"/>
                </a:lnTo>
                <a:lnTo>
                  <a:pt x="90620" y="71765"/>
                </a:lnTo>
                <a:cubicBezTo>
                  <a:pt x="91250" y="76531"/>
                  <a:pt x="93150" y="80354"/>
                  <a:pt x="96320" y="83231"/>
                </a:cubicBezTo>
                <a:cubicBezTo>
                  <a:pt x="99490" y="86109"/>
                  <a:pt x="103503" y="87548"/>
                  <a:pt x="108359" y="87548"/>
                </a:cubicBezTo>
                <a:cubicBezTo>
                  <a:pt x="115869" y="87548"/>
                  <a:pt x="121737" y="84828"/>
                  <a:pt x="125963" y="79387"/>
                </a:cubicBezTo>
                <a:lnTo>
                  <a:pt x="135541" y="90111"/>
                </a:lnTo>
                <a:cubicBezTo>
                  <a:pt x="132618" y="94248"/>
                  <a:pt x="128661" y="97474"/>
                  <a:pt x="123670" y="99790"/>
                </a:cubicBezTo>
                <a:cubicBezTo>
                  <a:pt x="118679" y="102106"/>
                  <a:pt x="113148" y="103263"/>
                  <a:pt x="107078" y="103263"/>
                </a:cubicBezTo>
                <a:moveTo>
                  <a:pt x="104852" y="43369"/>
                </a:moveTo>
                <a:cubicBezTo>
                  <a:pt x="100985" y="43369"/>
                  <a:pt x="97849" y="44673"/>
                  <a:pt x="95443" y="47281"/>
                </a:cubicBezTo>
                <a:cubicBezTo>
                  <a:pt x="93037" y="49889"/>
                  <a:pt x="91497" y="53621"/>
                  <a:pt x="90823" y="58478"/>
                </a:cubicBezTo>
                <a:lnTo>
                  <a:pt x="117937" y="58478"/>
                </a:lnTo>
                <a:lnTo>
                  <a:pt x="117937" y="56926"/>
                </a:lnTo>
                <a:cubicBezTo>
                  <a:pt x="117847" y="52610"/>
                  <a:pt x="116678" y="49271"/>
                  <a:pt x="114430" y="46910"/>
                </a:cubicBezTo>
                <a:cubicBezTo>
                  <a:pt x="112181" y="44550"/>
                  <a:pt x="108989" y="43369"/>
                  <a:pt x="104852" y="43369"/>
                </a:cubicBezTo>
                <a:close/>
                <a:moveTo>
                  <a:pt x="190414" y="101915"/>
                </a:moveTo>
                <a:cubicBezTo>
                  <a:pt x="189515" y="100161"/>
                  <a:pt x="188863" y="97980"/>
                  <a:pt x="188458" y="95372"/>
                </a:cubicBezTo>
                <a:cubicBezTo>
                  <a:pt x="183737" y="100633"/>
                  <a:pt x="177599" y="103263"/>
                  <a:pt x="170045" y="103263"/>
                </a:cubicBezTo>
                <a:cubicBezTo>
                  <a:pt x="162895" y="103263"/>
                  <a:pt x="156971" y="101192"/>
                  <a:pt x="152272" y="97050"/>
                </a:cubicBezTo>
                <a:cubicBezTo>
                  <a:pt x="147573" y="92906"/>
                  <a:pt x="145224" y="87682"/>
                  <a:pt x="145224" y="81379"/>
                </a:cubicBezTo>
                <a:cubicBezTo>
                  <a:pt x="145224" y="73633"/>
                  <a:pt x="148090" y="67689"/>
                  <a:pt x="153823" y="63547"/>
                </a:cubicBezTo>
                <a:cubicBezTo>
                  <a:pt x="159556" y="59403"/>
                  <a:pt x="167841" y="57309"/>
                  <a:pt x="178678" y="57264"/>
                </a:cubicBezTo>
                <a:lnTo>
                  <a:pt x="187649" y="57264"/>
                </a:lnTo>
                <a:lnTo>
                  <a:pt x="187649" y="53101"/>
                </a:lnTo>
                <a:cubicBezTo>
                  <a:pt x="187649" y="49742"/>
                  <a:pt x="186783" y="47056"/>
                  <a:pt x="185052" y="45043"/>
                </a:cubicBezTo>
                <a:cubicBezTo>
                  <a:pt x="183321" y="43028"/>
                  <a:pt x="180589" y="42020"/>
                  <a:pt x="176857" y="42020"/>
                </a:cubicBezTo>
                <a:cubicBezTo>
                  <a:pt x="173574" y="42020"/>
                  <a:pt x="171000" y="42802"/>
                  <a:pt x="169134" y="44364"/>
                </a:cubicBezTo>
                <a:cubicBezTo>
                  <a:pt x="167268" y="45925"/>
                  <a:pt x="166335" y="48067"/>
                  <a:pt x="166335" y="50789"/>
                </a:cubicBezTo>
                <a:lnTo>
                  <a:pt x="146842" y="50789"/>
                </a:lnTo>
                <a:cubicBezTo>
                  <a:pt x="146842" y="46575"/>
                  <a:pt x="148146" y="42674"/>
                  <a:pt x="150754" y="39088"/>
                </a:cubicBezTo>
                <a:cubicBezTo>
                  <a:pt x="153362" y="35501"/>
                  <a:pt x="157049" y="32687"/>
                  <a:pt x="161816" y="30647"/>
                </a:cubicBezTo>
                <a:cubicBezTo>
                  <a:pt x="166582" y="28607"/>
                  <a:pt x="171933" y="27586"/>
                  <a:pt x="177869" y="27586"/>
                </a:cubicBezTo>
                <a:cubicBezTo>
                  <a:pt x="186862" y="27586"/>
                  <a:pt x="194000" y="29846"/>
                  <a:pt x="199283" y="34365"/>
                </a:cubicBezTo>
                <a:cubicBezTo>
                  <a:pt x="204567" y="38884"/>
                  <a:pt x="207209" y="45235"/>
                  <a:pt x="207209" y="53419"/>
                </a:cubicBezTo>
                <a:lnTo>
                  <a:pt x="207209" y="85052"/>
                </a:lnTo>
                <a:cubicBezTo>
                  <a:pt x="207254" y="91977"/>
                  <a:pt x="208220" y="97216"/>
                  <a:pt x="210109" y="100768"/>
                </a:cubicBezTo>
                <a:lnTo>
                  <a:pt x="210109" y="101915"/>
                </a:lnTo>
                <a:lnTo>
                  <a:pt x="190414" y="101915"/>
                </a:lnTo>
                <a:moveTo>
                  <a:pt x="174294" y="88357"/>
                </a:moveTo>
                <a:cubicBezTo>
                  <a:pt x="177172" y="88357"/>
                  <a:pt x="179825" y="87715"/>
                  <a:pt x="182253" y="86429"/>
                </a:cubicBezTo>
                <a:cubicBezTo>
                  <a:pt x="184681" y="85143"/>
                  <a:pt x="186479" y="83417"/>
                  <a:pt x="187649" y="81250"/>
                </a:cubicBezTo>
                <a:lnTo>
                  <a:pt x="187649" y="68662"/>
                </a:lnTo>
                <a:lnTo>
                  <a:pt x="180364" y="68662"/>
                </a:lnTo>
                <a:cubicBezTo>
                  <a:pt x="170607" y="68662"/>
                  <a:pt x="165413" y="72046"/>
                  <a:pt x="164784" y="78813"/>
                </a:cubicBezTo>
                <a:lnTo>
                  <a:pt x="164716" y="79964"/>
                </a:lnTo>
                <a:cubicBezTo>
                  <a:pt x="164716" y="82401"/>
                  <a:pt x="165570" y="84409"/>
                  <a:pt x="167279" y="85988"/>
                </a:cubicBezTo>
                <a:cubicBezTo>
                  <a:pt x="168988" y="87568"/>
                  <a:pt x="171326" y="88357"/>
                  <a:pt x="174294" y="88357"/>
                </a:cubicBezTo>
                <a:close/>
                <a:moveTo>
                  <a:pt x="263161" y="47214"/>
                </a:moveTo>
                <a:cubicBezTo>
                  <a:pt x="260508" y="46854"/>
                  <a:pt x="258170" y="46674"/>
                  <a:pt x="256146" y="46674"/>
                </a:cubicBezTo>
                <a:cubicBezTo>
                  <a:pt x="248772" y="46674"/>
                  <a:pt x="243938" y="49170"/>
                  <a:pt x="241645" y="54161"/>
                </a:cubicBezTo>
                <a:lnTo>
                  <a:pt x="241645" y="101915"/>
                </a:lnTo>
                <a:lnTo>
                  <a:pt x="222152" y="101915"/>
                </a:lnTo>
                <a:lnTo>
                  <a:pt x="222152" y="28935"/>
                </a:lnTo>
                <a:lnTo>
                  <a:pt x="240566" y="28935"/>
                </a:lnTo>
                <a:lnTo>
                  <a:pt x="241105" y="37636"/>
                </a:lnTo>
                <a:cubicBezTo>
                  <a:pt x="245017" y="30936"/>
                  <a:pt x="250436" y="27586"/>
                  <a:pt x="257360" y="27586"/>
                </a:cubicBezTo>
                <a:cubicBezTo>
                  <a:pt x="259519" y="27586"/>
                  <a:pt x="261542" y="27879"/>
                  <a:pt x="263431" y="28463"/>
                </a:cubicBezTo>
                <a:lnTo>
                  <a:pt x="263161" y="47214"/>
                </a:lnTo>
                <a:close/>
                <a:moveTo>
                  <a:pt x="290457" y="28935"/>
                </a:moveTo>
                <a:lnTo>
                  <a:pt x="291064" y="37366"/>
                </a:lnTo>
                <a:cubicBezTo>
                  <a:pt x="296280" y="30846"/>
                  <a:pt x="303272" y="27586"/>
                  <a:pt x="312041" y="27586"/>
                </a:cubicBezTo>
                <a:cubicBezTo>
                  <a:pt x="319775" y="27586"/>
                  <a:pt x="325530" y="29857"/>
                  <a:pt x="329307" y="34399"/>
                </a:cubicBezTo>
                <a:cubicBezTo>
                  <a:pt x="333084" y="38940"/>
                  <a:pt x="335018" y="45730"/>
                  <a:pt x="335108" y="54768"/>
                </a:cubicBezTo>
                <a:lnTo>
                  <a:pt x="335108" y="101915"/>
                </a:lnTo>
                <a:lnTo>
                  <a:pt x="315615" y="101915"/>
                </a:lnTo>
                <a:lnTo>
                  <a:pt x="315615" y="55240"/>
                </a:lnTo>
                <a:cubicBezTo>
                  <a:pt x="315615" y="51103"/>
                  <a:pt x="314716" y="48102"/>
                  <a:pt x="312917" y="46236"/>
                </a:cubicBezTo>
                <a:cubicBezTo>
                  <a:pt x="311119" y="44370"/>
                  <a:pt x="308129" y="43437"/>
                  <a:pt x="303947" y="43437"/>
                </a:cubicBezTo>
                <a:cubicBezTo>
                  <a:pt x="298461" y="43437"/>
                  <a:pt x="294347" y="45775"/>
                  <a:pt x="291604" y="50451"/>
                </a:cubicBezTo>
                <a:lnTo>
                  <a:pt x="291604" y="101915"/>
                </a:lnTo>
                <a:lnTo>
                  <a:pt x="272111" y="101915"/>
                </a:lnTo>
                <a:lnTo>
                  <a:pt x="272111" y="28935"/>
                </a:lnTo>
                <a:lnTo>
                  <a:pt x="290457" y="28935"/>
                </a:lnTo>
                <a:close/>
                <a:moveTo>
                  <a:pt x="370420" y="101915"/>
                </a:moveTo>
                <a:lnTo>
                  <a:pt x="350860" y="101915"/>
                </a:lnTo>
                <a:lnTo>
                  <a:pt x="350860" y="28935"/>
                </a:lnTo>
                <a:lnTo>
                  <a:pt x="370420" y="28935"/>
                </a:lnTo>
                <a:lnTo>
                  <a:pt x="370420" y="101915"/>
                </a:lnTo>
                <a:moveTo>
                  <a:pt x="349713" y="10050"/>
                </a:moveTo>
                <a:cubicBezTo>
                  <a:pt x="349713" y="7127"/>
                  <a:pt x="350691" y="4721"/>
                  <a:pt x="352647" y="2833"/>
                </a:cubicBezTo>
                <a:cubicBezTo>
                  <a:pt x="354603" y="944"/>
                  <a:pt x="357267" y="0"/>
                  <a:pt x="360640" y="0"/>
                </a:cubicBezTo>
                <a:cubicBezTo>
                  <a:pt x="363967" y="0"/>
                  <a:pt x="366620" y="944"/>
                  <a:pt x="368599" y="2833"/>
                </a:cubicBezTo>
                <a:cubicBezTo>
                  <a:pt x="370577" y="4721"/>
                  <a:pt x="371566" y="7127"/>
                  <a:pt x="371566" y="10050"/>
                </a:cubicBezTo>
                <a:cubicBezTo>
                  <a:pt x="371566" y="13018"/>
                  <a:pt x="370566" y="15446"/>
                  <a:pt x="368565" y="17334"/>
                </a:cubicBezTo>
                <a:cubicBezTo>
                  <a:pt x="366564" y="19223"/>
                  <a:pt x="363922" y="20167"/>
                  <a:pt x="360640" y="20167"/>
                </a:cubicBezTo>
                <a:cubicBezTo>
                  <a:pt x="357357" y="20167"/>
                  <a:pt x="354715" y="19223"/>
                  <a:pt x="352714" y="17334"/>
                </a:cubicBezTo>
                <a:cubicBezTo>
                  <a:pt x="350713" y="15446"/>
                  <a:pt x="349713" y="13018"/>
                  <a:pt x="349713" y="10050"/>
                </a:cubicBezTo>
                <a:close/>
                <a:moveTo>
                  <a:pt x="404399" y="28935"/>
                </a:moveTo>
                <a:lnTo>
                  <a:pt x="405006" y="37366"/>
                </a:lnTo>
                <a:cubicBezTo>
                  <a:pt x="410222" y="30846"/>
                  <a:pt x="417214" y="27586"/>
                  <a:pt x="425982" y="27586"/>
                </a:cubicBezTo>
                <a:cubicBezTo>
                  <a:pt x="433716" y="27586"/>
                  <a:pt x="439472" y="29857"/>
                  <a:pt x="443249" y="34399"/>
                </a:cubicBezTo>
                <a:cubicBezTo>
                  <a:pt x="447026" y="38940"/>
                  <a:pt x="448960" y="45730"/>
                  <a:pt x="449050" y="54768"/>
                </a:cubicBezTo>
                <a:lnTo>
                  <a:pt x="449050" y="101915"/>
                </a:lnTo>
                <a:lnTo>
                  <a:pt x="429557" y="101915"/>
                </a:lnTo>
                <a:lnTo>
                  <a:pt x="429557" y="55240"/>
                </a:lnTo>
                <a:cubicBezTo>
                  <a:pt x="429557" y="51103"/>
                  <a:pt x="428658" y="48102"/>
                  <a:pt x="426859" y="46236"/>
                </a:cubicBezTo>
                <a:cubicBezTo>
                  <a:pt x="425060" y="44370"/>
                  <a:pt x="422070" y="43437"/>
                  <a:pt x="417888" y="43437"/>
                </a:cubicBezTo>
                <a:cubicBezTo>
                  <a:pt x="412403" y="43437"/>
                  <a:pt x="408288" y="45775"/>
                  <a:pt x="405545" y="50451"/>
                </a:cubicBezTo>
                <a:lnTo>
                  <a:pt x="405545" y="101915"/>
                </a:lnTo>
                <a:lnTo>
                  <a:pt x="386053" y="101915"/>
                </a:lnTo>
                <a:lnTo>
                  <a:pt x="386053" y="28935"/>
                </a:lnTo>
                <a:lnTo>
                  <a:pt x="404399" y="28935"/>
                </a:lnTo>
                <a:close/>
                <a:moveTo>
                  <a:pt x="460957" y="64885"/>
                </a:moveTo>
                <a:cubicBezTo>
                  <a:pt x="460957" y="53689"/>
                  <a:pt x="463621" y="44673"/>
                  <a:pt x="468949" y="37839"/>
                </a:cubicBezTo>
                <a:cubicBezTo>
                  <a:pt x="474278" y="31004"/>
                  <a:pt x="481461" y="27586"/>
                  <a:pt x="490499" y="27586"/>
                </a:cubicBezTo>
                <a:cubicBezTo>
                  <a:pt x="498503" y="27586"/>
                  <a:pt x="504731" y="30329"/>
                  <a:pt x="509182" y="35815"/>
                </a:cubicBezTo>
                <a:lnTo>
                  <a:pt x="509992" y="28935"/>
                </a:lnTo>
                <a:lnTo>
                  <a:pt x="527663" y="28935"/>
                </a:lnTo>
                <a:lnTo>
                  <a:pt x="527663" y="99486"/>
                </a:lnTo>
                <a:cubicBezTo>
                  <a:pt x="527663" y="105871"/>
                  <a:pt x="526213" y="111425"/>
                  <a:pt x="523313" y="116146"/>
                </a:cubicBezTo>
                <a:cubicBezTo>
                  <a:pt x="520412" y="120868"/>
                  <a:pt x="516332" y="124465"/>
                  <a:pt x="511071" y="126938"/>
                </a:cubicBezTo>
                <a:cubicBezTo>
                  <a:pt x="505810" y="129411"/>
                  <a:pt x="499650" y="130648"/>
                  <a:pt x="492590" y="130648"/>
                </a:cubicBezTo>
                <a:cubicBezTo>
                  <a:pt x="487239" y="130648"/>
                  <a:pt x="482023" y="129580"/>
                  <a:pt x="476942" y="127444"/>
                </a:cubicBezTo>
                <a:cubicBezTo>
                  <a:pt x="471861" y="125308"/>
                  <a:pt x="468016" y="122554"/>
                  <a:pt x="465408" y="119181"/>
                </a:cubicBezTo>
                <a:lnTo>
                  <a:pt x="474042" y="107310"/>
                </a:lnTo>
                <a:cubicBezTo>
                  <a:pt x="478898" y="112751"/>
                  <a:pt x="484788" y="115472"/>
                  <a:pt x="491713" y="115472"/>
                </a:cubicBezTo>
                <a:cubicBezTo>
                  <a:pt x="496884" y="115472"/>
                  <a:pt x="500909" y="114089"/>
                  <a:pt x="503786" y="111324"/>
                </a:cubicBezTo>
                <a:cubicBezTo>
                  <a:pt x="506664" y="108558"/>
                  <a:pt x="508103" y="104635"/>
                  <a:pt x="508103" y="99554"/>
                </a:cubicBezTo>
                <a:lnTo>
                  <a:pt x="508103" y="95642"/>
                </a:lnTo>
                <a:cubicBezTo>
                  <a:pt x="503607" y="100723"/>
                  <a:pt x="497694" y="103263"/>
                  <a:pt x="490364" y="103263"/>
                </a:cubicBezTo>
                <a:cubicBezTo>
                  <a:pt x="481596" y="103263"/>
                  <a:pt x="474503" y="99835"/>
                  <a:pt x="469084" y="92978"/>
                </a:cubicBezTo>
                <a:cubicBezTo>
                  <a:pt x="463666" y="86120"/>
                  <a:pt x="460957" y="77026"/>
                  <a:pt x="460957" y="65695"/>
                </a:cubicBezTo>
                <a:lnTo>
                  <a:pt x="460957" y="64885"/>
                </a:lnTo>
                <a:moveTo>
                  <a:pt x="480449" y="66302"/>
                </a:moveTo>
                <a:cubicBezTo>
                  <a:pt x="480449" y="72912"/>
                  <a:pt x="481776" y="78094"/>
                  <a:pt x="484429" y="81849"/>
                </a:cubicBezTo>
                <a:cubicBezTo>
                  <a:pt x="487082" y="85603"/>
                  <a:pt x="490724" y="87481"/>
                  <a:pt x="495355" y="87481"/>
                </a:cubicBezTo>
                <a:cubicBezTo>
                  <a:pt x="501291" y="87481"/>
                  <a:pt x="505540" y="85255"/>
                  <a:pt x="508103" y="80803"/>
                </a:cubicBezTo>
                <a:lnTo>
                  <a:pt x="508103" y="50114"/>
                </a:lnTo>
                <a:cubicBezTo>
                  <a:pt x="505495" y="45663"/>
                  <a:pt x="501291" y="43437"/>
                  <a:pt x="495490" y="43437"/>
                </a:cubicBezTo>
                <a:cubicBezTo>
                  <a:pt x="490814" y="43437"/>
                  <a:pt x="487138" y="45348"/>
                  <a:pt x="484462" y="49170"/>
                </a:cubicBezTo>
                <a:cubicBezTo>
                  <a:pt x="481787" y="52992"/>
                  <a:pt x="480449" y="58703"/>
                  <a:pt x="480449" y="66302"/>
                </a:cubicBezTo>
                <a:close/>
                <a:moveTo>
                  <a:pt x="629195" y="76149"/>
                </a:moveTo>
                <a:cubicBezTo>
                  <a:pt x="629195" y="72327"/>
                  <a:pt x="627846" y="69393"/>
                  <a:pt x="625148" y="67347"/>
                </a:cubicBezTo>
                <a:cubicBezTo>
                  <a:pt x="622450" y="65301"/>
                  <a:pt x="617593" y="63143"/>
                  <a:pt x="610579" y="60872"/>
                </a:cubicBezTo>
                <a:cubicBezTo>
                  <a:pt x="603564" y="58601"/>
                  <a:pt x="598011" y="56364"/>
                  <a:pt x="593919" y="54161"/>
                </a:cubicBezTo>
                <a:cubicBezTo>
                  <a:pt x="582768" y="48136"/>
                  <a:pt x="577192" y="40019"/>
                  <a:pt x="577192" y="29812"/>
                </a:cubicBezTo>
                <a:cubicBezTo>
                  <a:pt x="577192" y="24506"/>
                  <a:pt x="578687" y="19774"/>
                  <a:pt x="581677" y="15614"/>
                </a:cubicBezTo>
                <a:cubicBezTo>
                  <a:pt x="584667" y="11455"/>
                  <a:pt x="588962" y="8206"/>
                  <a:pt x="594560" y="5868"/>
                </a:cubicBezTo>
                <a:cubicBezTo>
                  <a:pt x="600158" y="3530"/>
                  <a:pt x="606442" y="2361"/>
                  <a:pt x="613412" y="2361"/>
                </a:cubicBezTo>
                <a:cubicBezTo>
                  <a:pt x="620426" y="2361"/>
                  <a:pt x="626677" y="3631"/>
                  <a:pt x="632162" y="6172"/>
                </a:cubicBezTo>
                <a:cubicBezTo>
                  <a:pt x="637648" y="8712"/>
                  <a:pt x="641909" y="12298"/>
                  <a:pt x="644944" y="16930"/>
                </a:cubicBezTo>
                <a:cubicBezTo>
                  <a:pt x="647979" y="21561"/>
                  <a:pt x="649497" y="26822"/>
                  <a:pt x="649497" y="32712"/>
                </a:cubicBezTo>
                <a:lnTo>
                  <a:pt x="629262" y="32712"/>
                </a:lnTo>
                <a:cubicBezTo>
                  <a:pt x="629262" y="28216"/>
                  <a:pt x="627846" y="24720"/>
                  <a:pt x="625013" y="22224"/>
                </a:cubicBezTo>
                <a:cubicBezTo>
                  <a:pt x="622180" y="19729"/>
                  <a:pt x="618200" y="18481"/>
                  <a:pt x="613074" y="18481"/>
                </a:cubicBezTo>
                <a:cubicBezTo>
                  <a:pt x="608128" y="18481"/>
                  <a:pt x="604284" y="19526"/>
                  <a:pt x="601541" y="21617"/>
                </a:cubicBezTo>
                <a:cubicBezTo>
                  <a:pt x="598798" y="23708"/>
                  <a:pt x="597426" y="26462"/>
                  <a:pt x="597426" y="29880"/>
                </a:cubicBezTo>
                <a:cubicBezTo>
                  <a:pt x="597426" y="33072"/>
                  <a:pt x="599034" y="35748"/>
                  <a:pt x="602249" y="37906"/>
                </a:cubicBezTo>
                <a:cubicBezTo>
                  <a:pt x="605464" y="40064"/>
                  <a:pt x="610197" y="42088"/>
                  <a:pt x="616447" y="43976"/>
                </a:cubicBezTo>
                <a:cubicBezTo>
                  <a:pt x="627958" y="47439"/>
                  <a:pt x="636344" y="51733"/>
                  <a:pt x="641605" y="56859"/>
                </a:cubicBezTo>
                <a:cubicBezTo>
                  <a:pt x="646866" y="61985"/>
                  <a:pt x="649497" y="68370"/>
                  <a:pt x="649497" y="76014"/>
                </a:cubicBezTo>
                <a:cubicBezTo>
                  <a:pt x="649497" y="84513"/>
                  <a:pt x="646282" y="91179"/>
                  <a:pt x="639851" y="96013"/>
                </a:cubicBezTo>
                <a:cubicBezTo>
                  <a:pt x="633421" y="100847"/>
                  <a:pt x="624765" y="103263"/>
                  <a:pt x="613884" y="103263"/>
                </a:cubicBezTo>
                <a:cubicBezTo>
                  <a:pt x="606330" y="103263"/>
                  <a:pt x="599450" y="101881"/>
                  <a:pt x="593245" y="99115"/>
                </a:cubicBezTo>
                <a:cubicBezTo>
                  <a:pt x="587039" y="96350"/>
                  <a:pt x="582307" y="92562"/>
                  <a:pt x="579047" y="87750"/>
                </a:cubicBezTo>
                <a:cubicBezTo>
                  <a:pt x="575787" y="82939"/>
                  <a:pt x="574157" y="77363"/>
                  <a:pt x="574157" y="71023"/>
                </a:cubicBezTo>
                <a:lnTo>
                  <a:pt x="594459" y="71023"/>
                </a:lnTo>
                <a:cubicBezTo>
                  <a:pt x="594459" y="81860"/>
                  <a:pt x="600934" y="87278"/>
                  <a:pt x="613884" y="87278"/>
                </a:cubicBezTo>
                <a:cubicBezTo>
                  <a:pt x="618695" y="87278"/>
                  <a:pt x="622450" y="86300"/>
                  <a:pt x="625148" y="84344"/>
                </a:cubicBezTo>
                <a:cubicBezTo>
                  <a:pt x="627846" y="82388"/>
                  <a:pt x="629195" y="79657"/>
                  <a:pt x="629195" y="76149"/>
                </a:cubicBezTo>
                <a:close/>
                <a:moveTo>
                  <a:pt x="685210" y="10994"/>
                </a:moveTo>
                <a:lnTo>
                  <a:pt x="685210" y="28935"/>
                </a:lnTo>
                <a:lnTo>
                  <a:pt x="697688" y="28935"/>
                </a:lnTo>
                <a:lnTo>
                  <a:pt x="697688" y="43234"/>
                </a:lnTo>
                <a:lnTo>
                  <a:pt x="685210" y="43234"/>
                </a:lnTo>
                <a:lnTo>
                  <a:pt x="685210" y="79657"/>
                </a:lnTo>
                <a:cubicBezTo>
                  <a:pt x="685210" y="82354"/>
                  <a:pt x="685727" y="84288"/>
                  <a:pt x="686761" y="85457"/>
                </a:cubicBezTo>
                <a:cubicBezTo>
                  <a:pt x="687796" y="86626"/>
                  <a:pt x="689774" y="87211"/>
                  <a:pt x="692697" y="87211"/>
                </a:cubicBezTo>
                <a:cubicBezTo>
                  <a:pt x="694855" y="87211"/>
                  <a:pt x="696766" y="87053"/>
                  <a:pt x="698430" y="86739"/>
                </a:cubicBezTo>
                <a:lnTo>
                  <a:pt x="698430" y="101510"/>
                </a:lnTo>
                <a:cubicBezTo>
                  <a:pt x="694608" y="102679"/>
                  <a:pt x="690673" y="103263"/>
                  <a:pt x="686626" y="103263"/>
                </a:cubicBezTo>
                <a:cubicBezTo>
                  <a:pt x="672957" y="103263"/>
                  <a:pt x="665987" y="96361"/>
                  <a:pt x="665717" y="82557"/>
                </a:cubicBezTo>
                <a:lnTo>
                  <a:pt x="665717" y="43234"/>
                </a:lnTo>
                <a:lnTo>
                  <a:pt x="655061" y="43234"/>
                </a:lnTo>
                <a:lnTo>
                  <a:pt x="655061" y="28935"/>
                </a:lnTo>
                <a:lnTo>
                  <a:pt x="665717" y="28935"/>
                </a:lnTo>
                <a:lnTo>
                  <a:pt x="665717" y="10994"/>
                </a:lnTo>
                <a:lnTo>
                  <a:pt x="685210" y="10994"/>
                </a:lnTo>
                <a:close/>
                <a:moveTo>
                  <a:pt x="749537" y="47214"/>
                </a:moveTo>
                <a:cubicBezTo>
                  <a:pt x="746884" y="46854"/>
                  <a:pt x="744546" y="46674"/>
                  <a:pt x="742522" y="46674"/>
                </a:cubicBezTo>
                <a:cubicBezTo>
                  <a:pt x="735148" y="46674"/>
                  <a:pt x="730314" y="49170"/>
                  <a:pt x="728021" y="54161"/>
                </a:cubicBezTo>
                <a:lnTo>
                  <a:pt x="728021" y="101915"/>
                </a:lnTo>
                <a:lnTo>
                  <a:pt x="708528" y="101915"/>
                </a:lnTo>
                <a:lnTo>
                  <a:pt x="708528" y="28935"/>
                </a:lnTo>
                <a:lnTo>
                  <a:pt x="726942" y="28935"/>
                </a:lnTo>
                <a:lnTo>
                  <a:pt x="727481" y="37636"/>
                </a:lnTo>
                <a:cubicBezTo>
                  <a:pt x="731393" y="30936"/>
                  <a:pt x="736812" y="27586"/>
                  <a:pt x="743736" y="27586"/>
                </a:cubicBezTo>
                <a:cubicBezTo>
                  <a:pt x="745895" y="27586"/>
                  <a:pt x="747918" y="27879"/>
                  <a:pt x="749807" y="28463"/>
                </a:cubicBezTo>
                <a:lnTo>
                  <a:pt x="749537" y="47214"/>
                </a:lnTo>
                <a:close/>
                <a:moveTo>
                  <a:pt x="799159" y="101915"/>
                </a:moveTo>
                <a:cubicBezTo>
                  <a:pt x="798259" y="100161"/>
                  <a:pt x="797607" y="97980"/>
                  <a:pt x="797203" y="95372"/>
                </a:cubicBezTo>
                <a:cubicBezTo>
                  <a:pt x="792481" y="100633"/>
                  <a:pt x="786343" y="103263"/>
                  <a:pt x="778789" y="103263"/>
                </a:cubicBezTo>
                <a:cubicBezTo>
                  <a:pt x="771640" y="103263"/>
                  <a:pt x="765715" y="101192"/>
                  <a:pt x="761017" y="97050"/>
                </a:cubicBezTo>
                <a:cubicBezTo>
                  <a:pt x="756318" y="92906"/>
                  <a:pt x="753968" y="87682"/>
                  <a:pt x="753968" y="81379"/>
                </a:cubicBezTo>
                <a:cubicBezTo>
                  <a:pt x="753968" y="73633"/>
                  <a:pt x="756835" y="67689"/>
                  <a:pt x="762568" y="63547"/>
                </a:cubicBezTo>
                <a:cubicBezTo>
                  <a:pt x="768301" y="59403"/>
                  <a:pt x="776586" y="57309"/>
                  <a:pt x="787423" y="57264"/>
                </a:cubicBezTo>
                <a:lnTo>
                  <a:pt x="796393" y="57264"/>
                </a:lnTo>
                <a:lnTo>
                  <a:pt x="796393" y="53101"/>
                </a:lnTo>
                <a:cubicBezTo>
                  <a:pt x="796393" y="49742"/>
                  <a:pt x="795528" y="47056"/>
                  <a:pt x="793796" y="45043"/>
                </a:cubicBezTo>
                <a:cubicBezTo>
                  <a:pt x="792065" y="43028"/>
                  <a:pt x="789334" y="42020"/>
                  <a:pt x="785602" y="42020"/>
                </a:cubicBezTo>
                <a:cubicBezTo>
                  <a:pt x="782319" y="42020"/>
                  <a:pt x="779745" y="42802"/>
                  <a:pt x="777879" y="44364"/>
                </a:cubicBezTo>
                <a:cubicBezTo>
                  <a:pt x="776013" y="45925"/>
                  <a:pt x="775080" y="48067"/>
                  <a:pt x="775080" y="50789"/>
                </a:cubicBezTo>
                <a:lnTo>
                  <a:pt x="755587" y="50789"/>
                </a:lnTo>
                <a:cubicBezTo>
                  <a:pt x="755587" y="46575"/>
                  <a:pt x="756891" y="42674"/>
                  <a:pt x="759499" y="39088"/>
                </a:cubicBezTo>
                <a:cubicBezTo>
                  <a:pt x="762107" y="35501"/>
                  <a:pt x="765794" y="32687"/>
                  <a:pt x="770561" y="30647"/>
                </a:cubicBezTo>
                <a:cubicBezTo>
                  <a:pt x="775327" y="28607"/>
                  <a:pt x="780678" y="27586"/>
                  <a:pt x="786613" y="27586"/>
                </a:cubicBezTo>
                <a:cubicBezTo>
                  <a:pt x="795606" y="27586"/>
                  <a:pt x="802745" y="29846"/>
                  <a:pt x="808028" y="34365"/>
                </a:cubicBezTo>
                <a:cubicBezTo>
                  <a:pt x="813312" y="38884"/>
                  <a:pt x="815953" y="45235"/>
                  <a:pt x="815953" y="53419"/>
                </a:cubicBezTo>
                <a:lnTo>
                  <a:pt x="815953" y="85052"/>
                </a:lnTo>
                <a:cubicBezTo>
                  <a:pt x="815998" y="91977"/>
                  <a:pt x="816965" y="97216"/>
                  <a:pt x="818854" y="100768"/>
                </a:cubicBezTo>
                <a:lnTo>
                  <a:pt x="818854" y="101915"/>
                </a:lnTo>
                <a:lnTo>
                  <a:pt x="799159" y="101915"/>
                </a:lnTo>
                <a:moveTo>
                  <a:pt x="783038" y="88357"/>
                </a:moveTo>
                <a:cubicBezTo>
                  <a:pt x="785916" y="88357"/>
                  <a:pt x="788569" y="87715"/>
                  <a:pt x="790997" y="86429"/>
                </a:cubicBezTo>
                <a:cubicBezTo>
                  <a:pt x="793426" y="85143"/>
                  <a:pt x="795224" y="83417"/>
                  <a:pt x="796393" y="81250"/>
                </a:cubicBezTo>
                <a:lnTo>
                  <a:pt x="796393" y="68662"/>
                </a:lnTo>
                <a:lnTo>
                  <a:pt x="789109" y="68662"/>
                </a:lnTo>
                <a:cubicBezTo>
                  <a:pt x="779351" y="68662"/>
                  <a:pt x="774158" y="72046"/>
                  <a:pt x="773528" y="78813"/>
                </a:cubicBezTo>
                <a:lnTo>
                  <a:pt x="773461" y="79964"/>
                </a:lnTo>
                <a:cubicBezTo>
                  <a:pt x="773461" y="82401"/>
                  <a:pt x="774315" y="84409"/>
                  <a:pt x="776024" y="85988"/>
                </a:cubicBezTo>
                <a:cubicBezTo>
                  <a:pt x="777733" y="87568"/>
                  <a:pt x="780071" y="88357"/>
                  <a:pt x="783038" y="88357"/>
                </a:cubicBezTo>
                <a:close/>
                <a:moveTo>
                  <a:pt x="854234" y="10994"/>
                </a:moveTo>
                <a:lnTo>
                  <a:pt x="854234" y="28935"/>
                </a:lnTo>
                <a:lnTo>
                  <a:pt x="866712" y="28935"/>
                </a:lnTo>
                <a:lnTo>
                  <a:pt x="866712" y="43234"/>
                </a:lnTo>
                <a:lnTo>
                  <a:pt x="854234" y="43234"/>
                </a:lnTo>
                <a:lnTo>
                  <a:pt x="854234" y="79657"/>
                </a:lnTo>
                <a:cubicBezTo>
                  <a:pt x="854234" y="82354"/>
                  <a:pt x="854751" y="84288"/>
                  <a:pt x="855785" y="85457"/>
                </a:cubicBezTo>
                <a:cubicBezTo>
                  <a:pt x="856819" y="86626"/>
                  <a:pt x="858798" y="87211"/>
                  <a:pt x="861721" y="87211"/>
                </a:cubicBezTo>
                <a:cubicBezTo>
                  <a:pt x="863879" y="87211"/>
                  <a:pt x="865790" y="87053"/>
                  <a:pt x="867454" y="86739"/>
                </a:cubicBezTo>
                <a:lnTo>
                  <a:pt x="867454" y="101510"/>
                </a:lnTo>
                <a:cubicBezTo>
                  <a:pt x="863632" y="102679"/>
                  <a:pt x="859697" y="103263"/>
                  <a:pt x="855650" y="103263"/>
                </a:cubicBezTo>
                <a:cubicBezTo>
                  <a:pt x="841981" y="103263"/>
                  <a:pt x="835011" y="96361"/>
                  <a:pt x="834741" y="82557"/>
                </a:cubicBezTo>
                <a:lnTo>
                  <a:pt x="834741" y="43234"/>
                </a:lnTo>
                <a:lnTo>
                  <a:pt x="824085" y="43234"/>
                </a:lnTo>
                <a:lnTo>
                  <a:pt x="824085" y="28935"/>
                </a:lnTo>
                <a:lnTo>
                  <a:pt x="834741" y="28935"/>
                </a:lnTo>
                <a:lnTo>
                  <a:pt x="834741" y="10994"/>
                </a:lnTo>
                <a:lnTo>
                  <a:pt x="854234" y="10994"/>
                </a:lnTo>
                <a:close/>
                <a:moveTo>
                  <a:pt x="911142" y="103263"/>
                </a:moveTo>
                <a:cubicBezTo>
                  <a:pt x="900440" y="103263"/>
                  <a:pt x="891728" y="99981"/>
                  <a:pt x="885005" y="93416"/>
                </a:cubicBezTo>
                <a:cubicBezTo>
                  <a:pt x="878283" y="86851"/>
                  <a:pt x="874922" y="78105"/>
                  <a:pt x="874922" y="67179"/>
                </a:cubicBezTo>
                <a:lnTo>
                  <a:pt x="874922" y="65290"/>
                </a:lnTo>
                <a:cubicBezTo>
                  <a:pt x="874922" y="57961"/>
                  <a:pt x="876338" y="51407"/>
                  <a:pt x="879171" y="45629"/>
                </a:cubicBezTo>
                <a:cubicBezTo>
                  <a:pt x="882004" y="39851"/>
                  <a:pt x="886017" y="35399"/>
                  <a:pt x="891211" y="32274"/>
                </a:cubicBezTo>
                <a:cubicBezTo>
                  <a:pt x="896404" y="29149"/>
                  <a:pt x="902328" y="27586"/>
                  <a:pt x="908983" y="27586"/>
                </a:cubicBezTo>
                <a:cubicBezTo>
                  <a:pt x="918966" y="27586"/>
                  <a:pt x="926823" y="30734"/>
                  <a:pt x="932556" y="37029"/>
                </a:cubicBezTo>
                <a:cubicBezTo>
                  <a:pt x="938290" y="43324"/>
                  <a:pt x="941156" y="52250"/>
                  <a:pt x="941156" y="63806"/>
                </a:cubicBezTo>
                <a:lnTo>
                  <a:pt x="941156" y="71765"/>
                </a:lnTo>
                <a:lnTo>
                  <a:pt x="894684" y="71765"/>
                </a:lnTo>
                <a:cubicBezTo>
                  <a:pt x="895314" y="76531"/>
                  <a:pt x="897213" y="80354"/>
                  <a:pt x="900384" y="83231"/>
                </a:cubicBezTo>
                <a:cubicBezTo>
                  <a:pt x="903554" y="86109"/>
                  <a:pt x="907567" y="87548"/>
                  <a:pt x="912423" y="87548"/>
                </a:cubicBezTo>
                <a:cubicBezTo>
                  <a:pt x="919932" y="87548"/>
                  <a:pt x="925800" y="84828"/>
                  <a:pt x="930027" y="79387"/>
                </a:cubicBezTo>
                <a:lnTo>
                  <a:pt x="939605" y="90111"/>
                </a:lnTo>
                <a:cubicBezTo>
                  <a:pt x="936682" y="94248"/>
                  <a:pt x="932725" y="97474"/>
                  <a:pt x="927734" y="99790"/>
                </a:cubicBezTo>
                <a:cubicBezTo>
                  <a:pt x="922743" y="102106"/>
                  <a:pt x="917212" y="103263"/>
                  <a:pt x="911142" y="103263"/>
                </a:cubicBezTo>
                <a:moveTo>
                  <a:pt x="908916" y="43369"/>
                </a:moveTo>
                <a:cubicBezTo>
                  <a:pt x="905049" y="43369"/>
                  <a:pt x="901912" y="44673"/>
                  <a:pt x="899507" y="47281"/>
                </a:cubicBezTo>
                <a:cubicBezTo>
                  <a:pt x="897101" y="49889"/>
                  <a:pt x="895561" y="53621"/>
                  <a:pt x="894886" y="58478"/>
                </a:cubicBezTo>
                <a:lnTo>
                  <a:pt x="922001" y="58478"/>
                </a:lnTo>
                <a:lnTo>
                  <a:pt x="922001" y="56926"/>
                </a:lnTo>
                <a:cubicBezTo>
                  <a:pt x="921911" y="52610"/>
                  <a:pt x="920742" y="49271"/>
                  <a:pt x="918493" y="46910"/>
                </a:cubicBezTo>
                <a:cubicBezTo>
                  <a:pt x="916245" y="44550"/>
                  <a:pt x="913053" y="43369"/>
                  <a:pt x="908916" y="43369"/>
                </a:cubicBezTo>
                <a:close/>
                <a:moveTo>
                  <a:pt x="949355" y="64885"/>
                </a:moveTo>
                <a:cubicBezTo>
                  <a:pt x="949355" y="53689"/>
                  <a:pt x="952019" y="44673"/>
                  <a:pt x="957347" y="37839"/>
                </a:cubicBezTo>
                <a:cubicBezTo>
                  <a:pt x="962676" y="31004"/>
                  <a:pt x="969859" y="27586"/>
                  <a:pt x="978897" y="27586"/>
                </a:cubicBezTo>
                <a:cubicBezTo>
                  <a:pt x="986901" y="27586"/>
                  <a:pt x="993129" y="30329"/>
                  <a:pt x="997580" y="35815"/>
                </a:cubicBezTo>
                <a:lnTo>
                  <a:pt x="998390" y="28935"/>
                </a:lnTo>
                <a:lnTo>
                  <a:pt x="1016061" y="28935"/>
                </a:lnTo>
                <a:lnTo>
                  <a:pt x="1016061" y="99486"/>
                </a:lnTo>
                <a:cubicBezTo>
                  <a:pt x="1016061" y="105871"/>
                  <a:pt x="1014611" y="111425"/>
                  <a:pt x="1011711" y="116146"/>
                </a:cubicBezTo>
                <a:cubicBezTo>
                  <a:pt x="1008810" y="120868"/>
                  <a:pt x="1004730" y="124465"/>
                  <a:pt x="999469" y="126938"/>
                </a:cubicBezTo>
                <a:cubicBezTo>
                  <a:pt x="994208" y="129411"/>
                  <a:pt x="988048" y="130648"/>
                  <a:pt x="980988" y="130648"/>
                </a:cubicBezTo>
                <a:cubicBezTo>
                  <a:pt x="975637" y="130648"/>
                  <a:pt x="970421" y="129580"/>
                  <a:pt x="965340" y="127444"/>
                </a:cubicBezTo>
                <a:cubicBezTo>
                  <a:pt x="960259" y="125308"/>
                  <a:pt x="956414" y="122554"/>
                  <a:pt x="953806" y="119181"/>
                </a:cubicBezTo>
                <a:lnTo>
                  <a:pt x="962440" y="107310"/>
                </a:lnTo>
                <a:cubicBezTo>
                  <a:pt x="967296" y="112751"/>
                  <a:pt x="973186" y="115472"/>
                  <a:pt x="980111" y="115472"/>
                </a:cubicBezTo>
                <a:cubicBezTo>
                  <a:pt x="985282" y="115472"/>
                  <a:pt x="989307" y="114089"/>
                  <a:pt x="992184" y="111324"/>
                </a:cubicBezTo>
                <a:cubicBezTo>
                  <a:pt x="995062" y="108558"/>
                  <a:pt x="996501" y="104635"/>
                  <a:pt x="996501" y="99554"/>
                </a:cubicBezTo>
                <a:lnTo>
                  <a:pt x="996501" y="95642"/>
                </a:lnTo>
                <a:cubicBezTo>
                  <a:pt x="992005" y="100723"/>
                  <a:pt x="986092" y="103263"/>
                  <a:pt x="978762" y="103263"/>
                </a:cubicBezTo>
                <a:cubicBezTo>
                  <a:pt x="969994" y="103263"/>
                  <a:pt x="962901" y="99835"/>
                  <a:pt x="957482" y="92978"/>
                </a:cubicBezTo>
                <a:cubicBezTo>
                  <a:pt x="952064" y="86120"/>
                  <a:pt x="949355" y="77026"/>
                  <a:pt x="949355" y="65695"/>
                </a:cubicBezTo>
                <a:lnTo>
                  <a:pt x="949355" y="64885"/>
                </a:lnTo>
                <a:moveTo>
                  <a:pt x="968847" y="66302"/>
                </a:moveTo>
                <a:cubicBezTo>
                  <a:pt x="968847" y="72912"/>
                  <a:pt x="970174" y="78094"/>
                  <a:pt x="972827" y="81849"/>
                </a:cubicBezTo>
                <a:cubicBezTo>
                  <a:pt x="975480" y="85603"/>
                  <a:pt x="979122" y="87481"/>
                  <a:pt x="983753" y="87481"/>
                </a:cubicBezTo>
                <a:cubicBezTo>
                  <a:pt x="989689" y="87481"/>
                  <a:pt x="993938" y="85255"/>
                  <a:pt x="996501" y="80803"/>
                </a:cubicBezTo>
                <a:lnTo>
                  <a:pt x="996501" y="50114"/>
                </a:lnTo>
                <a:cubicBezTo>
                  <a:pt x="993893" y="45663"/>
                  <a:pt x="989689" y="43437"/>
                  <a:pt x="983888" y="43437"/>
                </a:cubicBezTo>
                <a:cubicBezTo>
                  <a:pt x="979212" y="43437"/>
                  <a:pt x="975536" y="45348"/>
                  <a:pt x="972860" y="49170"/>
                </a:cubicBezTo>
                <a:cubicBezTo>
                  <a:pt x="970185" y="52992"/>
                  <a:pt x="968847" y="58703"/>
                  <a:pt x="968847" y="66302"/>
                </a:cubicBezTo>
                <a:close/>
                <a:moveTo>
                  <a:pt x="1058252" y="74358"/>
                </a:moveTo>
                <a:lnTo>
                  <a:pt x="1071742" y="28935"/>
                </a:lnTo>
                <a:lnTo>
                  <a:pt x="1092651" y="28935"/>
                </a:lnTo>
                <a:lnTo>
                  <a:pt x="1063311" y="113301"/>
                </a:lnTo>
                <a:lnTo>
                  <a:pt x="1061692" y="117149"/>
                </a:lnTo>
                <a:cubicBezTo>
                  <a:pt x="1057330" y="126688"/>
                  <a:pt x="1050136" y="131457"/>
                  <a:pt x="1040108" y="131457"/>
                </a:cubicBezTo>
                <a:cubicBezTo>
                  <a:pt x="1037275" y="131457"/>
                  <a:pt x="1034398" y="131030"/>
                  <a:pt x="1031475" y="130175"/>
                </a:cubicBezTo>
                <a:lnTo>
                  <a:pt x="1031475" y="115404"/>
                </a:lnTo>
                <a:lnTo>
                  <a:pt x="1034443" y="115472"/>
                </a:lnTo>
                <a:cubicBezTo>
                  <a:pt x="1038130" y="115472"/>
                  <a:pt x="1040884" y="114909"/>
                  <a:pt x="1042705" y="113783"/>
                </a:cubicBezTo>
                <a:cubicBezTo>
                  <a:pt x="1044526" y="112659"/>
                  <a:pt x="1045954" y="110792"/>
                  <a:pt x="1046988" y="108181"/>
                </a:cubicBezTo>
                <a:lnTo>
                  <a:pt x="1049281" y="102174"/>
                </a:lnTo>
                <a:lnTo>
                  <a:pt x="1023718" y="28935"/>
                </a:lnTo>
                <a:lnTo>
                  <a:pt x="1044695" y="28935"/>
                </a:lnTo>
                <a:lnTo>
                  <a:pt x="1058252" y="7435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[self-directed/constrained]">
            <a:extLst xmlns:a="http://schemas.openxmlformats.org/drawingml/2006/main">
              <a:ext uri="{FF2B5EF4-FFF2-40B4-BE49-F238E27FC236}">
                <a16:creationId xmlns:a16="http://schemas.microsoft.com/office/drawing/2014/main" id="{26DC6E42-0A24-4770-A131-EC28BFAF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045" y="4413206"/>
            <a:ext cx="1393042" cy="116578"/>
          </a:xfrm>
          <a:custGeom xmlns:a="http://schemas.openxmlformats.org/drawingml/2006/main">
            <a:pathLst>
              <a:path w="1393042" h="116578">
                <a:moveTo>
                  <a:pt x="24760" y="12781"/>
                </a:moveTo>
                <a:lnTo>
                  <a:pt x="16621" y="12781"/>
                </a:lnTo>
                <a:lnTo>
                  <a:pt x="16621" y="103797"/>
                </a:lnTo>
                <a:lnTo>
                  <a:pt x="24760" y="103797"/>
                </a:lnTo>
                <a:lnTo>
                  <a:pt x="24760" y="116578"/>
                </a:lnTo>
                <a:lnTo>
                  <a:pt x="0" y="116578"/>
                </a:lnTo>
                <a:lnTo>
                  <a:pt x="0" y="0"/>
                </a:lnTo>
                <a:lnTo>
                  <a:pt x="24760" y="0"/>
                </a:lnTo>
                <a:lnTo>
                  <a:pt x="24760" y="12781"/>
                </a:lnTo>
                <a:close/>
                <a:moveTo>
                  <a:pt x="65653" y="79954"/>
                </a:moveTo>
                <a:cubicBezTo>
                  <a:pt x="65653" y="77929"/>
                  <a:pt x="64650" y="76334"/>
                  <a:pt x="62644" y="75168"/>
                </a:cubicBezTo>
                <a:cubicBezTo>
                  <a:pt x="60638" y="74003"/>
                  <a:pt x="57419" y="72962"/>
                  <a:pt x="52987" y="72045"/>
                </a:cubicBezTo>
                <a:cubicBezTo>
                  <a:pt x="38238" y="68950"/>
                  <a:pt x="30863" y="62683"/>
                  <a:pt x="30863" y="53245"/>
                </a:cubicBezTo>
                <a:cubicBezTo>
                  <a:pt x="30863" y="47743"/>
                  <a:pt x="33146" y="43148"/>
                  <a:pt x="37712" y="39461"/>
                </a:cubicBezTo>
                <a:cubicBezTo>
                  <a:pt x="42278" y="35774"/>
                  <a:pt x="48248" y="33930"/>
                  <a:pt x="55623" y="33930"/>
                </a:cubicBezTo>
                <a:cubicBezTo>
                  <a:pt x="63494" y="33930"/>
                  <a:pt x="69789" y="35784"/>
                  <a:pt x="74508" y="39490"/>
                </a:cubicBezTo>
                <a:cubicBezTo>
                  <a:pt x="79227" y="43196"/>
                  <a:pt x="81587" y="48011"/>
                  <a:pt x="81587" y="53933"/>
                </a:cubicBezTo>
                <a:lnTo>
                  <a:pt x="65023" y="53933"/>
                </a:lnTo>
                <a:cubicBezTo>
                  <a:pt x="65023" y="51564"/>
                  <a:pt x="64258" y="49606"/>
                  <a:pt x="62730" y="48058"/>
                </a:cubicBezTo>
                <a:cubicBezTo>
                  <a:pt x="61202" y="46511"/>
                  <a:pt x="58814" y="45737"/>
                  <a:pt x="55566" y="45737"/>
                </a:cubicBezTo>
                <a:cubicBezTo>
                  <a:pt x="52776" y="45737"/>
                  <a:pt x="50617" y="46368"/>
                  <a:pt x="49089" y="47629"/>
                </a:cubicBezTo>
                <a:cubicBezTo>
                  <a:pt x="47561" y="48890"/>
                  <a:pt x="46797" y="50494"/>
                  <a:pt x="46797" y="52443"/>
                </a:cubicBezTo>
                <a:cubicBezTo>
                  <a:pt x="46797" y="54277"/>
                  <a:pt x="47666" y="55758"/>
                  <a:pt x="49404" y="56885"/>
                </a:cubicBezTo>
                <a:cubicBezTo>
                  <a:pt x="51143" y="58012"/>
                  <a:pt x="54075" y="58986"/>
                  <a:pt x="58202" y="59808"/>
                </a:cubicBezTo>
                <a:cubicBezTo>
                  <a:pt x="62329" y="60629"/>
                  <a:pt x="65806" y="61556"/>
                  <a:pt x="68633" y="62588"/>
                </a:cubicBezTo>
                <a:cubicBezTo>
                  <a:pt x="77383" y="65797"/>
                  <a:pt x="81759" y="71357"/>
                  <a:pt x="81759" y="79266"/>
                </a:cubicBezTo>
                <a:cubicBezTo>
                  <a:pt x="81759" y="84921"/>
                  <a:pt x="79332" y="89497"/>
                  <a:pt x="74480" y="92993"/>
                </a:cubicBezTo>
                <a:cubicBezTo>
                  <a:pt x="69627" y="96489"/>
                  <a:pt x="63360" y="98238"/>
                  <a:pt x="55680" y="98238"/>
                </a:cubicBezTo>
                <a:cubicBezTo>
                  <a:pt x="50484" y="98238"/>
                  <a:pt x="45870" y="97311"/>
                  <a:pt x="41839" y="95458"/>
                </a:cubicBezTo>
                <a:cubicBezTo>
                  <a:pt x="37808" y="93605"/>
                  <a:pt x="34646" y="91064"/>
                  <a:pt x="32353" y="87835"/>
                </a:cubicBezTo>
                <a:cubicBezTo>
                  <a:pt x="30061" y="84606"/>
                  <a:pt x="28914" y="81120"/>
                  <a:pt x="28914" y="77375"/>
                </a:cubicBezTo>
                <a:lnTo>
                  <a:pt x="44619" y="77375"/>
                </a:lnTo>
                <a:cubicBezTo>
                  <a:pt x="44771" y="80317"/>
                  <a:pt x="45860" y="82571"/>
                  <a:pt x="47885" y="84138"/>
                </a:cubicBezTo>
                <a:cubicBezTo>
                  <a:pt x="49911" y="85705"/>
                  <a:pt x="52624" y="86488"/>
                  <a:pt x="56024" y="86488"/>
                </a:cubicBezTo>
                <a:cubicBezTo>
                  <a:pt x="59196" y="86488"/>
                  <a:pt x="61593" y="85886"/>
                  <a:pt x="63217" y="84683"/>
                </a:cubicBezTo>
                <a:cubicBezTo>
                  <a:pt x="64841" y="83479"/>
                  <a:pt x="65653" y="81903"/>
                  <a:pt x="65653" y="79954"/>
                </a:cubicBezTo>
                <a:close/>
                <a:moveTo>
                  <a:pt x="120907" y="98238"/>
                </a:moveTo>
                <a:cubicBezTo>
                  <a:pt x="111813" y="98238"/>
                  <a:pt x="104410" y="95448"/>
                  <a:pt x="98697" y="89870"/>
                </a:cubicBezTo>
                <a:cubicBezTo>
                  <a:pt x="92985" y="84291"/>
                  <a:pt x="90129" y="76859"/>
                  <a:pt x="90129" y="67574"/>
                </a:cubicBezTo>
                <a:lnTo>
                  <a:pt x="90129" y="65969"/>
                </a:lnTo>
                <a:cubicBezTo>
                  <a:pt x="90129" y="59741"/>
                  <a:pt x="91333" y="54172"/>
                  <a:pt x="93740" y="49262"/>
                </a:cubicBezTo>
                <a:cubicBezTo>
                  <a:pt x="96147" y="44352"/>
                  <a:pt x="99557" y="40569"/>
                  <a:pt x="103970" y="37914"/>
                </a:cubicBezTo>
                <a:cubicBezTo>
                  <a:pt x="108384" y="35258"/>
                  <a:pt x="113418" y="33930"/>
                  <a:pt x="119073" y="33930"/>
                </a:cubicBezTo>
                <a:cubicBezTo>
                  <a:pt x="127555" y="33930"/>
                  <a:pt x="134233" y="36605"/>
                  <a:pt x="139104" y="41954"/>
                </a:cubicBezTo>
                <a:cubicBezTo>
                  <a:pt x="143976" y="47304"/>
                  <a:pt x="146412" y="54888"/>
                  <a:pt x="146412" y="64708"/>
                </a:cubicBezTo>
                <a:lnTo>
                  <a:pt x="146412" y="71472"/>
                </a:lnTo>
                <a:lnTo>
                  <a:pt x="106922" y="71472"/>
                </a:lnTo>
                <a:cubicBezTo>
                  <a:pt x="107457" y="75522"/>
                  <a:pt x="109071" y="78770"/>
                  <a:pt x="111765" y="81215"/>
                </a:cubicBezTo>
                <a:cubicBezTo>
                  <a:pt x="114459" y="83660"/>
                  <a:pt x="117869" y="84883"/>
                  <a:pt x="121996" y="84883"/>
                </a:cubicBezTo>
                <a:cubicBezTo>
                  <a:pt x="128377" y="84883"/>
                  <a:pt x="133363" y="82571"/>
                  <a:pt x="136955" y="77948"/>
                </a:cubicBezTo>
                <a:lnTo>
                  <a:pt x="145094" y="87061"/>
                </a:lnTo>
                <a:cubicBezTo>
                  <a:pt x="142610" y="90576"/>
                  <a:pt x="139248" y="93318"/>
                  <a:pt x="135006" y="95286"/>
                </a:cubicBezTo>
                <a:cubicBezTo>
                  <a:pt x="130765" y="97254"/>
                  <a:pt x="126065" y="98238"/>
                  <a:pt x="120907" y="98238"/>
                </a:cubicBezTo>
                <a:moveTo>
                  <a:pt x="119016" y="47342"/>
                </a:moveTo>
                <a:cubicBezTo>
                  <a:pt x="115730" y="47342"/>
                  <a:pt x="113064" y="48450"/>
                  <a:pt x="111020" y="50666"/>
                </a:cubicBezTo>
                <a:cubicBezTo>
                  <a:pt x="108976" y="52882"/>
                  <a:pt x="107667" y="56054"/>
                  <a:pt x="107094" y="60181"/>
                </a:cubicBezTo>
                <a:lnTo>
                  <a:pt x="130135" y="60181"/>
                </a:lnTo>
                <a:lnTo>
                  <a:pt x="130135" y="58862"/>
                </a:lnTo>
                <a:cubicBezTo>
                  <a:pt x="130058" y="55194"/>
                  <a:pt x="129065" y="52357"/>
                  <a:pt x="127154" y="50351"/>
                </a:cubicBezTo>
                <a:cubicBezTo>
                  <a:pt x="125244" y="48345"/>
                  <a:pt x="122531" y="47342"/>
                  <a:pt x="119016" y="47342"/>
                </a:cubicBezTo>
                <a:close/>
                <a:moveTo>
                  <a:pt x="173235" y="97091"/>
                </a:moveTo>
                <a:lnTo>
                  <a:pt x="156614" y="97091"/>
                </a:lnTo>
                <a:lnTo>
                  <a:pt x="156614" y="9056"/>
                </a:lnTo>
                <a:lnTo>
                  <a:pt x="173235" y="9056"/>
                </a:lnTo>
                <a:lnTo>
                  <a:pt x="173235" y="97091"/>
                </a:lnTo>
                <a:close/>
                <a:moveTo>
                  <a:pt x="191375" y="97091"/>
                </a:moveTo>
                <a:lnTo>
                  <a:pt x="191375" y="47227"/>
                </a:lnTo>
                <a:lnTo>
                  <a:pt x="182148" y="47227"/>
                </a:lnTo>
                <a:lnTo>
                  <a:pt x="182148" y="35077"/>
                </a:lnTo>
                <a:lnTo>
                  <a:pt x="191375" y="35077"/>
                </a:lnTo>
                <a:lnTo>
                  <a:pt x="191375" y="29793"/>
                </a:lnTo>
                <a:cubicBezTo>
                  <a:pt x="191375" y="22824"/>
                  <a:pt x="193372" y="17416"/>
                  <a:pt x="197365" y="13567"/>
                </a:cubicBezTo>
                <a:cubicBezTo>
                  <a:pt x="201358" y="9719"/>
                  <a:pt x="206946" y="7795"/>
                  <a:pt x="214129" y="7795"/>
                </a:cubicBezTo>
                <a:cubicBezTo>
                  <a:pt x="216422" y="7795"/>
                  <a:pt x="219230" y="8177"/>
                  <a:pt x="222555" y="8941"/>
                </a:cubicBezTo>
                <a:lnTo>
                  <a:pt x="222383" y="21780"/>
                </a:lnTo>
                <a:cubicBezTo>
                  <a:pt x="221007" y="21436"/>
                  <a:pt x="219326" y="21264"/>
                  <a:pt x="217339" y="21264"/>
                </a:cubicBezTo>
                <a:cubicBezTo>
                  <a:pt x="211111" y="21264"/>
                  <a:pt x="207997" y="24199"/>
                  <a:pt x="207997" y="30069"/>
                </a:cubicBezTo>
                <a:lnTo>
                  <a:pt x="207997" y="35077"/>
                </a:lnTo>
                <a:lnTo>
                  <a:pt x="220319" y="35077"/>
                </a:lnTo>
                <a:lnTo>
                  <a:pt x="220319" y="47227"/>
                </a:lnTo>
                <a:lnTo>
                  <a:pt x="207997" y="47227"/>
                </a:lnTo>
                <a:lnTo>
                  <a:pt x="207997" y="97091"/>
                </a:lnTo>
                <a:lnTo>
                  <a:pt x="191375" y="97091"/>
                </a:lnTo>
                <a:close/>
                <a:moveTo>
                  <a:pt x="261089" y="68033"/>
                </a:moveTo>
                <a:lnTo>
                  <a:pt x="228821" y="68033"/>
                </a:lnTo>
                <a:lnTo>
                  <a:pt x="228821" y="54678"/>
                </a:lnTo>
                <a:lnTo>
                  <a:pt x="261089" y="54678"/>
                </a:lnTo>
                <a:lnTo>
                  <a:pt x="261089" y="68033"/>
                </a:lnTo>
                <a:close/>
                <a:moveTo>
                  <a:pt x="271766" y="65625"/>
                </a:moveTo>
                <a:cubicBezTo>
                  <a:pt x="271766" y="55958"/>
                  <a:pt x="273934" y="48259"/>
                  <a:pt x="278271" y="42528"/>
                </a:cubicBezTo>
                <a:cubicBezTo>
                  <a:pt x="282608" y="36796"/>
                  <a:pt x="288540" y="33930"/>
                  <a:pt x="296067" y="33930"/>
                </a:cubicBezTo>
                <a:cubicBezTo>
                  <a:pt x="302104" y="33930"/>
                  <a:pt x="307091" y="36185"/>
                  <a:pt x="311026" y="40693"/>
                </a:cubicBezTo>
                <a:lnTo>
                  <a:pt x="311026" y="9056"/>
                </a:lnTo>
                <a:lnTo>
                  <a:pt x="327648" y="9056"/>
                </a:lnTo>
                <a:lnTo>
                  <a:pt x="327648" y="97091"/>
                </a:lnTo>
                <a:lnTo>
                  <a:pt x="312688" y="97091"/>
                </a:lnTo>
                <a:lnTo>
                  <a:pt x="311886" y="90500"/>
                </a:lnTo>
                <a:cubicBezTo>
                  <a:pt x="307759" y="95658"/>
                  <a:pt x="302448" y="98238"/>
                  <a:pt x="295952" y="98238"/>
                </a:cubicBezTo>
                <a:cubicBezTo>
                  <a:pt x="288654" y="98238"/>
                  <a:pt x="282799" y="95362"/>
                  <a:pt x="278385" y="89612"/>
                </a:cubicBezTo>
                <a:cubicBezTo>
                  <a:pt x="273972" y="83861"/>
                  <a:pt x="271766" y="75866"/>
                  <a:pt x="271766" y="65625"/>
                </a:cubicBezTo>
                <a:moveTo>
                  <a:pt x="288330" y="66829"/>
                </a:moveTo>
                <a:cubicBezTo>
                  <a:pt x="288330" y="72637"/>
                  <a:pt x="289342" y="77088"/>
                  <a:pt x="291367" y="80183"/>
                </a:cubicBezTo>
                <a:cubicBezTo>
                  <a:pt x="293392" y="83278"/>
                  <a:pt x="296335" y="84826"/>
                  <a:pt x="300194" y="84826"/>
                </a:cubicBezTo>
                <a:cubicBezTo>
                  <a:pt x="305314" y="84826"/>
                  <a:pt x="308925" y="82667"/>
                  <a:pt x="311026" y="78349"/>
                </a:cubicBezTo>
                <a:lnTo>
                  <a:pt x="311026" y="53876"/>
                </a:lnTo>
                <a:cubicBezTo>
                  <a:pt x="308963" y="49558"/>
                  <a:pt x="305390" y="47399"/>
                  <a:pt x="300308" y="47399"/>
                </a:cubicBezTo>
                <a:cubicBezTo>
                  <a:pt x="292323" y="47399"/>
                  <a:pt x="288330" y="53876"/>
                  <a:pt x="288330" y="66829"/>
                </a:cubicBezTo>
                <a:close/>
                <a:moveTo>
                  <a:pt x="357907" y="97091"/>
                </a:moveTo>
                <a:lnTo>
                  <a:pt x="341286" y="97091"/>
                </a:lnTo>
                <a:lnTo>
                  <a:pt x="341286" y="35077"/>
                </a:lnTo>
                <a:lnTo>
                  <a:pt x="357907" y="35077"/>
                </a:lnTo>
                <a:lnTo>
                  <a:pt x="357907" y="97091"/>
                </a:lnTo>
                <a:moveTo>
                  <a:pt x="340311" y="19029"/>
                </a:moveTo>
                <a:cubicBezTo>
                  <a:pt x="340311" y="16545"/>
                  <a:pt x="341142" y="14501"/>
                  <a:pt x="342804" y="12896"/>
                </a:cubicBezTo>
                <a:cubicBezTo>
                  <a:pt x="344467" y="11291"/>
                  <a:pt x="346730" y="10489"/>
                  <a:pt x="349596" y="10489"/>
                </a:cubicBezTo>
                <a:cubicBezTo>
                  <a:pt x="352424" y="10489"/>
                  <a:pt x="354678" y="11291"/>
                  <a:pt x="356359" y="12896"/>
                </a:cubicBezTo>
                <a:cubicBezTo>
                  <a:pt x="358041" y="14501"/>
                  <a:pt x="358881" y="16545"/>
                  <a:pt x="358881" y="19029"/>
                </a:cubicBezTo>
                <a:cubicBezTo>
                  <a:pt x="358881" y="21550"/>
                  <a:pt x="358031" y="23614"/>
                  <a:pt x="356331" y="25219"/>
                </a:cubicBezTo>
                <a:cubicBezTo>
                  <a:pt x="354630" y="26823"/>
                  <a:pt x="352385" y="27626"/>
                  <a:pt x="349596" y="27626"/>
                </a:cubicBezTo>
                <a:cubicBezTo>
                  <a:pt x="346807" y="27626"/>
                  <a:pt x="344562" y="26823"/>
                  <a:pt x="342862" y="25219"/>
                </a:cubicBezTo>
                <a:cubicBezTo>
                  <a:pt x="341161" y="23614"/>
                  <a:pt x="340311" y="21550"/>
                  <a:pt x="340311" y="19029"/>
                </a:cubicBezTo>
                <a:close/>
                <a:moveTo>
                  <a:pt x="406367" y="50609"/>
                </a:moveTo>
                <a:cubicBezTo>
                  <a:pt x="404112" y="50303"/>
                  <a:pt x="402125" y="50150"/>
                  <a:pt x="400406" y="50150"/>
                </a:cubicBezTo>
                <a:cubicBezTo>
                  <a:pt x="394140" y="50150"/>
                  <a:pt x="390032" y="52271"/>
                  <a:pt x="388083" y="56512"/>
                </a:cubicBezTo>
                <a:lnTo>
                  <a:pt x="388083" y="97091"/>
                </a:lnTo>
                <a:lnTo>
                  <a:pt x="371519" y="97091"/>
                </a:lnTo>
                <a:lnTo>
                  <a:pt x="371519" y="35077"/>
                </a:lnTo>
                <a:lnTo>
                  <a:pt x="387166" y="35077"/>
                </a:lnTo>
                <a:lnTo>
                  <a:pt x="387625" y="42470"/>
                </a:lnTo>
                <a:cubicBezTo>
                  <a:pt x="390949" y="36777"/>
                  <a:pt x="395553" y="33930"/>
                  <a:pt x="401438" y="33930"/>
                </a:cubicBezTo>
                <a:cubicBezTo>
                  <a:pt x="403272" y="33930"/>
                  <a:pt x="404991" y="34179"/>
                  <a:pt x="406596" y="34675"/>
                </a:cubicBezTo>
                <a:lnTo>
                  <a:pt x="406367" y="50609"/>
                </a:lnTo>
                <a:close/>
                <a:moveTo>
                  <a:pt x="441748" y="98238"/>
                </a:moveTo>
                <a:cubicBezTo>
                  <a:pt x="432654" y="98238"/>
                  <a:pt x="425251" y="95448"/>
                  <a:pt x="419539" y="89870"/>
                </a:cubicBezTo>
                <a:cubicBezTo>
                  <a:pt x="413827" y="84291"/>
                  <a:pt x="410970" y="76859"/>
                  <a:pt x="410970" y="67574"/>
                </a:cubicBezTo>
                <a:lnTo>
                  <a:pt x="410970" y="65969"/>
                </a:lnTo>
                <a:cubicBezTo>
                  <a:pt x="410970" y="59741"/>
                  <a:pt x="412174" y="54172"/>
                  <a:pt x="414581" y="49262"/>
                </a:cubicBezTo>
                <a:cubicBezTo>
                  <a:pt x="416988" y="44352"/>
                  <a:pt x="420399" y="40569"/>
                  <a:pt x="424812" y="37914"/>
                </a:cubicBezTo>
                <a:cubicBezTo>
                  <a:pt x="429225" y="35258"/>
                  <a:pt x="434259" y="33930"/>
                  <a:pt x="439914" y="33930"/>
                </a:cubicBezTo>
                <a:cubicBezTo>
                  <a:pt x="448397" y="33930"/>
                  <a:pt x="455074" y="36605"/>
                  <a:pt x="459946" y="41954"/>
                </a:cubicBezTo>
                <a:cubicBezTo>
                  <a:pt x="464818" y="47304"/>
                  <a:pt x="467253" y="54888"/>
                  <a:pt x="467253" y="64708"/>
                </a:cubicBezTo>
                <a:lnTo>
                  <a:pt x="467253" y="71472"/>
                </a:lnTo>
                <a:lnTo>
                  <a:pt x="427764" y="71472"/>
                </a:lnTo>
                <a:cubicBezTo>
                  <a:pt x="428298" y="75522"/>
                  <a:pt x="429913" y="78770"/>
                  <a:pt x="432607" y="81215"/>
                </a:cubicBezTo>
                <a:cubicBezTo>
                  <a:pt x="435300" y="83660"/>
                  <a:pt x="438711" y="84883"/>
                  <a:pt x="442837" y="84883"/>
                </a:cubicBezTo>
                <a:cubicBezTo>
                  <a:pt x="449218" y="84883"/>
                  <a:pt x="454205" y="82571"/>
                  <a:pt x="457796" y="77948"/>
                </a:cubicBezTo>
                <a:lnTo>
                  <a:pt x="465935" y="87061"/>
                </a:lnTo>
                <a:cubicBezTo>
                  <a:pt x="463452" y="90576"/>
                  <a:pt x="460089" y="93318"/>
                  <a:pt x="455848" y="95286"/>
                </a:cubicBezTo>
                <a:cubicBezTo>
                  <a:pt x="451606" y="97254"/>
                  <a:pt x="446907" y="98238"/>
                  <a:pt x="441748" y="98238"/>
                </a:cubicBezTo>
                <a:moveTo>
                  <a:pt x="439857" y="47342"/>
                </a:moveTo>
                <a:cubicBezTo>
                  <a:pt x="436571" y="47342"/>
                  <a:pt x="433906" y="48450"/>
                  <a:pt x="431862" y="50666"/>
                </a:cubicBezTo>
                <a:cubicBezTo>
                  <a:pt x="429817" y="52882"/>
                  <a:pt x="428509" y="56054"/>
                  <a:pt x="427935" y="60181"/>
                </a:cubicBezTo>
                <a:lnTo>
                  <a:pt x="450976" y="60181"/>
                </a:lnTo>
                <a:lnTo>
                  <a:pt x="450976" y="58862"/>
                </a:lnTo>
                <a:cubicBezTo>
                  <a:pt x="450900" y="55194"/>
                  <a:pt x="449906" y="52357"/>
                  <a:pt x="447996" y="50351"/>
                </a:cubicBezTo>
                <a:cubicBezTo>
                  <a:pt x="446085" y="48345"/>
                  <a:pt x="443372" y="47342"/>
                  <a:pt x="439857" y="47342"/>
                </a:cubicBezTo>
                <a:close/>
                <a:moveTo>
                  <a:pt x="502387" y="84883"/>
                </a:moveTo>
                <a:cubicBezTo>
                  <a:pt x="505444" y="84883"/>
                  <a:pt x="507927" y="84043"/>
                  <a:pt x="509838" y="82361"/>
                </a:cubicBezTo>
                <a:cubicBezTo>
                  <a:pt x="511748" y="80680"/>
                  <a:pt x="512742" y="78445"/>
                  <a:pt x="512818" y="75656"/>
                </a:cubicBezTo>
                <a:lnTo>
                  <a:pt x="528351" y="75656"/>
                </a:lnTo>
                <a:cubicBezTo>
                  <a:pt x="528312" y="79859"/>
                  <a:pt x="527166" y="83708"/>
                  <a:pt x="524912" y="87204"/>
                </a:cubicBezTo>
                <a:cubicBezTo>
                  <a:pt x="522657" y="90701"/>
                  <a:pt x="519572" y="93414"/>
                  <a:pt x="515655" y="95343"/>
                </a:cubicBezTo>
                <a:cubicBezTo>
                  <a:pt x="511739" y="97273"/>
                  <a:pt x="507412" y="98238"/>
                  <a:pt x="502674" y="98238"/>
                </a:cubicBezTo>
                <a:cubicBezTo>
                  <a:pt x="493809" y="98238"/>
                  <a:pt x="486817" y="95420"/>
                  <a:pt x="481696" y="89784"/>
                </a:cubicBezTo>
                <a:cubicBezTo>
                  <a:pt x="476576" y="84148"/>
                  <a:pt x="474016" y="76362"/>
                  <a:pt x="474016" y="66428"/>
                </a:cubicBezTo>
                <a:lnTo>
                  <a:pt x="474016" y="65339"/>
                </a:lnTo>
                <a:cubicBezTo>
                  <a:pt x="474016" y="55786"/>
                  <a:pt x="476557" y="48164"/>
                  <a:pt x="481639" y="42470"/>
                </a:cubicBezTo>
                <a:cubicBezTo>
                  <a:pt x="486721" y="36777"/>
                  <a:pt x="493694" y="33930"/>
                  <a:pt x="502559" y="33930"/>
                </a:cubicBezTo>
                <a:cubicBezTo>
                  <a:pt x="510316" y="33930"/>
                  <a:pt x="516534" y="36137"/>
                  <a:pt x="521215" y="40550"/>
                </a:cubicBezTo>
                <a:cubicBezTo>
                  <a:pt x="525896" y="44963"/>
                  <a:pt x="528274" y="50838"/>
                  <a:pt x="528351" y="58174"/>
                </a:cubicBezTo>
                <a:lnTo>
                  <a:pt x="512818" y="58174"/>
                </a:lnTo>
                <a:cubicBezTo>
                  <a:pt x="512742" y="54965"/>
                  <a:pt x="511748" y="52357"/>
                  <a:pt x="509838" y="50351"/>
                </a:cubicBezTo>
                <a:cubicBezTo>
                  <a:pt x="507927" y="48345"/>
                  <a:pt x="505406" y="47342"/>
                  <a:pt x="502272" y="47342"/>
                </a:cubicBezTo>
                <a:cubicBezTo>
                  <a:pt x="498413" y="47342"/>
                  <a:pt x="495500" y="48746"/>
                  <a:pt x="493532" y="51555"/>
                </a:cubicBezTo>
                <a:cubicBezTo>
                  <a:pt x="491564" y="54363"/>
                  <a:pt x="490580" y="58920"/>
                  <a:pt x="490580" y="65224"/>
                </a:cubicBezTo>
                <a:lnTo>
                  <a:pt x="490580" y="66944"/>
                </a:lnTo>
                <a:cubicBezTo>
                  <a:pt x="490580" y="73325"/>
                  <a:pt x="491555" y="77910"/>
                  <a:pt x="493503" y="80699"/>
                </a:cubicBezTo>
                <a:cubicBezTo>
                  <a:pt x="495452" y="83489"/>
                  <a:pt x="498413" y="84883"/>
                  <a:pt x="502387" y="84883"/>
                </a:cubicBezTo>
                <a:close/>
                <a:moveTo>
                  <a:pt x="557583" y="19831"/>
                </a:moveTo>
                <a:lnTo>
                  <a:pt x="557583" y="35077"/>
                </a:lnTo>
                <a:lnTo>
                  <a:pt x="568186" y="35077"/>
                </a:lnTo>
                <a:lnTo>
                  <a:pt x="568186" y="47227"/>
                </a:lnTo>
                <a:lnTo>
                  <a:pt x="557583" y="47227"/>
                </a:lnTo>
                <a:lnTo>
                  <a:pt x="557583" y="78177"/>
                </a:lnTo>
                <a:cubicBezTo>
                  <a:pt x="557583" y="80470"/>
                  <a:pt x="558022" y="82113"/>
                  <a:pt x="558901" y="83106"/>
                </a:cubicBezTo>
                <a:cubicBezTo>
                  <a:pt x="559780" y="84100"/>
                  <a:pt x="561461" y="84597"/>
                  <a:pt x="563945" y="84597"/>
                </a:cubicBezTo>
                <a:cubicBezTo>
                  <a:pt x="565779" y="84597"/>
                  <a:pt x="567403" y="84463"/>
                  <a:pt x="568816" y="84195"/>
                </a:cubicBezTo>
                <a:lnTo>
                  <a:pt x="568816" y="96747"/>
                </a:lnTo>
                <a:cubicBezTo>
                  <a:pt x="565569" y="97741"/>
                  <a:pt x="562225" y="98238"/>
                  <a:pt x="558786" y="98238"/>
                </a:cubicBezTo>
                <a:cubicBezTo>
                  <a:pt x="547171" y="98238"/>
                  <a:pt x="541248" y="92372"/>
                  <a:pt x="541019" y="80642"/>
                </a:cubicBezTo>
                <a:lnTo>
                  <a:pt x="541019" y="47227"/>
                </a:lnTo>
                <a:lnTo>
                  <a:pt x="531963" y="47227"/>
                </a:lnTo>
                <a:lnTo>
                  <a:pt x="531963" y="35077"/>
                </a:lnTo>
                <a:lnTo>
                  <a:pt x="541019" y="35077"/>
                </a:lnTo>
                <a:lnTo>
                  <a:pt x="541019" y="19831"/>
                </a:lnTo>
                <a:lnTo>
                  <a:pt x="557583" y="19831"/>
                </a:lnTo>
                <a:close/>
                <a:moveTo>
                  <a:pt x="605920" y="98238"/>
                </a:moveTo>
                <a:cubicBezTo>
                  <a:pt x="596826" y="98238"/>
                  <a:pt x="589423" y="95448"/>
                  <a:pt x="583711" y="89870"/>
                </a:cubicBezTo>
                <a:cubicBezTo>
                  <a:pt x="577998" y="84291"/>
                  <a:pt x="575142" y="76859"/>
                  <a:pt x="575142" y="67574"/>
                </a:cubicBezTo>
                <a:lnTo>
                  <a:pt x="575142" y="65969"/>
                </a:lnTo>
                <a:cubicBezTo>
                  <a:pt x="575142" y="59741"/>
                  <a:pt x="576346" y="54172"/>
                  <a:pt x="578753" y="49262"/>
                </a:cubicBezTo>
                <a:cubicBezTo>
                  <a:pt x="581160" y="44352"/>
                  <a:pt x="584570" y="40569"/>
                  <a:pt x="588984" y="37914"/>
                </a:cubicBezTo>
                <a:cubicBezTo>
                  <a:pt x="593397" y="35258"/>
                  <a:pt x="598431" y="33930"/>
                  <a:pt x="604086" y="33930"/>
                </a:cubicBezTo>
                <a:cubicBezTo>
                  <a:pt x="612569" y="33930"/>
                  <a:pt x="619246" y="36605"/>
                  <a:pt x="624118" y="41954"/>
                </a:cubicBezTo>
                <a:cubicBezTo>
                  <a:pt x="628989" y="47304"/>
                  <a:pt x="631425" y="54888"/>
                  <a:pt x="631425" y="64708"/>
                </a:cubicBezTo>
                <a:lnTo>
                  <a:pt x="631425" y="71472"/>
                </a:lnTo>
                <a:lnTo>
                  <a:pt x="591935" y="71472"/>
                </a:lnTo>
                <a:cubicBezTo>
                  <a:pt x="592470" y="75522"/>
                  <a:pt x="594085" y="78770"/>
                  <a:pt x="596779" y="81215"/>
                </a:cubicBezTo>
                <a:cubicBezTo>
                  <a:pt x="599472" y="83660"/>
                  <a:pt x="602883" y="84883"/>
                  <a:pt x="607009" y="84883"/>
                </a:cubicBezTo>
                <a:cubicBezTo>
                  <a:pt x="613390" y="84883"/>
                  <a:pt x="618377" y="82571"/>
                  <a:pt x="621968" y="77948"/>
                </a:cubicBezTo>
                <a:lnTo>
                  <a:pt x="630107" y="87061"/>
                </a:lnTo>
                <a:cubicBezTo>
                  <a:pt x="627623" y="90576"/>
                  <a:pt x="624261" y="93318"/>
                  <a:pt x="620020" y="95286"/>
                </a:cubicBezTo>
                <a:cubicBezTo>
                  <a:pt x="615778" y="97254"/>
                  <a:pt x="611079" y="98238"/>
                  <a:pt x="605920" y="98238"/>
                </a:cubicBezTo>
                <a:moveTo>
                  <a:pt x="604029" y="47342"/>
                </a:moveTo>
                <a:cubicBezTo>
                  <a:pt x="600743" y="47342"/>
                  <a:pt x="598078" y="48450"/>
                  <a:pt x="596033" y="50666"/>
                </a:cubicBezTo>
                <a:cubicBezTo>
                  <a:pt x="593989" y="52882"/>
                  <a:pt x="592680" y="56054"/>
                  <a:pt x="592107" y="60181"/>
                </a:cubicBezTo>
                <a:lnTo>
                  <a:pt x="615148" y="60181"/>
                </a:lnTo>
                <a:lnTo>
                  <a:pt x="615148" y="58862"/>
                </a:lnTo>
                <a:cubicBezTo>
                  <a:pt x="615071" y="55194"/>
                  <a:pt x="614078" y="52357"/>
                  <a:pt x="612168" y="50351"/>
                </a:cubicBezTo>
                <a:cubicBezTo>
                  <a:pt x="610257" y="48345"/>
                  <a:pt x="607544" y="47342"/>
                  <a:pt x="604029" y="47342"/>
                </a:cubicBezTo>
                <a:close/>
                <a:moveTo>
                  <a:pt x="638188" y="65625"/>
                </a:moveTo>
                <a:cubicBezTo>
                  <a:pt x="638188" y="55958"/>
                  <a:pt x="640356" y="48259"/>
                  <a:pt x="644693" y="42528"/>
                </a:cubicBezTo>
                <a:cubicBezTo>
                  <a:pt x="649030" y="36796"/>
                  <a:pt x="654962" y="33930"/>
                  <a:pt x="662489" y="33930"/>
                </a:cubicBezTo>
                <a:cubicBezTo>
                  <a:pt x="668527" y="33930"/>
                  <a:pt x="673513" y="36185"/>
                  <a:pt x="677449" y="40693"/>
                </a:cubicBezTo>
                <a:lnTo>
                  <a:pt x="677449" y="9056"/>
                </a:lnTo>
                <a:lnTo>
                  <a:pt x="694070" y="9056"/>
                </a:lnTo>
                <a:lnTo>
                  <a:pt x="694070" y="97091"/>
                </a:lnTo>
                <a:lnTo>
                  <a:pt x="679111" y="97091"/>
                </a:lnTo>
                <a:lnTo>
                  <a:pt x="678308" y="90500"/>
                </a:lnTo>
                <a:cubicBezTo>
                  <a:pt x="674182" y="95658"/>
                  <a:pt x="668871" y="98238"/>
                  <a:pt x="662375" y="98238"/>
                </a:cubicBezTo>
                <a:cubicBezTo>
                  <a:pt x="655077" y="98238"/>
                  <a:pt x="649221" y="95362"/>
                  <a:pt x="644808" y="89612"/>
                </a:cubicBezTo>
                <a:cubicBezTo>
                  <a:pt x="640395" y="83861"/>
                  <a:pt x="638188" y="75866"/>
                  <a:pt x="638188" y="65625"/>
                </a:cubicBezTo>
                <a:moveTo>
                  <a:pt x="654752" y="66829"/>
                </a:moveTo>
                <a:cubicBezTo>
                  <a:pt x="654752" y="72637"/>
                  <a:pt x="655765" y="77088"/>
                  <a:pt x="657790" y="80183"/>
                </a:cubicBezTo>
                <a:cubicBezTo>
                  <a:pt x="659815" y="83278"/>
                  <a:pt x="662757" y="84826"/>
                  <a:pt x="666616" y="84826"/>
                </a:cubicBezTo>
                <a:cubicBezTo>
                  <a:pt x="671736" y="84826"/>
                  <a:pt x="675347" y="82667"/>
                  <a:pt x="677449" y="78349"/>
                </a:cubicBezTo>
                <a:lnTo>
                  <a:pt x="677449" y="53876"/>
                </a:lnTo>
                <a:cubicBezTo>
                  <a:pt x="675385" y="49558"/>
                  <a:pt x="671813" y="47399"/>
                  <a:pt x="666731" y="47399"/>
                </a:cubicBezTo>
                <a:cubicBezTo>
                  <a:pt x="658745" y="47399"/>
                  <a:pt x="654752" y="53876"/>
                  <a:pt x="654752" y="66829"/>
                </a:cubicBezTo>
                <a:close/>
                <a:moveTo>
                  <a:pt x="712064" y="104313"/>
                </a:moveTo>
                <a:lnTo>
                  <a:pt x="699741" y="104313"/>
                </a:lnTo>
                <a:lnTo>
                  <a:pt x="730462" y="13641"/>
                </a:lnTo>
                <a:lnTo>
                  <a:pt x="742785" y="13641"/>
                </a:lnTo>
                <a:lnTo>
                  <a:pt x="712064" y="104313"/>
                </a:lnTo>
                <a:close/>
                <a:moveTo>
                  <a:pt x="776446" y="84883"/>
                </a:moveTo>
                <a:cubicBezTo>
                  <a:pt x="779502" y="84883"/>
                  <a:pt x="781986" y="84043"/>
                  <a:pt x="783897" y="82361"/>
                </a:cubicBezTo>
                <a:cubicBezTo>
                  <a:pt x="785807" y="80680"/>
                  <a:pt x="786801" y="78445"/>
                  <a:pt x="786877" y="75656"/>
                </a:cubicBezTo>
                <a:lnTo>
                  <a:pt x="802409" y="75656"/>
                </a:lnTo>
                <a:cubicBezTo>
                  <a:pt x="802371" y="79859"/>
                  <a:pt x="801225" y="83708"/>
                  <a:pt x="798970" y="87204"/>
                </a:cubicBezTo>
                <a:cubicBezTo>
                  <a:pt x="796716" y="90701"/>
                  <a:pt x="793631" y="93414"/>
                  <a:pt x="789714" y="95343"/>
                </a:cubicBezTo>
                <a:cubicBezTo>
                  <a:pt x="785798" y="97273"/>
                  <a:pt x="781470" y="98238"/>
                  <a:pt x="776732" y="98238"/>
                </a:cubicBezTo>
                <a:cubicBezTo>
                  <a:pt x="767868" y="98238"/>
                  <a:pt x="760875" y="95420"/>
                  <a:pt x="755755" y="89784"/>
                </a:cubicBezTo>
                <a:cubicBezTo>
                  <a:pt x="750635" y="84148"/>
                  <a:pt x="748075" y="76362"/>
                  <a:pt x="748075" y="66428"/>
                </a:cubicBezTo>
                <a:lnTo>
                  <a:pt x="748075" y="65339"/>
                </a:lnTo>
                <a:cubicBezTo>
                  <a:pt x="748075" y="55786"/>
                  <a:pt x="750616" y="48164"/>
                  <a:pt x="755698" y="42470"/>
                </a:cubicBezTo>
                <a:cubicBezTo>
                  <a:pt x="760780" y="36777"/>
                  <a:pt x="767753" y="33930"/>
                  <a:pt x="776618" y="33930"/>
                </a:cubicBezTo>
                <a:cubicBezTo>
                  <a:pt x="784374" y="33930"/>
                  <a:pt x="790593" y="36137"/>
                  <a:pt x="795274" y="40550"/>
                </a:cubicBezTo>
                <a:cubicBezTo>
                  <a:pt x="799954" y="44963"/>
                  <a:pt x="802333" y="50838"/>
                  <a:pt x="802409" y="58174"/>
                </a:cubicBezTo>
                <a:lnTo>
                  <a:pt x="786877" y="58174"/>
                </a:lnTo>
                <a:cubicBezTo>
                  <a:pt x="786801" y="54965"/>
                  <a:pt x="785807" y="52357"/>
                  <a:pt x="783897" y="50351"/>
                </a:cubicBezTo>
                <a:cubicBezTo>
                  <a:pt x="781986" y="48345"/>
                  <a:pt x="779464" y="47342"/>
                  <a:pt x="776331" y="47342"/>
                </a:cubicBezTo>
                <a:cubicBezTo>
                  <a:pt x="772472" y="47342"/>
                  <a:pt x="769558" y="48746"/>
                  <a:pt x="767591" y="51555"/>
                </a:cubicBezTo>
                <a:cubicBezTo>
                  <a:pt x="765623" y="54363"/>
                  <a:pt x="764639" y="58920"/>
                  <a:pt x="764639" y="65224"/>
                </a:cubicBezTo>
                <a:lnTo>
                  <a:pt x="764639" y="66944"/>
                </a:lnTo>
                <a:cubicBezTo>
                  <a:pt x="764639" y="73325"/>
                  <a:pt x="765613" y="77910"/>
                  <a:pt x="767562" y="80699"/>
                </a:cubicBezTo>
                <a:cubicBezTo>
                  <a:pt x="769511" y="83489"/>
                  <a:pt x="772472" y="84883"/>
                  <a:pt x="776446" y="84883"/>
                </a:cubicBezTo>
                <a:close/>
                <a:moveTo>
                  <a:pt x="809231" y="65511"/>
                </a:moveTo>
                <a:cubicBezTo>
                  <a:pt x="809231" y="59359"/>
                  <a:pt x="810416" y="53876"/>
                  <a:pt x="812785" y="49061"/>
                </a:cubicBezTo>
                <a:cubicBezTo>
                  <a:pt x="815154" y="44247"/>
                  <a:pt x="818564" y="40522"/>
                  <a:pt x="823016" y="37885"/>
                </a:cubicBezTo>
                <a:cubicBezTo>
                  <a:pt x="827467" y="35249"/>
                  <a:pt x="832635" y="33930"/>
                  <a:pt x="838519" y="33930"/>
                </a:cubicBezTo>
                <a:cubicBezTo>
                  <a:pt x="846887" y="33930"/>
                  <a:pt x="853717" y="36490"/>
                  <a:pt x="859009" y="41611"/>
                </a:cubicBezTo>
                <a:cubicBezTo>
                  <a:pt x="864301" y="46731"/>
                  <a:pt x="867253" y="53685"/>
                  <a:pt x="867864" y="62473"/>
                </a:cubicBezTo>
                <a:lnTo>
                  <a:pt x="867979" y="66714"/>
                </a:lnTo>
                <a:cubicBezTo>
                  <a:pt x="867979" y="76229"/>
                  <a:pt x="865323" y="83861"/>
                  <a:pt x="860012" y="89612"/>
                </a:cubicBezTo>
                <a:cubicBezTo>
                  <a:pt x="854701" y="95362"/>
                  <a:pt x="847575" y="98238"/>
                  <a:pt x="838634" y="98238"/>
                </a:cubicBezTo>
                <a:cubicBezTo>
                  <a:pt x="829693" y="98238"/>
                  <a:pt x="822557" y="95372"/>
                  <a:pt x="817227" y="89640"/>
                </a:cubicBezTo>
                <a:cubicBezTo>
                  <a:pt x="811897" y="83909"/>
                  <a:pt x="809231" y="76114"/>
                  <a:pt x="809231" y="66256"/>
                </a:cubicBezTo>
                <a:lnTo>
                  <a:pt x="809231" y="65511"/>
                </a:lnTo>
                <a:moveTo>
                  <a:pt x="825795" y="66714"/>
                </a:moveTo>
                <a:cubicBezTo>
                  <a:pt x="825795" y="72599"/>
                  <a:pt x="826903" y="77098"/>
                  <a:pt x="829120" y="80212"/>
                </a:cubicBezTo>
                <a:cubicBezTo>
                  <a:pt x="831336" y="83326"/>
                  <a:pt x="834507" y="84883"/>
                  <a:pt x="838634" y="84883"/>
                </a:cubicBezTo>
                <a:cubicBezTo>
                  <a:pt x="842646" y="84883"/>
                  <a:pt x="845779" y="83345"/>
                  <a:pt x="848033" y="80269"/>
                </a:cubicBezTo>
                <a:cubicBezTo>
                  <a:pt x="850288" y="77193"/>
                  <a:pt x="851415" y="72274"/>
                  <a:pt x="851415" y="65511"/>
                </a:cubicBezTo>
                <a:cubicBezTo>
                  <a:pt x="851415" y="59741"/>
                  <a:pt x="850288" y="55271"/>
                  <a:pt x="848033" y="52099"/>
                </a:cubicBezTo>
                <a:cubicBezTo>
                  <a:pt x="845779" y="48928"/>
                  <a:pt x="842608" y="47342"/>
                  <a:pt x="838519" y="47342"/>
                </a:cubicBezTo>
                <a:cubicBezTo>
                  <a:pt x="834469" y="47342"/>
                  <a:pt x="831336" y="48918"/>
                  <a:pt x="829120" y="52070"/>
                </a:cubicBezTo>
                <a:cubicBezTo>
                  <a:pt x="826903" y="55223"/>
                  <a:pt x="825795" y="60104"/>
                  <a:pt x="825795" y="66714"/>
                </a:cubicBezTo>
                <a:close/>
                <a:moveTo>
                  <a:pt x="893366" y="35077"/>
                </a:moveTo>
                <a:lnTo>
                  <a:pt x="893882" y="42241"/>
                </a:lnTo>
                <a:cubicBezTo>
                  <a:pt x="898314" y="36701"/>
                  <a:pt x="904256" y="33930"/>
                  <a:pt x="911707" y="33930"/>
                </a:cubicBezTo>
                <a:cubicBezTo>
                  <a:pt x="918279" y="33930"/>
                  <a:pt x="923170" y="35860"/>
                  <a:pt x="926380" y="39719"/>
                </a:cubicBezTo>
                <a:cubicBezTo>
                  <a:pt x="929589" y="43578"/>
                  <a:pt x="931232" y="49348"/>
                  <a:pt x="931309" y="57028"/>
                </a:cubicBezTo>
                <a:lnTo>
                  <a:pt x="931309" y="97091"/>
                </a:lnTo>
                <a:lnTo>
                  <a:pt x="914745" y="97091"/>
                </a:lnTo>
                <a:lnTo>
                  <a:pt x="914745" y="57429"/>
                </a:lnTo>
                <a:cubicBezTo>
                  <a:pt x="914745" y="53914"/>
                  <a:pt x="913980" y="51364"/>
                  <a:pt x="912452" y="49778"/>
                </a:cubicBezTo>
                <a:cubicBezTo>
                  <a:pt x="910924" y="48192"/>
                  <a:pt x="908383" y="47399"/>
                  <a:pt x="904829" y="47399"/>
                </a:cubicBezTo>
                <a:cubicBezTo>
                  <a:pt x="900168" y="47399"/>
                  <a:pt x="896671" y="49386"/>
                  <a:pt x="894341" y="53360"/>
                </a:cubicBezTo>
                <a:lnTo>
                  <a:pt x="894341" y="97091"/>
                </a:lnTo>
                <a:lnTo>
                  <a:pt x="877777" y="97091"/>
                </a:lnTo>
                <a:lnTo>
                  <a:pt x="877777" y="35077"/>
                </a:lnTo>
                <a:lnTo>
                  <a:pt x="893366" y="35077"/>
                </a:lnTo>
                <a:close/>
                <a:moveTo>
                  <a:pt x="977387" y="79954"/>
                </a:moveTo>
                <a:cubicBezTo>
                  <a:pt x="977387" y="77929"/>
                  <a:pt x="976384" y="76334"/>
                  <a:pt x="974378" y="75168"/>
                </a:cubicBezTo>
                <a:cubicBezTo>
                  <a:pt x="972372" y="74003"/>
                  <a:pt x="969153" y="72962"/>
                  <a:pt x="964721" y="72045"/>
                </a:cubicBezTo>
                <a:cubicBezTo>
                  <a:pt x="949972" y="68950"/>
                  <a:pt x="942597" y="62683"/>
                  <a:pt x="942597" y="53245"/>
                </a:cubicBezTo>
                <a:cubicBezTo>
                  <a:pt x="942597" y="47743"/>
                  <a:pt x="944880" y="43148"/>
                  <a:pt x="949446" y="39461"/>
                </a:cubicBezTo>
                <a:cubicBezTo>
                  <a:pt x="954012" y="35774"/>
                  <a:pt x="959983" y="33930"/>
                  <a:pt x="967357" y="33930"/>
                </a:cubicBezTo>
                <a:cubicBezTo>
                  <a:pt x="975228" y="33930"/>
                  <a:pt x="981523" y="35784"/>
                  <a:pt x="986242" y="39490"/>
                </a:cubicBezTo>
                <a:cubicBezTo>
                  <a:pt x="990961" y="43196"/>
                  <a:pt x="993321" y="48011"/>
                  <a:pt x="993321" y="53933"/>
                </a:cubicBezTo>
                <a:lnTo>
                  <a:pt x="976757" y="53933"/>
                </a:lnTo>
                <a:cubicBezTo>
                  <a:pt x="976757" y="51564"/>
                  <a:pt x="975993" y="49606"/>
                  <a:pt x="974464" y="48058"/>
                </a:cubicBezTo>
                <a:cubicBezTo>
                  <a:pt x="972936" y="46511"/>
                  <a:pt x="970548" y="45737"/>
                  <a:pt x="967300" y="45737"/>
                </a:cubicBezTo>
                <a:cubicBezTo>
                  <a:pt x="964511" y="45737"/>
                  <a:pt x="962352" y="46368"/>
                  <a:pt x="960823" y="47629"/>
                </a:cubicBezTo>
                <a:cubicBezTo>
                  <a:pt x="959295" y="48890"/>
                  <a:pt x="958531" y="50494"/>
                  <a:pt x="958531" y="52443"/>
                </a:cubicBezTo>
                <a:cubicBezTo>
                  <a:pt x="958531" y="54277"/>
                  <a:pt x="959400" y="55758"/>
                  <a:pt x="961138" y="56885"/>
                </a:cubicBezTo>
                <a:cubicBezTo>
                  <a:pt x="962877" y="58012"/>
                  <a:pt x="965810" y="58986"/>
                  <a:pt x="969936" y="59808"/>
                </a:cubicBezTo>
                <a:cubicBezTo>
                  <a:pt x="974063" y="60629"/>
                  <a:pt x="977540" y="61556"/>
                  <a:pt x="980368" y="62588"/>
                </a:cubicBezTo>
                <a:cubicBezTo>
                  <a:pt x="989118" y="65797"/>
                  <a:pt x="993493" y="71357"/>
                  <a:pt x="993493" y="79266"/>
                </a:cubicBezTo>
                <a:cubicBezTo>
                  <a:pt x="993493" y="84921"/>
                  <a:pt x="991066" y="89497"/>
                  <a:pt x="986214" y="92993"/>
                </a:cubicBezTo>
                <a:cubicBezTo>
                  <a:pt x="981361" y="96489"/>
                  <a:pt x="975095" y="98238"/>
                  <a:pt x="967414" y="98238"/>
                </a:cubicBezTo>
                <a:cubicBezTo>
                  <a:pt x="962218" y="98238"/>
                  <a:pt x="957604" y="97311"/>
                  <a:pt x="953573" y="95458"/>
                </a:cubicBezTo>
                <a:cubicBezTo>
                  <a:pt x="949542" y="93605"/>
                  <a:pt x="946380" y="91064"/>
                  <a:pt x="944087" y="87835"/>
                </a:cubicBezTo>
                <a:cubicBezTo>
                  <a:pt x="941795" y="84606"/>
                  <a:pt x="940648" y="81120"/>
                  <a:pt x="940648" y="77375"/>
                </a:cubicBezTo>
                <a:lnTo>
                  <a:pt x="956353" y="77375"/>
                </a:lnTo>
                <a:cubicBezTo>
                  <a:pt x="956506" y="80317"/>
                  <a:pt x="957595" y="82571"/>
                  <a:pt x="959620" y="84138"/>
                </a:cubicBezTo>
                <a:cubicBezTo>
                  <a:pt x="961645" y="85705"/>
                  <a:pt x="964358" y="86488"/>
                  <a:pt x="967758" y="86488"/>
                </a:cubicBezTo>
                <a:cubicBezTo>
                  <a:pt x="970930" y="86488"/>
                  <a:pt x="973327" y="85886"/>
                  <a:pt x="974951" y="84683"/>
                </a:cubicBezTo>
                <a:cubicBezTo>
                  <a:pt x="976575" y="83479"/>
                  <a:pt x="977387" y="81903"/>
                  <a:pt x="977387" y="79954"/>
                </a:cubicBezTo>
                <a:close/>
                <a:moveTo>
                  <a:pt x="1023929" y="19831"/>
                </a:moveTo>
                <a:lnTo>
                  <a:pt x="1023929" y="35077"/>
                </a:lnTo>
                <a:lnTo>
                  <a:pt x="1034532" y="35077"/>
                </a:lnTo>
                <a:lnTo>
                  <a:pt x="1034532" y="47227"/>
                </a:lnTo>
                <a:lnTo>
                  <a:pt x="1023929" y="47227"/>
                </a:lnTo>
                <a:lnTo>
                  <a:pt x="1023929" y="78177"/>
                </a:lnTo>
                <a:cubicBezTo>
                  <a:pt x="1023929" y="80470"/>
                  <a:pt x="1024369" y="82113"/>
                  <a:pt x="1025247" y="83106"/>
                </a:cubicBezTo>
                <a:cubicBezTo>
                  <a:pt x="1026126" y="84100"/>
                  <a:pt x="1027807" y="84597"/>
                  <a:pt x="1030291" y="84597"/>
                </a:cubicBezTo>
                <a:cubicBezTo>
                  <a:pt x="1032125" y="84597"/>
                  <a:pt x="1033749" y="84463"/>
                  <a:pt x="1035163" y="84195"/>
                </a:cubicBezTo>
                <a:lnTo>
                  <a:pt x="1035163" y="96747"/>
                </a:lnTo>
                <a:cubicBezTo>
                  <a:pt x="1031915" y="97741"/>
                  <a:pt x="1028572" y="98238"/>
                  <a:pt x="1025133" y="98238"/>
                </a:cubicBezTo>
                <a:cubicBezTo>
                  <a:pt x="1013517" y="98238"/>
                  <a:pt x="1007594" y="92372"/>
                  <a:pt x="1007365" y="80642"/>
                </a:cubicBezTo>
                <a:lnTo>
                  <a:pt x="1007365" y="47227"/>
                </a:lnTo>
                <a:lnTo>
                  <a:pt x="998309" y="47227"/>
                </a:lnTo>
                <a:lnTo>
                  <a:pt x="998309" y="35077"/>
                </a:lnTo>
                <a:lnTo>
                  <a:pt x="1007365" y="35077"/>
                </a:lnTo>
                <a:lnTo>
                  <a:pt x="1007365" y="19831"/>
                </a:lnTo>
                <a:lnTo>
                  <a:pt x="1023929" y="19831"/>
                </a:lnTo>
                <a:close/>
                <a:moveTo>
                  <a:pt x="1078571" y="50609"/>
                </a:moveTo>
                <a:cubicBezTo>
                  <a:pt x="1076317" y="50303"/>
                  <a:pt x="1074330" y="50150"/>
                  <a:pt x="1072611" y="50150"/>
                </a:cubicBezTo>
                <a:cubicBezTo>
                  <a:pt x="1066344" y="50150"/>
                  <a:pt x="1062237" y="52271"/>
                  <a:pt x="1060288" y="56512"/>
                </a:cubicBezTo>
                <a:lnTo>
                  <a:pt x="1060288" y="97091"/>
                </a:lnTo>
                <a:lnTo>
                  <a:pt x="1043724" y="97091"/>
                </a:lnTo>
                <a:lnTo>
                  <a:pt x="1043724" y="35077"/>
                </a:lnTo>
                <a:lnTo>
                  <a:pt x="1059371" y="35077"/>
                </a:lnTo>
                <a:lnTo>
                  <a:pt x="1059829" y="42470"/>
                </a:lnTo>
                <a:cubicBezTo>
                  <a:pt x="1063154" y="36777"/>
                  <a:pt x="1067758" y="33930"/>
                  <a:pt x="1073642" y="33930"/>
                </a:cubicBezTo>
                <a:cubicBezTo>
                  <a:pt x="1075476" y="33930"/>
                  <a:pt x="1077196" y="34179"/>
                  <a:pt x="1078801" y="34675"/>
                </a:cubicBezTo>
                <a:lnTo>
                  <a:pt x="1078571" y="50609"/>
                </a:lnTo>
                <a:close/>
                <a:moveTo>
                  <a:pt x="1120716" y="97091"/>
                </a:moveTo>
                <a:cubicBezTo>
                  <a:pt x="1119952" y="95601"/>
                  <a:pt x="1119398" y="93748"/>
                  <a:pt x="1119054" y="91532"/>
                </a:cubicBezTo>
                <a:cubicBezTo>
                  <a:pt x="1115042" y="96002"/>
                  <a:pt x="1109826" y="98238"/>
                  <a:pt x="1103407" y="98238"/>
                </a:cubicBezTo>
                <a:cubicBezTo>
                  <a:pt x="1097332" y="98238"/>
                  <a:pt x="1092298" y="96477"/>
                  <a:pt x="1088305" y="92957"/>
                </a:cubicBezTo>
                <a:cubicBezTo>
                  <a:pt x="1084312" y="89436"/>
                  <a:pt x="1082315" y="84997"/>
                  <a:pt x="1082315" y="79641"/>
                </a:cubicBezTo>
                <a:cubicBezTo>
                  <a:pt x="1082315" y="73059"/>
                  <a:pt x="1084751" y="68008"/>
                  <a:pt x="1089623" y="64488"/>
                </a:cubicBezTo>
                <a:cubicBezTo>
                  <a:pt x="1094495" y="60967"/>
                  <a:pt x="1101535" y="59187"/>
                  <a:pt x="1110743" y="59149"/>
                </a:cubicBezTo>
                <a:lnTo>
                  <a:pt x="1118366" y="59149"/>
                </a:lnTo>
                <a:lnTo>
                  <a:pt x="1118366" y="55611"/>
                </a:lnTo>
                <a:cubicBezTo>
                  <a:pt x="1118366" y="52758"/>
                  <a:pt x="1117631" y="50475"/>
                  <a:pt x="1116160" y="48764"/>
                </a:cubicBezTo>
                <a:cubicBezTo>
                  <a:pt x="1114689" y="47052"/>
                  <a:pt x="1112367" y="46196"/>
                  <a:pt x="1109196" y="46196"/>
                </a:cubicBezTo>
                <a:cubicBezTo>
                  <a:pt x="1106407" y="46196"/>
                  <a:pt x="1104219" y="46860"/>
                  <a:pt x="1102633" y="48187"/>
                </a:cubicBezTo>
                <a:cubicBezTo>
                  <a:pt x="1101048" y="49514"/>
                  <a:pt x="1100255" y="51334"/>
                  <a:pt x="1100255" y="53647"/>
                </a:cubicBezTo>
                <a:lnTo>
                  <a:pt x="1083691" y="53647"/>
                </a:lnTo>
                <a:cubicBezTo>
                  <a:pt x="1083691" y="50066"/>
                  <a:pt x="1084799" y="46752"/>
                  <a:pt x="1087015" y="43704"/>
                </a:cubicBezTo>
                <a:cubicBezTo>
                  <a:pt x="1089231" y="40656"/>
                  <a:pt x="1092364" y="38265"/>
                  <a:pt x="1096415" y="36531"/>
                </a:cubicBezTo>
                <a:cubicBezTo>
                  <a:pt x="1100465" y="34797"/>
                  <a:pt x="1105012" y="33930"/>
                  <a:pt x="1110056" y="33930"/>
                </a:cubicBezTo>
                <a:cubicBezTo>
                  <a:pt x="1117698" y="33930"/>
                  <a:pt x="1123763" y="35850"/>
                  <a:pt x="1128253" y="39690"/>
                </a:cubicBezTo>
                <a:cubicBezTo>
                  <a:pt x="1132743" y="43531"/>
                  <a:pt x="1134988" y="48928"/>
                  <a:pt x="1134988" y="55882"/>
                </a:cubicBezTo>
                <a:lnTo>
                  <a:pt x="1134988" y="82763"/>
                </a:lnTo>
                <a:cubicBezTo>
                  <a:pt x="1135026" y="88647"/>
                  <a:pt x="1135847" y="93098"/>
                  <a:pt x="1137452" y="96117"/>
                </a:cubicBezTo>
                <a:lnTo>
                  <a:pt x="1137452" y="97091"/>
                </a:lnTo>
                <a:lnTo>
                  <a:pt x="1120716" y="97091"/>
                </a:lnTo>
                <a:moveTo>
                  <a:pt x="1107018" y="85571"/>
                </a:moveTo>
                <a:cubicBezTo>
                  <a:pt x="1109463" y="85571"/>
                  <a:pt x="1111718" y="85025"/>
                  <a:pt x="1113781" y="83932"/>
                </a:cubicBezTo>
                <a:cubicBezTo>
                  <a:pt x="1115844" y="82840"/>
                  <a:pt x="1117373" y="81373"/>
                  <a:pt x="1118366" y="79531"/>
                </a:cubicBezTo>
                <a:lnTo>
                  <a:pt x="1118366" y="68835"/>
                </a:lnTo>
                <a:lnTo>
                  <a:pt x="1112176" y="68835"/>
                </a:lnTo>
                <a:cubicBezTo>
                  <a:pt x="1103885" y="68835"/>
                  <a:pt x="1099471" y="71710"/>
                  <a:pt x="1098937" y="77461"/>
                </a:cubicBezTo>
                <a:lnTo>
                  <a:pt x="1098879" y="78439"/>
                </a:lnTo>
                <a:cubicBezTo>
                  <a:pt x="1098879" y="80509"/>
                  <a:pt x="1099605" y="82216"/>
                  <a:pt x="1101057" y="83558"/>
                </a:cubicBezTo>
                <a:cubicBezTo>
                  <a:pt x="1102509" y="84900"/>
                  <a:pt x="1104496" y="85571"/>
                  <a:pt x="1107018" y="85571"/>
                </a:cubicBezTo>
                <a:close/>
                <a:moveTo>
                  <a:pt x="1165135" y="97091"/>
                </a:moveTo>
                <a:lnTo>
                  <a:pt x="1148514" y="97091"/>
                </a:lnTo>
                <a:lnTo>
                  <a:pt x="1148514" y="35077"/>
                </a:lnTo>
                <a:lnTo>
                  <a:pt x="1165135" y="35077"/>
                </a:lnTo>
                <a:lnTo>
                  <a:pt x="1165135" y="97091"/>
                </a:lnTo>
                <a:moveTo>
                  <a:pt x="1147539" y="19029"/>
                </a:moveTo>
                <a:cubicBezTo>
                  <a:pt x="1147539" y="16545"/>
                  <a:pt x="1148371" y="14501"/>
                  <a:pt x="1150033" y="12896"/>
                </a:cubicBezTo>
                <a:cubicBezTo>
                  <a:pt x="1151695" y="11291"/>
                  <a:pt x="1153959" y="10489"/>
                  <a:pt x="1156824" y="10489"/>
                </a:cubicBezTo>
                <a:cubicBezTo>
                  <a:pt x="1159652" y="10489"/>
                  <a:pt x="1161906" y="11291"/>
                  <a:pt x="1163588" y="12896"/>
                </a:cubicBezTo>
                <a:cubicBezTo>
                  <a:pt x="1165269" y="14501"/>
                  <a:pt x="1166109" y="16545"/>
                  <a:pt x="1166109" y="19029"/>
                </a:cubicBezTo>
                <a:cubicBezTo>
                  <a:pt x="1166109" y="21550"/>
                  <a:pt x="1165259" y="23614"/>
                  <a:pt x="1163559" y="25219"/>
                </a:cubicBezTo>
                <a:cubicBezTo>
                  <a:pt x="1161859" y="26823"/>
                  <a:pt x="1159614" y="27626"/>
                  <a:pt x="1156824" y="27626"/>
                </a:cubicBezTo>
                <a:cubicBezTo>
                  <a:pt x="1154035" y="27626"/>
                  <a:pt x="1151790" y="26823"/>
                  <a:pt x="1150090" y="25219"/>
                </a:cubicBezTo>
                <a:cubicBezTo>
                  <a:pt x="1148390" y="23614"/>
                  <a:pt x="1147539" y="21550"/>
                  <a:pt x="1147539" y="19029"/>
                </a:cubicBezTo>
                <a:close/>
                <a:moveTo>
                  <a:pt x="1193994" y="35077"/>
                </a:moveTo>
                <a:lnTo>
                  <a:pt x="1194509" y="42241"/>
                </a:lnTo>
                <a:cubicBezTo>
                  <a:pt x="1198942" y="36701"/>
                  <a:pt x="1204883" y="33930"/>
                  <a:pt x="1212334" y="33930"/>
                </a:cubicBezTo>
                <a:cubicBezTo>
                  <a:pt x="1218906" y="33930"/>
                  <a:pt x="1223797" y="35860"/>
                  <a:pt x="1227007" y="39719"/>
                </a:cubicBezTo>
                <a:cubicBezTo>
                  <a:pt x="1230216" y="43578"/>
                  <a:pt x="1231860" y="49348"/>
                  <a:pt x="1231936" y="57028"/>
                </a:cubicBezTo>
                <a:lnTo>
                  <a:pt x="1231936" y="97091"/>
                </a:lnTo>
                <a:lnTo>
                  <a:pt x="1215372" y="97091"/>
                </a:lnTo>
                <a:lnTo>
                  <a:pt x="1215372" y="57429"/>
                </a:lnTo>
                <a:cubicBezTo>
                  <a:pt x="1215372" y="53914"/>
                  <a:pt x="1214608" y="51364"/>
                  <a:pt x="1213079" y="49778"/>
                </a:cubicBezTo>
                <a:cubicBezTo>
                  <a:pt x="1211551" y="48192"/>
                  <a:pt x="1209010" y="47399"/>
                  <a:pt x="1205457" y="47399"/>
                </a:cubicBezTo>
                <a:cubicBezTo>
                  <a:pt x="1200795" y="47399"/>
                  <a:pt x="1197299" y="49386"/>
                  <a:pt x="1194968" y="53360"/>
                </a:cubicBezTo>
                <a:lnTo>
                  <a:pt x="1194968" y="97091"/>
                </a:lnTo>
                <a:lnTo>
                  <a:pt x="1178404" y="97091"/>
                </a:lnTo>
                <a:lnTo>
                  <a:pt x="1178404" y="35077"/>
                </a:lnTo>
                <a:lnTo>
                  <a:pt x="1193994" y="35077"/>
                </a:lnTo>
                <a:close/>
                <a:moveTo>
                  <a:pt x="1272971" y="98238"/>
                </a:moveTo>
                <a:cubicBezTo>
                  <a:pt x="1263877" y="98238"/>
                  <a:pt x="1256473" y="95448"/>
                  <a:pt x="1250761" y="89870"/>
                </a:cubicBezTo>
                <a:cubicBezTo>
                  <a:pt x="1245049" y="84291"/>
                  <a:pt x="1242192" y="76859"/>
                  <a:pt x="1242192" y="67574"/>
                </a:cubicBezTo>
                <a:lnTo>
                  <a:pt x="1242192" y="65969"/>
                </a:lnTo>
                <a:cubicBezTo>
                  <a:pt x="1242192" y="59741"/>
                  <a:pt x="1243396" y="54172"/>
                  <a:pt x="1245803" y="49262"/>
                </a:cubicBezTo>
                <a:cubicBezTo>
                  <a:pt x="1248211" y="44352"/>
                  <a:pt x="1251621" y="40569"/>
                  <a:pt x="1256034" y="37914"/>
                </a:cubicBezTo>
                <a:cubicBezTo>
                  <a:pt x="1260447" y="35258"/>
                  <a:pt x="1265481" y="33930"/>
                  <a:pt x="1271136" y="33930"/>
                </a:cubicBezTo>
                <a:cubicBezTo>
                  <a:pt x="1279619" y="33930"/>
                  <a:pt x="1286296" y="36605"/>
                  <a:pt x="1291168" y="41954"/>
                </a:cubicBezTo>
                <a:cubicBezTo>
                  <a:pt x="1296040" y="47304"/>
                  <a:pt x="1298476" y="54888"/>
                  <a:pt x="1298476" y="64708"/>
                </a:cubicBezTo>
                <a:lnTo>
                  <a:pt x="1298476" y="71472"/>
                </a:lnTo>
                <a:lnTo>
                  <a:pt x="1258986" y="71472"/>
                </a:lnTo>
                <a:cubicBezTo>
                  <a:pt x="1259521" y="75522"/>
                  <a:pt x="1261135" y="78770"/>
                  <a:pt x="1263829" y="81215"/>
                </a:cubicBezTo>
                <a:cubicBezTo>
                  <a:pt x="1266523" y="83660"/>
                  <a:pt x="1269933" y="84883"/>
                  <a:pt x="1274060" y="84883"/>
                </a:cubicBezTo>
                <a:cubicBezTo>
                  <a:pt x="1280441" y="84883"/>
                  <a:pt x="1285427" y="82571"/>
                  <a:pt x="1289019" y="77948"/>
                </a:cubicBezTo>
                <a:lnTo>
                  <a:pt x="1297157" y="87061"/>
                </a:lnTo>
                <a:cubicBezTo>
                  <a:pt x="1294674" y="90576"/>
                  <a:pt x="1291311" y="93318"/>
                  <a:pt x="1287070" y="95286"/>
                </a:cubicBezTo>
                <a:cubicBezTo>
                  <a:pt x="1282829" y="97254"/>
                  <a:pt x="1278129" y="98238"/>
                  <a:pt x="1272971" y="98238"/>
                </a:cubicBezTo>
                <a:moveTo>
                  <a:pt x="1271079" y="47342"/>
                </a:moveTo>
                <a:cubicBezTo>
                  <a:pt x="1267793" y="47342"/>
                  <a:pt x="1265128" y="48450"/>
                  <a:pt x="1263084" y="50666"/>
                </a:cubicBezTo>
                <a:cubicBezTo>
                  <a:pt x="1261039" y="52882"/>
                  <a:pt x="1259731" y="56054"/>
                  <a:pt x="1259158" y="60181"/>
                </a:cubicBezTo>
                <a:lnTo>
                  <a:pt x="1282198" y="60181"/>
                </a:lnTo>
                <a:lnTo>
                  <a:pt x="1282198" y="58862"/>
                </a:lnTo>
                <a:cubicBezTo>
                  <a:pt x="1282122" y="55194"/>
                  <a:pt x="1281128" y="52357"/>
                  <a:pt x="1279218" y="50351"/>
                </a:cubicBezTo>
                <a:cubicBezTo>
                  <a:pt x="1277307" y="48345"/>
                  <a:pt x="1274594" y="47342"/>
                  <a:pt x="1271079" y="47342"/>
                </a:cubicBezTo>
                <a:close/>
                <a:moveTo>
                  <a:pt x="1305239" y="65625"/>
                </a:moveTo>
                <a:cubicBezTo>
                  <a:pt x="1305239" y="55958"/>
                  <a:pt x="1307407" y="48259"/>
                  <a:pt x="1311744" y="42528"/>
                </a:cubicBezTo>
                <a:cubicBezTo>
                  <a:pt x="1316081" y="36796"/>
                  <a:pt x="1322013" y="33930"/>
                  <a:pt x="1329540" y="33930"/>
                </a:cubicBezTo>
                <a:cubicBezTo>
                  <a:pt x="1335577" y="33930"/>
                  <a:pt x="1340564" y="36185"/>
                  <a:pt x="1344499" y="40693"/>
                </a:cubicBezTo>
                <a:lnTo>
                  <a:pt x="1344499" y="9056"/>
                </a:lnTo>
                <a:lnTo>
                  <a:pt x="1361120" y="9056"/>
                </a:lnTo>
                <a:lnTo>
                  <a:pt x="1361120" y="97091"/>
                </a:lnTo>
                <a:lnTo>
                  <a:pt x="1346161" y="97091"/>
                </a:lnTo>
                <a:lnTo>
                  <a:pt x="1345359" y="90500"/>
                </a:lnTo>
                <a:cubicBezTo>
                  <a:pt x="1341232" y="95658"/>
                  <a:pt x="1335921" y="98238"/>
                  <a:pt x="1329425" y="98238"/>
                </a:cubicBezTo>
                <a:cubicBezTo>
                  <a:pt x="1322127" y="98238"/>
                  <a:pt x="1316272" y="95362"/>
                  <a:pt x="1311858" y="89612"/>
                </a:cubicBezTo>
                <a:cubicBezTo>
                  <a:pt x="1307445" y="83861"/>
                  <a:pt x="1305239" y="75866"/>
                  <a:pt x="1305239" y="65625"/>
                </a:cubicBezTo>
                <a:moveTo>
                  <a:pt x="1321802" y="66829"/>
                </a:moveTo>
                <a:cubicBezTo>
                  <a:pt x="1321802" y="72637"/>
                  <a:pt x="1322815" y="77088"/>
                  <a:pt x="1324840" y="80183"/>
                </a:cubicBezTo>
                <a:cubicBezTo>
                  <a:pt x="1326865" y="83278"/>
                  <a:pt x="1329807" y="84826"/>
                  <a:pt x="1333667" y="84826"/>
                </a:cubicBezTo>
                <a:cubicBezTo>
                  <a:pt x="1338787" y="84826"/>
                  <a:pt x="1342398" y="82667"/>
                  <a:pt x="1344499" y="78349"/>
                </a:cubicBezTo>
                <a:lnTo>
                  <a:pt x="1344499" y="53876"/>
                </a:lnTo>
                <a:cubicBezTo>
                  <a:pt x="1342436" y="49558"/>
                  <a:pt x="1338863" y="47399"/>
                  <a:pt x="1333781" y="47399"/>
                </a:cubicBezTo>
                <a:cubicBezTo>
                  <a:pt x="1325795" y="47399"/>
                  <a:pt x="1321802" y="53876"/>
                  <a:pt x="1321802" y="66829"/>
                </a:cubicBezTo>
                <a:close/>
                <a:moveTo>
                  <a:pt x="1368282" y="0"/>
                </a:moveTo>
                <a:lnTo>
                  <a:pt x="1393042" y="0"/>
                </a:lnTo>
                <a:lnTo>
                  <a:pt x="1393042" y="116578"/>
                </a:lnTo>
                <a:lnTo>
                  <a:pt x="1368282" y="116578"/>
                </a:lnTo>
                <a:lnTo>
                  <a:pt x="1368282" y="103797"/>
                </a:lnTo>
                <a:lnTo>
                  <a:pt x="1376478" y="103797"/>
                </a:lnTo>
                <a:lnTo>
                  <a:pt x="1376478" y="12781"/>
                </a:lnTo>
                <a:lnTo>
                  <a:pt x="1368282" y="12781"/>
                </a:lnTo>
                <a:lnTo>
                  <a:pt x="1368282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7E4E00-5567-4253-A50B-253D7CA0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8365" y="5410830"/>
            <a:ext cx="2252442" cy="571642"/>
          </a:xfrm>
          <a:custGeom xmlns:a="http://schemas.openxmlformats.org/drawingml/2006/main">
            <a:pathLst>
              <a:path w="2252442" h="571642">
                <a:moveTo>
                  <a:pt x="0" y="281315"/>
                </a:moveTo>
                <a:lnTo>
                  <a:pt x="279687" y="563363"/>
                </a:lnTo>
                <a:lnTo>
                  <a:pt x="2250075" y="571642"/>
                </a:lnTo>
                <a:lnTo>
                  <a:pt x="2252442" y="8278"/>
                </a:lnTo>
                <a:lnTo>
                  <a:pt x="282056" y="0"/>
                </a:lnTo>
                <a:lnTo>
                  <a:pt x="7" y="279689"/>
                </a:lnTo>
                <a:lnTo>
                  <a:pt x="0" y="281315"/>
                </a:lnTo>
                <a:close/>
              </a:path>
            </a:pathLst>
          </a:custGeom>
          <a:solidFill xmlns:a="http://schemas.openxmlformats.org/drawingml/2006/main">
            <a:srgbClr val="D6AA4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ClearMessaging">
            <a:extLst xmlns:a="http://schemas.openxmlformats.org/drawingml/2006/main">
              <a:ext uri="{FF2B5EF4-FFF2-40B4-BE49-F238E27FC236}">
                <a16:creationId xmlns:a16="http://schemas.microsoft.com/office/drawing/2014/main" id="{EDBDC7BF-EB08-4C51-B2BA-A1521E36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5178" y="5559246"/>
            <a:ext cx="986050" cy="126633"/>
          </a:xfrm>
          <a:custGeom xmlns:a="http://schemas.openxmlformats.org/drawingml/2006/main">
            <a:pathLst>
              <a:path w="986050" h="126633">
                <a:moveTo>
                  <a:pt x="76612" y="67834"/>
                </a:moveTo>
                <a:cubicBezTo>
                  <a:pt x="75881" y="77946"/>
                  <a:pt x="72148" y="85906"/>
                  <a:pt x="65414" y="91715"/>
                </a:cubicBezTo>
                <a:cubicBezTo>
                  <a:pt x="58680" y="97524"/>
                  <a:pt x="49805" y="100428"/>
                  <a:pt x="38790" y="100428"/>
                </a:cubicBezTo>
                <a:cubicBezTo>
                  <a:pt x="26742" y="100428"/>
                  <a:pt x="17265" y="96373"/>
                  <a:pt x="10359" y="88262"/>
                </a:cubicBezTo>
                <a:cubicBezTo>
                  <a:pt x="3453" y="80151"/>
                  <a:pt x="0" y="69018"/>
                  <a:pt x="0" y="54861"/>
                </a:cubicBezTo>
                <a:lnTo>
                  <a:pt x="0" y="49117"/>
                </a:lnTo>
                <a:cubicBezTo>
                  <a:pt x="0" y="40081"/>
                  <a:pt x="1592" y="32121"/>
                  <a:pt x="4776" y="25236"/>
                </a:cubicBezTo>
                <a:cubicBezTo>
                  <a:pt x="7960" y="18352"/>
                  <a:pt x="12511" y="13070"/>
                  <a:pt x="18427" y="9391"/>
                </a:cubicBezTo>
                <a:cubicBezTo>
                  <a:pt x="24343" y="5712"/>
                  <a:pt x="31217" y="3873"/>
                  <a:pt x="39048" y="3873"/>
                </a:cubicBezTo>
                <a:cubicBezTo>
                  <a:pt x="49892" y="3873"/>
                  <a:pt x="58626" y="6777"/>
                  <a:pt x="65253" y="12586"/>
                </a:cubicBezTo>
                <a:cubicBezTo>
                  <a:pt x="71879" y="18395"/>
                  <a:pt x="75709" y="26549"/>
                  <a:pt x="76741" y="37048"/>
                </a:cubicBezTo>
                <a:lnTo>
                  <a:pt x="57378" y="37048"/>
                </a:lnTo>
                <a:cubicBezTo>
                  <a:pt x="56905" y="30980"/>
                  <a:pt x="55216" y="26581"/>
                  <a:pt x="52312" y="23849"/>
                </a:cubicBezTo>
                <a:cubicBezTo>
                  <a:pt x="49407" y="21116"/>
                  <a:pt x="44986" y="19750"/>
                  <a:pt x="39048" y="19750"/>
                </a:cubicBezTo>
                <a:cubicBezTo>
                  <a:pt x="32594" y="19750"/>
                  <a:pt x="27764" y="22063"/>
                  <a:pt x="24558" y="26688"/>
                </a:cubicBezTo>
                <a:cubicBezTo>
                  <a:pt x="21353" y="31314"/>
                  <a:pt x="19707" y="38489"/>
                  <a:pt x="19621" y="48213"/>
                </a:cubicBezTo>
                <a:lnTo>
                  <a:pt x="19621" y="55313"/>
                </a:lnTo>
                <a:cubicBezTo>
                  <a:pt x="19621" y="65468"/>
                  <a:pt x="21159" y="72890"/>
                  <a:pt x="24236" y="77580"/>
                </a:cubicBezTo>
                <a:cubicBezTo>
                  <a:pt x="27312" y="82270"/>
                  <a:pt x="32164" y="84615"/>
                  <a:pt x="38790" y="84615"/>
                </a:cubicBezTo>
                <a:cubicBezTo>
                  <a:pt x="44771" y="84615"/>
                  <a:pt x="49235" y="83249"/>
                  <a:pt x="52183" y="80517"/>
                </a:cubicBezTo>
                <a:cubicBezTo>
                  <a:pt x="55130" y="77785"/>
                  <a:pt x="56819" y="73557"/>
                  <a:pt x="57249" y="67834"/>
                </a:cubicBezTo>
                <a:lnTo>
                  <a:pt x="76612" y="67834"/>
                </a:lnTo>
                <a:close/>
                <a:moveTo>
                  <a:pt x="107765" y="99138"/>
                </a:moveTo>
                <a:lnTo>
                  <a:pt x="89047" y="99138"/>
                </a:lnTo>
                <a:lnTo>
                  <a:pt x="89047" y="0"/>
                </a:lnTo>
                <a:lnTo>
                  <a:pt x="107765" y="0"/>
                </a:lnTo>
                <a:lnTo>
                  <a:pt x="107765" y="99138"/>
                </a:lnTo>
                <a:close/>
                <a:moveTo>
                  <a:pt x="155260" y="100428"/>
                </a:moveTo>
                <a:cubicBezTo>
                  <a:pt x="145019" y="100428"/>
                  <a:pt x="136682" y="97287"/>
                  <a:pt x="130249" y="91005"/>
                </a:cubicBezTo>
                <a:cubicBezTo>
                  <a:pt x="123817" y="84723"/>
                  <a:pt x="120600" y="76354"/>
                  <a:pt x="120600" y="65898"/>
                </a:cubicBezTo>
                <a:lnTo>
                  <a:pt x="120600" y="64091"/>
                </a:lnTo>
                <a:cubicBezTo>
                  <a:pt x="120600" y="57077"/>
                  <a:pt x="121956" y="50806"/>
                  <a:pt x="124666" y="45277"/>
                </a:cubicBezTo>
                <a:cubicBezTo>
                  <a:pt x="127377" y="39748"/>
                  <a:pt x="131217" y="35488"/>
                  <a:pt x="136187" y="32497"/>
                </a:cubicBezTo>
                <a:cubicBezTo>
                  <a:pt x="141157" y="29507"/>
                  <a:pt x="146826" y="28012"/>
                  <a:pt x="153194" y="28012"/>
                </a:cubicBezTo>
                <a:cubicBezTo>
                  <a:pt x="162747" y="28012"/>
                  <a:pt x="170266" y="31024"/>
                  <a:pt x="175752" y="37048"/>
                </a:cubicBezTo>
                <a:cubicBezTo>
                  <a:pt x="181238" y="43071"/>
                  <a:pt x="183981" y="51613"/>
                  <a:pt x="183981" y="62671"/>
                </a:cubicBezTo>
                <a:lnTo>
                  <a:pt x="183981" y="70287"/>
                </a:lnTo>
                <a:lnTo>
                  <a:pt x="139511" y="70287"/>
                </a:lnTo>
                <a:cubicBezTo>
                  <a:pt x="140114" y="74848"/>
                  <a:pt x="141932" y="78505"/>
                  <a:pt x="144965" y="81259"/>
                </a:cubicBezTo>
                <a:cubicBezTo>
                  <a:pt x="147999" y="84013"/>
                  <a:pt x="151839" y="85390"/>
                  <a:pt x="156486" y="85390"/>
                </a:cubicBezTo>
                <a:cubicBezTo>
                  <a:pt x="163672" y="85390"/>
                  <a:pt x="169287" y="82787"/>
                  <a:pt x="173332" y="77580"/>
                </a:cubicBezTo>
                <a:lnTo>
                  <a:pt x="182497" y="87843"/>
                </a:lnTo>
                <a:cubicBezTo>
                  <a:pt x="179700" y="91801"/>
                  <a:pt x="175913" y="94889"/>
                  <a:pt x="171137" y="97104"/>
                </a:cubicBezTo>
                <a:cubicBezTo>
                  <a:pt x="166361" y="99320"/>
                  <a:pt x="161068" y="100428"/>
                  <a:pt x="155260" y="100428"/>
                </a:cubicBezTo>
                <a:moveTo>
                  <a:pt x="153130" y="43115"/>
                </a:moveTo>
                <a:cubicBezTo>
                  <a:pt x="149429" y="43115"/>
                  <a:pt x="146428" y="44362"/>
                  <a:pt x="144126" y="46858"/>
                </a:cubicBezTo>
                <a:cubicBezTo>
                  <a:pt x="141824" y="49354"/>
                  <a:pt x="140350" y="52925"/>
                  <a:pt x="139705" y="57572"/>
                </a:cubicBezTo>
                <a:lnTo>
                  <a:pt x="165651" y="57572"/>
                </a:lnTo>
                <a:lnTo>
                  <a:pt x="165651" y="56088"/>
                </a:lnTo>
                <a:cubicBezTo>
                  <a:pt x="165565" y="51957"/>
                  <a:pt x="164446" y="48762"/>
                  <a:pt x="162295" y="46503"/>
                </a:cubicBezTo>
                <a:cubicBezTo>
                  <a:pt x="160143" y="44244"/>
                  <a:pt x="157088" y="43115"/>
                  <a:pt x="153130" y="43115"/>
                </a:cubicBezTo>
                <a:close/>
                <a:moveTo>
                  <a:pt x="235017" y="99138"/>
                </a:moveTo>
                <a:cubicBezTo>
                  <a:pt x="234157" y="97459"/>
                  <a:pt x="233533" y="95373"/>
                  <a:pt x="233145" y="92877"/>
                </a:cubicBezTo>
                <a:cubicBezTo>
                  <a:pt x="228627" y="97911"/>
                  <a:pt x="222754" y="100428"/>
                  <a:pt x="215525" y="100428"/>
                </a:cubicBezTo>
                <a:cubicBezTo>
                  <a:pt x="208684" y="100428"/>
                  <a:pt x="203015" y="98446"/>
                  <a:pt x="198518" y="94482"/>
                </a:cubicBezTo>
                <a:cubicBezTo>
                  <a:pt x="194022" y="90517"/>
                  <a:pt x="191773" y="85518"/>
                  <a:pt x="191773" y="79486"/>
                </a:cubicBezTo>
                <a:cubicBezTo>
                  <a:pt x="191773" y="72075"/>
                  <a:pt x="194517" y="66387"/>
                  <a:pt x="200003" y="62423"/>
                </a:cubicBezTo>
                <a:cubicBezTo>
                  <a:pt x="205489" y="58458"/>
                  <a:pt x="213417" y="56453"/>
                  <a:pt x="223787" y="56410"/>
                </a:cubicBezTo>
                <a:lnTo>
                  <a:pt x="232371" y="56410"/>
                </a:lnTo>
                <a:lnTo>
                  <a:pt x="232371" y="52427"/>
                </a:lnTo>
                <a:cubicBezTo>
                  <a:pt x="232371" y="49213"/>
                  <a:pt x="231543" y="46643"/>
                  <a:pt x="229886" y="44716"/>
                </a:cubicBezTo>
                <a:cubicBezTo>
                  <a:pt x="228229" y="42788"/>
                  <a:pt x="225615" y="41824"/>
                  <a:pt x="222044" y="41824"/>
                </a:cubicBezTo>
                <a:cubicBezTo>
                  <a:pt x="218903" y="41824"/>
                  <a:pt x="216440" y="42571"/>
                  <a:pt x="214654" y="44067"/>
                </a:cubicBezTo>
                <a:cubicBezTo>
                  <a:pt x="212868" y="45560"/>
                  <a:pt x="211975" y="47610"/>
                  <a:pt x="211975" y="50214"/>
                </a:cubicBezTo>
                <a:lnTo>
                  <a:pt x="193323" y="50214"/>
                </a:lnTo>
                <a:cubicBezTo>
                  <a:pt x="193323" y="46182"/>
                  <a:pt x="194570" y="42450"/>
                  <a:pt x="197066" y="39018"/>
                </a:cubicBezTo>
                <a:cubicBezTo>
                  <a:pt x="199562" y="35585"/>
                  <a:pt x="203090" y="32893"/>
                  <a:pt x="207651" y="30940"/>
                </a:cubicBezTo>
                <a:cubicBezTo>
                  <a:pt x="212212" y="28988"/>
                  <a:pt x="217332" y="28012"/>
                  <a:pt x="223012" y="28012"/>
                </a:cubicBezTo>
                <a:cubicBezTo>
                  <a:pt x="231618" y="28012"/>
                  <a:pt x="238449" y="30174"/>
                  <a:pt x="243504" y="34498"/>
                </a:cubicBezTo>
                <a:cubicBezTo>
                  <a:pt x="248560" y="38822"/>
                  <a:pt x="251088" y="44900"/>
                  <a:pt x="251088" y="52731"/>
                </a:cubicBezTo>
                <a:lnTo>
                  <a:pt x="251088" y="83002"/>
                </a:lnTo>
                <a:cubicBezTo>
                  <a:pt x="251131" y="89628"/>
                  <a:pt x="252056" y="94641"/>
                  <a:pt x="253864" y="98040"/>
                </a:cubicBezTo>
                <a:lnTo>
                  <a:pt x="253864" y="99138"/>
                </a:lnTo>
                <a:lnTo>
                  <a:pt x="235017" y="99138"/>
                </a:lnTo>
                <a:moveTo>
                  <a:pt x="219591" y="86164"/>
                </a:moveTo>
                <a:cubicBezTo>
                  <a:pt x="222345" y="86164"/>
                  <a:pt x="224884" y="85549"/>
                  <a:pt x="227207" y="84319"/>
                </a:cubicBezTo>
                <a:cubicBezTo>
                  <a:pt x="229531" y="83089"/>
                  <a:pt x="231252" y="81437"/>
                  <a:pt x="232371" y="79363"/>
                </a:cubicBezTo>
                <a:lnTo>
                  <a:pt x="232371" y="67318"/>
                </a:lnTo>
                <a:lnTo>
                  <a:pt x="225400" y="67318"/>
                </a:lnTo>
                <a:cubicBezTo>
                  <a:pt x="216063" y="67318"/>
                  <a:pt x="211093" y="70556"/>
                  <a:pt x="210491" y="77032"/>
                </a:cubicBezTo>
                <a:lnTo>
                  <a:pt x="210426" y="78133"/>
                </a:lnTo>
                <a:cubicBezTo>
                  <a:pt x="210426" y="80465"/>
                  <a:pt x="211244" y="82386"/>
                  <a:pt x="212879" y="83897"/>
                </a:cubicBezTo>
                <a:cubicBezTo>
                  <a:pt x="214514" y="85409"/>
                  <a:pt x="216752" y="86164"/>
                  <a:pt x="219591" y="86164"/>
                </a:cubicBezTo>
                <a:close/>
                <a:moveTo>
                  <a:pt x="304641" y="46793"/>
                </a:moveTo>
                <a:cubicBezTo>
                  <a:pt x="302103" y="46449"/>
                  <a:pt x="299865" y="46277"/>
                  <a:pt x="297929" y="46277"/>
                </a:cubicBezTo>
                <a:cubicBezTo>
                  <a:pt x="290872" y="46277"/>
                  <a:pt x="286247" y="48665"/>
                  <a:pt x="284052" y="53441"/>
                </a:cubicBezTo>
                <a:lnTo>
                  <a:pt x="284052" y="99138"/>
                </a:lnTo>
                <a:lnTo>
                  <a:pt x="265399" y="99138"/>
                </a:lnTo>
                <a:lnTo>
                  <a:pt x="265399" y="29302"/>
                </a:lnTo>
                <a:lnTo>
                  <a:pt x="283020" y="29302"/>
                </a:lnTo>
                <a:lnTo>
                  <a:pt x="283536" y="37628"/>
                </a:lnTo>
                <a:cubicBezTo>
                  <a:pt x="287279" y="31217"/>
                  <a:pt x="292464" y="28012"/>
                  <a:pt x="299091" y="28012"/>
                </a:cubicBezTo>
                <a:cubicBezTo>
                  <a:pt x="301156" y="28012"/>
                  <a:pt x="303092" y="28291"/>
                  <a:pt x="304900" y="28851"/>
                </a:cubicBezTo>
                <a:lnTo>
                  <a:pt x="304641" y="46793"/>
                </a:lnTo>
                <a:close/>
                <a:moveTo>
                  <a:pt x="373037" y="5163"/>
                </a:moveTo>
                <a:lnTo>
                  <a:pt x="397176" y="73320"/>
                </a:lnTo>
                <a:lnTo>
                  <a:pt x="421185" y="5163"/>
                </a:lnTo>
                <a:lnTo>
                  <a:pt x="446615" y="5163"/>
                </a:lnTo>
                <a:lnTo>
                  <a:pt x="446615" y="99138"/>
                </a:lnTo>
                <a:lnTo>
                  <a:pt x="427188" y="99138"/>
                </a:lnTo>
                <a:lnTo>
                  <a:pt x="427188" y="73450"/>
                </a:lnTo>
                <a:lnTo>
                  <a:pt x="429124" y="29109"/>
                </a:lnTo>
                <a:lnTo>
                  <a:pt x="403759" y="99138"/>
                </a:lnTo>
                <a:lnTo>
                  <a:pt x="390463" y="99138"/>
                </a:lnTo>
                <a:lnTo>
                  <a:pt x="365162" y="29173"/>
                </a:lnTo>
                <a:lnTo>
                  <a:pt x="367099" y="73450"/>
                </a:lnTo>
                <a:lnTo>
                  <a:pt x="367099" y="99138"/>
                </a:lnTo>
                <a:lnTo>
                  <a:pt x="347736" y="99138"/>
                </a:lnTo>
                <a:lnTo>
                  <a:pt x="347736" y="5163"/>
                </a:lnTo>
                <a:lnTo>
                  <a:pt x="373037" y="5163"/>
                </a:lnTo>
                <a:close/>
                <a:moveTo>
                  <a:pt x="494413" y="100428"/>
                </a:moveTo>
                <a:cubicBezTo>
                  <a:pt x="484172" y="100428"/>
                  <a:pt x="475836" y="97287"/>
                  <a:pt x="469403" y="91005"/>
                </a:cubicBezTo>
                <a:cubicBezTo>
                  <a:pt x="462970" y="84723"/>
                  <a:pt x="459754" y="76354"/>
                  <a:pt x="459754" y="65898"/>
                </a:cubicBezTo>
                <a:lnTo>
                  <a:pt x="459754" y="64091"/>
                </a:lnTo>
                <a:cubicBezTo>
                  <a:pt x="459754" y="57077"/>
                  <a:pt x="461109" y="50806"/>
                  <a:pt x="463820" y="45277"/>
                </a:cubicBezTo>
                <a:cubicBezTo>
                  <a:pt x="466531" y="39748"/>
                  <a:pt x="470371" y="35488"/>
                  <a:pt x="475341" y="32497"/>
                </a:cubicBezTo>
                <a:cubicBezTo>
                  <a:pt x="480311" y="29507"/>
                  <a:pt x="485980" y="28012"/>
                  <a:pt x="492348" y="28012"/>
                </a:cubicBezTo>
                <a:cubicBezTo>
                  <a:pt x="501900" y="28012"/>
                  <a:pt x="509419" y="31024"/>
                  <a:pt x="514905" y="37048"/>
                </a:cubicBezTo>
                <a:cubicBezTo>
                  <a:pt x="520392" y="43071"/>
                  <a:pt x="523135" y="51613"/>
                  <a:pt x="523135" y="62671"/>
                </a:cubicBezTo>
                <a:lnTo>
                  <a:pt x="523135" y="70287"/>
                </a:lnTo>
                <a:lnTo>
                  <a:pt x="478665" y="70287"/>
                </a:lnTo>
                <a:cubicBezTo>
                  <a:pt x="479267" y="74848"/>
                  <a:pt x="481085" y="78505"/>
                  <a:pt x="484119" y="81259"/>
                </a:cubicBezTo>
                <a:cubicBezTo>
                  <a:pt x="487152" y="84013"/>
                  <a:pt x="490992" y="85390"/>
                  <a:pt x="495639" y="85390"/>
                </a:cubicBezTo>
                <a:cubicBezTo>
                  <a:pt x="502825" y="85390"/>
                  <a:pt x="508440" y="82787"/>
                  <a:pt x="512485" y="77580"/>
                </a:cubicBezTo>
                <a:lnTo>
                  <a:pt x="521650" y="87843"/>
                </a:lnTo>
                <a:cubicBezTo>
                  <a:pt x="518853" y="91801"/>
                  <a:pt x="515067" y="94889"/>
                  <a:pt x="510291" y="97104"/>
                </a:cubicBezTo>
                <a:cubicBezTo>
                  <a:pt x="505514" y="99320"/>
                  <a:pt x="500222" y="100428"/>
                  <a:pt x="494413" y="100428"/>
                </a:cubicBezTo>
                <a:moveTo>
                  <a:pt x="492283" y="43115"/>
                </a:moveTo>
                <a:cubicBezTo>
                  <a:pt x="488583" y="43115"/>
                  <a:pt x="485582" y="44362"/>
                  <a:pt x="483280" y="46858"/>
                </a:cubicBezTo>
                <a:cubicBezTo>
                  <a:pt x="480977" y="49354"/>
                  <a:pt x="479504" y="52925"/>
                  <a:pt x="478858" y="57572"/>
                </a:cubicBezTo>
                <a:lnTo>
                  <a:pt x="504804" y="57572"/>
                </a:lnTo>
                <a:lnTo>
                  <a:pt x="504804" y="56088"/>
                </a:lnTo>
                <a:cubicBezTo>
                  <a:pt x="504718" y="51957"/>
                  <a:pt x="503600" y="48762"/>
                  <a:pt x="501448" y="46503"/>
                </a:cubicBezTo>
                <a:cubicBezTo>
                  <a:pt x="499297" y="44244"/>
                  <a:pt x="496242" y="43115"/>
                  <a:pt x="492283" y="43115"/>
                </a:cubicBezTo>
                <a:close/>
                <a:moveTo>
                  <a:pt x="571524" y="79839"/>
                </a:moveTo>
                <a:cubicBezTo>
                  <a:pt x="571524" y="77559"/>
                  <a:pt x="570394" y="75762"/>
                  <a:pt x="568135" y="74450"/>
                </a:cubicBezTo>
                <a:cubicBezTo>
                  <a:pt x="565876" y="73138"/>
                  <a:pt x="562251" y="71965"/>
                  <a:pt x="557260" y="70932"/>
                </a:cubicBezTo>
                <a:cubicBezTo>
                  <a:pt x="540651" y="67447"/>
                  <a:pt x="532346" y="60390"/>
                  <a:pt x="532346" y="49762"/>
                </a:cubicBezTo>
                <a:cubicBezTo>
                  <a:pt x="532346" y="43566"/>
                  <a:pt x="534917" y="38392"/>
                  <a:pt x="540059" y="34240"/>
                </a:cubicBezTo>
                <a:cubicBezTo>
                  <a:pt x="545201" y="30088"/>
                  <a:pt x="551924" y="28012"/>
                  <a:pt x="560229" y="28012"/>
                </a:cubicBezTo>
                <a:cubicBezTo>
                  <a:pt x="569093" y="28012"/>
                  <a:pt x="576182" y="30098"/>
                  <a:pt x="581496" y="34272"/>
                </a:cubicBezTo>
                <a:cubicBezTo>
                  <a:pt x="586810" y="38446"/>
                  <a:pt x="589467" y="43868"/>
                  <a:pt x="589467" y="50537"/>
                </a:cubicBezTo>
                <a:lnTo>
                  <a:pt x="570814" y="50537"/>
                </a:lnTo>
                <a:cubicBezTo>
                  <a:pt x="570814" y="47869"/>
                  <a:pt x="569953" y="45664"/>
                  <a:pt x="568232" y="43921"/>
                </a:cubicBezTo>
                <a:cubicBezTo>
                  <a:pt x="566511" y="42179"/>
                  <a:pt x="563822" y="41307"/>
                  <a:pt x="560164" y="41307"/>
                </a:cubicBezTo>
                <a:cubicBezTo>
                  <a:pt x="557023" y="41307"/>
                  <a:pt x="554592" y="42017"/>
                  <a:pt x="552871" y="43437"/>
                </a:cubicBezTo>
                <a:cubicBezTo>
                  <a:pt x="551150" y="44857"/>
                  <a:pt x="550289" y="46664"/>
                  <a:pt x="550289" y="48859"/>
                </a:cubicBezTo>
                <a:cubicBezTo>
                  <a:pt x="550289" y="50924"/>
                  <a:pt x="551268" y="52592"/>
                  <a:pt x="553226" y="53861"/>
                </a:cubicBezTo>
                <a:cubicBezTo>
                  <a:pt x="555184" y="55130"/>
                  <a:pt x="558486" y="56227"/>
                  <a:pt x="563133" y="57153"/>
                </a:cubicBezTo>
                <a:cubicBezTo>
                  <a:pt x="567780" y="58078"/>
                  <a:pt x="571696" y="59121"/>
                  <a:pt x="574880" y="60283"/>
                </a:cubicBezTo>
                <a:cubicBezTo>
                  <a:pt x="584734" y="63897"/>
                  <a:pt x="589660" y="70158"/>
                  <a:pt x="589660" y="79065"/>
                </a:cubicBezTo>
                <a:cubicBezTo>
                  <a:pt x="589660" y="85433"/>
                  <a:pt x="586928" y="90586"/>
                  <a:pt x="581463" y="94523"/>
                </a:cubicBezTo>
                <a:cubicBezTo>
                  <a:pt x="575999" y="98460"/>
                  <a:pt x="568942" y="100428"/>
                  <a:pt x="560293" y="100428"/>
                </a:cubicBezTo>
                <a:cubicBezTo>
                  <a:pt x="554442" y="100428"/>
                  <a:pt x="549246" y="99385"/>
                  <a:pt x="544706" y="97298"/>
                </a:cubicBezTo>
                <a:cubicBezTo>
                  <a:pt x="540167" y="95211"/>
                  <a:pt x="536606" y="92350"/>
                  <a:pt x="534024" y="88714"/>
                </a:cubicBezTo>
                <a:cubicBezTo>
                  <a:pt x="531443" y="85078"/>
                  <a:pt x="530152" y="81152"/>
                  <a:pt x="530152" y="76935"/>
                </a:cubicBezTo>
                <a:lnTo>
                  <a:pt x="547837" y="76935"/>
                </a:lnTo>
                <a:cubicBezTo>
                  <a:pt x="548009" y="80248"/>
                  <a:pt x="549235" y="82787"/>
                  <a:pt x="551516" y="84551"/>
                </a:cubicBezTo>
                <a:cubicBezTo>
                  <a:pt x="553796" y="86315"/>
                  <a:pt x="556851" y="87197"/>
                  <a:pt x="560681" y="87197"/>
                </a:cubicBezTo>
                <a:cubicBezTo>
                  <a:pt x="564252" y="87197"/>
                  <a:pt x="566952" y="86519"/>
                  <a:pt x="568781" y="85164"/>
                </a:cubicBezTo>
                <a:cubicBezTo>
                  <a:pt x="570609" y="83809"/>
                  <a:pt x="571524" y="82034"/>
                  <a:pt x="571524" y="79839"/>
                </a:cubicBezTo>
                <a:close/>
                <a:moveTo>
                  <a:pt x="639471" y="79839"/>
                </a:moveTo>
                <a:cubicBezTo>
                  <a:pt x="639471" y="77559"/>
                  <a:pt x="638341" y="75762"/>
                  <a:pt x="636082" y="74450"/>
                </a:cubicBezTo>
                <a:cubicBezTo>
                  <a:pt x="633823" y="73138"/>
                  <a:pt x="630198" y="71965"/>
                  <a:pt x="625207" y="70932"/>
                </a:cubicBezTo>
                <a:cubicBezTo>
                  <a:pt x="608598" y="67447"/>
                  <a:pt x="600293" y="60390"/>
                  <a:pt x="600293" y="49762"/>
                </a:cubicBezTo>
                <a:cubicBezTo>
                  <a:pt x="600293" y="43566"/>
                  <a:pt x="602864" y="38392"/>
                  <a:pt x="608006" y="34240"/>
                </a:cubicBezTo>
                <a:cubicBezTo>
                  <a:pt x="613148" y="30088"/>
                  <a:pt x="619871" y="28012"/>
                  <a:pt x="628176" y="28012"/>
                </a:cubicBezTo>
                <a:cubicBezTo>
                  <a:pt x="637039" y="28012"/>
                  <a:pt x="644128" y="30098"/>
                  <a:pt x="649442" y="34272"/>
                </a:cubicBezTo>
                <a:cubicBezTo>
                  <a:pt x="654756" y="38446"/>
                  <a:pt x="657413" y="43868"/>
                  <a:pt x="657413" y="50537"/>
                </a:cubicBezTo>
                <a:lnTo>
                  <a:pt x="638761" y="50537"/>
                </a:lnTo>
                <a:cubicBezTo>
                  <a:pt x="638761" y="47869"/>
                  <a:pt x="637900" y="45664"/>
                  <a:pt x="636179" y="43921"/>
                </a:cubicBezTo>
                <a:cubicBezTo>
                  <a:pt x="634458" y="42179"/>
                  <a:pt x="631768" y="41307"/>
                  <a:pt x="628111" y="41307"/>
                </a:cubicBezTo>
                <a:cubicBezTo>
                  <a:pt x="624970" y="41307"/>
                  <a:pt x="622539" y="42017"/>
                  <a:pt x="620818" y="43437"/>
                </a:cubicBezTo>
                <a:cubicBezTo>
                  <a:pt x="619097" y="44857"/>
                  <a:pt x="618236" y="46664"/>
                  <a:pt x="618236" y="48859"/>
                </a:cubicBezTo>
                <a:cubicBezTo>
                  <a:pt x="618236" y="50924"/>
                  <a:pt x="619215" y="52592"/>
                  <a:pt x="621173" y="53861"/>
                </a:cubicBezTo>
                <a:cubicBezTo>
                  <a:pt x="623131" y="55130"/>
                  <a:pt x="626433" y="56227"/>
                  <a:pt x="631080" y="57153"/>
                </a:cubicBezTo>
                <a:cubicBezTo>
                  <a:pt x="635727" y="58078"/>
                  <a:pt x="639643" y="59121"/>
                  <a:pt x="642827" y="60283"/>
                </a:cubicBezTo>
                <a:cubicBezTo>
                  <a:pt x="652680" y="63897"/>
                  <a:pt x="657607" y="70158"/>
                  <a:pt x="657607" y="79065"/>
                </a:cubicBezTo>
                <a:cubicBezTo>
                  <a:pt x="657607" y="85433"/>
                  <a:pt x="654875" y="90586"/>
                  <a:pt x="649410" y="94523"/>
                </a:cubicBezTo>
                <a:cubicBezTo>
                  <a:pt x="643946" y="98460"/>
                  <a:pt x="636889" y="100428"/>
                  <a:pt x="628240" y="100428"/>
                </a:cubicBezTo>
                <a:cubicBezTo>
                  <a:pt x="622388" y="100428"/>
                  <a:pt x="617193" y="99385"/>
                  <a:pt x="612653" y="97298"/>
                </a:cubicBezTo>
                <a:cubicBezTo>
                  <a:pt x="608114" y="95211"/>
                  <a:pt x="604553" y="92350"/>
                  <a:pt x="601971" y="88714"/>
                </a:cubicBezTo>
                <a:cubicBezTo>
                  <a:pt x="599390" y="85078"/>
                  <a:pt x="598099" y="81152"/>
                  <a:pt x="598099" y="76935"/>
                </a:cubicBezTo>
                <a:lnTo>
                  <a:pt x="615783" y="76935"/>
                </a:lnTo>
                <a:cubicBezTo>
                  <a:pt x="615956" y="80248"/>
                  <a:pt x="617182" y="82787"/>
                  <a:pt x="619462" y="84551"/>
                </a:cubicBezTo>
                <a:cubicBezTo>
                  <a:pt x="621743" y="86315"/>
                  <a:pt x="624798" y="87197"/>
                  <a:pt x="628627" y="87197"/>
                </a:cubicBezTo>
                <a:cubicBezTo>
                  <a:pt x="632199" y="87197"/>
                  <a:pt x="634899" y="86519"/>
                  <a:pt x="636728" y="85164"/>
                </a:cubicBezTo>
                <a:cubicBezTo>
                  <a:pt x="638556" y="83809"/>
                  <a:pt x="639471" y="82034"/>
                  <a:pt x="639471" y="79839"/>
                </a:cubicBezTo>
                <a:close/>
                <a:moveTo>
                  <a:pt x="710063" y="99138"/>
                </a:moveTo>
                <a:cubicBezTo>
                  <a:pt x="709203" y="97459"/>
                  <a:pt x="708579" y="95373"/>
                  <a:pt x="708192" y="92877"/>
                </a:cubicBezTo>
                <a:cubicBezTo>
                  <a:pt x="703674" y="97911"/>
                  <a:pt x="697800" y="100428"/>
                  <a:pt x="690571" y="100428"/>
                </a:cubicBezTo>
                <a:cubicBezTo>
                  <a:pt x="683730" y="100428"/>
                  <a:pt x="678061" y="98446"/>
                  <a:pt x="673564" y="94482"/>
                </a:cubicBezTo>
                <a:cubicBezTo>
                  <a:pt x="669068" y="90517"/>
                  <a:pt x="666820" y="85518"/>
                  <a:pt x="666820" y="79486"/>
                </a:cubicBezTo>
                <a:cubicBezTo>
                  <a:pt x="666820" y="72075"/>
                  <a:pt x="669563" y="66387"/>
                  <a:pt x="675049" y="62423"/>
                </a:cubicBezTo>
                <a:cubicBezTo>
                  <a:pt x="680535" y="58458"/>
                  <a:pt x="688463" y="56453"/>
                  <a:pt x="698833" y="56410"/>
                </a:cubicBezTo>
                <a:lnTo>
                  <a:pt x="707417" y="56410"/>
                </a:lnTo>
                <a:lnTo>
                  <a:pt x="707417" y="52427"/>
                </a:lnTo>
                <a:cubicBezTo>
                  <a:pt x="707417" y="49213"/>
                  <a:pt x="706589" y="46643"/>
                  <a:pt x="704932" y="44716"/>
                </a:cubicBezTo>
                <a:cubicBezTo>
                  <a:pt x="703276" y="42788"/>
                  <a:pt x="700662" y="41824"/>
                  <a:pt x="697090" y="41824"/>
                </a:cubicBezTo>
                <a:cubicBezTo>
                  <a:pt x="693949" y="41824"/>
                  <a:pt x="691486" y="42571"/>
                  <a:pt x="689700" y="44067"/>
                </a:cubicBezTo>
                <a:cubicBezTo>
                  <a:pt x="687914" y="45560"/>
                  <a:pt x="687022" y="47610"/>
                  <a:pt x="687022" y="50214"/>
                </a:cubicBezTo>
                <a:lnTo>
                  <a:pt x="668369" y="50214"/>
                </a:lnTo>
                <a:cubicBezTo>
                  <a:pt x="668369" y="46182"/>
                  <a:pt x="669617" y="42450"/>
                  <a:pt x="672112" y="39018"/>
                </a:cubicBezTo>
                <a:cubicBezTo>
                  <a:pt x="674608" y="35585"/>
                  <a:pt x="678136" y="32893"/>
                  <a:pt x="682697" y="30940"/>
                </a:cubicBezTo>
                <a:cubicBezTo>
                  <a:pt x="687258" y="28988"/>
                  <a:pt x="692379" y="28012"/>
                  <a:pt x="698058" y="28012"/>
                </a:cubicBezTo>
                <a:cubicBezTo>
                  <a:pt x="706664" y="28012"/>
                  <a:pt x="713495" y="30174"/>
                  <a:pt x="718551" y="34498"/>
                </a:cubicBezTo>
                <a:cubicBezTo>
                  <a:pt x="723607" y="38822"/>
                  <a:pt x="726134" y="44900"/>
                  <a:pt x="726134" y="52731"/>
                </a:cubicBezTo>
                <a:lnTo>
                  <a:pt x="726134" y="83002"/>
                </a:lnTo>
                <a:cubicBezTo>
                  <a:pt x="726177" y="89628"/>
                  <a:pt x="727103" y="94641"/>
                  <a:pt x="728910" y="98040"/>
                </a:cubicBezTo>
                <a:lnTo>
                  <a:pt x="728910" y="99138"/>
                </a:lnTo>
                <a:lnTo>
                  <a:pt x="710063" y="99138"/>
                </a:lnTo>
                <a:moveTo>
                  <a:pt x="694638" y="86164"/>
                </a:moveTo>
                <a:cubicBezTo>
                  <a:pt x="697391" y="86164"/>
                  <a:pt x="699930" y="85549"/>
                  <a:pt x="702254" y="84319"/>
                </a:cubicBezTo>
                <a:cubicBezTo>
                  <a:pt x="704577" y="83089"/>
                  <a:pt x="706298" y="81437"/>
                  <a:pt x="707417" y="79363"/>
                </a:cubicBezTo>
                <a:lnTo>
                  <a:pt x="707417" y="67318"/>
                </a:lnTo>
                <a:lnTo>
                  <a:pt x="700446" y="67318"/>
                </a:lnTo>
                <a:cubicBezTo>
                  <a:pt x="691109" y="67318"/>
                  <a:pt x="686139" y="70556"/>
                  <a:pt x="685537" y="77032"/>
                </a:cubicBezTo>
                <a:lnTo>
                  <a:pt x="685473" y="78133"/>
                </a:lnTo>
                <a:cubicBezTo>
                  <a:pt x="685473" y="80465"/>
                  <a:pt x="686290" y="82386"/>
                  <a:pt x="687925" y="83897"/>
                </a:cubicBezTo>
                <a:cubicBezTo>
                  <a:pt x="689560" y="85409"/>
                  <a:pt x="691798" y="86164"/>
                  <a:pt x="694638" y="86164"/>
                </a:cubicBezTo>
                <a:close/>
                <a:moveTo>
                  <a:pt x="737735" y="63704"/>
                </a:moveTo>
                <a:cubicBezTo>
                  <a:pt x="737735" y="52990"/>
                  <a:pt x="740285" y="44362"/>
                  <a:pt x="745383" y="37822"/>
                </a:cubicBezTo>
                <a:cubicBezTo>
                  <a:pt x="750482" y="31282"/>
                  <a:pt x="757356" y="28012"/>
                  <a:pt x="766005" y="28012"/>
                </a:cubicBezTo>
                <a:cubicBezTo>
                  <a:pt x="773664" y="28012"/>
                  <a:pt x="779623" y="30636"/>
                  <a:pt x="783883" y="35886"/>
                </a:cubicBezTo>
                <a:lnTo>
                  <a:pt x="784658" y="29302"/>
                </a:lnTo>
                <a:lnTo>
                  <a:pt x="801568" y="29302"/>
                </a:lnTo>
                <a:lnTo>
                  <a:pt x="801568" y="96814"/>
                </a:lnTo>
                <a:cubicBezTo>
                  <a:pt x="801568" y="102924"/>
                  <a:pt x="800180" y="108238"/>
                  <a:pt x="797405" y="112756"/>
                </a:cubicBezTo>
                <a:cubicBezTo>
                  <a:pt x="794629" y="117274"/>
                  <a:pt x="790725" y="120716"/>
                  <a:pt x="785690" y="123083"/>
                </a:cubicBezTo>
                <a:cubicBezTo>
                  <a:pt x="780656" y="125449"/>
                  <a:pt x="774761" y="126633"/>
                  <a:pt x="768006" y="126633"/>
                </a:cubicBezTo>
                <a:cubicBezTo>
                  <a:pt x="762885" y="126633"/>
                  <a:pt x="757894" y="125611"/>
                  <a:pt x="753032" y="123567"/>
                </a:cubicBezTo>
                <a:cubicBezTo>
                  <a:pt x="748170" y="121523"/>
                  <a:pt x="744491" y="118888"/>
                  <a:pt x="741995" y="115661"/>
                </a:cubicBezTo>
                <a:lnTo>
                  <a:pt x="750256" y="104301"/>
                </a:lnTo>
                <a:cubicBezTo>
                  <a:pt x="754903" y="109507"/>
                  <a:pt x="760540" y="112111"/>
                  <a:pt x="767167" y="112111"/>
                </a:cubicBezTo>
                <a:cubicBezTo>
                  <a:pt x="772115" y="112111"/>
                  <a:pt x="775966" y="110788"/>
                  <a:pt x="778720" y="108141"/>
                </a:cubicBezTo>
                <a:cubicBezTo>
                  <a:pt x="781474" y="105495"/>
                  <a:pt x="782850" y="101741"/>
                  <a:pt x="782850" y="96879"/>
                </a:cubicBezTo>
                <a:lnTo>
                  <a:pt x="782850" y="93135"/>
                </a:lnTo>
                <a:cubicBezTo>
                  <a:pt x="778548" y="97997"/>
                  <a:pt x="772889" y="100428"/>
                  <a:pt x="765876" y="100428"/>
                </a:cubicBezTo>
                <a:cubicBezTo>
                  <a:pt x="757485" y="100428"/>
                  <a:pt x="750697" y="97148"/>
                  <a:pt x="745513" y="90586"/>
                </a:cubicBezTo>
                <a:cubicBezTo>
                  <a:pt x="740328" y="84024"/>
                  <a:pt x="737735" y="75321"/>
                  <a:pt x="737735" y="64478"/>
                </a:cubicBezTo>
                <a:lnTo>
                  <a:pt x="737735" y="63704"/>
                </a:lnTo>
                <a:moveTo>
                  <a:pt x="756388" y="65059"/>
                </a:moveTo>
                <a:cubicBezTo>
                  <a:pt x="756388" y="71384"/>
                  <a:pt x="757657" y="76343"/>
                  <a:pt x="760196" y="79936"/>
                </a:cubicBezTo>
                <a:cubicBezTo>
                  <a:pt x="762735" y="83529"/>
                  <a:pt x="766220" y="85325"/>
                  <a:pt x="770652" y="85325"/>
                </a:cubicBezTo>
                <a:cubicBezTo>
                  <a:pt x="776332" y="85325"/>
                  <a:pt x="780398" y="83196"/>
                  <a:pt x="782850" y="78936"/>
                </a:cubicBezTo>
                <a:lnTo>
                  <a:pt x="782850" y="49569"/>
                </a:lnTo>
                <a:cubicBezTo>
                  <a:pt x="780355" y="45309"/>
                  <a:pt x="776332" y="43179"/>
                  <a:pt x="770781" y="43179"/>
                </a:cubicBezTo>
                <a:cubicBezTo>
                  <a:pt x="766306" y="43179"/>
                  <a:pt x="762788" y="45008"/>
                  <a:pt x="760228" y="48665"/>
                </a:cubicBezTo>
                <a:cubicBezTo>
                  <a:pt x="757668" y="52323"/>
                  <a:pt x="756388" y="57787"/>
                  <a:pt x="756388" y="65059"/>
                </a:cubicBezTo>
                <a:close/>
                <a:moveTo>
                  <a:pt x="835563" y="99138"/>
                </a:moveTo>
                <a:lnTo>
                  <a:pt x="816846" y="99138"/>
                </a:lnTo>
                <a:lnTo>
                  <a:pt x="816846" y="29302"/>
                </a:lnTo>
                <a:lnTo>
                  <a:pt x="835563" y="29302"/>
                </a:lnTo>
                <a:lnTo>
                  <a:pt x="835563" y="99138"/>
                </a:lnTo>
                <a:moveTo>
                  <a:pt x="815749" y="11230"/>
                </a:moveTo>
                <a:cubicBezTo>
                  <a:pt x="815749" y="8434"/>
                  <a:pt x="816684" y="6132"/>
                  <a:pt x="818556" y="4324"/>
                </a:cubicBezTo>
                <a:cubicBezTo>
                  <a:pt x="820428" y="2517"/>
                  <a:pt x="822977" y="1614"/>
                  <a:pt x="826204" y="1614"/>
                </a:cubicBezTo>
                <a:cubicBezTo>
                  <a:pt x="829389" y="1614"/>
                  <a:pt x="831927" y="2517"/>
                  <a:pt x="833820" y="4324"/>
                </a:cubicBezTo>
                <a:cubicBezTo>
                  <a:pt x="835714" y="6132"/>
                  <a:pt x="836660" y="8434"/>
                  <a:pt x="836660" y="11230"/>
                </a:cubicBezTo>
                <a:cubicBezTo>
                  <a:pt x="836660" y="14070"/>
                  <a:pt x="835703" y="16394"/>
                  <a:pt x="833788" y="18201"/>
                </a:cubicBezTo>
                <a:cubicBezTo>
                  <a:pt x="831873" y="20008"/>
                  <a:pt x="829346" y="20912"/>
                  <a:pt x="826204" y="20912"/>
                </a:cubicBezTo>
                <a:cubicBezTo>
                  <a:pt x="823063" y="20912"/>
                  <a:pt x="820535" y="20008"/>
                  <a:pt x="818621" y="18201"/>
                </a:cubicBezTo>
                <a:cubicBezTo>
                  <a:pt x="816706" y="16394"/>
                  <a:pt x="815749" y="14070"/>
                  <a:pt x="815749" y="11230"/>
                </a:cubicBezTo>
                <a:close/>
                <a:moveTo>
                  <a:pt x="868084" y="29302"/>
                </a:moveTo>
                <a:lnTo>
                  <a:pt x="868665" y="37370"/>
                </a:lnTo>
                <a:cubicBezTo>
                  <a:pt x="873656" y="31131"/>
                  <a:pt x="880347" y="28012"/>
                  <a:pt x="888738" y="28012"/>
                </a:cubicBezTo>
                <a:cubicBezTo>
                  <a:pt x="896139" y="28012"/>
                  <a:pt x="901646" y="30184"/>
                  <a:pt x="905261" y="34530"/>
                </a:cubicBezTo>
                <a:cubicBezTo>
                  <a:pt x="908875" y="38876"/>
                  <a:pt x="910725" y="45374"/>
                  <a:pt x="910811" y="54022"/>
                </a:cubicBezTo>
                <a:lnTo>
                  <a:pt x="910811" y="99138"/>
                </a:lnTo>
                <a:lnTo>
                  <a:pt x="892158" y="99138"/>
                </a:lnTo>
                <a:lnTo>
                  <a:pt x="892158" y="54474"/>
                </a:lnTo>
                <a:cubicBezTo>
                  <a:pt x="892158" y="50515"/>
                  <a:pt x="891298" y="47643"/>
                  <a:pt x="889577" y="45858"/>
                </a:cubicBezTo>
                <a:cubicBezTo>
                  <a:pt x="887856" y="44072"/>
                  <a:pt x="884994" y="43179"/>
                  <a:pt x="880993" y="43179"/>
                </a:cubicBezTo>
                <a:cubicBezTo>
                  <a:pt x="875743" y="43179"/>
                  <a:pt x="871806" y="45417"/>
                  <a:pt x="869181" y="49891"/>
                </a:cubicBezTo>
                <a:lnTo>
                  <a:pt x="869181" y="99138"/>
                </a:lnTo>
                <a:lnTo>
                  <a:pt x="850528" y="99138"/>
                </a:lnTo>
                <a:lnTo>
                  <a:pt x="850528" y="29302"/>
                </a:lnTo>
                <a:lnTo>
                  <a:pt x="868084" y="29302"/>
                </a:lnTo>
                <a:close/>
                <a:moveTo>
                  <a:pt x="922217" y="63704"/>
                </a:moveTo>
                <a:cubicBezTo>
                  <a:pt x="922217" y="52990"/>
                  <a:pt x="924766" y="44362"/>
                  <a:pt x="929865" y="37822"/>
                </a:cubicBezTo>
                <a:cubicBezTo>
                  <a:pt x="934964" y="31282"/>
                  <a:pt x="941838" y="28012"/>
                  <a:pt x="950487" y="28012"/>
                </a:cubicBezTo>
                <a:cubicBezTo>
                  <a:pt x="958146" y="28012"/>
                  <a:pt x="964105" y="30636"/>
                  <a:pt x="968365" y="35886"/>
                </a:cubicBezTo>
                <a:lnTo>
                  <a:pt x="969140" y="29302"/>
                </a:lnTo>
                <a:lnTo>
                  <a:pt x="986050" y="29302"/>
                </a:lnTo>
                <a:lnTo>
                  <a:pt x="986050" y="96814"/>
                </a:lnTo>
                <a:cubicBezTo>
                  <a:pt x="986050" y="102924"/>
                  <a:pt x="984662" y="108238"/>
                  <a:pt x="981887" y="112756"/>
                </a:cubicBezTo>
                <a:cubicBezTo>
                  <a:pt x="979111" y="117274"/>
                  <a:pt x="975207" y="120716"/>
                  <a:pt x="970172" y="123083"/>
                </a:cubicBezTo>
                <a:cubicBezTo>
                  <a:pt x="965138" y="125449"/>
                  <a:pt x="959243" y="126633"/>
                  <a:pt x="952488" y="126633"/>
                </a:cubicBezTo>
                <a:cubicBezTo>
                  <a:pt x="947367" y="126633"/>
                  <a:pt x="942376" y="125611"/>
                  <a:pt x="937514" y="123567"/>
                </a:cubicBezTo>
                <a:cubicBezTo>
                  <a:pt x="932651" y="121523"/>
                  <a:pt x="928972" y="118888"/>
                  <a:pt x="926477" y="115661"/>
                </a:cubicBezTo>
                <a:lnTo>
                  <a:pt x="934738" y="104301"/>
                </a:lnTo>
                <a:cubicBezTo>
                  <a:pt x="939385" y="109507"/>
                  <a:pt x="945022" y="112111"/>
                  <a:pt x="951648" y="112111"/>
                </a:cubicBezTo>
                <a:cubicBezTo>
                  <a:pt x="956597" y="112111"/>
                  <a:pt x="960448" y="110788"/>
                  <a:pt x="963202" y="108141"/>
                </a:cubicBezTo>
                <a:cubicBezTo>
                  <a:pt x="965955" y="105495"/>
                  <a:pt x="967332" y="101741"/>
                  <a:pt x="967332" y="96879"/>
                </a:cubicBezTo>
                <a:lnTo>
                  <a:pt x="967332" y="93135"/>
                </a:lnTo>
                <a:cubicBezTo>
                  <a:pt x="963030" y="97997"/>
                  <a:pt x="957371" y="100428"/>
                  <a:pt x="950358" y="100428"/>
                </a:cubicBezTo>
                <a:cubicBezTo>
                  <a:pt x="941967" y="100428"/>
                  <a:pt x="935179" y="97148"/>
                  <a:pt x="929994" y="90586"/>
                </a:cubicBezTo>
                <a:cubicBezTo>
                  <a:pt x="924809" y="84024"/>
                  <a:pt x="922217" y="75321"/>
                  <a:pt x="922217" y="64478"/>
                </a:cubicBezTo>
                <a:lnTo>
                  <a:pt x="922217" y="63704"/>
                </a:lnTo>
                <a:moveTo>
                  <a:pt x="940870" y="65059"/>
                </a:moveTo>
                <a:cubicBezTo>
                  <a:pt x="940870" y="71384"/>
                  <a:pt x="942139" y="76343"/>
                  <a:pt x="944678" y="79936"/>
                </a:cubicBezTo>
                <a:cubicBezTo>
                  <a:pt x="947217" y="83529"/>
                  <a:pt x="950702" y="85325"/>
                  <a:pt x="955134" y="85325"/>
                </a:cubicBezTo>
                <a:cubicBezTo>
                  <a:pt x="960814" y="85325"/>
                  <a:pt x="964880" y="83196"/>
                  <a:pt x="967332" y="78936"/>
                </a:cubicBezTo>
                <a:lnTo>
                  <a:pt x="967332" y="49569"/>
                </a:lnTo>
                <a:cubicBezTo>
                  <a:pt x="964837" y="45309"/>
                  <a:pt x="960814" y="43179"/>
                  <a:pt x="955263" y="43179"/>
                </a:cubicBezTo>
                <a:cubicBezTo>
                  <a:pt x="950788" y="43179"/>
                  <a:pt x="947270" y="45008"/>
                  <a:pt x="944710" y="48665"/>
                </a:cubicBezTo>
                <a:cubicBezTo>
                  <a:pt x="942150" y="52323"/>
                  <a:pt x="940870" y="57787"/>
                  <a:pt x="940870" y="6505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[leadershipvision]">
            <a:extLst xmlns:a="http://schemas.openxmlformats.org/drawingml/2006/main">
              <a:ext uri="{FF2B5EF4-FFF2-40B4-BE49-F238E27FC236}">
                <a16:creationId xmlns:a16="http://schemas.microsoft.com/office/drawing/2014/main" id="{A61559EA-FF13-445C-8DA0-3CF2C866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726" y="5721686"/>
            <a:ext cx="906439" cy="115723"/>
          </a:xfrm>
          <a:custGeom xmlns:a="http://schemas.openxmlformats.org/drawingml/2006/main">
            <a:pathLst>
              <a:path w="906439" h="115723">
                <a:moveTo>
                  <a:pt x="23693" y="12230"/>
                </a:moveTo>
                <a:lnTo>
                  <a:pt x="15905" y="12230"/>
                </a:lnTo>
                <a:lnTo>
                  <a:pt x="15905" y="99324"/>
                </a:lnTo>
                <a:lnTo>
                  <a:pt x="23693" y="99324"/>
                </a:lnTo>
                <a:lnTo>
                  <a:pt x="23693" y="111555"/>
                </a:lnTo>
                <a:lnTo>
                  <a:pt x="0" y="111555"/>
                </a:lnTo>
                <a:lnTo>
                  <a:pt x="0" y="0"/>
                </a:lnTo>
                <a:lnTo>
                  <a:pt x="23693" y="0"/>
                </a:lnTo>
                <a:lnTo>
                  <a:pt x="23693" y="12230"/>
                </a:lnTo>
                <a:close/>
                <a:moveTo>
                  <a:pt x="47428" y="92907"/>
                </a:moveTo>
                <a:lnTo>
                  <a:pt x="31523" y="92907"/>
                </a:lnTo>
                <a:lnTo>
                  <a:pt x="31523" y="8666"/>
                </a:lnTo>
                <a:lnTo>
                  <a:pt x="47428" y="8666"/>
                </a:lnTo>
                <a:lnTo>
                  <a:pt x="47428" y="92907"/>
                </a:lnTo>
                <a:close/>
                <a:moveTo>
                  <a:pt x="87782" y="94004"/>
                </a:moveTo>
                <a:cubicBezTo>
                  <a:pt x="79080" y="94004"/>
                  <a:pt x="71996" y="91335"/>
                  <a:pt x="66530" y="85997"/>
                </a:cubicBezTo>
                <a:cubicBezTo>
                  <a:pt x="61063" y="80659"/>
                  <a:pt x="58330" y="73547"/>
                  <a:pt x="58330" y="64662"/>
                </a:cubicBezTo>
                <a:lnTo>
                  <a:pt x="58330" y="63127"/>
                </a:lnTo>
                <a:cubicBezTo>
                  <a:pt x="58330" y="57167"/>
                  <a:pt x="59482" y="51838"/>
                  <a:pt x="61785" y="47139"/>
                </a:cubicBezTo>
                <a:cubicBezTo>
                  <a:pt x="64089" y="42441"/>
                  <a:pt x="67352" y="38821"/>
                  <a:pt x="71575" y="36280"/>
                </a:cubicBezTo>
                <a:cubicBezTo>
                  <a:pt x="75798" y="33739"/>
                  <a:pt x="80616" y="32468"/>
                  <a:pt x="86027" y="32468"/>
                </a:cubicBezTo>
                <a:cubicBezTo>
                  <a:pt x="94144" y="32468"/>
                  <a:pt x="100533" y="35028"/>
                  <a:pt x="105195" y="40146"/>
                </a:cubicBezTo>
                <a:cubicBezTo>
                  <a:pt x="109857" y="45265"/>
                  <a:pt x="112188" y="52523"/>
                  <a:pt x="112188" y="61920"/>
                </a:cubicBezTo>
                <a:lnTo>
                  <a:pt x="112188" y="68392"/>
                </a:lnTo>
                <a:lnTo>
                  <a:pt x="74400" y="68392"/>
                </a:lnTo>
                <a:cubicBezTo>
                  <a:pt x="74912" y="72267"/>
                  <a:pt x="76456" y="75375"/>
                  <a:pt x="79034" y="77715"/>
                </a:cubicBezTo>
                <a:cubicBezTo>
                  <a:pt x="81612" y="80055"/>
                  <a:pt x="84875" y="81225"/>
                  <a:pt x="88824" y="81225"/>
                </a:cubicBezTo>
                <a:cubicBezTo>
                  <a:pt x="94930" y="81225"/>
                  <a:pt x="99702" y="79013"/>
                  <a:pt x="103139" y="74589"/>
                </a:cubicBezTo>
                <a:lnTo>
                  <a:pt x="110927" y="83309"/>
                </a:lnTo>
                <a:cubicBezTo>
                  <a:pt x="108550" y="86673"/>
                  <a:pt x="105332" y="89297"/>
                  <a:pt x="101274" y="91180"/>
                </a:cubicBezTo>
                <a:cubicBezTo>
                  <a:pt x="97215" y="93063"/>
                  <a:pt x="92718" y="94004"/>
                  <a:pt x="87782" y="94004"/>
                </a:cubicBezTo>
                <a:moveTo>
                  <a:pt x="85972" y="45302"/>
                </a:moveTo>
                <a:cubicBezTo>
                  <a:pt x="82828" y="45302"/>
                  <a:pt x="80277" y="46362"/>
                  <a:pt x="78321" y="48483"/>
                </a:cubicBezTo>
                <a:cubicBezTo>
                  <a:pt x="76365" y="50604"/>
                  <a:pt x="75113" y="53638"/>
                  <a:pt x="74564" y="57587"/>
                </a:cubicBezTo>
                <a:lnTo>
                  <a:pt x="96612" y="57587"/>
                </a:lnTo>
                <a:lnTo>
                  <a:pt x="96612" y="56326"/>
                </a:lnTo>
                <a:cubicBezTo>
                  <a:pt x="96539" y="52816"/>
                  <a:pt x="95588" y="50101"/>
                  <a:pt x="93760" y="48181"/>
                </a:cubicBezTo>
                <a:cubicBezTo>
                  <a:pt x="91932" y="46262"/>
                  <a:pt x="89336" y="45302"/>
                  <a:pt x="85972" y="45302"/>
                </a:cubicBezTo>
                <a:close/>
                <a:moveTo>
                  <a:pt x="155545" y="92907"/>
                </a:moveTo>
                <a:cubicBezTo>
                  <a:pt x="154814" y="91481"/>
                  <a:pt x="154284" y="89708"/>
                  <a:pt x="153955" y="87587"/>
                </a:cubicBezTo>
                <a:cubicBezTo>
                  <a:pt x="150115" y="91865"/>
                  <a:pt x="145125" y="94004"/>
                  <a:pt x="138982" y="94004"/>
                </a:cubicBezTo>
                <a:cubicBezTo>
                  <a:pt x="133168" y="94004"/>
                  <a:pt x="128351" y="92320"/>
                  <a:pt x="124530" y="88952"/>
                </a:cubicBezTo>
                <a:cubicBezTo>
                  <a:pt x="120709" y="85582"/>
                  <a:pt x="118799" y="81334"/>
                  <a:pt x="118799" y="76209"/>
                </a:cubicBezTo>
                <a:cubicBezTo>
                  <a:pt x="118799" y="69911"/>
                  <a:pt x="121130" y="65078"/>
                  <a:pt x="125792" y="61709"/>
                </a:cubicBezTo>
                <a:cubicBezTo>
                  <a:pt x="130454" y="58340"/>
                  <a:pt x="137190" y="56637"/>
                  <a:pt x="146002" y="56600"/>
                </a:cubicBezTo>
                <a:lnTo>
                  <a:pt x="153296" y="56600"/>
                </a:lnTo>
                <a:lnTo>
                  <a:pt x="153296" y="53215"/>
                </a:lnTo>
                <a:cubicBezTo>
                  <a:pt x="153296" y="50484"/>
                  <a:pt x="152593" y="48300"/>
                  <a:pt x="151185" y="46663"/>
                </a:cubicBezTo>
                <a:cubicBezTo>
                  <a:pt x="149777" y="45024"/>
                  <a:pt x="147556" y="44205"/>
                  <a:pt x="144521" y="44205"/>
                </a:cubicBezTo>
                <a:cubicBezTo>
                  <a:pt x="141852" y="44205"/>
                  <a:pt x="139759" y="44840"/>
                  <a:pt x="138242" y="46111"/>
                </a:cubicBezTo>
                <a:cubicBezTo>
                  <a:pt x="136724" y="47380"/>
                  <a:pt x="135965" y="49122"/>
                  <a:pt x="135965" y="51335"/>
                </a:cubicBezTo>
                <a:lnTo>
                  <a:pt x="120115" y="51335"/>
                </a:lnTo>
                <a:cubicBezTo>
                  <a:pt x="120115" y="47908"/>
                  <a:pt x="121176" y="44737"/>
                  <a:pt x="123296" y="41821"/>
                </a:cubicBezTo>
                <a:cubicBezTo>
                  <a:pt x="125417" y="38904"/>
                  <a:pt x="128415" y="36616"/>
                  <a:pt x="132291" y="34957"/>
                </a:cubicBezTo>
                <a:cubicBezTo>
                  <a:pt x="136167" y="33298"/>
                  <a:pt x="140518" y="32468"/>
                  <a:pt x="145344" y="32468"/>
                </a:cubicBezTo>
                <a:cubicBezTo>
                  <a:pt x="152657" y="32468"/>
                  <a:pt x="158461" y="34306"/>
                  <a:pt x="162757" y="37980"/>
                </a:cubicBezTo>
                <a:cubicBezTo>
                  <a:pt x="167053" y="41655"/>
                  <a:pt x="169201" y="46819"/>
                  <a:pt x="169201" y="53474"/>
                </a:cubicBezTo>
                <a:lnTo>
                  <a:pt x="169201" y="79196"/>
                </a:lnTo>
                <a:cubicBezTo>
                  <a:pt x="169238" y="84827"/>
                  <a:pt x="170024" y="89086"/>
                  <a:pt x="171560" y="91975"/>
                </a:cubicBezTo>
                <a:lnTo>
                  <a:pt x="171560" y="92907"/>
                </a:lnTo>
                <a:lnTo>
                  <a:pt x="155545" y="92907"/>
                </a:lnTo>
                <a:moveTo>
                  <a:pt x="142437" y="81883"/>
                </a:moveTo>
                <a:cubicBezTo>
                  <a:pt x="144777" y="81883"/>
                  <a:pt x="146934" y="81361"/>
                  <a:pt x="148909" y="80315"/>
                </a:cubicBezTo>
                <a:cubicBezTo>
                  <a:pt x="150883" y="79270"/>
                  <a:pt x="152346" y="77866"/>
                  <a:pt x="153296" y="76104"/>
                </a:cubicBezTo>
                <a:lnTo>
                  <a:pt x="153296" y="65869"/>
                </a:lnTo>
                <a:lnTo>
                  <a:pt x="147373" y="65869"/>
                </a:lnTo>
                <a:cubicBezTo>
                  <a:pt x="139439" y="65869"/>
                  <a:pt x="135216" y="68620"/>
                  <a:pt x="134704" y="74123"/>
                </a:cubicBezTo>
                <a:lnTo>
                  <a:pt x="134649" y="75059"/>
                </a:lnTo>
                <a:cubicBezTo>
                  <a:pt x="134649" y="77040"/>
                  <a:pt x="135344" y="78673"/>
                  <a:pt x="136733" y="79957"/>
                </a:cubicBezTo>
                <a:cubicBezTo>
                  <a:pt x="138123" y="81241"/>
                  <a:pt x="140024" y="81883"/>
                  <a:pt x="142437" y="81883"/>
                </a:cubicBezTo>
                <a:close/>
                <a:moveTo>
                  <a:pt x="178884" y="62797"/>
                </a:moveTo>
                <a:cubicBezTo>
                  <a:pt x="178884" y="53547"/>
                  <a:pt x="180959" y="46179"/>
                  <a:pt x="185109" y="40695"/>
                </a:cubicBezTo>
                <a:cubicBezTo>
                  <a:pt x="189259" y="35210"/>
                  <a:pt x="194935" y="32468"/>
                  <a:pt x="202138" y="32468"/>
                </a:cubicBezTo>
                <a:cubicBezTo>
                  <a:pt x="207915" y="32468"/>
                  <a:pt x="212687" y="34625"/>
                  <a:pt x="216453" y="38940"/>
                </a:cubicBezTo>
                <a:lnTo>
                  <a:pt x="216453" y="8666"/>
                </a:lnTo>
                <a:lnTo>
                  <a:pt x="232358" y="8666"/>
                </a:lnTo>
                <a:lnTo>
                  <a:pt x="232358" y="92907"/>
                </a:lnTo>
                <a:lnTo>
                  <a:pt x="218043" y="92907"/>
                </a:lnTo>
                <a:lnTo>
                  <a:pt x="217275" y="86600"/>
                </a:lnTo>
                <a:cubicBezTo>
                  <a:pt x="213327" y="91536"/>
                  <a:pt x="208244" y="94004"/>
                  <a:pt x="202029" y="94004"/>
                </a:cubicBezTo>
                <a:cubicBezTo>
                  <a:pt x="195045" y="94004"/>
                  <a:pt x="189442" y="91253"/>
                  <a:pt x="185219" y="85750"/>
                </a:cubicBezTo>
                <a:cubicBezTo>
                  <a:pt x="180995" y="80247"/>
                  <a:pt x="178884" y="72596"/>
                  <a:pt x="178884" y="62797"/>
                </a:cubicBezTo>
                <a:moveTo>
                  <a:pt x="194734" y="63949"/>
                </a:moveTo>
                <a:cubicBezTo>
                  <a:pt x="194734" y="69507"/>
                  <a:pt x="195703" y="73766"/>
                  <a:pt x="197641" y="76728"/>
                </a:cubicBezTo>
                <a:cubicBezTo>
                  <a:pt x="199579" y="79690"/>
                  <a:pt x="202394" y="81171"/>
                  <a:pt x="206087" y="81171"/>
                </a:cubicBezTo>
                <a:cubicBezTo>
                  <a:pt x="210987" y="81171"/>
                  <a:pt x="214442" y="79105"/>
                  <a:pt x="216453" y="74973"/>
                </a:cubicBezTo>
                <a:lnTo>
                  <a:pt x="216453" y="51554"/>
                </a:lnTo>
                <a:cubicBezTo>
                  <a:pt x="214478" y="47423"/>
                  <a:pt x="211060" y="45357"/>
                  <a:pt x="206197" y="45357"/>
                </a:cubicBezTo>
                <a:cubicBezTo>
                  <a:pt x="198555" y="45357"/>
                  <a:pt x="194734" y="51554"/>
                  <a:pt x="194734" y="63949"/>
                </a:cubicBezTo>
                <a:close/>
                <a:moveTo>
                  <a:pt x="271930" y="94004"/>
                </a:moveTo>
                <a:cubicBezTo>
                  <a:pt x="263227" y="94004"/>
                  <a:pt x="256143" y="91335"/>
                  <a:pt x="250677" y="85997"/>
                </a:cubicBezTo>
                <a:cubicBezTo>
                  <a:pt x="245211" y="80659"/>
                  <a:pt x="242478" y="73547"/>
                  <a:pt x="242478" y="64662"/>
                </a:cubicBezTo>
                <a:lnTo>
                  <a:pt x="242478" y="63127"/>
                </a:lnTo>
                <a:cubicBezTo>
                  <a:pt x="242478" y="57167"/>
                  <a:pt x="243630" y="51838"/>
                  <a:pt x="245933" y="47139"/>
                </a:cubicBezTo>
                <a:cubicBezTo>
                  <a:pt x="248237" y="42441"/>
                  <a:pt x="251500" y="38821"/>
                  <a:pt x="255723" y="36280"/>
                </a:cubicBezTo>
                <a:cubicBezTo>
                  <a:pt x="259946" y="33739"/>
                  <a:pt x="264763" y="32468"/>
                  <a:pt x="270174" y="32468"/>
                </a:cubicBezTo>
                <a:cubicBezTo>
                  <a:pt x="278292" y="32468"/>
                  <a:pt x="284681" y="35028"/>
                  <a:pt x="289343" y="40146"/>
                </a:cubicBezTo>
                <a:cubicBezTo>
                  <a:pt x="294005" y="45265"/>
                  <a:pt x="296336" y="52523"/>
                  <a:pt x="296336" y="61920"/>
                </a:cubicBezTo>
                <a:lnTo>
                  <a:pt x="296336" y="68392"/>
                </a:lnTo>
                <a:lnTo>
                  <a:pt x="258547" y="68392"/>
                </a:lnTo>
                <a:cubicBezTo>
                  <a:pt x="259059" y="72267"/>
                  <a:pt x="260604" y="75375"/>
                  <a:pt x="263182" y="77715"/>
                </a:cubicBezTo>
                <a:cubicBezTo>
                  <a:pt x="265759" y="80055"/>
                  <a:pt x="269023" y="81225"/>
                  <a:pt x="272972" y="81225"/>
                </a:cubicBezTo>
                <a:cubicBezTo>
                  <a:pt x="279078" y="81225"/>
                  <a:pt x="283849" y="79013"/>
                  <a:pt x="287286" y="74589"/>
                </a:cubicBezTo>
                <a:lnTo>
                  <a:pt x="295074" y="83309"/>
                </a:lnTo>
                <a:cubicBezTo>
                  <a:pt x="292697" y="86673"/>
                  <a:pt x="289480" y="89297"/>
                  <a:pt x="285421" y="91180"/>
                </a:cubicBezTo>
                <a:cubicBezTo>
                  <a:pt x="281363" y="93063"/>
                  <a:pt x="276866" y="94004"/>
                  <a:pt x="271930" y="94004"/>
                </a:cubicBezTo>
                <a:moveTo>
                  <a:pt x="270120" y="45302"/>
                </a:moveTo>
                <a:cubicBezTo>
                  <a:pt x="266975" y="45302"/>
                  <a:pt x="264425" y="46362"/>
                  <a:pt x="262469" y="48483"/>
                </a:cubicBezTo>
                <a:cubicBezTo>
                  <a:pt x="260513" y="50604"/>
                  <a:pt x="259260" y="53638"/>
                  <a:pt x="258712" y="57587"/>
                </a:cubicBezTo>
                <a:lnTo>
                  <a:pt x="280760" y="57587"/>
                </a:lnTo>
                <a:lnTo>
                  <a:pt x="280760" y="56326"/>
                </a:lnTo>
                <a:cubicBezTo>
                  <a:pt x="280686" y="52816"/>
                  <a:pt x="279736" y="50101"/>
                  <a:pt x="277908" y="48181"/>
                </a:cubicBezTo>
                <a:cubicBezTo>
                  <a:pt x="276079" y="46262"/>
                  <a:pt x="273483" y="45302"/>
                  <a:pt x="270120" y="45302"/>
                </a:cubicBezTo>
                <a:close/>
                <a:moveTo>
                  <a:pt x="338651" y="48428"/>
                </a:moveTo>
                <a:cubicBezTo>
                  <a:pt x="336494" y="48136"/>
                  <a:pt x="334592" y="47989"/>
                  <a:pt x="332947" y="47989"/>
                </a:cubicBezTo>
                <a:cubicBezTo>
                  <a:pt x="326951" y="47989"/>
                  <a:pt x="323020" y="50019"/>
                  <a:pt x="321155" y="54077"/>
                </a:cubicBezTo>
                <a:lnTo>
                  <a:pt x="321155" y="92907"/>
                </a:lnTo>
                <a:lnTo>
                  <a:pt x="305305" y="92907"/>
                </a:lnTo>
                <a:lnTo>
                  <a:pt x="305305" y="33565"/>
                </a:lnTo>
                <a:lnTo>
                  <a:pt x="320278" y="33565"/>
                </a:lnTo>
                <a:lnTo>
                  <a:pt x="320717" y="40640"/>
                </a:lnTo>
                <a:cubicBezTo>
                  <a:pt x="323898" y="35192"/>
                  <a:pt x="328303" y="32468"/>
                  <a:pt x="333934" y="32468"/>
                </a:cubicBezTo>
                <a:cubicBezTo>
                  <a:pt x="335689" y="32468"/>
                  <a:pt x="337335" y="32706"/>
                  <a:pt x="338870" y="33181"/>
                </a:cubicBezTo>
                <a:lnTo>
                  <a:pt x="338651" y="48428"/>
                </a:lnTo>
                <a:close/>
                <a:moveTo>
                  <a:pt x="378397" y="76509"/>
                </a:moveTo>
                <a:cubicBezTo>
                  <a:pt x="378397" y="74571"/>
                  <a:pt x="377437" y="73044"/>
                  <a:pt x="375517" y="71929"/>
                </a:cubicBezTo>
                <a:cubicBezTo>
                  <a:pt x="373598" y="70814"/>
                  <a:pt x="370517" y="69818"/>
                  <a:pt x="366276" y="68940"/>
                </a:cubicBezTo>
                <a:cubicBezTo>
                  <a:pt x="352162" y="65978"/>
                  <a:pt x="345106" y="59982"/>
                  <a:pt x="345106" y="50951"/>
                </a:cubicBezTo>
                <a:cubicBezTo>
                  <a:pt x="345106" y="45686"/>
                  <a:pt x="347290" y="41289"/>
                  <a:pt x="351660" y="37761"/>
                </a:cubicBezTo>
                <a:cubicBezTo>
                  <a:pt x="356029" y="34232"/>
                  <a:pt x="361742" y="32468"/>
                  <a:pt x="368799" y="32468"/>
                </a:cubicBezTo>
                <a:cubicBezTo>
                  <a:pt x="376331" y="32468"/>
                  <a:pt x="382355" y="34242"/>
                  <a:pt x="386870" y="37788"/>
                </a:cubicBezTo>
                <a:cubicBezTo>
                  <a:pt x="391386" y="41335"/>
                  <a:pt x="393643" y="45942"/>
                  <a:pt x="393643" y="51609"/>
                </a:cubicBezTo>
                <a:lnTo>
                  <a:pt x="377793" y="51609"/>
                </a:lnTo>
                <a:cubicBezTo>
                  <a:pt x="377793" y="49342"/>
                  <a:pt x="377062" y="47468"/>
                  <a:pt x="375599" y="45987"/>
                </a:cubicBezTo>
                <a:cubicBezTo>
                  <a:pt x="374137" y="44507"/>
                  <a:pt x="371852" y="43766"/>
                  <a:pt x="368744" y="43766"/>
                </a:cubicBezTo>
                <a:cubicBezTo>
                  <a:pt x="366075" y="43766"/>
                  <a:pt x="364009" y="44370"/>
                  <a:pt x="362546" y="45576"/>
                </a:cubicBezTo>
                <a:cubicBezTo>
                  <a:pt x="361084" y="46783"/>
                  <a:pt x="360353" y="48318"/>
                  <a:pt x="360353" y="50183"/>
                </a:cubicBezTo>
                <a:cubicBezTo>
                  <a:pt x="360353" y="51938"/>
                  <a:pt x="361184" y="53355"/>
                  <a:pt x="362848" y="54434"/>
                </a:cubicBezTo>
                <a:cubicBezTo>
                  <a:pt x="364512" y="55512"/>
                  <a:pt x="367318" y="56445"/>
                  <a:pt x="371267" y="57231"/>
                </a:cubicBezTo>
                <a:cubicBezTo>
                  <a:pt x="375216" y="58017"/>
                  <a:pt x="378543" y="58903"/>
                  <a:pt x="381249" y="59891"/>
                </a:cubicBezTo>
                <a:cubicBezTo>
                  <a:pt x="389622" y="62962"/>
                  <a:pt x="393808" y="68282"/>
                  <a:pt x="393808" y="75851"/>
                </a:cubicBezTo>
                <a:cubicBezTo>
                  <a:pt x="393808" y="81262"/>
                  <a:pt x="391486" y="85640"/>
                  <a:pt x="386843" y="88986"/>
                </a:cubicBezTo>
                <a:cubicBezTo>
                  <a:pt x="382199" y="92331"/>
                  <a:pt x="376203" y="94004"/>
                  <a:pt x="368854" y="94004"/>
                </a:cubicBezTo>
                <a:cubicBezTo>
                  <a:pt x="363881" y="94004"/>
                  <a:pt x="359466" y="93118"/>
                  <a:pt x="355609" y="91344"/>
                </a:cubicBezTo>
                <a:cubicBezTo>
                  <a:pt x="351751" y="89571"/>
                  <a:pt x="348725" y="87139"/>
                  <a:pt x="346532" y="84050"/>
                </a:cubicBezTo>
                <a:cubicBezTo>
                  <a:pt x="344338" y="80960"/>
                  <a:pt x="343241" y="77624"/>
                  <a:pt x="343241" y="74041"/>
                </a:cubicBezTo>
                <a:lnTo>
                  <a:pt x="358268" y="74041"/>
                </a:lnTo>
                <a:cubicBezTo>
                  <a:pt x="358415" y="76856"/>
                  <a:pt x="359457" y="79013"/>
                  <a:pt x="361395" y="80512"/>
                </a:cubicBezTo>
                <a:cubicBezTo>
                  <a:pt x="363333" y="82011"/>
                  <a:pt x="365928" y="82761"/>
                  <a:pt x="369183" y="82761"/>
                </a:cubicBezTo>
                <a:cubicBezTo>
                  <a:pt x="372217" y="82761"/>
                  <a:pt x="374512" y="82185"/>
                  <a:pt x="376066" y="81033"/>
                </a:cubicBezTo>
                <a:cubicBezTo>
                  <a:pt x="377620" y="79882"/>
                  <a:pt x="378397" y="78373"/>
                  <a:pt x="378397" y="76509"/>
                </a:cubicBezTo>
                <a:close/>
                <a:moveTo>
                  <a:pt x="419451" y="40037"/>
                </a:moveTo>
                <a:cubicBezTo>
                  <a:pt x="423656" y="34991"/>
                  <a:pt x="428939" y="32468"/>
                  <a:pt x="435301" y="32468"/>
                </a:cubicBezTo>
                <a:cubicBezTo>
                  <a:pt x="448172" y="32468"/>
                  <a:pt x="454698" y="39945"/>
                  <a:pt x="454881" y="54900"/>
                </a:cubicBezTo>
                <a:lnTo>
                  <a:pt x="454881" y="92907"/>
                </a:lnTo>
                <a:lnTo>
                  <a:pt x="439031" y="92907"/>
                </a:lnTo>
                <a:lnTo>
                  <a:pt x="439031" y="55339"/>
                </a:lnTo>
                <a:cubicBezTo>
                  <a:pt x="439031" y="51938"/>
                  <a:pt x="438300" y="49424"/>
                  <a:pt x="436837" y="47797"/>
                </a:cubicBezTo>
                <a:cubicBezTo>
                  <a:pt x="435375" y="46170"/>
                  <a:pt x="432943" y="45357"/>
                  <a:pt x="429543" y="45357"/>
                </a:cubicBezTo>
                <a:cubicBezTo>
                  <a:pt x="424899" y="45357"/>
                  <a:pt x="421535" y="47148"/>
                  <a:pt x="419451" y="50732"/>
                </a:cubicBezTo>
                <a:lnTo>
                  <a:pt x="419451" y="92907"/>
                </a:lnTo>
                <a:lnTo>
                  <a:pt x="403601" y="92907"/>
                </a:lnTo>
                <a:lnTo>
                  <a:pt x="403601" y="8666"/>
                </a:lnTo>
                <a:lnTo>
                  <a:pt x="419451" y="8666"/>
                </a:lnTo>
                <a:lnTo>
                  <a:pt x="419451" y="40037"/>
                </a:lnTo>
                <a:close/>
                <a:moveTo>
                  <a:pt x="483539" y="92907"/>
                </a:moveTo>
                <a:lnTo>
                  <a:pt x="467634" y="92907"/>
                </a:lnTo>
                <a:lnTo>
                  <a:pt x="467634" y="33565"/>
                </a:lnTo>
                <a:lnTo>
                  <a:pt x="483539" y="33565"/>
                </a:lnTo>
                <a:lnTo>
                  <a:pt x="483539" y="92907"/>
                </a:lnTo>
                <a:moveTo>
                  <a:pt x="466702" y="18209"/>
                </a:moveTo>
                <a:cubicBezTo>
                  <a:pt x="466702" y="15832"/>
                  <a:pt x="467497" y="13876"/>
                  <a:pt x="469087" y="12340"/>
                </a:cubicBezTo>
                <a:cubicBezTo>
                  <a:pt x="470678" y="10804"/>
                  <a:pt x="472844" y="10037"/>
                  <a:pt x="475587" y="10037"/>
                </a:cubicBezTo>
                <a:cubicBezTo>
                  <a:pt x="478292" y="10037"/>
                  <a:pt x="480449" y="10804"/>
                  <a:pt x="482058" y="12340"/>
                </a:cubicBezTo>
                <a:cubicBezTo>
                  <a:pt x="483667" y="13876"/>
                  <a:pt x="484471" y="15832"/>
                  <a:pt x="484471" y="18209"/>
                </a:cubicBezTo>
                <a:cubicBezTo>
                  <a:pt x="484471" y="20622"/>
                  <a:pt x="483658" y="22596"/>
                  <a:pt x="482031" y="24132"/>
                </a:cubicBezTo>
                <a:cubicBezTo>
                  <a:pt x="480404" y="25667"/>
                  <a:pt x="478256" y="26435"/>
                  <a:pt x="475587" y="26435"/>
                </a:cubicBezTo>
                <a:cubicBezTo>
                  <a:pt x="472917" y="26435"/>
                  <a:pt x="470769" y="25667"/>
                  <a:pt x="469142" y="24132"/>
                </a:cubicBezTo>
                <a:cubicBezTo>
                  <a:pt x="467515" y="22596"/>
                  <a:pt x="466702" y="20622"/>
                  <a:pt x="466702" y="18209"/>
                </a:cubicBezTo>
                <a:close/>
                <a:moveTo>
                  <a:pt x="549998" y="63785"/>
                </a:moveTo>
                <a:cubicBezTo>
                  <a:pt x="549998" y="72925"/>
                  <a:pt x="547923" y="80247"/>
                  <a:pt x="543773" y="85750"/>
                </a:cubicBezTo>
                <a:cubicBezTo>
                  <a:pt x="539624" y="91253"/>
                  <a:pt x="534020" y="94004"/>
                  <a:pt x="526963" y="94004"/>
                </a:cubicBezTo>
                <a:cubicBezTo>
                  <a:pt x="520967" y="94004"/>
                  <a:pt x="516122" y="91920"/>
                  <a:pt x="512430" y="87752"/>
                </a:cubicBezTo>
                <a:lnTo>
                  <a:pt x="512430" y="115723"/>
                </a:lnTo>
                <a:lnTo>
                  <a:pt x="496579" y="115723"/>
                </a:lnTo>
                <a:lnTo>
                  <a:pt x="496579" y="33565"/>
                </a:lnTo>
                <a:lnTo>
                  <a:pt x="511278" y="33565"/>
                </a:lnTo>
                <a:lnTo>
                  <a:pt x="511826" y="39379"/>
                </a:lnTo>
                <a:cubicBezTo>
                  <a:pt x="515665" y="34772"/>
                  <a:pt x="520675" y="32468"/>
                  <a:pt x="526854" y="32468"/>
                </a:cubicBezTo>
                <a:cubicBezTo>
                  <a:pt x="534166" y="32468"/>
                  <a:pt x="539852" y="35174"/>
                  <a:pt x="543911" y="40585"/>
                </a:cubicBezTo>
                <a:cubicBezTo>
                  <a:pt x="547969" y="45997"/>
                  <a:pt x="549998" y="53456"/>
                  <a:pt x="549998" y="62962"/>
                </a:cubicBezTo>
                <a:lnTo>
                  <a:pt x="549998" y="63785"/>
                </a:lnTo>
                <a:moveTo>
                  <a:pt x="534148" y="62633"/>
                </a:moveTo>
                <a:cubicBezTo>
                  <a:pt x="534148" y="57112"/>
                  <a:pt x="533170" y="52852"/>
                  <a:pt x="531214" y="49854"/>
                </a:cubicBezTo>
                <a:cubicBezTo>
                  <a:pt x="529258" y="46856"/>
                  <a:pt x="526415" y="45357"/>
                  <a:pt x="522686" y="45357"/>
                </a:cubicBezTo>
                <a:cubicBezTo>
                  <a:pt x="517713" y="45357"/>
                  <a:pt x="514294" y="47258"/>
                  <a:pt x="512430" y="51061"/>
                </a:cubicBezTo>
                <a:lnTo>
                  <a:pt x="512430" y="75357"/>
                </a:lnTo>
                <a:cubicBezTo>
                  <a:pt x="514367" y="79269"/>
                  <a:pt x="517823" y="81225"/>
                  <a:pt x="522795" y="81225"/>
                </a:cubicBezTo>
                <a:cubicBezTo>
                  <a:pt x="530364" y="81225"/>
                  <a:pt x="534148" y="75028"/>
                  <a:pt x="534148" y="62633"/>
                </a:cubicBezTo>
                <a:close/>
                <a:moveTo>
                  <a:pt x="609962" y="73547"/>
                </a:moveTo>
                <a:lnTo>
                  <a:pt x="620985" y="33565"/>
                </a:lnTo>
                <a:lnTo>
                  <a:pt x="637549" y="33565"/>
                </a:lnTo>
                <a:lnTo>
                  <a:pt x="617530" y="92907"/>
                </a:lnTo>
                <a:lnTo>
                  <a:pt x="602393" y="92907"/>
                </a:lnTo>
                <a:lnTo>
                  <a:pt x="582375" y="33565"/>
                </a:lnTo>
                <a:lnTo>
                  <a:pt x="598938" y="33565"/>
                </a:lnTo>
                <a:lnTo>
                  <a:pt x="609962" y="73547"/>
                </a:lnTo>
                <a:close/>
                <a:moveTo>
                  <a:pt x="661218" y="92907"/>
                </a:moveTo>
                <a:lnTo>
                  <a:pt x="645313" y="92907"/>
                </a:lnTo>
                <a:lnTo>
                  <a:pt x="645313" y="33565"/>
                </a:lnTo>
                <a:lnTo>
                  <a:pt x="661218" y="33565"/>
                </a:lnTo>
                <a:lnTo>
                  <a:pt x="661218" y="92907"/>
                </a:lnTo>
                <a:moveTo>
                  <a:pt x="644380" y="18209"/>
                </a:moveTo>
                <a:cubicBezTo>
                  <a:pt x="644380" y="15832"/>
                  <a:pt x="645176" y="13876"/>
                  <a:pt x="646766" y="12340"/>
                </a:cubicBezTo>
                <a:cubicBezTo>
                  <a:pt x="648357" y="10804"/>
                  <a:pt x="650523" y="10037"/>
                  <a:pt x="653265" y="10037"/>
                </a:cubicBezTo>
                <a:cubicBezTo>
                  <a:pt x="655971" y="10037"/>
                  <a:pt x="658128" y="10804"/>
                  <a:pt x="659737" y="12340"/>
                </a:cubicBezTo>
                <a:cubicBezTo>
                  <a:pt x="661346" y="13876"/>
                  <a:pt x="662150" y="15832"/>
                  <a:pt x="662150" y="18209"/>
                </a:cubicBezTo>
                <a:cubicBezTo>
                  <a:pt x="662150" y="20622"/>
                  <a:pt x="661337" y="22596"/>
                  <a:pt x="659710" y="24132"/>
                </a:cubicBezTo>
                <a:cubicBezTo>
                  <a:pt x="658083" y="25667"/>
                  <a:pt x="655934" y="26435"/>
                  <a:pt x="653265" y="26435"/>
                </a:cubicBezTo>
                <a:cubicBezTo>
                  <a:pt x="650596" y="26435"/>
                  <a:pt x="648448" y="25667"/>
                  <a:pt x="646821" y="24132"/>
                </a:cubicBezTo>
                <a:cubicBezTo>
                  <a:pt x="645194" y="22596"/>
                  <a:pt x="644380" y="20622"/>
                  <a:pt x="644380" y="18209"/>
                </a:cubicBezTo>
                <a:close/>
                <a:moveTo>
                  <a:pt x="706398" y="76509"/>
                </a:moveTo>
                <a:cubicBezTo>
                  <a:pt x="706398" y="74571"/>
                  <a:pt x="705438" y="73044"/>
                  <a:pt x="703519" y="71929"/>
                </a:cubicBezTo>
                <a:cubicBezTo>
                  <a:pt x="701599" y="70814"/>
                  <a:pt x="698518" y="69818"/>
                  <a:pt x="694277" y="68940"/>
                </a:cubicBezTo>
                <a:cubicBezTo>
                  <a:pt x="680164" y="65978"/>
                  <a:pt x="673107" y="59982"/>
                  <a:pt x="673107" y="50951"/>
                </a:cubicBezTo>
                <a:cubicBezTo>
                  <a:pt x="673107" y="45686"/>
                  <a:pt x="675292" y="41289"/>
                  <a:pt x="679661" y="37761"/>
                </a:cubicBezTo>
                <a:cubicBezTo>
                  <a:pt x="684030" y="34232"/>
                  <a:pt x="689743" y="32468"/>
                  <a:pt x="696800" y="32468"/>
                </a:cubicBezTo>
                <a:cubicBezTo>
                  <a:pt x="704332" y="32468"/>
                  <a:pt x="710356" y="34242"/>
                  <a:pt x="714871" y="37788"/>
                </a:cubicBezTo>
                <a:cubicBezTo>
                  <a:pt x="719387" y="41335"/>
                  <a:pt x="721645" y="45942"/>
                  <a:pt x="721645" y="51609"/>
                </a:cubicBezTo>
                <a:lnTo>
                  <a:pt x="705795" y="51609"/>
                </a:lnTo>
                <a:cubicBezTo>
                  <a:pt x="705795" y="49342"/>
                  <a:pt x="705063" y="47468"/>
                  <a:pt x="703601" y="45987"/>
                </a:cubicBezTo>
                <a:cubicBezTo>
                  <a:pt x="702138" y="44507"/>
                  <a:pt x="699853" y="43766"/>
                  <a:pt x="696745" y="43766"/>
                </a:cubicBezTo>
                <a:cubicBezTo>
                  <a:pt x="694076" y="43766"/>
                  <a:pt x="692010" y="44370"/>
                  <a:pt x="690548" y="45576"/>
                </a:cubicBezTo>
                <a:cubicBezTo>
                  <a:pt x="689085" y="46783"/>
                  <a:pt x="688354" y="48318"/>
                  <a:pt x="688354" y="50183"/>
                </a:cubicBezTo>
                <a:cubicBezTo>
                  <a:pt x="688354" y="51938"/>
                  <a:pt x="689186" y="53355"/>
                  <a:pt x="690849" y="54434"/>
                </a:cubicBezTo>
                <a:cubicBezTo>
                  <a:pt x="692513" y="55512"/>
                  <a:pt x="695319" y="56445"/>
                  <a:pt x="699268" y="57231"/>
                </a:cubicBezTo>
                <a:cubicBezTo>
                  <a:pt x="703217" y="58017"/>
                  <a:pt x="706544" y="58903"/>
                  <a:pt x="709250" y="59891"/>
                </a:cubicBezTo>
                <a:cubicBezTo>
                  <a:pt x="717623" y="62962"/>
                  <a:pt x="721809" y="68282"/>
                  <a:pt x="721809" y="75851"/>
                </a:cubicBezTo>
                <a:cubicBezTo>
                  <a:pt x="721809" y="81262"/>
                  <a:pt x="719488" y="85640"/>
                  <a:pt x="714844" y="88986"/>
                </a:cubicBezTo>
                <a:cubicBezTo>
                  <a:pt x="710200" y="92331"/>
                  <a:pt x="704204" y="94004"/>
                  <a:pt x="696855" y="94004"/>
                </a:cubicBezTo>
                <a:cubicBezTo>
                  <a:pt x="691882" y="94004"/>
                  <a:pt x="687467" y="93118"/>
                  <a:pt x="683610" y="91344"/>
                </a:cubicBezTo>
                <a:cubicBezTo>
                  <a:pt x="679752" y="89571"/>
                  <a:pt x="676727" y="87139"/>
                  <a:pt x="674533" y="84050"/>
                </a:cubicBezTo>
                <a:cubicBezTo>
                  <a:pt x="672339" y="80960"/>
                  <a:pt x="671242" y="77624"/>
                  <a:pt x="671242" y="74041"/>
                </a:cubicBezTo>
                <a:lnTo>
                  <a:pt x="686270" y="74041"/>
                </a:lnTo>
                <a:cubicBezTo>
                  <a:pt x="686416" y="76856"/>
                  <a:pt x="687458" y="79013"/>
                  <a:pt x="689396" y="80512"/>
                </a:cubicBezTo>
                <a:cubicBezTo>
                  <a:pt x="691334" y="82011"/>
                  <a:pt x="693930" y="82761"/>
                  <a:pt x="697184" y="82761"/>
                </a:cubicBezTo>
                <a:cubicBezTo>
                  <a:pt x="700219" y="82761"/>
                  <a:pt x="702513" y="82185"/>
                  <a:pt x="704067" y="81033"/>
                </a:cubicBezTo>
                <a:cubicBezTo>
                  <a:pt x="705621" y="79882"/>
                  <a:pt x="706398" y="78373"/>
                  <a:pt x="706398" y="76509"/>
                </a:cubicBezTo>
                <a:close/>
                <a:moveTo>
                  <a:pt x="748715" y="92907"/>
                </a:moveTo>
                <a:lnTo>
                  <a:pt x="732809" y="92907"/>
                </a:lnTo>
                <a:lnTo>
                  <a:pt x="732809" y="33565"/>
                </a:lnTo>
                <a:lnTo>
                  <a:pt x="748715" y="33565"/>
                </a:lnTo>
                <a:lnTo>
                  <a:pt x="748715" y="92907"/>
                </a:lnTo>
                <a:moveTo>
                  <a:pt x="731877" y="18209"/>
                </a:moveTo>
                <a:cubicBezTo>
                  <a:pt x="731877" y="15832"/>
                  <a:pt x="732672" y="13876"/>
                  <a:pt x="734263" y="12340"/>
                </a:cubicBezTo>
                <a:cubicBezTo>
                  <a:pt x="735853" y="10804"/>
                  <a:pt x="738020" y="10037"/>
                  <a:pt x="740762" y="10037"/>
                </a:cubicBezTo>
                <a:cubicBezTo>
                  <a:pt x="743468" y="10037"/>
                  <a:pt x="745625" y="10804"/>
                  <a:pt x="747234" y="12340"/>
                </a:cubicBezTo>
                <a:cubicBezTo>
                  <a:pt x="748842" y="13876"/>
                  <a:pt x="749647" y="15832"/>
                  <a:pt x="749647" y="18209"/>
                </a:cubicBezTo>
                <a:cubicBezTo>
                  <a:pt x="749647" y="20622"/>
                  <a:pt x="748833" y="22596"/>
                  <a:pt x="747206" y="24132"/>
                </a:cubicBezTo>
                <a:cubicBezTo>
                  <a:pt x="745579" y="25667"/>
                  <a:pt x="743431" y="26435"/>
                  <a:pt x="740762" y="26435"/>
                </a:cubicBezTo>
                <a:cubicBezTo>
                  <a:pt x="738093" y="26435"/>
                  <a:pt x="735945" y="25667"/>
                  <a:pt x="734318" y="24132"/>
                </a:cubicBezTo>
                <a:cubicBezTo>
                  <a:pt x="732691" y="22596"/>
                  <a:pt x="731877" y="20622"/>
                  <a:pt x="731877" y="18209"/>
                </a:cubicBezTo>
                <a:close/>
                <a:moveTo>
                  <a:pt x="759287" y="62688"/>
                </a:moveTo>
                <a:cubicBezTo>
                  <a:pt x="759287" y="56801"/>
                  <a:pt x="760421" y="51554"/>
                  <a:pt x="762687" y="46947"/>
                </a:cubicBezTo>
                <a:cubicBezTo>
                  <a:pt x="764954" y="42340"/>
                  <a:pt x="768218" y="38775"/>
                  <a:pt x="772477" y="36253"/>
                </a:cubicBezTo>
                <a:cubicBezTo>
                  <a:pt x="776737" y="33730"/>
                  <a:pt x="781682" y="32468"/>
                  <a:pt x="787313" y="32468"/>
                </a:cubicBezTo>
                <a:cubicBezTo>
                  <a:pt x="795320" y="32468"/>
                  <a:pt x="801856" y="34918"/>
                  <a:pt x="806920" y="39817"/>
                </a:cubicBezTo>
                <a:cubicBezTo>
                  <a:pt x="811984" y="44717"/>
                  <a:pt x="814808" y="51371"/>
                  <a:pt x="815393" y="59781"/>
                </a:cubicBezTo>
                <a:lnTo>
                  <a:pt x="815503" y="63840"/>
                </a:lnTo>
                <a:cubicBezTo>
                  <a:pt x="815503" y="72944"/>
                  <a:pt x="812962" y="80247"/>
                  <a:pt x="807880" y="85750"/>
                </a:cubicBezTo>
                <a:cubicBezTo>
                  <a:pt x="802797" y="91253"/>
                  <a:pt x="795978" y="94004"/>
                  <a:pt x="787423" y="94004"/>
                </a:cubicBezTo>
                <a:cubicBezTo>
                  <a:pt x="778867" y="94004"/>
                  <a:pt x="772039" y="91262"/>
                  <a:pt x="766938" y="85777"/>
                </a:cubicBezTo>
                <a:cubicBezTo>
                  <a:pt x="761837" y="80293"/>
                  <a:pt x="759287" y="72834"/>
                  <a:pt x="759287" y="63401"/>
                </a:cubicBezTo>
                <a:lnTo>
                  <a:pt x="759287" y="62688"/>
                </a:lnTo>
                <a:moveTo>
                  <a:pt x="775137" y="63840"/>
                </a:moveTo>
                <a:cubicBezTo>
                  <a:pt x="775137" y="69470"/>
                  <a:pt x="776198" y="73776"/>
                  <a:pt x="778318" y="76755"/>
                </a:cubicBezTo>
                <a:cubicBezTo>
                  <a:pt x="780439" y="79735"/>
                  <a:pt x="783474" y="81225"/>
                  <a:pt x="787423" y="81225"/>
                </a:cubicBezTo>
                <a:cubicBezTo>
                  <a:pt x="791262" y="81225"/>
                  <a:pt x="794260" y="79754"/>
                  <a:pt x="796417" y="76810"/>
                </a:cubicBezTo>
                <a:cubicBezTo>
                  <a:pt x="798574" y="73867"/>
                  <a:pt x="799653" y="69159"/>
                  <a:pt x="799653" y="62688"/>
                </a:cubicBezTo>
                <a:cubicBezTo>
                  <a:pt x="799653" y="57167"/>
                  <a:pt x="798574" y="52889"/>
                  <a:pt x="796417" y="49854"/>
                </a:cubicBezTo>
                <a:cubicBezTo>
                  <a:pt x="794260" y="46819"/>
                  <a:pt x="791225" y="45302"/>
                  <a:pt x="787313" y="45302"/>
                </a:cubicBezTo>
                <a:cubicBezTo>
                  <a:pt x="783437" y="45302"/>
                  <a:pt x="780439" y="46810"/>
                  <a:pt x="778318" y="49827"/>
                </a:cubicBezTo>
                <a:cubicBezTo>
                  <a:pt x="776198" y="52843"/>
                  <a:pt x="775137" y="57514"/>
                  <a:pt x="775137" y="63840"/>
                </a:cubicBezTo>
                <a:close/>
                <a:moveTo>
                  <a:pt x="839828" y="33565"/>
                </a:moveTo>
                <a:lnTo>
                  <a:pt x="840322" y="40421"/>
                </a:lnTo>
                <a:cubicBezTo>
                  <a:pt x="844563" y="35119"/>
                  <a:pt x="850249" y="32468"/>
                  <a:pt x="857378" y="32468"/>
                </a:cubicBezTo>
                <a:cubicBezTo>
                  <a:pt x="863667" y="32468"/>
                  <a:pt x="868347" y="34315"/>
                  <a:pt x="871419" y="38008"/>
                </a:cubicBezTo>
                <a:cubicBezTo>
                  <a:pt x="874490" y="41700"/>
                  <a:pt x="876062" y="47221"/>
                  <a:pt x="876135" y="54571"/>
                </a:cubicBezTo>
                <a:lnTo>
                  <a:pt x="876135" y="92907"/>
                </a:lnTo>
                <a:lnTo>
                  <a:pt x="860285" y="92907"/>
                </a:lnTo>
                <a:lnTo>
                  <a:pt x="860285" y="54955"/>
                </a:lnTo>
                <a:cubicBezTo>
                  <a:pt x="860285" y="51591"/>
                  <a:pt x="859554" y="49150"/>
                  <a:pt x="858091" y="47633"/>
                </a:cubicBezTo>
                <a:cubicBezTo>
                  <a:pt x="856629" y="46115"/>
                  <a:pt x="854197" y="45357"/>
                  <a:pt x="850797" y="45357"/>
                </a:cubicBezTo>
                <a:cubicBezTo>
                  <a:pt x="846336" y="45357"/>
                  <a:pt x="842991" y="47258"/>
                  <a:pt x="840760" y="51061"/>
                </a:cubicBezTo>
                <a:lnTo>
                  <a:pt x="840760" y="92907"/>
                </a:lnTo>
                <a:lnTo>
                  <a:pt x="824910" y="92907"/>
                </a:lnTo>
                <a:lnTo>
                  <a:pt x="824910" y="33565"/>
                </a:lnTo>
                <a:lnTo>
                  <a:pt x="839828" y="33565"/>
                </a:lnTo>
                <a:close/>
                <a:moveTo>
                  <a:pt x="882746" y="0"/>
                </a:moveTo>
                <a:lnTo>
                  <a:pt x="906439" y="0"/>
                </a:lnTo>
                <a:lnTo>
                  <a:pt x="906439" y="111555"/>
                </a:lnTo>
                <a:lnTo>
                  <a:pt x="882746" y="111555"/>
                </a:lnTo>
                <a:lnTo>
                  <a:pt x="882746" y="99324"/>
                </a:lnTo>
                <a:lnTo>
                  <a:pt x="890588" y="99324"/>
                </a:lnTo>
                <a:lnTo>
                  <a:pt x="890588" y="12230"/>
                </a:lnTo>
                <a:lnTo>
                  <a:pt x="882746" y="12230"/>
                </a:lnTo>
                <a:lnTo>
                  <a:pt x="8827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2FD731-AC33-4144-8202-2438B31A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8365" y="521898"/>
            <a:ext cx="2252442" cy="571642"/>
          </a:xfrm>
          <a:custGeom xmlns:a="http://schemas.openxmlformats.org/drawingml/2006/main">
            <a:pathLst>
              <a:path w="2252442" h="571642">
                <a:moveTo>
                  <a:pt x="0" y="281315"/>
                </a:moveTo>
                <a:lnTo>
                  <a:pt x="279688" y="563364"/>
                </a:lnTo>
                <a:lnTo>
                  <a:pt x="2250075" y="571642"/>
                </a:lnTo>
                <a:lnTo>
                  <a:pt x="2252442" y="8279"/>
                </a:lnTo>
                <a:lnTo>
                  <a:pt x="282056" y="0"/>
                </a:lnTo>
                <a:lnTo>
                  <a:pt x="7" y="279689"/>
                </a:lnTo>
                <a:lnTo>
                  <a:pt x="0" y="281315"/>
                </a:lnTo>
                <a:close/>
              </a:path>
            </a:pathLst>
          </a:custGeom>
          <a:solidFill xmlns:a="http://schemas.openxmlformats.org/drawingml/2006/main">
            <a:srgbClr val="D6AA4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AIChampions">
            <a:extLst xmlns:a="http://schemas.openxmlformats.org/drawingml/2006/main">
              <a:ext uri="{FF2B5EF4-FFF2-40B4-BE49-F238E27FC236}">
                <a16:creationId xmlns:a16="http://schemas.microsoft.com/office/drawing/2014/main" id="{7F24F2A6-AD58-4122-8C3D-3B2A9365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335" y="670314"/>
            <a:ext cx="826862" cy="125987"/>
          </a:xfrm>
          <a:custGeom xmlns:a="http://schemas.openxmlformats.org/drawingml/2006/main">
            <a:pathLst>
              <a:path w="826862" h="125987">
                <a:moveTo>
                  <a:pt x="60993" y="79710"/>
                </a:moveTo>
                <a:lnTo>
                  <a:pt x="27043" y="79710"/>
                </a:lnTo>
                <a:lnTo>
                  <a:pt x="20589" y="99138"/>
                </a:lnTo>
                <a:lnTo>
                  <a:pt x="0" y="99138"/>
                </a:lnTo>
                <a:lnTo>
                  <a:pt x="34982" y="5163"/>
                </a:lnTo>
                <a:lnTo>
                  <a:pt x="52925" y="5163"/>
                </a:lnTo>
                <a:lnTo>
                  <a:pt x="88101" y="99138"/>
                </a:lnTo>
                <a:lnTo>
                  <a:pt x="67512" y="99138"/>
                </a:lnTo>
                <a:lnTo>
                  <a:pt x="60993" y="79710"/>
                </a:lnTo>
                <a:moveTo>
                  <a:pt x="32271" y="64026"/>
                </a:moveTo>
                <a:lnTo>
                  <a:pt x="55765" y="64026"/>
                </a:lnTo>
                <a:lnTo>
                  <a:pt x="43954" y="28915"/>
                </a:lnTo>
                <a:lnTo>
                  <a:pt x="32271" y="64026"/>
                </a:lnTo>
                <a:close/>
                <a:moveTo>
                  <a:pt x="117446" y="99138"/>
                </a:moveTo>
                <a:lnTo>
                  <a:pt x="98083" y="99138"/>
                </a:lnTo>
                <a:lnTo>
                  <a:pt x="98083" y="5163"/>
                </a:lnTo>
                <a:lnTo>
                  <a:pt x="117446" y="5163"/>
                </a:lnTo>
                <a:lnTo>
                  <a:pt x="117446" y="99138"/>
                </a:lnTo>
                <a:close/>
                <a:moveTo>
                  <a:pt x="242060" y="67834"/>
                </a:moveTo>
                <a:cubicBezTo>
                  <a:pt x="241329" y="77946"/>
                  <a:pt x="237596" y="85906"/>
                  <a:pt x="230862" y="91715"/>
                </a:cubicBezTo>
                <a:cubicBezTo>
                  <a:pt x="224128" y="97524"/>
                  <a:pt x="215254" y="100428"/>
                  <a:pt x="204238" y="100428"/>
                </a:cubicBezTo>
                <a:cubicBezTo>
                  <a:pt x="192190" y="100428"/>
                  <a:pt x="182713" y="96373"/>
                  <a:pt x="175807" y="88262"/>
                </a:cubicBezTo>
                <a:cubicBezTo>
                  <a:pt x="168901" y="80151"/>
                  <a:pt x="165448" y="69018"/>
                  <a:pt x="165448" y="54861"/>
                </a:cubicBezTo>
                <a:lnTo>
                  <a:pt x="165448" y="49117"/>
                </a:lnTo>
                <a:cubicBezTo>
                  <a:pt x="165448" y="40081"/>
                  <a:pt x="167040" y="32121"/>
                  <a:pt x="170224" y="25236"/>
                </a:cubicBezTo>
                <a:cubicBezTo>
                  <a:pt x="173408" y="18352"/>
                  <a:pt x="177959" y="13070"/>
                  <a:pt x="183875" y="9391"/>
                </a:cubicBezTo>
                <a:cubicBezTo>
                  <a:pt x="189791" y="5712"/>
                  <a:pt x="196665" y="3873"/>
                  <a:pt x="204496" y="3873"/>
                </a:cubicBezTo>
                <a:cubicBezTo>
                  <a:pt x="215340" y="3873"/>
                  <a:pt x="224074" y="6777"/>
                  <a:pt x="230701" y="12586"/>
                </a:cubicBezTo>
                <a:cubicBezTo>
                  <a:pt x="237327" y="18395"/>
                  <a:pt x="241157" y="26549"/>
                  <a:pt x="242189" y="37048"/>
                </a:cubicBezTo>
                <a:lnTo>
                  <a:pt x="222827" y="37048"/>
                </a:lnTo>
                <a:cubicBezTo>
                  <a:pt x="222353" y="30980"/>
                  <a:pt x="220664" y="26581"/>
                  <a:pt x="217760" y="23849"/>
                </a:cubicBezTo>
                <a:cubicBezTo>
                  <a:pt x="214855" y="21116"/>
                  <a:pt x="210434" y="19750"/>
                  <a:pt x="204496" y="19750"/>
                </a:cubicBezTo>
                <a:cubicBezTo>
                  <a:pt x="198042" y="19750"/>
                  <a:pt x="193212" y="22063"/>
                  <a:pt x="190007" y="26688"/>
                </a:cubicBezTo>
                <a:cubicBezTo>
                  <a:pt x="186801" y="31314"/>
                  <a:pt x="185155" y="38489"/>
                  <a:pt x="185069" y="48213"/>
                </a:cubicBezTo>
                <a:lnTo>
                  <a:pt x="185069" y="55313"/>
                </a:lnTo>
                <a:cubicBezTo>
                  <a:pt x="185069" y="65468"/>
                  <a:pt x="186607" y="72890"/>
                  <a:pt x="189684" y="77580"/>
                </a:cubicBezTo>
                <a:cubicBezTo>
                  <a:pt x="192760" y="82270"/>
                  <a:pt x="197612" y="84615"/>
                  <a:pt x="204238" y="84615"/>
                </a:cubicBezTo>
                <a:cubicBezTo>
                  <a:pt x="210219" y="84615"/>
                  <a:pt x="214683" y="83249"/>
                  <a:pt x="217631" y="80517"/>
                </a:cubicBezTo>
                <a:cubicBezTo>
                  <a:pt x="220578" y="77785"/>
                  <a:pt x="222267" y="73557"/>
                  <a:pt x="222697" y="67834"/>
                </a:cubicBezTo>
                <a:lnTo>
                  <a:pt x="242060" y="67834"/>
                </a:lnTo>
                <a:close/>
                <a:moveTo>
                  <a:pt x="271728" y="36918"/>
                </a:moveTo>
                <a:cubicBezTo>
                  <a:pt x="276677" y="30980"/>
                  <a:pt x="282894" y="28012"/>
                  <a:pt x="290381" y="28012"/>
                </a:cubicBezTo>
                <a:cubicBezTo>
                  <a:pt x="305527" y="28012"/>
                  <a:pt x="313208" y="36811"/>
                  <a:pt x="313423" y="54409"/>
                </a:cubicBezTo>
                <a:lnTo>
                  <a:pt x="313423" y="99138"/>
                </a:lnTo>
                <a:lnTo>
                  <a:pt x="294770" y="99138"/>
                </a:lnTo>
                <a:lnTo>
                  <a:pt x="294770" y="54926"/>
                </a:lnTo>
                <a:cubicBezTo>
                  <a:pt x="294770" y="50924"/>
                  <a:pt x="293910" y="47966"/>
                  <a:pt x="292188" y="46051"/>
                </a:cubicBezTo>
                <a:cubicBezTo>
                  <a:pt x="290467" y="44136"/>
                  <a:pt x="287606" y="43179"/>
                  <a:pt x="283604" y="43179"/>
                </a:cubicBezTo>
                <a:cubicBezTo>
                  <a:pt x="278140" y="43179"/>
                  <a:pt x="274181" y="45287"/>
                  <a:pt x="271728" y="49504"/>
                </a:cubicBezTo>
                <a:lnTo>
                  <a:pt x="271728" y="99138"/>
                </a:lnTo>
                <a:lnTo>
                  <a:pt x="253075" y="99138"/>
                </a:lnTo>
                <a:lnTo>
                  <a:pt x="253075" y="0"/>
                </a:lnTo>
                <a:lnTo>
                  <a:pt x="271728" y="0"/>
                </a:lnTo>
                <a:lnTo>
                  <a:pt x="271728" y="36918"/>
                </a:lnTo>
                <a:close/>
                <a:moveTo>
                  <a:pt x="367944" y="99138"/>
                </a:moveTo>
                <a:cubicBezTo>
                  <a:pt x="367083" y="97459"/>
                  <a:pt x="366459" y="95373"/>
                  <a:pt x="366072" y="92877"/>
                </a:cubicBezTo>
                <a:cubicBezTo>
                  <a:pt x="361554" y="97911"/>
                  <a:pt x="355681" y="100428"/>
                  <a:pt x="348452" y="100428"/>
                </a:cubicBezTo>
                <a:cubicBezTo>
                  <a:pt x="341610" y="100428"/>
                  <a:pt x="335941" y="98446"/>
                  <a:pt x="331445" y="94482"/>
                </a:cubicBezTo>
                <a:cubicBezTo>
                  <a:pt x="326948" y="90517"/>
                  <a:pt x="324700" y="85518"/>
                  <a:pt x="324700" y="79486"/>
                </a:cubicBezTo>
                <a:cubicBezTo>
                  <a:pt x="324700" y="72075"/>
                  <a:pt x="327443" y="66387"/>
                  <a:pt x="332929" y="62423"/>
                </a:cubicBezTo>
                <a:cubicBezTo>
                  <a:pt x="338415" y="58458"/>
                  <a:pt x="346343" y="56453"/>
                  <a:pt x="356713" y="56410"/>
                </a:cubicBezTo>
                <a:lnTo>
                  <a:pt x="365297" y="56410"/>
                </a:lnTo>
                <a:lnTo>
                  <a:pt x="365297" y="52427"/>
                </a:lnTo>
                <a:cubicBezTo>
                  <a:pt x="365297" y="49213"/>
                  <a:pt x="364469" y="46643"/>
                  <a:pt x="362813" y="44716"/>
                </a:cubicBezTo>
                <a:cubicBezTo>
                  <a:pt x="361156" y="42788"/>
                  <a:pt x="358542" y="41824"/>
                  <a:pt x="354971" y="41824"/>
                </a:cubicBezTo>
                <a:cubicBezTo>
                  <a:pt x="351829" y="41824"/>
                  <a:pt x="349366" y="42571"/>
                  <a:pt x="347580" y="44067"/>
                </a:cubicBezTo>
                <a:cubicBezTo>
                  <a:pt x="345795" y="45560"/>
                  <a:pt x="344902" y="47610"/>
                  <a:pt x="344902" y="50214"/>
                </a:cubicBezTo>
                <a:lnTo>
                  <a:pt x="326249" y="50214"/>
                </a:lnTo>
                <a:cubicBezTo>
                  <a:pt x="326249" y="46182"/>
                  <a:pt x="327497" y="42450"/>
                  <a:pt x="329993" y="39018"/>
                </a:cubicBezTo>
                <a:cubicBezTo>
                  <a:pt x="332488" y="35585"/>
                  <a:pt x="336017" y="32893"/>
                  <a:pt x="340578" y="30940"/>
                </a:cubicBezTo>
                <a:cubicBezTo>
                  <a:pt x="345139" y="28988"/>
                  <a:pt x="350259" y="28012"/>
                  <a:pt x="355939" y="28012"/>
                </a:cubicBezTo>
                <a:cubicBezTo>
                  <a:pt x="364544" y="28012"/>
                  <a:pt x="371375" y="30174"/>
                  <a:pt x="376431" y="34498"/>
                </a:cubicBezTo>
                <a:cubicBezTo>
                  <a:pt x="381487" y="38822"/>
                  <a:pt x="384015" y="44900"/>
                  <a:pt x="384015" y="52731"/>
                </a:cubicBezTo>
                <a:lnTo>
                  <a:pt x="384015" y="83002"/>
                </a:lnTo>
                <a:cubicBezTo>
                  <a:pt x="384058" y="89628"/>
                  <a:pt x="384983" y="94641"/>
                  <a:pt x="386790" y="98040"/>
                </a:cubicBezTo>
                <a:lnTo>
                  <a:pt x="386790" y="99138"/>
                </a:lnTo>
                <a:lnTo>
                  <a:pt x="367944" y="99138"/>
                </a:lnTo>
                <a:moveTo>
                  <a:pt x="352518" y="86164"/>
                </a:moveTo>
                <a:cubicBezTo>
                  <a:pt x="355272" y="86164"/>
                  <a:pt x="357810" y="85549"/>
                  <a:pt x="360134" y="84319"/>
                </a:cubicBezTo>
                <a:cubicBezTo>
                  <a:pt x="362458" y="83089"/>
                  <a:pt x="364179" y="81437"/>
                  <a:pt x="365297" y="79363"/>
                </a:cubicBezTo>
                <a:lnTo>
                  <a:pt x="365297" y="67318"/>
                </a:lnTo>
                <a:lnTo>
                  <a:pt x="358327" y="67318"/>
                </a:lnTo>
                <a:cubicBezTo>
                  <a:pt x="348990" y="67318"/>
                  <a:pt x="344020" y="70556"/>
                  <a:pt x="343417" y="77032"/>
                </a:cubicBezTo>
                <a:lnTo>
                  <a:pt x="343353" y="78133"/>
                </a:lnTo>
                <a:cubicBezTo>
                  <a:pt x="343353" y="80465"/>
                  <a:pt x="344170" y="82386"/>
                  <a:pt x="345806" y="83897"/>
                </a:cubicBezTo>
                <a:cubicBezTo>
                  <a:pt x="347441" y="85409"/>
                  <a:pt x="349678" y="86164"/>
                  <a:pt x="352518" y="86164"/>
                </a:cubicBezTo>
                <a:close/>
                <a:moveTo>
                  <a:pt x="415817" y="29302"/>
                </a:moveTo>
                <a:lnTo>
                  <a:pt x="416398" y="37112"/>
                </a:lnTo>
                <a:cubicBezTo>
                  <a:pt x="421346" y="31045"/>
                  <a:pt x="428037" y="28012"/>
                  <a:pt x="436470" y="28012"/>
                </a:cubicBezTo>
                <a:cubicBezTo>
                  <a:pt x="445463" y="28012"/>
                  <a:pt x="451638" y="31561"/>
                  <a:pt x="454994" y="38661"/>
                </a:cubicBezTo>
                <a:cubicBezTo>
                  <a:pt x="459899" y="31561"/>
                  <a:pt x="466892" y="28012"/>
                  <a:pt x="475971" y="28012"/>
                </a:cubicBezTo>
                <a:cubicBezTo>
                  <a:pt x="483544" y="28012"/>
                  <a:pt x="489180" y="30217"/>
                  <a:pt x="492881" y="34627"/>
                </a:cubicBezTo>
                <a:cubicBezTo>
                  <a:pt x="496581" y="39038"/>
                  <a:pt x="498431" y="45675"/>
                  <a:pt x="498431" y="54539"/>
                </a:cubicBezTo>
                <a:lnTo>
                  <a:pt x="498431" y="99138"/>
                </a:lnTo>
                <a:lnTo>
                  <a:pt x="479714" y="99138"/>
                </a:lnTo>
                <a:lnTo>
                  <a:pt x="479714" y="54603"/>
                </a:lnTo>
                <a:cubicBezTo>
                  <a:pt x="479714" y="50644"/>
                  <a:pt x="478939" y="47751"/>
                  <a:pt x="477390" y="45922"/>
                </a:cubicBezTo>
                <a:cubicBezTo>
                  <a:pt x="475841" y="44093"/>
                  <a:pt x="473109" y="43179"/>
                  <a:pt x="469194" y="43179"/>
                </a:cubicBezTo>
                <a:cubicBezTo>
                  <a:pt x="463600" y="43179"/>
                  <a:pt x="459727" y="45847"/>
                  <a:pt x="457576" y="51182"/>
                </a:cubicBezTo>
                <a:lnTo>
                  <a:pt x="457640" y="99138"/>
                </a:lnTo>
                <a:lnTo>
                  <a:pt x="438988" y="99138"/>
                </a:lnTo>
                <a:lnTo>
                  <a:pt x="438988" y="54668"/>
                </a:lnTo>
                <a:cubicBezTo>
                  <a:pt x="438988" y="50623"/>
                  <a:pt x="438192" y="47697"/>
                  <a:pt x="436599" y="45890"/>
                </a:cubicBezTo>
                <a:cubicBezTo>
                  <a:pt x="435007" y="44083"/>
                  <a:pt x="432297" y="43179"/>
                  <a:pt x="428467" y="43179"/>
                </a:cubicBezTo>
                <a:cubicBezTo>
                  <a:pt x="423175" y="43179"/>
                  <a:pt x="419345" y="45374"/>
                  <a:pt x="416979" y="49762"/>
                </a:cubicBezTo>
                <a:lnTo>
                  <a:pt x="416979" y="99138"/>
                </a:lnTo>
                <a:lnTo>
                  <a:pt x="398326" y="99138"/>
                </a:lnTo>
                <a:lnTo>
                  <a:pt x="398326" y="29302"/>
                </a:lnTo>
                <a:lnTo>
                  <a:pt x="415817" y="29302"/>
                </a:lnTo>
                <a:close/>
                <a:moveTo>
                  <a:pt x="575596" y="64865"/>
                </a:moveTo>
                <a:cubicBezTo>
                  <a:pt x="575596" y="75623"/>
                  <a:pt x="573154" y="84239"/>
                  <a:pt x="568271" y="90715"/>
                </a:cubicBezTo>
                <a:cubicBezTo>
                  <a:pt x="563387" y="97191"/>
                  <a:pt x="556793" y="100428"/>
                  <a:pt x="548488" y="100428"/>
                </a:cubicBezTo>
                <a:cubicBezTo>
                  <a:pt x="541432" y="100428"/>
                  <a:pt x="535730" y="97976"/>
                  <a:pt x="531385" y="93071"/>
                </a:cubicBezTo>
                <a:lnTo>
                  <a:pt x="531385" y="125987"/>
                </a:lnTo>
                <a:lnTo>
                  <a:pt x="512732" y="125987"/>
                </a:lnTo>
                <a:lnTo>
                  <a:pt x="512732" y="29302"/>
                </a:lnTo>
                <a:lnTo>
                  <a:pt x="530029" y="29302"/>
                </a:lnTo>
                <a:lnTo>
                  <a:pt x="530675" y="36144"/>
                </a:lnTo>
                <a:cubicBezTo>
                  <a:pt x="535193" y="30722"/>
                  <a:pt x="541087" y="28012"/>
                  <a:pt x="548359" y="28012"/>
                </a:cubicBezTo>
                <a:cubicBezTo>
                  <a:pt x="556965" y="28012"/>
                  <a:pt x="563656" y="31196"/>
                  <a:pt x="568432" y="37564"/>
                </a:cubicBezTo>
                <a:cubicBezTo>
                  <a:pt x="573208" y="43932"/>
                  <a:pt x="575596" y="52710"/>
                  <a:pt x="575596" y="63897"/>
                </a:cubicBezTo>
                <a:lnTo>
                  <a:pt x="575596" y="64865"/>
                </a:lnTo>
                <a:moveTo>
                  <a:pt x="556943" y="63510"/>
                </a:moveTo>
                <a:cubicBezTo>
                  <a:pt x="556943" y="57013"/>
                  <a:pt x="555792" y="52000"/>
                  <a:pt x="553490" y="48472"/>
                </a:cubicBezTo>
                <a:cubicBezTo>
                  <a:pt x="551188" y="44943"/>
                  <a:pt x="547843" y="43179"/>
                  <a:pt x="543454" y="43179"/>
                </a:cubicBezTo>
                <a:cubicBezTo>
                  <a:pt x="537602" y="43179"/>
                  <a:pt x="533579" y="45417"/>
                  <a:pt x="531385" y="49891"/>
                </a:cubicBezTo>
                <a:lnTo>
                  <a:pt x="531385" y="78484"/>
                </a:lnTo>
                <a:cubicBezTo>
                  <a:pt x="533665" y="83088"/>
                  <a:pt x="537731" y="85390"/>
                  <a:pt x="543583" y="85390"/>
                </a:cubicBezTo>
                <a:cubicBezTo>
                  <a:pt x="552490" y="85390"/>
                  <a:pt x="556943" y="78097"/>
                  <a:pt x="556943" y="63510"/>
                </a:cubicBezTo>
                <a:close/>
                <a:moveTo>
                  <a:pt x="606817" y="99138"/>
                </a:moveTo>
                <a:lnTo>
                  <a:pt x="588100" y="99138"/>
                </a:lnTo>
                <a:lnTo>
                  <a:pt x="588100" y="29302"/>
                </a:lnTo>
                <a:lnTo>
                  <a:pt x="606817" y="29302"/>
                </a:lnTo>
                <a:lnTo>
                  <a:pt x="606817" y="99138"/>
                </a:lnTo>
                <a:moveTo>
                  <a:pt x="587002" y="11230"/>
                </a:moveTo>
                <a:cubicBezTo>
                  <a:pt x="587002" y="8434"/>
                  <a:pt x="587938" y="6132"/>
                  <a:pt x="589810" y="4324"/>
                </a:cubicBezTo>
                <a:cubicBezTo>
                  <a:pt x="591682" y="2517"/>
                  <a:pt x="594231" y="1614"/>
                  <a:pt x="597458" y="1614"/>
                </a:cubicBezTo>
                <a:cubicBezTo>
                  <a:pt x="600642" y="1614"/>
                  <a:pt x="603181" y="2517"/>
                  <a:pt x="605074" y="4324"/>
                </a:cubicBezTo>
                <a:cubicBezTo>
                  <a:pt x="606968" y="6132"/>
                  <a:pt x="607914" y="8434"/>
                  <a:pt x="607914" y="11230"/>
                </a:cubicBezTo>
                <a:cubicBezTo>
                  <a:pt x="607914" y="14070"/>
                  <a:pt x="606957" y="16394"/>
                  <a:pt x="605042" y="18201"/>
                </a:cubicBezTo>
                <a:cubicBezTo>
                  <a:pt x="603127" y="20008"/>
                  <a:pt x="600599" y="20912"/>
                  <a:pt x="597458" y="20912"/>
                </a:cubicBezTo>
                <a:cubicBezTo>
                  <a:pt x="594317" y="20912"/>
                  <a:pt x="591789" y="20008"/>
                  <a:pt x="589875" y="18201"/>
                </a:cubicBezTo>
                <a:cubicBezTo>
                  <a:pt x="587960" y="16394"/>
                  <a:pt x="587002" y="14070"/>
                  <a:pt x="587002" y="11230"/>
                </a:cubicBezTo>
                <a:close/>
                <a:moveTo>
                  <a:pt x="619265" y="63575"/>
                </a:moveTo>
                <a:cubicBezTo>
                  <a:pt x="619265" y="56647"/>
                  <a:pt x="620599" y="50472"/>
                  <a:pt x="623266" y="45051"/>
                </a:cubicBezTo>
                <a:cubicBezTo>
                  <a:pt x="625934" y="39629"/>
                  <a:pt x="629774" y="35434"/>
                  <a:pt x="634787" y="32465"/>
                </a:cubicBezTo>
                <a:cubicBezTo>
                  <a:pt x="639800" y="29496"/>
                  <a:pt x="645620" y="28012"/>
                  <a:pt x="652246" y="28012"/>
                </a:cubicBezTo>
                <a:cubicBezTo>
                  <a:pt x="661669" y="28012"/>
                  <a:pt x="669361" y="30894"/>
                  <a:pt x="675320" y="36660"/>
                </a:cubicBezTo>
                <a:cubicBezTo>
                  <a:pt x="681279" y="42426"/>
                  <a:pt x="684603" y="50257"/>
                  <a:pt x="685292" y="60154"/>
                </a:cubicBezTo>
                <a:lnTo>
                  <a:pt x="685421" y="64930"/>
                </a:lnTo>
                <a:cubicBezTo>
                  <a:pt x="685421" y="75644"/>
                  <a:pt x="682430" y="84239"/>
                  <a:pt x="676449" y="90715"/>
                </a:cubicBezTo>
                <a:cubicBezTo>
                  <a:pt x="670469" y="97191"/>
                  <a:pt x="662444" y="100428"/>
                  <a:pt x="652375" y="100428"/>
                </a:cubicBezTo>
                <a:cubicBezTo>
                  <a:pt x="642306" y="100428"/>
                  <a:pt x="634271" y="97201"/>
                  <a:pt x="628268" y="90747"/>
                </a:cubicBezTo>
                <a:cubicBezTo>
                  <a:pt x="622266" y="84293"/>
                  <a:pt x="619265" y="75515"/>
                  <a:pt x="619265" y="64414"/>
                </a:cubicBezTo>
                <a:lnTo>
                  <a:pt x="619265" y="63575"/>
                </a:lnTo>
                <a:moveTo>
                  <a:pt x="637917" y="64930"/>
                </a:moveTo>
                <a:cubicBezTo>
                  <a:pt x="637917" y="71556"/>
                  <a:pt x="639165" y="76623"/>
                  <a:pt x="641661" y="80130"/>
                </a:cubicBezTo>
                <a:cubicBezTo>
                  <a:pt x="644157" y="83637"/>
                  <a:pt x="647728" y="85390"/>
                  <a:pt x="652375" y="85390"/>
                </a:cubicBezTo>
                <a:cubicBezTo>
                  <a:pt x="656893" y="85390"/>
                  <a:pt x="660421" y="83658"/>
                  <a:pt x="662960" y="80194"/>
                </a:cubicBezTo>
                <a:cubicBezTo>
                  <a:pt x="665499" y="76731"/>
                  <a:pt x="666768" y="71191"/>
                  <a:pt x="666768" y="63575"/>
                </a:cubicBezTo>
                <a:cubicBezTo>
                  <a:pt x="666768" y="57077"/>
                  <a:pt x="665499" y="52043"/>
                  <a:pt x="662960" y="48472"/>
                </a:cubicBezTo>
                <a:cubicBezTo>
                  <a:pt x="660421" y="44900"/>
                  <a:pt x="656850" y="43115"/>
                  <a:pt x="652246" y="43115"/>
                </a:cubicBezTo>
                <a:cubicBezTo>
                  <a:pt x="647685" y="43115"/>
                  <a:pt x="644157" y="44889"/>
                  <a:pt x="641661" y="48439"/>
                </a:cubicBezTo>
                <a:cubicBezTo>
                  <a:pt x="639165" y="51989"/>
                  <a:pt x="637917" y="57486"/>
                  <a:pt x="637917" y="64930"/>
                </a:cubicBezTo>
                <a:close/>
                <a:moveTo>
                  <a:pt x="714060" y="29302"/>
                </a:moveTo>
                <a:lnTo>
                  <a:pt x="714641" y="37370"/>
                </a:lnTo>
                <a:cubicBezTo>
                  <a:pt x="719632" y="31131"/>
                  <a:pt x="726323" y="28012"/>
                  <a:pt x="734714" y="28012"/>
                </a:cubicBezTo>
                <a:cubicBezTo>
                  <a:pt x="742114" y="28012"/>
                  <a:pt x="747622" y="30184"/>
                  <a:pt x="751237" y="34530"/>
                </a:cubicBezTo>
                <a:cubicBezTo>
                  <a:pt x="754851" y="38876"/>
                  <a:pt x="756701" y="45374"/>
                  <a:pt x="756787" y="54022"/>
                </a:cubicBezTo>
                <a:lnTo>
                  <a:pt x="756787" y="99138"/>
                </a:lnTo>
                <a:lnTo>
                  <a:pt x="738134" y="99138"/>
                </a:lnTo>
                <a:lnTo>
                  <a:pt x="738134" y="54474"/>
                </a:lnTo>
                <a:cubicBezTo>
                  <a:pt x="738134" y="50515"/>
                  <a:pt x="737274" y="47643"/>
                  <a:pt x="735553" y="45858"/>
                </a:cubicBezTo>
                <a:cubicBezTo>
                  <a:pt x="733831" y="44072"/>
                  <a:pt x="730970" y="43179"/>
                  <a:pt x="726968" y="43179"/>
                </a:cubicBezTo>
                <a:cubicBezTo>
                  <a:pt x="721719" y="43179"/>
                  <a:pt x="717782" y="45417"/>
                  <a:pt x="715157" y="49891"/>
                </a:cubicBezTo>
                <a:lnTo>
                  <a:pt x="715157" y="99138"/>
                </a:lnTo>
                <a:lnTo>
                  <a:pt x="696504" y="99138"/>
                </a:lnTo>
                <a:lnTo>
                  <a:pt x="696504" y="29302"/>
                </a:lnTo>
                <a:lnTo>
                  <a:pt x="714060" y="29302"/>
                </a:lnTo>
                <a:close/>
                <a:moveTo>
                  <a:pt x="808726" y="79839"/>
                </a:moveTo>
                <a:cubicBezTo>
                  <a:pt x="808726" y="77559"/>
                  <a:pt x="807596" y="75762"/>
                  <a:pt x="805337" y="74450"/>
                </a:cubicBezTo>
                <a:cubicBezTo>
                  <a:pt x="803078" y="73138"/>
                  <a:pt x="799453" y="71965"/>
                  <a:pt x="794462" y="70932"/>
                </a:cubicBezTo>
                <a:cubicBezTo>
                  <a:pt x="777853" y="67447"/>
                  <a:pt x="769549" y="60390"/>
                  <a:pt x="769549" y="49762"/>
                </a:cubicBezTo>
                <a:cubicBezTo>
                  <a:pt x="769549" y="43566"/>
                  <a:pt x="772120" y="38392"/>
                  <a:pt x="777261" y="34240"/>
                </a:cubicBezTo>
                <a:cubicBezTo>
                  <a:pt x="782403" y="30088"/>
                  <a:pt x="789127" y="28012"/>
                  <a:pt x="797431" y="28012"/>
                </a:cubicBezTo>
                <a:cubicBezTo>
                  <a:pt x="806295" y="28012"/>
                  <a:pt x="813384" y="30098"/>
                  <a:pt x="818698" y="34272"/>
                </a:cubicBezTo>
                <a:cubicBezTo>
                  <a:pt x="824012" y="38446"/>
                  <a:pt x="826669" y="43868"/>
                  <a:pt x="826669" y="50537"/>
                </a:cubicBezTo>
                <a:lnTo>
                  <a:pt x="808016" y="50537"/>
                </a:lnTo>
                <a:cubicBezTo>
                  <a:pt x="808016" y="47869"/>
                  <a:pt x="807155" y="45664"/>
                  <a:pt x="805434" y="43921"/>
                </a:cubicBezTo>
                <a:cubicBezTo>
                  <a:pt x="803713" y="42179"/>
                  <a:pt x="801024" y="41307"/>
                  <a:pt x="797366" y="41307"/>
                </a:cubicBezTo>
                <a:cubicBezTo>
                  <a:pt x="794225" y="41307"/>
                  <a:pt x="791794" y="42017"/>
                  <a:pt x="790073" y="43437"/>
                </a:cubicBezTo>
                <a:cubicBezTo>
                  <a:pt x="788352" y="44857"/>
                  <a:pt x="787491" y="46664"/>
                  <a:pt x="787491" y="48859"/>
                </a:cubicBezTo>
                <a:cubicBezTo>
                  <a:pt x="787491" y="50924"/>
                  <a:pt x="788470" y="52592"/>
                  <a:pt x="790428" y="53861"/>
                </a:cubicBezTo>
                <a:cubicBezTo>
                  <a:pt x="792386" y="55130"/>
                  <a:pt x="795688" y="56227"/>
                  <a:pt x="800335" y="57153"/>
                </a:cubicBezTo>
                <a:cubicBezTo>
                  <a:pt x="804982" y="58078"/>
                  <a:pt x="808898" y="59121"/>
                  <a:pt x="812082" y="60283"/>
                </a:cubicBezTo>
                <a:cubicBezTo>
                  <a:pt x="821936" y="63897"/>
                  <a:pt x="826862" y="70158"/>
                  <a:pt x="826862" y="79065"/>
                </a:cubicBezTo>
                <a:cubicBezTo>
                  <a:pt x="826862" y="85433"/>
                  <a:pt x="824130" y="90586"/>
                  <a:pt x="818666" y="94523"/>
                </a:cubicBezTo>
                <a:cubicBezTo>
                  <a:pt x="813201" y="98460"/>
                  <a:pt x="806144" y="100428"/>
                  <a:pt x="797496" y="100428"/>
                </a:cubicBezTo>
                <a:cubicBezTo>
                  <a:pt x="791644" y="100428"/>
                  <a:pt x="786448" y="99385"/>
                  <a:pt x="781908" y="97298"/>
                </a:cubicBezTo>
                <a:cubicBezTo>
                  <a:pt x="777369" y="95211"/>
                  <a:pt x="773808" y="92350"/>
                  <a:pt x="771227" y="88714"/>
                </a:cubicBezTo>
                <a:cubicBezTo>
                  <a:pt x="768645" y="85078"/>
                  <a:pt x="767354" y="81152"/>
                  <a:pt x="767354" y="76935"/>
                </a:cubicBezTo>
                <a:lnTo>
                  <a:pt x="785039" y="76935"/>
                </a:lnTo>
                <a:cubicBezTo>
                  <a:pt x="785211" y="80248"/>
                  <a:pt x="786437" y="82787"/>
                  <a:pt x="788718" y="84551"/>
                </a:cubicBezTo>
                <a:cubicBezTo>
                  <a:pt x="790998" y="86315"/>
                  <a:pt x="794053" y="87197"/>
                  <a:pt x="797883" y="87197"/>
                </a:cubicBezTo>
                <a:cubicBezTo>
                  <a:pt x="801454" y="87197"/>
                  <a:pt x="804154" y="86519"/>
                  <a:pt x="805983" y="85164"/>
                </a:cubicBezTo>
                <a:cubicBezTo>
                  <a:pt x="807812" y="83809"/>
                  <a:pt x="808726" y="82034"/>
                  <a:pt x="808726" y="7983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[modelapproach]">
            <a:extLst xmlns:a="http://schemas.openxmlformats.org/drawingml/2006/main">
              <a:ext uri="{FF2B5EF4-FFF2-40B4-BE49-F238E27FC236}">
                <a16:creationId xmlns:a16="http://schemas.microsoft.com/office/drawing/2014/main" id="{B05B4520-06F5-489C-A1E8-6EFD538F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47" y="832754"/>
            <a:ext cx="862032" cy="115723"/>
          </a:xfrm>
          <a:custGeom xmlns:a="http://schemas.openxmlformats.org/drawingml/2006/main">
            <a:pathLst>
              <a:path w="862032" h="115723">
                <a:moveTo>
                  <a:pt x="23693" y="12230"/>
                </a:moveTo>
                <a:lnTo>
                  <a:pt x="15905" y="12230"/>
                </a:lnTo>
                <a:lnTo>
                  <a:pt x="15905" y="99324"/>
                </a:lnTo>
                <a:lnTo>
                  <a:pt x="23693" y="99324"/>
                </a:lnTo>
                <a:lnTo>
                  <a:pt x="23693" y="111555"/>
                </a:lnTo>
                <a:lnTo>
                  <a:pt x="0" y="111555"/>
                </a:lnTo>
                <a:lnTo>
                  <a:pt x="0" y="0"/>
                </a:lnTo>
                <a:lnTo>
                  <a:pt x="23693" y="0"/>
                </a:lnTo>
                <a:lnTo>
                  <a:pt x="23693" y="12230"/>
                </a:lnTo>
                <a:close/>
                <a:moveTo>
                  <a:pt x="45563" y="33565"/>
                </a:moveTo>
                <a:lnTo>
                  <a:pt x="46057" y="40201"/>
                </a:lnTo>
                <a:cubicBezTo>
                  <a:pt x="50261" y="35046"/>
                  <a:pt x="55947" y="32468"/>
                  <a:pt x="63113" y="32468"/>
                </a:cubicBezTo>
                <a:cubicBezTo>
                  <a:pt x="70755" y="32468"/>
                  <a:pt x="76002" y="35485"/>
                  <a:pt x="78854" y="41518"/>
                </a:cubicBezTo>
                <a:cubicBezTo>
                  <a:pt x="83022" y="35485"/>
                  <a:pt x="88964" y="32468"/>
                  <a:pt x="96678" y="32468"/>
                </a:cubicBezTo>
                <a:cubicBezTo>
                  <a:pt x="103114" y="32468"/>
                  <a:pt x="107903" y="34342"/>
                  <a:pt x="111048" y="38090"/>
                </a:cubicBezTo>
                <a:cubicBezTo>
                  <a:pt x="114192" y="41838"/>
                  <a:pt x="115765" y="47477"/>
                  <a:pt x="115765" y="55009"/>
                </a:cubicBezTo>
                <a:lnTo>
                  <a:pt x="115765" y="92907"/>
                </a:lnTo>
                <a:lnTo>
                  <a:pt x="99859" y="92907"/>
                </a:lnTo>
                <a:lnTo>
                  <a:pt x="99859" y="55064"/>
                </a:lnTo>
                <a:cubicBezTo>
                  <a:pt x="99859" y="51700"/>
                  <a:pt x="99201" y="49242"/>
                  <a:pt x="97885" y="47688"/>
                </a:cubicBezTo>
                <a:cubicBezTo>
                  <a:pt x="96569" y="46134"/>
                  <a:pt x="94247" y="45357"/>
                  <a:pt x="90920" y="45357"/>
                </a:cubicBezTo>
                <a:cubicBezTo>
                  <a:pt x="86167" y="45357"/>
                  <a:pt x="82876" y="47624"/>
                  <a:pt x="81048" y="52158"/>
                </a:cubicBezTo>
                <a:lnTo>
                  <a:pt x="81103" y="92907"/>
                </a:lnTo>
                <a:lnTo>
                  <a:pt x="65252" y="92907"/>
                </a:lnTo>
                <a:lnTo>
                  <a:pt x="65252" y="55119"/>
                </a:lnTo>
                <a:cubicBezTo>
                  <a:pt x="65252" y="51682"/>
                  <a:pt x="64576" y="49196"/>
                  <a:pt x="63223" y="47660"/>
                </a:cubicBezTo>
                <a:cubicBezTo>
                  <a:pt x="61870" y="46125"/>
                  <a:pt x="59567" y="45357"/>
                  <a:pt x="56313" y="45357"/>
                </a:cubicBezTo>
                <a:cubicBezTo>
                  <a:pt x="51815" y="45357"/>
                  <a:pt x="48561" y="47221"/>
                  <a:pt x="46550" y="50951"/>
                </a:cubicBezTo>
                <a:lnTo>
                  <a:pt x="46550" y="92907"/>
                </a:lnTo>
                <a:lnTo>
                  <a:pt x="30700" y="92907"/>
                </a:lnTo>
                <a:lnTo>
                  <a:pt x="30700" y="33565"/>
                </a:lnTo>
                <a:lnTo>
                  <a:pt x="45563" y="33565"/>
                </a:lnTo>
                <a:close/>
                <a:moveTo>
                  <a:pt x="125432" y="62688"/>
                </a:moveTo>
                <a:cubicBezTo>
                  <a:pt x="125432" y="56801"/>
                  <a:pt x="126565" y="51554"/>
                  <a:pt x="128832" y="46947"/>
                </a:cubicBezTo>
                <a:cubicBezTo>
                  <a:pt x="131099" y="42340"/>
                  <a:pt x="134362" y="38775"/>
                  <a:pt x="138622" y="36253"/>
                </a:cubicBezTo>
                <a:cubicBezTo>
                  <a:pt x="142882" y="33730"/>
                  <a:pt x="147827" y="32468"/>
                  <a:pt x="153458" y="32468"/>
                </a:cubicBezTo>
                <a:cubicBezTo>
                  <a:pt x="161465" y="32468"/>
                  <a:pt x="168001" y="34918"/>
                  <a:pt x="173065" y="39817"/>
                </a:cubicBezTo>
                <a:cubicBezTo>
                  <a:pt x="178129" y="44717"/>
                  <a:pt x="180953" y="51371"/>
                  <a:pt x="181538" y="59781"/>
                </a:cubicBezTo>
                <a:lnTo>
                  <a:pt x="181648" y="63840"/>
                </a:lnTo>
                <a:cubicBezTo>
                  <a:pt x="181648" y="72944"/>
                  <a:pt x="179107" y="80247"/>
                  <a:pt x="174024" y="85750"/>
                </a:cubicBezTo>
                <a:cubicBezTo>
                  <a:pt x="168942" y="91253"/>
                  <a:pt x="162123" y="94004"/>
                  <a:pt x="153567" y="94004"/>
                </a:cubicBezTo>
                <a:cubicBezTo>
                  <a:pt x="145011" y="94004"/>
                  <a:pt x="138183" y="91262"/>
                  <a:pt x="133083" y="85777"/>
                </a:cubicBezTo>
                <a:cubicBezTo>
                  <a:pt x="127982" y="80293"/>
                  <a:pt x="125432" y="72834"/>
                  <a:pt x="125432" y="63401"/>
                </a:cubicBezTo>
                <a:lnTo>
                  <a:pt x="125432" y="62688"/>
                </a:lnTo>
                <a:moveTo>
                  <a:pt x="141282" y="63840"/>
                </a:moveTo>
                <a:cubicBezTo>
                  <a:pt x="141282" y="69470"/>
                  <a:pt x="142342" y="73776"/>
                  <a:pt x="144463" y="76755"/>
                </a:cubicBezTo>
                <a:cubicBezTo>
                  <a:pt x="146584" y="79735"/>
                  <a:pt x="149618" y="81225"/>
                  <a:pt x="153567" y="81225"/>
                </a:cubicBezTo>
                <a:cubicBezTo>
                  <a:pt x="157406" y="81225"/>
                  <a:pt x="160405" y="79754"/>
                  <a:pt x="162562" y="76810"/>
                </a:cubicBezTo>
                <a:cubicBezTo>
                  <a:pt x="164719" y="73867"/>
                  <a:pt x="165798" y="69159"/>
                  <a:pt x="165798" y="62688"/>
                </a:cubicBezTo>
                <a:cubicBezTo>
                  <a:pt x="165798" y="57167"/>
                  <a:pt x="164719" y="52889"/>
                  <a:pt x="162562" y="49854"/>
                </a:cubicBezTo>
                <a:cubicBezTo>
                  <a:pt x="160405" y="46819"/>
                  <a:pt x="157370" y="45302"/>
                  <a:pt x="153458" y="45302"/>
                </a:cubicBezTo>
                <a:cubicBezTo>
                  <a:pt x="149582" y="45302"/>
                  <a:pt x="146584" y="46810"/>
                  <a:pt x="144463" y="49827"/>
                </a:cubicBezTo>
                <a:cubicBezTo>
                  <a:pt x="142342" y="52843"/>
                  <a:pt x="141282" y="57514"/>
                  <a:pt x="141282" y="63840"/>
                </a:cubicBezTo>
                <a:close/>
                <a:moveTo>
                  <a:pt x="188916" y="62797"/>
                </a:moveTo>
                <a:cubicBezTo>
                  <a:pt x="188916" y="53547"/>
                  <a:pt x="190991" y="46179"/>
                  <a:pt x="195141" y="40695"/>
                </a:cubicBezTo>
                <a:cubicBezTo>
                  <a:pt x="199291" y="35210"/>
                  <a:pt x="204967" y="32468"/>
                  <a:pt x="212170" y="32468"/>
                </a:cubicBezTo>
                <a:cubicBezTo>
                  <a:pt x="217947" y="32468"/>
                  <a:pt x="222719" y="34625"/>
                  <a:pt x="226485" y="38940"/>
                </a:cubicBezTo>
                <a:lnTo>
                  <a:pt x="226485" y="8666"/>
                </a:lnTo>
                <a:lnTo>
                  <a:pt x="242390" y="8666"/>
                </a:lnTo>
                <a:lnTo>
                  <a:pt x="242390" y="92907"/>
                </a:lnTo>
                <a:lnTo>
                  <a:pt x="228075" y="92907"/>
                </a:lnTo>
                <a:lnTo>
                  <a:pt x="227308" y="86600"/>
                </a:lnTo>
                <a:cubicBezTo>
                  <a:pt x="223359" y="91536"/>
                  <a:pt x="218276" y="94004"/>
                  <a:pt x="212061" y="94004"/>
                </a:cubicBezTo>
                <a:cubicBezTo>
                  <a:pt x="205077" y="94004"/>
                  <a:pt x="199474" y="91253"/>
                  <a:pt x="195251" y="85750"/>
                </a:cubicBezTo>
                <a:cubicBezTo>
                  <a:pt x="191028" y="80247"/>
                  <a:pt x="188916" y="72596"/>
                  <a:pt x="188916" y="62797"/>
                </a:cubicBezTo>
                <a:moveTo>
                  <a:pt x="204766" y="63949"/>
                </a:moveTo>
                <a:cubicBezTo>
                  <a:pt x="204766" y="69507"/>
                  <a:pt x="205735" y="73766"/>
                  <a:pt x="207673" y="76728"/>
                </a:cubicBezTo>
                <a:cubicBezTo>
                  <a:pt x="209611" y="79690"/>
                  <a:pt x="212426" y="81171"/>
                  <a:pt x="216119" y="81171"/>
                </a:cubicBezTo>
                <a:cubicBezTo>
                  <a:pt x="221019" y="81171"/>
                  <a:pt x="224474" y="79105"/>
                  <a:pt x="226485" y="74973"/>
                </a:cubicBezTo>
                <a:lnTo>
                  <a:pt x="226485" y="51554"/>
                </a:lnTo>
                <a:cubicBezTo>
                  <a:pt x="224510" y="47423"/>
                  <a:pt x="221092" y="45357"/>
                  <a:pt x="216229" y="45357"/>
                </a:cubicBezTo>
                <a:cubicBezTo>
                  <a:pt x="208587" y="45357"/>
                  <a:pt x="204766" y="51554"/>
                  <a:pt x="204766" y="63949"/>
                </a:cubicBezTo>
                <a:close/>
                <a:moveTo>
                  <a:pt x="281962" y="94004"/>
                </a:moveTo>
                <a:cubicBezTo>
                  <a:pt x="273260" y="94004"/>
                  <a:pt x="266176" y="91335"/>
                  <a:pt x="260710" y="85997"/>
                </a:cubicBezTo>
                <a:cubicBezTo>
                  <a:pt x="255243" y="80659"/>
                  <a:pt x="252510" y="73547"/>
                  <a:pt x="252510" y="64662"/>
                </a:cubicBezTo>
                <a:lnTo>
                  <a:pt x="252510" y="63127"/>
                </a:lnTo>
                <a:cubicBezTo>
                  <a:pt x="252510" y="57167"/>
                  <a:pt x="253662" y="51838"/>
                  <a:pt x="255965" y="47139"/>
                </a:cubicBezTo>
                <a:cubicBezTo>
                  <a:pt x="258269" y="42441"/>
                  <a:pt x="261532" y="38821"/>
                  <a:pt x="265755" y="36280"/>
                </a:cubicBezTo>
                <a:cubicBezTo>
                  <a:pt x="269978" y="33739"/>
                  <a:pt x="274796" y="32468"/>
                  <a:pt x="280207" y="32468"/>
                </a:cubicBezTo>
                <a:cubicBezTo>
                  <a:pt x="288324" y="32468"/>
                  <a:pt x="294713" y="35028"/>
                  <a:pt x="299375" y="40146"/>
                </a:cubicBezTo>
                <a:cubicBezTo>
                  <a:pt x="304037" y="45265"/>
                  <a:pt x="306368" y="52523"/>
                  <a:pt x="306368" y="61920"/>
                </a:cubicBezTo>
                <a:lnTo>
                  <a:pt x="306368" y="68392"/>
                </a:lnTo>
                <a:lnTo>
                  <a:pt x="268580" y="68392"/>
                </a:lnTo>
                <a:cubicBezTo>
                  <a:pt x="269092" y="72267"/>
                  <a:pt x="270636" y="75375"/>
                  <a:pt x="273214" y="77715"/>
                </a:cubicBezTo>
                <a:cubicBezTo>
                  <a:pt x="275792" y="80055"/>
                  <a:pt x="279055" y="81225"/>
                  <a:pt x="283004" y="81225"/>
                </a:cubicBezTo>
                <a:cubicBezTo>
                  <a:pt x="289110" y="81225"/>
                  <a:pt x="293882" y="79013"/>
                  <a:pt x="297319" y="74589"/>
                </a:cubicBezTo>
                <a:lnTo>
                  <a:pt x="305106" y="83309"/>
                </a:lnTo>
                <a:cubicBezTo>
                  <a:pt x="302730" y="86673"/>
                  <a:pt x="299512" y="89297"/>
                  <a:pt x="295454" y="91180"/>
                </a:cubicBezTo>
                <a:cubicBezTo>
                  <a:pt x="291395" y="93063"/>
                  <a:pt x="286898" y="94004"/>
                  <a:pt x="281962" y="94004"/>
                </a:cubicBezTo>
                <a:moveTo>
                  <a:pt x="280152" y="45302"/>
                </a:moveTo>
                <a:cubicBezTo>
                  <a:pt x="277008" y="45302"/>
                  <a:pt x="274457" y="46362"/>
                  <a:pt x="272501" y="48483"/>
                </a:cubicBezTo>
                <a:cubicBezTo>
                  <a:pt x="270545" y="50604"/>
                  <a:pt x="269293" y="53638"/>
                  <a:pt x="268744" y="57587"/>
                </a:cubicBezTo>
                <a:lnTo>
                  <a:pt x="290792" y="57587"/>
                </a:lnTo>
                <a:lnTo>
                  <a:pt x="290792" y="56326"/>
                </a:lnTo>
                <a:cubicBezTo>
                  <a:pt x="290719" y="52816"/>
                  <a:pt x="289768" y="50101"/>
                  <a:pt x="287940" y="48181"/>
                </a:cubicBezTo>
                <a:cubicBezTo>
                  <a:pt x="286112" y="46262"/>
                  <a:pt x="283516" y="45302"/>
                  <a:pt x="280152" y="45302"/>
                </a:cubicBezTo>
                <a:close/>
                <a:moveTo>
                  <a:pt x="332065" y="92907"/>
                </a:moveTo>
                <a:lnTo>
                  <a:pt x="316160" y="92907"/>
                </a:lnTo>
                <a:lnTo>
                  <a:pt x="316160" y="8666"/>
                </a:lnTo>
                <a:lnTo>
                  <a:pt x="332065" y="8666"/>
                </a:lnTo>
                <a:lnTo>
                  <a:pt x="332065" y="92907"/>
                </a:lnTo>
                <a:close/>
                <a:moveTo>
                  <a:pt x="407453" y="92907"/>
                </a:moveTo>
                <a:cubicBezTo>
                  <a:pt x="406722" y="91481"/>
                  <a:pt x="406191" y="89708"/>
                  <a:pt x="405862" y="87587"/>
                </a:cubicBezTo>
                <a:cubicBezTo>
                  <a:pt x="402023" y="91865"/>
                  <a:pt x="397032" y="94004"/>
                  <a:pt x="390890" y="94004"/>
                </a:cubicBezTo>
                <a:cubicBezTo>
                  <a:pt x="385076" y="94004"/>
                  <a:pt x="380259" y="92320"/>
                  <a:pt x="376438" y="88952"/>
                </a:cubicBezTo>
                <a:cubicBezTo>
                  <a:pt x="372617" y="85582"/>
                  <a:pt x="370707" y="81334"/>
                  <a:pt x="370707" y="76209"/>
                </a:cubicBezTo>
                <a:cubicBezTo>
                  <a:pt x="370707" y="69911"/>
                  <a:pt x="373038" y="65078"/>
                  <a:pt x="377699" y="61709"/>
                </a:cubicBezTo>
                <a:cubicBezTo>
                  <a:pt x="382361" y="58340"/>
                  <a:pt x="389098" y="56637"/>
                  <a:pt x="397910" y="56600"/>
                </a:cubicBezTo>
                <a:lnTo>
                  <a:pt x="405204" y="56600"/>
                </a:lnTo>
                <a:lnTo>
                  <a:pt x="405204" y="53215"/>
                </a:lnTo>
                <a:cubicBezTo>
                  <a:pt x="405204" y="50484"/>
                  <a:pt x="404500" y="48300"/>
                  <a:pt x="403093" y="46663"/>
                </a:cubicBezTo>
                <a:cubicBezTo>
                  <a:pt x="401685" y="45024"/>
                  <a:pt x="399464" y="44205"/>
                  <a:pt x="396429" y="44205"/>
                </a:cubicBezTo>
                <a:cubicBezTo>
                  <a:pt x="393760" y="44205"/>
                  <a:pt x="391667" y="44840"/>
                  <a:pt x="390149" y="46111"/>
                </a:cubicBezTo>
                <a:cubicBezTo>
                  <a:pt x="388632" y="47380"/>
                  <a:pt x="387873" y="49122"/>
                  <a:pt x="387873" y="51335"/>
                </a:cubicBezTo>
                <a:lnTo>
                  <a:pt x="372023" y="51335"/>
                </a:lnTo>
                <a:cubicBezTo>
                  <a:pt x="372023" y="47908"/>
                  <a:pt x="373083" y="44737"/>
                  <a:pt x="375204" y="41821"/>
                </a:cubicBezTo>
                <a:cubicBezTo>
                  <a:pt x="377325" y="38904"/>
                  <a:pt x="380323" y="36616"/>
                  <a:pt x="384199" y="34957"/>
                </a:cubicBezTo>
                <a:cubicBezTo>
                  <a:pt x="388074" y="33298"/>
                  <a:pt x="392425" y="32468"/>
                  <a:pt x="397252" y="32468"/>
                </a:cubicBezTo>
                <a:cubicBezTo>
                  <a:pt x="404564" y="32468"/>
                  <a:pt x="410369" y="34306"/>
                  <a:pt x="414665" y="37980"/>
                </a:cubicBezTo>
                <a:cubicBezTo>
                  <a:pt x="418961" y="41655"/>
                  <a:pt x="421109" y="46819"/>
                  <a:pt x="421109" y="53474"/>
                </a:cubicBezTo>
                <a:lnTo>
                  <a:pt x="421109" y="79196"/>
                </a:lnTo>
                <a:cubicBezTo>
                  <a:pt x="421146" y="84827"/>
                  <a:pt x="421932" y="89086"/>
                  <a:pt x="423468" y="91975"/>
                </a:cubicBezTo>
                <a:lnTo>
                  <a:pt x="423468" y="92907"/>
                </a:lnTo>
                <a:lnTo>
                  <a:pt x="407453" y="92907"/>
                </a:lnTo>
                <a:moveTo>
                  <a:pt x="394345" y="81883"/>
                </a:moveTo>
                <a:cubicBezTo>
                  <a:pt x="396685" y="81883"/>
                  <a:pt x="398842" y="81361"/>
                  <a:pt x="400817" y="80315"/>
                </a:cubicBezTo>
                <a:cubicBezTo>
                  <a:pt x="402791" y="79270"/>
                  <a:pt x="404254" y="77866"/>
                  <a:pt x="405204" y="76104"/>
                </a:cubicBezTo>
                <a:lnTo>
                  <a:pt x="405204" y="65869"/>
                </a:lnTo>
                <a:lnTo>
                  <a:pt x="399281" y="65869"/>
                </a:lnTo>
                <a:cubicBezTo>
                  <a:pt x="391347" y="65869"/>
                  <a:pt x="387124" y="68620"/>
                  <a:pt x="386612" y="74123"/>
                </a:cubicBezTo>
                <a:lnTo>
                  <a:pt x="386557" y="75059"/>
                </a:lnTo>
                <a:cubicBezTo>
                  <a:pt x="386557" y="77040"/>
                  <a:pt x="387252" y="78673"/>
                  <a:pt x="388641" y="79957"/>
                </a:cubicBezTo>
                <a:cubicBezTo>
                  <a:pt x="390030" y="81241"/>
                  <a:pt x="391932" y="81883"/>
                  <a:pt x="394345" y="81883"/>
                </a:cubicBezTo>
                <a:close/>
                <a:moveTo>
                  <a:pt x="486679" y="63785"/>
                </a:moveTo>
                <a:cubicBezTo>
                  <a:pt x="486679" y="72925"/>
                  <a:pt x="484604" y="80247"/>
                  <a:pt x="480454" y="85750"/>
                </a:cubicBezTo>
                <a:cubicBezTo>
                  <a:pt x="476304" y="91253"/>
                  <a:pt x="470701" y="94004"/>
                  <a:pt x="463644" y="94004"/>
                </a:cubicBezTo>
                <a:cubicBezTo>
                  <a:pt x="457648" y="94004"/>
                  <a:pt x="452803" y="91920"/>
                  <a:pt x="449110" y="87752"/>
                </a:cubicBezTo>
                <a:lnTo>
                  <a:pt x="449110" y="115723"/>
                </a:lnTo>
                <a:lnTo>
                  <a:pt x="433260" y="115723"/>
                </a:lnTo>
                <a:lnTo>
                  <a:pt x="433260" y="33565"/>
                </a:lnTo>
                <a:lnTo>
                  <a:pt x="447958" y="33565"/>
                </a:lnTo>
                <a:lnTo>
                  <a:pt x="448507" y="39379"/>
                </a:lnTo>
                <a:cubicBezTo>
                  <a:pt x="452346" y="34772"/>
                  <a:pt x="457355" y="32468"/>
                  <a:pt x="463534" y="32468"/>
                </a:cubicBezTo>
                <a:cubicBezTo>
                  <a:pt x="470847" y="32468"/>
                  <a:pt x="476533" y="35174"/>
                  <a:pt x="480591" y="40585"/>
                </a:cubicBezTo>
                <a:cubicBezTo>
                  <a:pt x="484650" y="45997"/>
                  <a:pt x="486679" y="53456"/>
                  <a:pt x="486679" y="62962"/>
                </a:cubicBezTo>
                <a:lnTo>
                  <a:pt x="486679" y="63785"/>
                </a:lnTo>
                <a:moveTo>
                  <a:pt x="470829" y="62633"/>
                </a:moveTo>
                <a:cubicBezTo>
                  <a:pt x="470829" y="57112"/>
                  <a:pt x="469851" y="52852"/>
                  <a:pt x="467895" y="49854"/>
                </a:cubicBezTo>
                <a:cubicBezTo>
                  <a:pt x="465938" y="46856"/>
                  <a:pt x="463096" y="45357"/>
                  <a:pt x="459366" y="45357"/>
                </a:cubicBezTo>
                <a:cubicBezTo>
                  <a:pt x="454394" y="45357"/>
                  <a:pt x="450975" y="47258"/>
                  <a:pt x="449110" y="51061"/>
                </a:cubicBezTo>
                <a:lnTo>
                  <a:pt x="449110" y="75357"/>
                </a:lnTo>
                <a:cubicBezTo>
                  <a:pt x="451048" y="79269"/>
                  <a:pt x="454503" y="81225"/>
                  <a:pt x="459476" y="81225"/>
                </a:cubicBezTo>
                <a:cubicBezTo>
                  <a:pt x="467045" y="81225"/>
                  <a:pt x="470829" y="75028"/>
                  <a:pt x="470829" y="62633"/>
                </a:cubicBezTo>
                <a:close/>
                <a:moveTo>
                  <a:pt x="549889" y="63785"/>
                </a:moveTo>
                <a:cubicBezTo>
                  <a:pt x="549889" y="72925"/>
                  <a:pt x="547814" y="80247"/>
                  <a:pt x="543664" y="85750"/>
                </a:cubicBezTo>
                <a:cubicBezTo>
                  <a:pt x="539514" y="91253"/>
                  <a:pt x="533910" y="94004"/>
                  <a:pt x="526854" y="94004"/>
                </a:cubicBezTo>
                <a:cubicBezTo>
                  <a:pt x="520857" y="94004"/>
                  <a:pt x="516013" y="91920"/>
                  <a:pt x="512320" y="87752"/>
                </a:cubicBezTo>
                <a:lnTo>
                  <a:pt x="512320" y="115723"/>
                </a:lnTo>
                <a:lnTo>
                  <a:pt x="496470" y="115723"/>
                </a:lnTo>
                <a:lnTo>
                  <a:pt x="496470" y="33565"/>
                </a:lnTo>
                <a:lnTo>
                  <a:pt x="511168" y="33565"/>
                </a:lnTo>
                <a:lnTo>
                  <a:pt x="511717" y="39379"/>
                </a:lnTo>
                <a:cubicBezTo>
                  <a:pt x="515556" y="34772"/>
                  <a:pt x="520565" y="32468"/>
                  <a:pt x="526744" y="32468"/>
                </a:cubicBezTo>
                <a:cubicBezTo>
                  <a:pt x="534057" y="32468"/>
                  <a:pt x="539742" y="35174"/>
                  <a:pt x="543801" y="40585"/>
                </a:cubicBezTo>
                <a:cubicBezTo>
                  <a:pt x="547859" y="45997"/>
                  <a:pt x="549889" y="53456"/>
                  <a:pt x="549889" y="62962"/>
                </a:cubicBezTo>
                <a:lnTo>
                  <a:pt x="549889" y="63785"/>
                </a:lnTo>
                <a:moveTo>
                  <a:pt x="534038" y="62633"/>
                </a:moveTo>
                <a:cubicBezTo>
                  <a:pt x="534038" y="57112"/>
                  <a:pt x="533060" y="52852"/>
                  <a:pt x="531104" y="49854"/>
                </a:cubicBezTo>
                <a:cubicBezTo>
                  <a:pt x="529148" y="46856"/>
                  <a:pt x="526305" y="45357"/>
                  <a:pt x="522576" y="45357"/>
                </a:cubicBezTo>
                <a:cubicBezTo>
                  <a:pt x="517603" y="45357"/>
                  <a:pt x="514185" y="47258"/>
                  <a:pt x="512320" y="51061"/>
                </a:cubicBezTo>
                <a:lnTo>
                  <a:pt x="512320" y="75357"/>
                </a:lnTo>
                <a:cubicBezTo>
                  <a:pt x="514258" y="79269"/>
                  <a:pt x="517713" y="81225"/>
                  <a:pt x="522686" y="81225"/>
                </a:cubicBezTo>
                <a:cubicBezTo>
                  <a:pt x="530254" y="81225"/>
                  <a:pt x="534038" y="75028"/>
                  <a:pt x="534038" y="62633"/>
                </a:cubicBezTo>
                <a:close/>
                <a:moveTo>
                  <a:pt x="593026" y="48428"/>
                </a:moveTo>
                <a:cubicBezTo>
                  <a:pt x="590869" y="48136"/>
                  <a:pt x="588967" y="47989"/>
                  <a:pt x="587322" y="47989"/>
                </a:cubicBezTo>
                <a:cubicBezTo>
                  <a:pt x="581326" y="47989"/>
                  <a:pt x="577395" y="50019"/>
                  <a:pt x="575530" y="54077"/>
                </a:cubicBezTo>
                <a:lnTo>
                  <a:pt x="575530" y="92907"/>
                </a:lnTo>
                <a:lnTo>
                  <a:pt x="559680" y="92907"/>
                </a:lnTo>
                <a:lnTo>
                  <a:pt x="559680" y="33565"/>
                </a:lnTo>
                <a:lnTo>
                  <a:pt x="574653" y="33565"/>
                </a:lnTo>
                <a:lnTo>
                  <a:pt x="575092" y="40640"/>
                </a:lnTo>
                <a:cubicBezTo>
                  <a:pt x="578273" y="35192"/>
                  <a:pt x="582678" y="32468"/>
                  <a:pt x="588309" y="32468"/>
                </a:cubicBezTo>
                <a:cubicBezTo>
                  <a:pt x="590064" y="32468"/>
                  <a:pt x="591710" y="32706"/>
                  <a:pt x="593245" y="33181"/>
                </a:cubicBezTo>
                <a:lnTo>
                  <a:pt x="593026" y="48428"/>
                </a:lnTo>
                <a:close/>
                <a:moveTo>
                  <a:pt x="596190" y="62688"/>
                </a:moveTo>
                <a:cubicBezTo>
                  <a:pt x="596190" y="56801"/>
                  <a:pt x="597323" y="51554"/>
                  <a:pt x="599590" y="46947"/>
                </a:cubicBezTo>
                <a:cubicBezTo>
                  <a:pt x="601857" y="42340"/>
                  <a:pt x="605120" y="38775"/>
                  <a:pt x="609380" y="36253"/>
                </a:cubicBezTo>
                <a:cubicBezTo>
                  <a:pt x="613640" y="33730"/>
                  <a:pt x="618585" y="32468"/>
                  <a:pt x="624216" y="32468"/>
                </a:cubicBezTo>
                <a:cubicBezTo>
                  <a:pt x="632223" y="32468"/>
                  <a:pt x="638759" y="34918"/>
                  <a:pt x="643823" y="39817"/>
                </a:cubicBezTo>
                <a:cubicBezTo>
                  <a:pt x="648887" y="44717"/>
                  <a:pt x="651711" y="51371"/>
                  <a:pt x="652296" y="59781"/>
                </a:cubicBezTo>
                <a:lnTo>
                  <a:pt x="652406" y="63840"/>
                </a:lnTo>
                <a:cubicBezTo>
                  <a:pt x="652406" y="72944"/>
                  <a:pt x="649865" y="80247"/>
                  <a:pt x="644782" y="85750"/>
                </a:cubicBezTo>
                <a:cubicBezTo>
                  <a:pt x="639700" y="91253"/>
                  <a:pt x="632881" y="94004"/>
                  <a:pt x="624325" y="94004"/>
                </a:cubicBezTo>
                <a:cubicBezTo>
                  <a:pt x="615769" y="94004"/>
                  <a:pt x="608941" y="91262"/>
                  <a:pt x="603841" y="85777"/>
                </a:cubicBezTo>
                <a:cubicBezTo>
                  <a:pt x="598740" y="80293"/>
                  <a:pt x="596190" y="72834"/>
                  <a:pt x="596190" y="63401"/>
                </a:cubicBezTo>
                <a:lnTo>
                  <a:pt x="596190" y="62688"/>
                </a:lnTo>
                <a:moveTo>
                  <a:pt x="612040" y="63840"/>
                </a:moveTo>
                <a:cubicBezTo>
                  <a:pt x="612040" y="69470"/>
                  <a:pt x="613100" y="73776"/>
                  <a:pt x="615221" y="76755"/>
                </a:cubicBezTo>
                <a:cubicBezTo>
                  <a:pt x="617342" y="79735"/>
                  <a:pt x="620376" y="81225"/>
                  <a:pt x="624325" y="81225"/>
                </a:cubicBezTo>
                <a:cubicBezTo>
                  <a:pt x="628164" y="81225"/>
                  <a:pt x="631163" y="79754"/>
                  <a:pt x="633320" y="76810"/>
                </a:cubicBezTo>
                <a:cubicBezTo>
                  <a:pt x="635477" y="73867"/>
                  <a:pt x="636556" y="69159"/>
                  <a:pt x="636556" y="62688"/>
                </a:cubicBezTo>
                <a:cubicBezTo>
                  <a:pt x="636556" y="57167"/>
                  <a:pt x="635477" y="52889"/>
                  <a:pt x="633320" y="49854"/>
                </a:cubicBezTo>
                <a:cubicBezTo>
                  <a:pt x="631163" y="46819"/>
                  <a:pt x="628128" y="45302"/>
                  <a:pt x="624216" y="45302"/>
                </a:cubicBezTo>
                <a:cubicBezTo>
                  <a:pt x="620340" y="45302"/>
                  <a:pt x="617342" y="46810"/>
                  <a:pt x="615221" y="49827"/>
                </a:cubicBezTo>
                <a:cubicBezTo>
                  <a:pt x="613100" y="52843"/>
                  <a:pt x="612040" y="57514"/>
                  <a:pt x="612040" y="63840"/>
                </a:cubicBezTo>
                <a:close/>
                <a:moveTo>
                  <a:pt x="696530" y="92907"/>
                </a:moveTo>
                <a:cubicBezTo>
                  <a:pt x="695798" y="91481"/>
                  <a:pt x="695268" y="89708"/>
                  <a:pt x="694939" y="87587"/>
                </a:cubicBezTo>
                <a:cubicBezTo>
                  <a:pt x="691100" y="91865"/>
                  <a:pt x="686109" y="94004"/>
                  <a:pt x="679966" y="94004"/>
                </a:cubicBezTo>
                <a:cubicBezTo>
                  <a:pt x="674153" y="94004"/>
                  <a:pt x="669336" y="92320"/>
                  <a:pt x="665515" y="88952"/>
                </a:cubicBezTo>
                <a:cubicBezTo>
                  <a:pt x="661694" y="85582"/>
                  <a:pt x="659783" y="81334"/>
                  <a:pt x="659783" y="76209"/>
                </a:cubicBezTo>
                <a:cubicBezTo>
                  <a:pt x="659783" y="69911"/>
                  <a:pt x="662114" y="65078"/>
                  <a:pt x="666776" y="61709"/>
                </a:cubicBezTo>
                <a:cubicBezTo>
                  <a:pt x="671438" y="58340"/>
                  <a:pt x="678175" y="56637"/>
                  <a:pt x="686987" y="56600"/>
                </a:cubicBezTo>
                <a:lnTo>
                  <a:pt x="694281" y="56600"/>
                </a:lnTo>
                <a:lnTo>
                  <a:pt x="694281" y="53215"/>
                </a:lnTo>
                <a:cubicBezTo>
                  <a:pt x="694281" y="50484"/>
                  <a:pt x="693577" y="48300"/>
                  <a:pt x="692169" y="46663"/>
                </a:cubicBezTo>
                <a:cubicBezTo>
                  <a:pt x="690762" y="45024"/>
                  <a:pt x="688540" y="44205"/>
                  <a:pt x="685506" y="44205"/>
                </a:cubicBezTo>
                <a:cubicBezTo>
                  <a:pt x="682837" y="44205"/>
                  <a:pt x="680743" y="44840"/>
                  <a:pt x="679226" y="46111"/>
                </a:cubicBezTo>
                <a:cubicBezTo>
                  <a:pt x="677709" y="47380"/>
                  <a:pt x="676950" y="49122"/>
                  <a:pt x="676950" y="51335"/>
                </a:cubicBezTo>
                <a:lnTo>
                  <a:pt x="661100" y="51335"/>
                </a:lnTo>
                <a:cubicBezTo>
                  <a:pt x="661100" y="47908"/>
                  <a:pt x="662160" y="44737"/>
                  <a:pt x="664281" y="41821"/>
                </a:cubicBezTo>
                <a:cubicBezTo>
                  <a:pt x="666401" y="38904"/>
                  <a:pt x="669400" y="36616"/>
                  <a:pt x="673275" y="34957"/>
                </a:cubicBezTo>
                <a:cubicBezTo>
                  <a:pt x="677151" y="33298"/>
                  <a:pt x="681502" y="32468"/>
                  <a:pt x="686328" y="32468"/>
                </a:cubicBezTo>
                <a:cubicBezTo>
                  <a:pt x="693641" y="32468"/>
                  <a:pt x="699445" y="34306"/>
                  <a:pt x="703742" y="37980"/>
                </a:cubicBezTo>
                <a:cubicBezTo>
                  <a:pt x="708038" y="41655"/>
                  <a:pt x="710186" y="46819"/>
                  <a:pt x="710186" y="53474"/>
                </a:cubicBezTo>
                <a:lnTo>
                  <a:pt x="710186" y="79196"/>
                </a:lnTo>
                <a:cubicBezTo>
                  <a:pt x="710223" y="84827"/>
                  <a:pt x="711009" y="89086"/>
                  <a:pt x="712544" y="91975"/>
                </a:cubicBezTo>
                <a:lnTo>
                  <a:pt x="712544" y="92907"/>
                </a:lnTo>
                <a:lnTo>
                  <a:pt x="696530" y="92907"/>
                </a:lnTo>
                <a:moveTo>
                  <a:pt x="683422" y="81883"/>
                </a:moveTo>
                <a:cubicBezTo>
                  <a:pt x="685762" y="81883"/>
                  <a:pt x="687919" y="81361"/>
                  <a:pt x="689893" y="80315"/>
                </a:cubicBezTo>
                <a:cubicBezTo>
                  <a:pt x="691868" y="79270"/>
                  <a:pt x="693330" y="77866"/>
                  <a:pt x="694281" y="76104"/>
                </a:cubicBezTo>
                <a:lnTo>
                  <a:pt x="694281" y="65869"/>
                </a:lnTo>
                <a:lnTo>
                  <a:pt x="688358" y="65869"/>
                </a:lnTo>
                <a:cubicBezTo>
                  <a:pt x="680423" y="65869"/>
                  <a:pt x="676200" y="68620"/>
                  <a:pt x="675688" y="74123"/>
                </a:cubicBezTo>
                <a:lnTo>
                  <a:pt x="675634" y="75059"/>
                </a:lnTo>
                <a:cubicBezTo>
                  <a:pt x="675634" y="77040"/>
                  <a:pt x="676328" y="78673"/>
                  <a:pt x="677718" y="79957"/>
                </a:cubicBezTo>
                <a:cubicBezTo>
                  <a:pt x="679107" y="81241"/>
                  <a:pt x="681008" y="81883"/>
                  <a:pt x="683422" y="81883"/>
                </a:cubicBezTo>
                <a:close/>
                <a:moveTo>
                  <a:pt x="747017" y="81225"/>
                </a:moveTo>
                <a:cubicBezTo>
                  <a:pt x="749942" y="81225"/>
                  <a:pt x="752319" y="80421"/>
                  <a:pt x="754147" y="78812"/>
                </a:cubicBezTo>
                <a:cubicBezTo>
                  <a:pt x="755975" y="77203"/>
                  <a:pt x="756926" y="75064"/>
                  <a:pt x="756999" y="72395"/>
                </a:cubicBezTo>
                <a:lnTo>
                  <a:pt x="771862" y="72395"/>
                </a:lnTo>
                <a:cubicBezTo>
                  <a:pt x="771825" y="76417"/>
                  <a:pt x="770728" y="80101"/>
                  <a:pt x="768571" y="83447"/>
                </a:cubicBezTo>
                <a:cubicBezTo>
                  <a:pt x="766414" y="86792"/>
                  <a:pt x="763461" y="89388"/>
                  <a:pt x="759714" y="91235"/>
                </a:cubicBezTo>
                <a:cubicBezTo>
                  <a:pt x="755966" y="93081"/>
                  <a:pt x="751825" y="94004"/>
                  <a:pt x="747291" y="94004"/>
                </a:cubicBezTo>
                <a:cubicBezTo>
                  <a:pt x="738809" y="94004"/>
                  <a:pt x="732117" y="91308"/>
                  <a:pt x="727218" y="85915"/>
                </a:cubicBezTo>
                <a:cubicBezTo>
                  <a:pt x="722318" y="80522"/>
                  <a:pt x="719869" y="73072"/>
                  <a:pt x="719869" y="63565"/>
                </a:cubicBezTo>
                <a:lnTo>
                  <a:pt x="719869" y="62523"/>
                </a:lnTo>
                <a:cubicBezTo>
                  <a:pt x="719869" y="53382"/>
                  <a:pt x="722300" y="46088"/>
                  <a:pt x="727163" y="40640"/>
                </a:cubicBezTo>
                <a:cubicBezTo>
                  <a:pt x="732026" y="35192"/>
                  <a:pt x="738699" y="32468"/>
                  <a:pt x="747181" y="32468"/>
                </a:cubicBezTo>
                <a:cubicBezTo>
                  <a:pt x="754604" y="32468"/>
                  <a:pt x="760555" y="34580"/>
                  <a:pt x="765034" y="38803"/>
                </a:cubicBezTo>
                <a:cubicBezTo>
                  <a:pt x="769513" y="43026"/>
                  <a:pt x="771789" y="48647"/>
                  <a:pt x="771862" y="55668"/>
                </a:cubicBezTo>
                <a:lnTo>
                  <a:pt x="756999" y="55668"/>
                </a:lnTo>
                <a:cubicBezTo>
                  <a:pt x="756926" y="52596"/>
                  <a:pt x="755975" y="50101"/>
                  <a:pt x="754147" y="48181"/>
                </a:cubicBezTo>
                <a:cubicBezTo>
                  <a:pt x="752319" y="46262"/>
                  <a:pt x="749905" y="45302"/>
                  <a:pt x="746907" y="45302"/>
                </a:cubicBezTo>
                <a:cubicBezTo>
                  <a:pt x="743214" y="45302"/>
                  <a:pt x="740426" y="46646"/>
                  <a:pt x="738543" y="49333"/>
                </a:cubicBezTo>
                <a:cubicBezTo>
                  <a:pt x="736660" y="52020"/>
                  <a:pt x="735719" y="56381"/>
                  <a:pt x="735719" y="62414"/>
                </a:cubicBezTo>
                <a:lnTo>
                  <a:pt x="735719" y="64059"/>
                </a:lnTo>
                <a:cubicBezTo>
                  <a:pt x="735719" y="70165"/>
                  <a:pt x="736651" y="74553"/>
                  <a:pt x="738516" y="77222"/>
                </a:cubicBezTo>
                <a:cubicBezTo>
                  <a:pt x="740381" y="79891"/>
                  <a:pt x="743214" y="81225"/>
                  <a:pt x="747017" y="81225"/>
                </a:cubicBezTo>
                <a:close/>
                <a:moveTo>
                  <a:pt x="796353" y="40037"/>
                </a:moveTo>
                <a:cubicBezTo>
                  <a:pt x="800558" y="34991"/>
                  <a:pt x="805841" y="32468"/>
                  <a:pt x="812203" y="32468"/>
                </a:cubicBezTo>
                <a:cubicBezTo>
                  <a:pt x="825074" y="32468"/>
                  <a:pt x="831600" y="39945"/>
                  <a:pt x="831783" y="54900"/>
                </a:cubicBezTo>
                <a:lnTo>
                  <a:pt x="831783" y="92907"/>
                </a:lnTo>
                <a:lnTo>
                  <a:pt x="815933" y="92907"/>
                </a:lnTo>
                <a:lnTo>
                  <a:pt x="815933" y="55339"/>
                </a:lnTo>
                <a:cubicBezTo>
                  <a:pt x="815933" y="51938"/>
                  <a:pt x="815202" y="49424"/>
                  <a:pt x="813739" y="47797"/>
                </a:cubicBezTo>
                <a:cubicBezTo>
                  <a:pt x="812277" y="46170"/>
                  <a:pt x="809845" y="45357"/>
                  <a:pt x="806445" y="45357"/>
                </a:cubicBezTo>
                <a:cubicBezTo>
                  <a:pt x="801801" y="45357"/>
                  <a:pt x="798437" y="47148"/>
                  <a:pt x="796353" y="50732"/>
                </a:cubicBezTo>
                <a:lnTo>
                  <a:pt x="796353" y="92907"/>
                </a:lnTo>
                <a:lnTo>
                  <a:pt x="780503" y="92907"/>
                </a:lnTo>
                <a:lnTo>
                  <a:pt x="780503" y="8666"/>
                </a:lnTo>
                <a:lnTo>
                  <a:pt x="796353" y="8666"/>
                </a:lnTo>
                <a:lnTo>
                  <a:pt x="796353" y="40037"/>
                </a:lnTo>
                <a:close/>
                <a:moveTo>
                  <a:pt x="838339" y="0"/>
                </a:moveTo>
                <a:lnTo>
                  <a:pt x="862032" y="0"/>
                </a:lnTo>
                <a:lnTo>
                  <a:pt x="862032" y="111555"/>
                </a:lnTo>
                <a:lnTo>
                  <a:pt x="838339" y="111555"/>
                </a:lnTo>
                <a:lnTo>
                  <a:pt x="838339" y="99324"/>
                </a:lnTo>
                <a:lnTo>
                  <a:pt x="846181" y="99324"/>
                </a:lnTo>
                <a:lnTo>
                  <a:pt x="846181" y="12230"/>
                </a:lnTo>
                <a:lnTo>
                  <a:pt x="838339" y="12230"/>
                </a:lnTo>
                <a:lnTo>
                  <a:pt x="83833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587CDC-B2D7-4E8F-A8A3-3A45CA07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8365" y="3792439"/>
            <a:ext cx="2252442" cy="571642"/>
          </a:xfrm>
          <a:custGeom xmlns:a="http://schemas.openxmlformats.org/drawingml/2006/main">
            <a:pathLst>
              <a:path w="2252442" h="571642">
                <a:moveTo>
                  <a:pt x="0" y="281315"/>
                </a:moveTo>
                <a:lnTo>
                  <a:pt x="279688" y="563364"/>
                </a:lnTo>
                <a:lnTo>
                  <a:pt x="2250075" y="571642"/>
                </a:lnTo>
                <a:lnTo>
                  <a:pt x="2252442" y="8279"/>
                </a:lnTo>
                <a:lnTo>
                  <a:pt x="282056" y="0"/>
                </a:lnTo>
                <a:lnTo>
                  <a:pt x="7" y="279689"/>
                </a:lnTo>
                <a:lnTo>
                  <a:pt x="0" y="281315"/>
                </a:lnTo>
                <a:close/>
              </a:path>
            </a:pathLst>
          </a:custGeom>
          <a:solidFill xmlns:a="http://schemas.openxmlformats.org/drawingml/2006/main">
            <a:srgbClr val="D6AA4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Context-SpecificResources">
            <a:extLst xmlns:a="http://schemas.openxmlformats.org/drawingml/2006/main">
              <a:ext uri="{FF2B5EF4-FFF2-40B4-BE49-F238E27FC236}">
                <a16:creationId xmlns:a16="http://schemas.microsoft.com/office/drawing/2014/main" id="{C1034AB8-BD42-4639-9B79-762F1993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068" y="3939436"/>
            <a:ext cx="1646932" cy="127407"/>
          </a:xfrm>
          <a:custGeom xmlns:a="http://schemas.openxmlformats.org/drawingml/2006/main">
            <a:pathLst>
              <a:path w="1646932" h="127407">
                <a:moveTo>
                  <a:pt x="76612" y="69254"/>
                </a:moveTo>
                <a:cubicBezTo>
                  <a:pt x="75881" y="79366"/>
                  <a:pt x="72148" y="87326"/>
                  <a:pt x="65414" y="93135"/>
                </a:cubicBezTo>
                <a:cubicBezTo>
                  <a:pt x="58680" y="98944"/>
                  <a:pt x="49805" y="101848"/>
                  <a:pt x="38790" y="101848"/>
                </a:cubicBezTo>
                <a:cubicBezTo>
                  <a:pt x="26742" y="101848"/>
                  <a:pt x="17265" y="97793"/>
                  <a:pt x="10359" y="89682"/>
                </a:cubicBezTo>
                <a:cubicBezTo>
                  <a:pt x="3453" y="81571"/>
                  <a:pt x="0" y="70438"/>
                  <a:pt x="0" y="56281"/>
                </a:cubicBezTo>
                <a:lnTo>
                  <a:pt x="0" y="50537"/>
                </a:lnTo>
                <a:cubicBezTo>
                  <a:pt x="0" y="41501"/>
                  <a:pt x="1592" y="33541"/>
                  <a:pt x="4776" y="26656"/>
                </a:cubicBezTo>
                <a:cubicBezTo>
                  <a:pt x="7960" y="19772"/>
                  <a:pt x="12511" y="14490"/>
                  <a:pt x="18427" y="10811"/>
                </a:cubicBezTo>
                <a:cubicBezTo>
                  <a:pt x="24343" y="7132"/>
                  <a:pt x="31217" y="5293"/>
                  <a:pt x="39048" y="5293"/>
                </a:cubicBezTo>
                <a:cubicBezTo>
                  <a:pt x="49892" y="5293"/>
                  <a:pt x="58626" y="8197"/>
                  <a:pt x="65253" y="14006"/>
                </a:cubicBezTo>
                <a:cubicBezTo>
                  <a:pt x="71879" y="19815"/>
                  <a:pt x="75709" y="27969"/>
                  <a:pt x="76741" y="38467"/>
                </a:cubicBezTo>
                <a:lnTo>
                  <a:pt x="57378" y="38467"/>
                </a:lnTo>
                <a:cubicBezTo>
                  <a:pt x="56905" y="32400"/>
                  <a:pt x="55216" y="28001"/>
                  <a:pt x="52312" y="25268"/>
                </a:cubicBezTo>
                <a:cubicBezTo>
                  <a:pt x="49407" y="22536"/>
                  <a:pt x="44986" y="21170"/>
                  <a:pt x="39048" y="21170"/>
                </a:cubicBezTo>
                <a:cubicBezTo>
                  <a:pt x="32594" y="21170"/>
                  <a:pt x="27764" y="23483"/>
                  <a:pt x="24558" y="28108"/>
                </a:cubicBezTo>
                <a:cubicBezTo>
                  <a:pt x="21353" y="32734"/>
                  <a:pt x="19707" y="39909"/>
                  <a:pt x="19621" y="49633"/>
                </a:cubicBezTo>
                <a:lnTo>
                  <a:pt x="19621" y="56733"/>
                </a:lnTo>
                <a:cubicBezTo>
                  <a:pt x="19621" y="66888"/>
                  <a:pt x="21159" y="74310"/>
                  <a:pt x="24236" y="79000"/>
                </a:cubicBezTo>
                <a:cubicBezTo>
                  <a:pt x="27312" y="83690"/>
                  <a:pt x="32164" y="86035"/>
                  <a:pt x="38790" y="86035"/>
                </a:cubicBezTo>
                <a:cubicBezTo>
                  <a:pt x="44771" y="86035"/>
                  <a:pt x="49235" y="84669"/>
                  <a:pt x="52183" y="81937"/>
                </a:cubicBezTo>
                <a:cubicBezTo>
                  <a:pt x="55130" y="79205"/>
                  <a:pt x="56819" y="74977"/>
                  <a:pt x="57249" y="69254"/>
                </a:cubicBezTo>
                <a:lnTo>
                  <a:pt x="76612" y="69254"/>
                </a:lnTo>
                <a:close/>
                <a:moveTo>
                  <a:pt x="85175" y="64994"/>
                </a:moveTo>
                <a:cubicBezTo>
                  <a:pt x="85175" y="58067"/>
                  <a:pt x="86509" y="51892"/>
                  <a:pt x="89176" y="46471"/>
                </a:cubicBezTo>
                <a:cubicBezTo>
                  <a:pt x="91844" y="41049"/>
                  <a:pt x="95685" y="36854"/>
                  <a:pt x="100697" y="33885"/>
                </a:cubicBezTo>
                <a:cubicBezTo>
                  <a:pt x="105710" y="30916"/>
                  <a:pt x="111530" y="29431"/>
                  <a:pt x="118156" y="29431"/>
                </a:cubicBezTo>
                <a:cubicBezTo>
                  <a:pt x="127579" y="29431"/>
                  <a:pt x="135271" y="32314"/>
                  <a:pt x="141230" y="38080"/>
                </a:cubicBezTo>
                <a:cubicBezTo>
                  <a:pt x="147190" y="43846"/>
                  <a:pt x="150514" y="51677"/>
                  <a:pt x="151202" y="61574"/>
                </a:cubicBezTo>
                <a:lnTo>
                  <a:pt x="151331" y="66350"/>
                </a:lnTo>
                <a:cubicBezTo>
                  <a:pt x="151331" y="77064"/>
                  <a:pt x="148341" y="85659"/>
                  <a:pt x="142360" y="92135"/>
                </a:cubicBezTo>
                <a:cubicBezTo>
                  <a:pt x="136379" y="98610"/>
                  <a:pt x="128354" y="101848"/>
                  <a:pt x="118285" y="101848"/>
                </a:cubicBezTo>
                <a:cubicBezTo>
                  <a:pt x="108217" y="101848"/>
                  <a:pt x="100181" y="98621"/>
                  <a:pt x="94179" y="92167"/>
                </a:cubicBezTo>
                <a:cubicBezTo>
                  <a:pt x="88176" y="85713"/>
                  <a:pt x="85175" y="76935"/>
                  <a:pt x="85175" y="65834"/>
                </a:cubicBezTo>
                <a:lnTo>
                  <a:pt x="85175" y="64994"/>
                </a:lnTo>
                <a:moveTo>
                  <a:pt x="103828" y="66350"/>
                </a:moveTo>
                <a:cubicBezTo>
                  <a:pt x="103828" y="72976"/>
                  <a:pt x="105075" y="78043"/>
                  <a:pt x="107571" y="81550"/>
                </a:cubicBezTo>
                <a:cubicBezTo>
                  <a:pt x="110067" y="85057"/>
                  <a:pt x="113638" y="86810"/>
                  <a:pt x="118285" y="86810"/>
                </a:cubicBezTo>
                <a:cubicBezTo>
                  <a:pt x="122803" y="86810"/>
                  <a:pt x="126332" y="85078"/>
                  <a:pt x="128870" y="81614"/>
                </a:cubicBezTo>
                <a:cubicBezTo>
                  <a:pt x="131409" y="78150"/>
                  <a:pt x="132678" y="72611"/>
                  <a:pt x="132678" y="64994"/>
                </a:cubicBezTo>
                <a:cubicBezTo>
                  <a:pt x="132678" y="58497"/>
                  <a:pt x="131409" y="53463"/>
                  <a:pt x="128870" y="49891"/>
                </a:cubicBezTo>
                <a:cubicBezTo>
                  <a:pt x="126332" y="46320"/>
                  <a:pt x="122760" y="44534"/>
                  <a:pt x="118156" y="44534"/>
                </a:cubicBezTo>
                <a:cubicBezTo>
                  <a:pt x="113595" y="44534"/>
                  <a:pt x="110067" y="46309"/>
                  <a:pt x="107571" y="49859"/>
                </a:cubicBezTo>
                <a:cubicBezTo>
                  <a:pt x="105075" y="53409"/>
                  <a:pt x="103828" y="58906"/>
                  <a:pt x="103828" y="66350"/>
                </a:cubicBezTo>
                <a:close/>
                <a:moveTo>
                  <a:pt x="179970" y="30722"/>
                </a:moveTo>
                <a:lnTo>
                  <a:pt x="180551" y="38790"/>
                </a:lnTo>
                <a:cubicBezTo>
                  <a:pt x="185542" y="32551"/>
                  <a:pt x="192233" y="29431"/>
                  <a:pt x="200623" y="29431"/>
                </a:cubicBezTo>
                <a:cubicBezTo>
                  <a:pt x="208024" y="29431"/>
                  <a:pt x="213532" y="31604"/>
                  <a:pt x="217146" y="35950"/>
                </a:cubicBezTo>
                <a:cubicBezTo>
                  <a:pt x="220761" y="40296"/>
                  <a:pt x="222611" y="46793"/>
                  <a:pt x="222697" y="55442"/>
                </a:cubicBezTo>
                <a:lnTo>
                  <a:pt x="222697" y="100558"/>
                </a:lnTo>
                <a:lnTo>
                  <a:pt x="204044" y="100558"/>
                </a:lnTo>
                <a:lnTo>
                  <a:pt x="204044" y="55894"/>
                </a:lnTo>
                <a:cubicBezTo>
                  <a:pt x="204044" y="51935"/>
                  <a:pt x="203184" y="49063"/>
                  <a:pt x="201463" y="47278"/>
                </a:cubicBezTo>
                <a:cubicBezTo>
                  <a:pt x="199741" y="45492"/>
                  <a:pt x="196880" y="44599"/>
                  <a:pt x="192878" y="44599"/>
                </a:cubicBezTo>
                <a:cubicBezTo>
                  <a:pt x="187629" y="44599"/>
                  <a:pt x="183692" y="46836"/>
                  <a:pt x="181067" y="51311"/>
                </a:cubicBezTo>
                <a:lnTo>
                  <a:pt x="181067" y="100558"/>
                </a:lnTo>
                <a:lnTo>
                  <a:pt x="162414" y="100558"/>
                </a:lnTo>
                <a:lnTo>
                  <a:pt x="162414" y="30722"/>
                </a:lnTo>
                <a:lnTo>
                  <a:pt x="179970" y="30722"/>
                </a:lnTo>
                <a:close/>
                <a:moveTo>
                  <a:pt x="259145" y="13554"/>
                </a:moveTo>
                <a:lnTo>
                  <a:pt x="259145" y="30722"/>
                </a:lnTo>
                <a:lnTo>
                  <a:pt x="271086" y="30722"/>
                </a:lnTo>
                <a:lnTo>
                  <a:pt x="271086" y="44405"/>
                </a:lnTo>
                <a:lnTo>
                  <a:pt x="259145" y="44405"/>
                </a:lnTo>
                <a:lnTo>
                  <a:pt x="259145" y="79258"/>
                </a:lnTo>
                <a:cubicBezTo>
                  <a:pt x="259145" y="81840"/>
                  <a:pt x="259640" y="83690"/>
                  <a:pt x="260630" y="84809"/>
                </a:cubicBezTo>
                <a:cubicBezTo>
                  <a:pt x="261619" y="85928"/>
                  <a:pt x="263513" y="86487"/>
                  <a:pt x="266310" y="86487"/>
                </a:cubicBezTo>
                <a:cubicBezTo>
                  <a:pt x="268375" y="86487"/>
                  <a:pt x="270204" y="86337"/>
                  <a:pt x="271796" y="86035"/>
                </a:cubicBezTo>
                <a:lnTo>
                  <a:pt x="271796" y="100170"/>
                </a:lnTo>
                <a:cubicBezTo>
                  <a:pt x="268138" y="101289"/>
                  <a:pt x="264373" y="101848"/>
                  <a:pt x="260501" y="101848"/>
                </a:cubicBezTo>
                <a:cubicBezTo>
                  <a:pt x="247420" y="101848"/>
                  <a:pt x="240751" y="95243"/>
                  <a:pt x="240492" y="82034"/>
                </a:cubicBezTo>
                <a:lnTo>
                  <a:pt x="240492" y="44405"/>
                </a:lnTo>
                <a:lnTo>
                  <a:pt x="230295" y="44405"/>
                </a:lnTo>
                <a:lnTo>
                  <a:pt x="230295" y="30722"/>
                </a:lnTo>
                <a:lnTo>
                  <a:pt x="240492" y="30722"/>
                </a:lnTo>
                <a:lnTo>
                  <a:pt x="240492" y="13554"/>
                </a:lnTo>
                <a:lnTo>
                  <a:pt x="259145" y="13554"/>
                </a:lnTo>
                <a:close/>
                <a:moveTo>
                  <a:pt x="313609" y="101848"/>
                </a:moveTo>
                <a:cubicBezTo>
                  <a:pt x="303368" y="101848"/>
                  <a:pt x="295031" y="98707"/>
                  <a:pt x="288598" y="92425"/>
                </a:cubicBezTo>
                <a:cubicBezTo>
                  <a:pt x="282165" y="86143"/>
                  <a:pt x="278949" y="77774"/>
                  <a:pt x="278949" y="67318"/>
                </a:cubicBezTo>
                <a:lnTo>
                  <a:pt x="278949" y="65511"/>
                </a:lnTo>
                <a:cubicBezTo>
                  <a:pt x="278949" y="58497"/>
                  <a:pt x="280304" y="52226"/>
                  <a:pt x="283015" y="46697"/>
                </a:cubicBezTo>
                <a:cubicBezTo>
                  <a:pt x="285726" y="41167"/>
                  <a:pt x="289566" y="36908"/>
                  <a:pt x="294536" y="33917"/>
                </a:cubicBezTo>
                <a:cubicBezTo>
                  <a:pt x="299506" y="30927"/>
                  <a:pt x="305175" y="29431"/>
                  <a:pt x="311543" y="29431"/>
                </a:cubicBezTo>
                <a:cubicBezTo>
                  <a:pt x="321095" y="29431"/>
                  <a:pt x="328615" y="32443"/>
                  <a:pt x="334101" y="38467"/>
                </a:cubicBezTo>
                <a:cubicBezTo>
                  <a:pt x="339587" y="44491"/>
                  <a:pt x="342330" y="53033"/>
                  <a:pt x="342330" y="64091"/>
                </a:cubicBezTo>
                <a:lnTo>
                  <a:pt x="342330" y="71707"/>
                </a:lnTo>
                <a:lnTo>
                  <a:pt x="297860" y="71707"/>
                </a:lnTo>
                <a:cubicBezTo>
                  <a:pt x="298463" y="76268"/>
                  <a:pt x="300280" y="79925"/>
                  <a:pt x="303314" y="82679"/>
                </a:cubicBezTo>
                <a:cubicBezTo>
                  <a:pt x="306347" y="85433"/>
                  <a:pt x="310188" y="86810"/>
                  <a:pt x="314835" y="86810"/>
                </a:cubicBezTo>
                <a:cubicBezTo>
                  <a:pt x="322021" y="86810"/>
                  <a:pt x="327636" y="84207"/>
                  <a:pt x="331680" y="79000"/>
                </a:cubicBezTo>
                <a:lnTo>
                  <a:pt x="340846" y="89263"/>
                </a:lnTo>
                <a:cubicBezTo>
                  <a:pt x="338049" y="93221"/>
                  <a:pt x="334262" y="96308"/>
                  <a:pt x="329486" y="98524"/>
                </a:cubicBezTo>
                <a:cubicBezTo>
                  <a:pt x="324710" y="100740"/>
                  <a:pt x="319417" y="101848"/>
                  <a:pt x="313609" y="101848"/>
                </a:cubicBezTo>
                <a:moveTo>
                  <a:pt x="311479" y="44534"/>
                </a:moveTo>
                <a:cubicBezTo>
                  <a:pt x="307778" y="44534"/>
                  <a:pt x="304777" y="45782"/>
                  <a:pt x="302475" y="48278"/>
                </a:cubicBezTo>
                <a:cubicBezTo>
                  <a:pt x="300173" y="50774"/>
                  <a:pt x="298699" y="54345"/>
                  <a:pt x="298054" y="58992"/>
                </a:cubicBezTo>
                <a:lnTo>
                  <a:pt x="324000" y="58992"/>
                </a:lnTo>
                <a:lnTo>
                  <a:pt x="324000" y="57508"/>
                </a:lnTo>
                <a:cubicBezTo>
                  <a:pt x="323914" y="53377"/>
                  <a:pt x="322795" y="50182"/>
                  <a:pt x="320644" y="47923"/>
                </a:cubicBezTo>
                <a:cubicBezTo>
                  <a:pt x="318492" y="45664"/>
                  <a:pt x="315437" y="44534"/>
                  <a:pt x="311479" y="44534"/>
                </a:cubicBezTo>
                <a:close/>
                <a:moveTo>
                  <a:pt x="379489" y="51570"/>
                </a:moveTo>
                <a:lnTo>
                  <a:pt x="391236" y="30722"/>
                </a:lnTo>
                <a:lnTo>
                  <a:pt x="411180" y="30722"/>
                </a:lnTo>
                <a:lnTo>
                  <a:pt x="391300" y="64930"/>
                </a:lnTo>
                <a:lnTo>
                  <a:pt x="412019" y="100558"/>
                </a:lnTo>
                <a:lnTo>
                  <a:pt x="392010" y="100558"/>
                </a:lnTo>
                <a:lnTo>
                  <a:pt x="379554" y="78613"/>
                </a:lnTo>
                <a:lnTo>
                  <a:pt x="367161" y="100558"/>
                </a:lnTo>
                <a:lnTo>
                  <a:pt x="347089" y="100558"/>
                </a:lnTo>
                <a:lnTo>
                  <a:pt x="367807" y="64930"/>
                </a:lnTo>
                <a:lnTo>
                  <a:pt x="347992" y="30722"/>
                </a:lnTo>
                <a:lnTo>
                  <a:pt x="368000" y="30722"/>
                </a:lnTo>
                <a:lnTo>
                  <a:pt x="379489" y="51570"/>
                </a:lnTo>
                <a:close/>
                <a:moveTo>
                  <a:pt x="442466" y="13554"/>
                </a:moveTo>
                <a:lnTo>
                  <a:pt x="442466" y="30722"/>
                </a:lnTo>
                <a:lnTo>
                  <a:pt x="454407" y="30722"/>
                </a:lnTo>
                <a:lnTo>
                  <a:pt x="454407" y="44405"/>
                </a:lnTo>
                <a:lnTo>
                  <a:pt x="442466" y="44405"/>
                </a:lnTo>
                <a:lnTo>
                  <a:pt x="442466" y="79258"/>
                </a:lnTo>
                <a:cubicBezTo>
                  <a:pt x="442466" y="81840"/>
                  <a:pt x="442961" y="83690"/>
                  <a:pt x="443951" y="84809"/>
                </a:cubicBezTo>
                <a:cubicBezTo>
                  <a:pt x="444940" y="85928"/>
                  <a:pt x="446834" y="86487"/>
                  <a:pt x="449630" y="86487"/>
                </a:cubicBezTo>
                <a:cubicBezTo>
                  <a:pt x="451696" y="86487"/>
                  <a:pt x="453525" y="86337"/>
                  <a:pt x="455117" y="86035"/>
                </a:cubicBezTo>
                <a:lnTo>
                  <a:pt x="455117" y="100170"/>
                </a:lnTo>
                <a:cubicBezTo>
                  <a:pt x="451459" y="101289"/>
                  <a:pt x="447694" y="101848"/>
                  <a:pt x="443822" y="101848"/>
                </a:cubicBezTo>
                <a:cubicBezTo>
                  <a:pt x="430741" y="101848"/>
                  <a:pt x="424072" y="95243"/>
                  <a:pt x="423813" y="82034"/>
                </a:cubicBezTo>
                <a:lnTo>
                  <a:pt x="423813" y="44405"/>
                </a:lnTo>
                <a:lnTo>
                  <a:pt x="413616" y="44405"/>
                </a:lnTo>
                <a:lnTo>
                  <a:pt x="413616" y="30722"/>
                </a:lnTo>
                <a:lnTo>
                  <a:pt x="423813" y="30722"/>
                </a:lnTo>
                <a:lnTo>
                  <a:pt x="423813" y="13554"/>
                </a:lnTo>
                <a:lnTo>
                  <a:pt x="442466" y="13554"/>
                </a:lnTo>
                <a:close/>
                <a:moveTo>
                  <a:pt x="501060" y="67834"/>
                </a:moveTo>
                <a:lnTo>
                  <a:pt x="464722" y="67834"/>
                </a:lnTo>
                <a:lnTo>
                  <a:pt x="464722" y="52796"/>
                </a:lnTo>
                <a:lnTo>
                  <a:pt x="501060" y="52796"/>
                </a:lnTo>
                <a:lnTo>
                  <a:pt x="501060" y="67834"/>
                </a:lnTo>
                <a:close/>
                <a:moveTo>
                  <a:pt x="565978" y="75902"/>
                </a:moveTo>
                <a:cubicBezTo>
                  <a:pt x="565978" y="72245"/>
                  <a:pt x="564687" y="69437"/>
                  <a:pt x="562105" y="67479"/>
                </a:cubicBezTo>
                <a:cubicBezTo>
                  <a:pt x="559523" y="65522"/>
                  <a:pt x="554876" y="63456"/>
                  <a:pt x="548164" y="61283"/>
                </a:cubicBezTo>
                <a:cubicBezTo>
                  <a:pt x="541451" y="59110"/>
                  <a:pt x="536137" y="56970"/>
                  <a:pt x="532222" y="54861"/>
                </a:cubicBezTo>
                <a:cubicBezTo>
                  <a:pt x="521551" y="49095"/>
                  <a:pt x="516215" y="41329"/>
                  <a:pt x="516215" y="31561"/>
                </a:cubicBezTo>
                <a:cubicBezTo>
                  <a:pt x="516215" y="26484"/>
                  <a:pt x="517646" y="21955"/>
                  <a:pt x="520507" y="17975"/>
                </a:cubicBezTo>
                <a:cubicBezTo>
                  <a:pt x="523369" y="13995"/>
                  <a:pt x="527478" y="10886"/>
                  <a:pt x="532835" y="8649"/>
                </a:cubicBezTo>
                <a:cubicBezTo>
                  <a:pt x="538192" y="6411"/>
                  <a:pt x="544205" y="5293"/>
                  <a:pt x="550875" y="5293"/>
                </a:cubicBezTo>
                <a:cubicBezTo>
                  <a:pt x="557587" y="5293"/>
                  <a:pt x="563568" y="6508"/>
                  <a:pt x="568817" y="8939"/>
                </a:cubicBezTo>
                <a:cubicBezTo>
                  <a:pt x="574067" y="11370"/>
                  <a:pt x="578144" y="14802"/>
                  <a:pt x="581048" y="19234"/>
                </a:cubicBezTo>
                <a:cubicBezTo>
                  <a:pt x="583953" y="23666"/>
                  <a:pt x="585405" y="28700"/>
                  <a:pt x="585405" y="34337"/>
                </a:cubicBezTo>
                <a:lnTo>
                  <a:pt x="566042" y="34337"/>
                </a:lnTo>
                <a:cubicBezTo>
                  <a:pt x="566042" y="30034"/>
                  <a:pt x="564687" y="26688"/>
                  <a:pt x="561976" y="24300"/>
                </a:cubicBezTo>
                <a:cubicBezTo>
                  <a:pt x="559265" y="21912"/>
                  <a:pt x="555457" y="20718"/>
                  <a:pt x="550552" y="20718"/>
                </a:cubicBezTo>
                <a:cubicBezTo>
                  <a:pt x="545819" y="20718"/>
                  <a:pt x="542140" y="21719"/>
                  <a:pt x="539515" y="23719"/>
                </a:cubicBezTo>
                <a:cubicBezTo>
                  <a:pt x="536890" y="25720"/>
                  <a:pt x="535578" y="28356"/>
                  <a:pt x="535578" y="31626"/>
                </a:cubicBezTo>
                <a:cubicBezTo>
                  <a:pt x="535578" y="34681"/>
                  <a:pt x="537116" y="37241"/>
                  <a:pt x="540193" y="39307"/>
                </a:cubicBezTo>
                <a:cubicBezTo>
                  <a:pt x="543269" y="41372"/>
                  <a:pt x="547798" y="43308"/>
                  <a:pt x="553779" y="45115"/>
                </a:cubicBezTo>
                <a:cubicBezTo>
                  <a:pt x="564794" y="48429"/>
                  <a:pt x="572819" y="52538"/>
                  <a:pt x="577853" y="57443"/>
                </a:cubicBezTo>
                <a:cubicBezTo>
                  <a:pt x="582888" y="62348"/>
                  <a:pt x="585405" y="68458"/>
                  <a:pt x="585405" y="75773"/>
                </a:cubicBezTo>
                <a:cubicBezTo>
                  <a:pt x="585405" y="83905"/>
                  <a:pt x="582328" y="90284"/>
                  <a:pt x="576175" y="94910"/>
                </a:cubicBezTo>
                <a:cubicBezTo>
                  <a:pt x="570022" y="99536"/>
                  <a:pt x="561739" y="101848"/>
                  <a:pt x="551326" y="101848"/>
                </a:cubicBezTo>
                <a:cubicBezTo>
                  <a:pt x="544098" y="101848"/>
                  <a:pt x="537514" y="100525"/>
                  <a:pt x="531576" y="97879"/>
                </a:cubicBezTo>
                <a:cubicBezTo>
                  <a:pt x="525638" y="95233"/>
                  <a:pt x="521110" y="91608"/>
                  <a:pt x="517990" y="87004"/>
                </a:cubicBezTo>
                <a:cubicBezTo>
                  <a:pt x="514871" y="82400"/>
                  <a:pt x="513311" y="77064"/>
                  <a:pt x="513311" y="70997"/>
                </a:cubicBezTo>
                <a:lnTo>
                  <a:pt x="532738" y="70997"/>
                </a:lnTo>
                <a:cubicBezTo>
                  <a:pt x="532738" y="81367"/>
                  <a:pt x="538934" y="86552"/>
                  <a:pt x="551326" y="86552"/>
                </a:cubicBezTo>
                <a:cubicBezTo>
                  <a:pt x="555930" y="86552"/>
                  <a:pt x="559523" y="85616"/>
                  <a:pt x="562105" y="83744"/>
                </a:cubicBezTo>
                <a:cubicBezTo>
                  <a:pt x="564687" y="81872"/>
                  <a:pt x="565978" y="79258"/>
                  <a:pt x="565978" y="75902"/>
                </a:cubicBezTo>
                <a:close/>
                <a:moveTo>
                  <a:pt x="660125" y="66285"/>
                </a:moveTo>
                <a:cubicBezTo>
                  <a:pt x="660125" y="77042"/>
                  <a:pt x="657684" y="85659"/>
                  <a:pt x="652800" y="92135"/>
                </a:cubicBezTo>
                <a:cubicBezTo>
                  <a:pt x="647916" y="98610"/>
                  <a:pt x="641322" y="101848"/>
                  <a:pt x="633018" y="101848"/>
                </a:cubicBezTo>
                <a:cubicBezTo>
                  <a:pt x="625961" y="101848"/>
                  <a:pt x="620260" y="99396"/>
                  <a:pt x="615914" y="94490"/>
                </a:cubicBezTo>
                <a:lnTo>
                  <a:pt x="615914" y="127407"/>
                </a:lnTo>
                <a:lnTo>
                  <a:pt x="597261" y="127407"/>
                </a:lnTo>
                <a:lnTo>
                  <a:pt x="597261" y="30722"/>
                </a:lnTo>
                <a:lnTo>
                  <a:pt x="614558" y="30722"/>
                </a:lnTo>
                <a:lnTo>
                  <a:pt x="615204" y="37564"/>
                </a:lnTo>
                <a:cubicBezTo>
                  <a:pt x="619722" y="32142"/>
                  <a:pt x="625617" y="29431"/>
                  <a:pt x="632888" y="29431"/>
                </a:cubicBezTo>
                <a:cubicBezTo>
                  <a:pt x="641494" y="29431"/>
                  <a:pt x="648185" y="32616"/>
                  <a:pt x="652961" y="38984"/>
                </a:cubicBezTo>
                <a:cubicBezTo>
                  <a:pt x="657737" y="45352"/>
                  <a:pt x="660125" y="54130"/>
                  <a:pt x="660125" y="65317"/>
                </a:cubicBezTo>
                <a:lnTo>
                  <a:pt x="660125" y="66285"/>
                </a:lnTo>
                <a:moveTo>
                  <a:pt x="641473" y="64930"/>
                </a:moveTo>
                <a:cubicBezTo>
                  <a:pt x="641473" y="58433"/>
                  <a:pt x="640322" y="53420"/>
                  <a:pt x="638020" y="49891"/>
                </a:cubicBezTo>
                <a:cubicBezTo>
                  <a:pt x="635718" y="46363"/>
                  <a:pt x="632372" y="44599"/>
                  <a:pt x="627983" y="44599"/>
                </a:cubicBezTo>
                <a:cubicBezTo>
                  <a:pt x="622131" y="44599"/>
                  <a:pt x="618108" y="46836"/>
                  <a:pt x="615914" y="51311"/>
                </a:cubicBezTo>
                <a:lnTo>
                  <a:pt x="615914" y="79904"/>
                </a:lnTo>
                <a:cubicBezTo>
                  <a:pt x="618194" y="84508"/>
                  <a:pt x="622260" y="86810"/>
                  <a:pt x="628112" y="86810"/>
                </a:cubicBezTo>
                <a:cubicBezTo>
                  <a:pt x="637019" y="86810"/>
                  <a:pt x="641473" y="79517"/>
                  <a:pt x="641473" y="64930"/>
                </a:cubicBezTo>
                <a:close/>
                <a:moveTo>
                  <a:pt x="703802" y="101848"/>
                </a:moveTo>
                <a:cubicBezTo>
                  <a:pt x="693562" y="101848"/>
                  <a:pt x="685225" y="98707"/>
                  <a:pt x="678792" y="92425"/>
                </a:cubicBezTo>
                <a:cubicBezTo>
                  <a:pt x="672359" y="86143"/>
                  <a:pt x="669143" y="77774"/>
                  <a:pt x="669143" y="67318"/>
                </a:cubicBezTo>
                <a:lnTo>
                  <a:pt x="669143" y="65511"/>
                </a:lnTo>
                <a:cubicBezTo>
                  <a:pt x="669143" y="58497"/>
                  <a:pt x="670498" y="52226"/>
                  <a:pt x="673209" y="46697"/>
                </a:cubicBezTo>
                <a:cubicBezTo>
                  <a:pt x="675920" y="41167"/>
                  <a:pt x="679760" y="36908"/>
                  <a:pt x="684730" y="33917"/>
                </a:cubicBezTo>
                <a:cubicBezTo>
                  <a:pt x="689700" y="30927"/>
                  <a:pt x="695369" y="29431"/>
                  <a:pt x="701737" y="29431"/>
                </a:cubicBezTo>
                <a:cubicBezTo>
                  <a:pt x="711289" y="29431"/>
                  <a:pt x="718809" y="32443"/>
                  <a:pt x="724295" y="38467"/>
                </a:cubicBezTo>
                <a:cubicBezTo>
                  <a:pt x="729781" y="44491"/>
                  <a:pt x="732524" y="53033"/>
                  <a:pt x="732524" y="64091"/>
                </a:cubicBezTo>
                <a:lnTo>
                  <a:pt x="732524" y="71707"/>
                </a:lnTo>
                <a:lnTo>
                  <a:pt x="688054" y="71707"/>
                </a:lnTo>
                <a:cubicBezTo>
                  <a:pt x="688656" y="76268"/>
                  <a:pt x="690474" y="79925"/>
                  <a:pt x="693508" y="82679"/>
                </a:cubicBezTo>
                <a:cubicBezTo>
                  <a:pt x="696541" y="85433"/>
                  <a:pt x="700382" y="86810"/>
                  <a:pt x="705029" y="86810"/>
                </a:cubicBezTo>
                <a:cubicBezTo>
                  <a:pt x="712214" y="86810"/>
                  <a:pt x="717830" y="84207"/>
                  <a:pt x="721874" y="79000"/>
                </a:cubicBezTo>
                <a:lnTo>
                  <a:pt x="731039" y="89263"/>
                </a:lnTo>
                <a:cubicBezTo>
                  <a:pt x="728243" y="93221"/>
                  <a:pt x="724456" y="96308"/>
                  <a:pt x="719680" y="98524"/>
                </a:cubicBezTo>
                <a:cubicBezTo>
                  <a:pt x="714904" y="100740"/>
                  <a:pt x="709611" y="101848"/>
                  <a:pt x="703802" y="101848"/>
                </a:cubicBezTo>
                <a:moveTo>
                  <a:pt x="701673" y="44534"/>
                </a:moveTo>
                <a:cubicBezTo>
                  <a:pt x="697972" y="44534"/>
                  <a:pt x="694971" y="45782"/>
                  <a:pt x="692669" y="48278"/>
                </a:cubicBezTo>
                <a:cubicBezTo>
                  <a:pt x="690367" y="50774"/>
                  <a:pt x="688893" y="54345"/>
                  <a:pt x="688248" y="58992"/>
                </a:cubicBezTo>
                <a:lnTo>
                  <a:pt x="714194" y="58992"/>
                </a:lnTo>
                <a:lnTo>
                  <a:pt x="714194" y="57508"/>
                </a:lnTo>
                <a:cubicBezTo>
                  <a:pt x="714108" y="53377"/>
                  <a:pt x="712989" y="50182"/>
                  <a:pt x="710838" y="47923"/>
                </a:cubicBezTo>
                <a:cubicBezTo>
                  <a:pt x="708686" y="45664"/>
                  <a:pt x="705631" y="44534"/>
                  <a:pt x="701673" y="44534"/>
                </a:cubicBezTo>
                <a:close/>
                <a:moveTo>
                  <a:pt x="772135" y="86810"/>
                </a:moveTo>
                <a:cubicBezTo>
                  <a:pt x="775578" y="86810"/>
                  <a:pt x="778374" y="85863"/>
                  <a:pt x="780526" y="83970"/>
                </a:cubicBezTo>
                <a:cubicBezTo>
                  <a:pt x="782677" y="82077"/>
                  <a:pt x="783796" y="79560"/>
                  <a:pt x="783882" y="76419"/>
                </a:cubicBezTo>
                <a:lnTo>
                  <a:pt x="801373" y="76419"/>
                </a:lnTo>
                <a:cubicBezTo>
                  <a:pt x="801330" y="81152"/>
                  <a:pt x="800039" y="85487"/>
                  <a:pt x="797501" y="89424"/>
                </a:cubicBezTo>
                <a:cubicBezTo>
                  <a:pt x="794962" y="93361"/>
                  <a:pt x="791487" y="96416"/>
                  <a:pt x="787077" y="98589"/>
                </a:cubicBezTo>
                <a:cubicBezTo>
                  <a:pt x="782667" y="100762"/>
                  <a:pt x="777794" y="101848"/>
                  <a:pt x="772458" y="101848"/>
                </a:cubicBezTo>
                <a:cubicBezTo>
                  <a:pt x="762475" y="101848"/>
                  <a:pt x="754601" y="98675"/>
                  <a:pt x="748835" y="92328"/>
                </a:cubicBezTo>
                <a:cubicBezTo>
                  <a:pt x="743070" y="85982"/>
                  <a:pt x="740187" y="77215"/>
                  <a:pt x="740187" y="66027"/>
                </a:cubicBezTo>
                <a:lnTo>
                  <a:pt x="740187" y="64801"/>
                </a:lnTo>
                <a:cubicBezTo>
                  <a:pt x="740187" y="54044"/>
                  <a:pt x="743048" y="45460"/>
                  <a:pt x="748771" y="39048"/>
                </a:cubicBezTo>
                <a:cubicBezTo>
                  <a:pt x="754494" y="32637"/>
                  <a:pt x="762346" y="29431"/>
                  <a:pt x="772329" y="29431"/>
                </a:cubicBezTo>
                <a:cubicBezTo>
                  <a:pt x="781064" y="29431"/>
                  <a:pt x="788067" y="31916"/>
                  <a:pt x="793338" y="36886"/>
                </a:cubicBezTo>
                <a:cubicBezTo>
                  <a:pt x="798609" y="41856"/>
                  <a:pt x="801287" y="48472"/>
                  <a:pt x="801373" y="56733"/>
                </a:cubicBezTo>
                <a:lnTo>
                  <a:pt x="783882" y="56733"/>
                </a:lnTo>
                <a:cubicBezTo>
                  <a:pt x="783796" y="53119"/>
                  <a:pt x="782677" y="50182"/>
                  <a:pt x="780526" y="47923"/>
                </a:cubicBezTo>
                <a:cubicBezTo>
                  <a:pt x="778374" y="45664"/>
                  <a:pt x="775535" y="44534"/>
                  <a:pt x="772006" y="44534"/>
                </a:cubicBezTo>
                <a:cubicBezTo>
                  <a:pt x="767660" y="44534"/>
                  <a:pt x="764379" y="46116"/>
                  <a:pt x="762163" y="49278"/>
                </a:cubicBezTo>
                <a:cubicBezTo>
                  <a:pt x="759947" y="52441"/>
                  <a:pt x="758840" y="57572"/>
                  <a:pt x="758840" y="64672"/>
                </a:cubicBezTo>
                <a:lnTo>
                  <a:pt x="758840" y="66608"/>
                </a:lnTo>
                <a:cubicBezTo>
                  <a:pt x="758840" y="73794"/>
                  <a:pt x="759937" y="78957"/>
                  <a:pt x="762131" y="82098"/>
                </a:cubicBezTo>
                <a:cubicBezTo>
                  <a:pt x="764326" y="85239"/>
                  <a:pt x="767660" y="86810"/>
                  <a:pt x="772135" y="86810"/>
                </a:cubicBezTo>
                <a:close/>
                <a:moveTo>
                  <a:pt x="831691" y="100558"/>
                </a:moveTo>
                <a:lnTo>
                  <a:pt x="812974" y="100558"/>
                </a:lnTo>
                <a:lnTo>
                  <a:pt x="812974" y="30722"/>
                </a:lnTo>
                <a:lnTo>
                  <a:pt x="831691" y="30722"/>
                </a:lnTo>
                <a:lnTo>
                  <a:pt x="831691" y="100558"/>
                </a:lnTo>
                <a:moveTo>
                  <a:pt x="811877" y="12650"/>
                </a:moveTo>
                <a:cubicBezTo>
                  <a:pt x="811877" y="9854"/>
                  <a:pt x="812812" y="7551"/>
                  <a:pt x="814684" y="5744"/>
                </a:cubicBezTo>
                <a:cubicBezTo>
                  <a:pt x="816556" y="3937"/>
                  <a:pt x="819105" y="3034"/>
                  <a:pt x="822333" y="3034"/>
                </a:cubicBezTo>
                <a:cubicBezTo>
                  <a:pt x="825517" y="3034"/>
                  <a:pt x="828055" y="3937"/>
                  <a:pt x="829949" y="5744"/>
                </a:cubicBezTo>
                <a:cubicBezTo>
                  <a:pt x="831842" y="7551"/>
                  <a:pt x="832788" y="9854"/>
                  <a:pt x="832788" y="12650"/>
                </a:cubicBezTo>
                <a:cubicBezTo>
                  <a:pt x="832788" y="15490"/>
                  <a:pt x="831831" y="17814"/>
                  <a:pt x="829916" y="19621"/>
                </a:cubicBezTo>
                <a:cubicBezTo>
                  <a:pt x="828002" y="21428"/>
                  <a:pt x="825474" y="22332"/>
                  <a:pt x="822333" y="22332"/>
                </a:cubicBezTo>
                <a:cubicBezTo>
                  <a:pt x="819191" y="22332"/>
                  <a:pt x="816664" y="21428"/>
                  <a:pt x="814749" y="19621"/>
                </a:cubicBezTo>
                <a:cubicBezTo>
                  <a:pt x="812834" y="17814"/>
                  <a:pt x="811877" y="15490"/>
                  <a:pt x="811877" y="12650"/>
                </a:cubicBezTo>
                <a:close/>
                <a:moveTo>
                  <a:pt x="852143" y="100558"/>
                </a:moveTo>
                <a:lnTo>
                  <a:pt x="852143" y="44405"/>
                </a:lnTo>
                <a:lnTo>
                  <a:pt x="841751" y="44405"/>
                </a:lnTo>
                <a:lnTo>
                  <a:pt x="841751" y="30722"/>
                </a:lnTo>
                <a:lnTo>
                  <a:pt x="852143" y="30722"/>
                </a:lnTo>
                <a:lnTo>
                  <a:pt x="852143" y="24772"/>
                </a:lnTo>
                <a:cubicBezTo>
                  <a:pt x="852143" y="16925"/>
                  <a:pt x="854391" y="10834"/>
                  <a:pt x="858887" y="6501"/>
                </a:cubicBezTo>
                <a:cubicBezTo>
                  <a:pt x="863384" y="2167"/>
                  <a:pt x="869677" y="0"/>
                  <a:pt x="877766" y="0"/>
                </a:cubicBezTo>
                <a:cubicBezTo>
                  <a:pt x="880348" y="0"/>
                  <a:pt x="883510" y="430"/>
                  <a:pt x="887254" y="1291"/>
                </a:cubicBezTo>
                <a:lnTo>
                  <a:pt x="887060" y="15748"/>
                </a:lnTo>
                <a:cubicBezTo>
                  <a:pt x="885511" y="15361"/>
                  <a:pt x="883618" y="15168"/>
                  <a:pt x="881381" y="15168"/>
                </a:cubicBezTo>
                <a:cubicBezTo>
                  <a:pt x="874367" y="15168"/>
                  <a:pt x="870860" y="18473"/>
                  <a:pt x="870860" y="25083"/>
                </a:cubicBezTo>
                <a:lnTo>
                  <a:pt x="870860" y="30722"/>
                </a:lnTo>
                <a:lnTo>
                  <a:pt x="884737" y="30722"/>
                </a:lnTo>
                <a:lnTo>
                  <a:pt x="884737" y="44405"/>
                </a:lnTo>
                <a:lnTo>
                  <a:pt x="870860" y="44405"/>
                </a:lnTo>
                <a:lnTo>
                  <a:pt x="870860" y="100558"/>
                </a:lnTo>
                <a:lnTo>
                  <a:pt x="852143" y="100558"/>
                </a:lnTo>
                <a:close/>
                <a:moveTo>
                  <a:pt x="914092" y="100558"/>
                </a:moveTo>
                <a:lnTo>
                  <a:pt x="895375" y="100558"/>
                </a:lnTo>
                <a:lnTo>
                  <a:pt x="895375" y="30722"/>
                </a:lnTo>
                <a:lnTo>
                  <a:pt x="914092" y="30722"/>
                </a:lnTo>
                <a:lnTo>
                  <a:pt x="914092" y="100558"/>
                </a:lnTo>
                <a:moveTo>
                  <a:pt x="894277" y="12650"/>
                </a:moveTo>
                <a:cubicBezTo>
                  <a:pt x="894277" y="9854"/>
                  <a:pt x="895213" y="7551"/>
                  <a:pt x="897085" y="5744"/>
                </a:cubicBezTo>
                <a:cubicBezTo>
                  <a:pt x="898957" y="3937"/>
                  <a:pt x="901506" y="3034"/>
                  <a:pt x="904733" y="3034"/>
                </a:cubicBezTo>
                <a:cubicBezTo>
                  <a:pt x="907918" y="3034"/>
                  <a:pt x="910456" y="3937"/>
                  <a:pt x="912349" y="5744"/>
                </a:cubicBezTo>
                <a:cubicBezTo>
                  <a:pt x="914243" y="7551"/>
                  <a:pt x="915189" y="9854"/>
                  <a:pt x="915189" y="12650"/>
                </a:cubicBezTo>
                <a:cubicBezTo>
                  <a:pt x="915189" y="15490"/>
                  <a:pt x="914232" y="17814"/>
                  <a:pt x="912317" y="19621"/>
                </a:cubicBezTo>
                <a:cubicBezTo>
                  <a:pt x="910402" y="21428"/>
                  <a:pt x="907874" y="22332"/>
                  <a:pt x="904733" y="22332"/>
                </a:cubicBezTo>
                <a:cubicBezTo>
                  <a:pt x="901592" y="22332"/>
                  <a:pt x="899064" y="21428"/>
                  <a:pt x="897150" y="19621"/>
                </a:cubicBezTo>
                <a:cubicBezTo>
                  <a:pt x="895235" y="17814"/>
                  <a:pt x="894277" y="15490"/>
                  <a:pt x="894277" y="12650"/>
                </a:cubicBezTo>
                <a:close/>
                <a:moveTo>
                  <a:pt x="958489" y="86810"/>
                </a:moveTo>
                <a:cubicBezTo>
                  <a:pt x="961931" y="86810"/>
                  <a:pt x="964728" y="85863"/>
                  <a:pt x="966879" y="83970"/>
                </a:cubicBezTo>
                <a:cubicBezTo>
                  <a:pt x="969031" y="82077"/>
                  <a:pt x="970150" y="79560"/>
                  <a:pt x="970236" y="76419"/>
                </a:cubicBezTo>
                <a:lnTo>
                  <a:pt x="987727" y="76419"/>
                </a:lnTo>
                <a:cubicBezTo>
                  <a:pt x="987684" y="81152"/>
                  <a:pt x="986393" y="85487"/>
                  <a:pt x="983854" y="89424"/>
                </a:cubicBezTo>
                <a:cubicBezTo>
                  <a:pt x="981315" y="93361"/>
                  <a:pt x="977841" y="96416"/>
                  <a:pt x="973431" y="98589"/>
                </a:cubicBezTo>
                <a:cubicBezTo>
                  <a:pt x="969020" y="100762"/>
                  <a:pt x="964147" y="101848"/>
                  <a:pt x="958812" y="101848"/>
                </a:cubicBezTo>
                <a:cubicBezTo>
                  <a:pt x="948829" y="101848"/>
                  <a:pt x="940955" y="98675"/>
                  <a:pt x="935189" y="92328"/>
                </a:cubicBezTo>
                <a:cubicBezTo>
                  <a:pt x="929423" y="85982"/>
                  <a:pt x="926540" y="77215"/>
                  <a:pt x="926540" y="66027"/>
                </a:cubicBezTo>
                <a:lnTo>
                  <a:pt x="926540" y="64801"/>
                </a:lnTo>
                <a:cubicBezTo>
                  <a:pt x="926540" y="54044"/>
                  <a:pt x="929402" y="45460"/>
                  <a:pt x="935124" y="39048"/>
                </a:cubicBezTo>
                <a:cubicBezTo>
                  <a:pt x="940847" y="32637"/>
                  <a:pt x="948700" y="29431"/>
                  <a:pt x="958683" y="29431"/>
                </a:cubicBezTo>
                <a:cubicBezTo>
                  <a:pt x="967417" y="29431"/>
                  <a:pt x="974420" y="31916"/>
                  <a:pt x="979691" y="36886"/>
                </a:cubicBezTo>
                <a:cubicBezTo>
                  <a:pt x="984962" y="41856"/>
                  <a:pt x="987641" y="48472"/>
                  <a:pt x="987727" y="56733"/>
                </a:cubicBezTo>
                <a:lnTo>
                  <a:pt x="970236" y="56733"/>
                </a:lnTo>
                <a:cubicBezTo>
                  <a:pt x="970150" y="53119"/>
                  <a:pt x="969031" y="50182"/>
                  <a:pt x="966879" y="47923"/>
                </a:cubicBezTo>
                <a:cubicBezTo>
                  <a:pt x="964728" y="45664"/>
                  <a:pt x="961888" y="44534"/>
                  <a:pt x="958360" y="44534"/>
                </a:cubicBezTo>
                <a:cubicBezTo>
                  <a:pt x="954014" y="44534"/>
                  <a:pt x="950733" y="46116"/>
                  <a:pt x="948517" y="49278"/>
                </a:cubicBezTo>
                <a:cubicBezTo>
                  <a:pt x="946301" y="52441"/>
                  <a:pt x="945193" y="57572"/>
                  <a:pt x="945193" y="64672"/>
                </a:cubicBezTo>
                <a:lnTo>
                  <a:pt x="945193" y="66608"/>
                </a:lnTo>
                <a:cubicBezTo>
                  <a:pt x="945193" y="73794"/>
                  <a:pt x="946290" y="78957"/>
                  <a:pt x="948485" y="82098"/>
                </a:cubicBezTo>
                <a:cubicBezTo>
                  <a:pt x="950679" y="85239"/>
                  <a:pt x="954014" y="86810"/>
                  <a:pt x="958489" y="86810"/>
                </a:cubicBezTo>
                <a:close/>
                <a:moveTo>
                  <a:pt x="1067283" y="66156"/>
                </a:moveTo>
                <a:lnTo>
                  <a:pt x="1051857" y="66156"/>
                </a:lnTo>
                <a:lnTo>
                  <a:pt x="1051857" y="100558"/>
                </a:lnTo>
                <a:lnTo>
                  <a:pt x="1032494" y="100558"/>
                </a:lnTo>
                <a:lnTo>
                  <a:pt x="1032494" y="6583"/>
                </a:lnTo>
                <a:lnTo>
                  <a:pt x="1067412" y="6583"/>
                </a:lnTo>
                <a:cubicBezTo>
                  <a:pt x="1078513" y="6583"/>
                  <a:pt x="1087076" y="9057"/>
                  <a:pt x="1093100" y="14006"/>
                </a:cubicBezTo>
                <a:cubicBezTo>
                  <a:pt x="1099124" y="18954"/>
                  <a:pt x="1102136" y="25946"/>
                  <a:pt x="1102136" y="34982"/>
                </a:cubicBezTo>
                <a:cubicBezTo>
                  <a:pt x="1102136" y="41393"/>
                  <a:pt x="1100748" y="46740"/>
                  <a:pt x="1097973" y="51021"/>
                </a:cubicBezTo>
                <a:cubicBezTo>
                  <a:pt x="1095198" y="55302"/>
                  <a:pt x="1090991" y="58712"/>
                  <a:pt x="1085355" y="61251"/>
                </a:cubicBezTo>
                <a:lnTo>
                  <a:pt x="1105686" y="99654"/>
                </a:lnTo>
                <a:lnTo>
                  <a:pt x="1105686" y="100558"/>
                </a:lnTo>
                <a:lnTo>
                  <a:pt x="1084903" y="100558"/>
                </a:lnTo>
                <a:lnTo>
                  <a:pt x="1067283" y="66156"/>
                </a:lnTo>
                <a:moveTo>
                  <a:pt x="1051857" y="50472"/>
                </a:moveTo>
                <a:lnTo>
                  <a:pt x="1067476" y="50472"/>
                </a:lnTo>
                <a:cubicBezTo>
                  <a:pt x="1072339" y="50472"/>
                  <a:pt x="1076104" y="49235"/>
                  <a:pt x="1078771" y="46761"/>
                </a:cubicBezTo>
                <a:cubicBezTo>
                  <a:pt x="1081439" y="44287"/>
                  <a:pt x="1082773" y="40877"/>
                  <a:pt x="1082773" y="36531"/>
                </a:cubicBezTo>
                <a:cubicBezTo>
                  <a:pt x="1082773" y="32099"/>
                  <a:pt x="1081514" y="28614"/>
                  <a:pt x="1078997" y="26075"/>
                </a:cubicBezTo>
                <a:cubicBezTo>
                  <a:pt x="1076480" y="23537"/>
                  <a:pt x="1072618" y="22267"/>
                  <a:pt x="1067412" y="22267"/>
                </a:cubicBezTo>
                <a:lnTo>
                  <a:pt x="1051857" y="22267"/>
                </a:lnTo>
                <a:lnTo>
                  <a:pt x="1051857" y="50472"/>
                </a:lnTo>
                <a:close/>
                <a:moveTo>
                  <a:pt x="1147747" y="101848"/>
                </a:moveTo>
                <a:cubicBezTo>
                  <a:pt x="1137506" y="101848"/>
                  <a:pt x="1129170" y="98707"/>
                  <a:pt x="1122737" y="92425"/>
                </a:cubicBezTo>
                <a:cubicBezTo>
                  <a:pt x="1116304" y="86143"/>
                  <a:pt x="1113088" y="77774"/>
                  <a:pt x="1113088" y="67318"/>
                </a:cubicBezTo>
                <a:lnTo>
                  <a:pt x="1113088" y="65511"/>
                </a:lnTo>
                <a:cubicBezTo>
                  <a:pt x="1113088" y="58497"/>
                  <a:pt x="1114443" y="52226"/>
                  <a:pt x="1117154" y="46697"/>
                </a:cubicBezTo>
                <a:cubicBezTo>
                  <a:pt x="1119865" y="41167"/>
                  <a:pt x="1123705" y="36908"/>
                  <a:pt x="1128675" y="33917"/>
                </a:cubicBezTo>
                <a:cubicBezTo>
                  <a:pt x="1133644" y="30927"/>
                  <a:pt x="1139313" y="29431"/>
                  <a:pt x="1145682" y="29431"/>
                </a:cubicBezTo>
                <a:cubicBezTo>
                  <a:pt x="1155234" y="29431"/>
                  <a:pt x="1162753" y="32443"/>
                  <a:pt x="1168239" y="38467"/>
                </a:cubicBezTo>
                <a:cubicBezTo>
                  <a:pt x="1173725" y="44491"/>
                  <a:pt x="1176469" y="53033"/>
                  <a:pt x="1176469" y="64091"/>
                </a:cubicBezTo>
                <a:lnTo>
                  <a:pt x="1176469" y="71707"/>
                </a:lnTo>
                <a:lnTo>
                  <a:pt x="1131999" y="71707"/>
                </a:lnTo>
                <a:cubicBezTo>
                  <a:pt x="1132601" y="76268"/>
                  <a:pt x="1134419" y="79925"/>
                  <a:pt x="1137452" y="82679"/>
                </a:cubicBezTo>
                <a:cubicBezTo>
                  <a:pt x="1140486" y="85433"/>
                  <a:pt x="1144326" y="86810"/>
                  <a:pt x="1148973" y="86810"/>
                </a:cubicBezTo>
                <a:cubicBezTo>
                  <a:pt x="1156159" y="86810"/>
                  <a:pt x="1161774" y="84207"/>
                  <a:pt x="1165819" y="79000"/>
                </a:cubicBezTo>
                <a:lnTo>
                  <a:pt x="1174984" y="89263"/>
                </a:lnTo>
                <a:cubicBezTo>
                  <a:pt x="1172187" y="93221"/>
                  <a:pt x="1168401" y="96308"/>
                  <a:pt x="1163625" y="98524"/>
                </a:cubicBezTo>
                <a:cubicBezTo>
                  <a:pt x="1158848" y="100740"/>
                  <a:pt x="1153556" y="101848"/>
                  <a:pt x="1147747" y="101848"/>
                </a:cubicBezTo>
                <a:moveTo>
                  <a:pt x="1145617" y="44534"/>
                </a:moveTo>
                <a:cubicBezTo>
                  <a:pt x="1141917" y="44534"/>
                  <a:pt x="1138915" y="45782"/>
                  <a:pt x="1136613" y="48278"/>
                </a:cubicBezTo>
                <a:cubicBezTo>
                  <a:pt x="1134311" y="50774"/>
                  <a:pt x="1132838" y="54345"/>
                  <a:pt x="1132192" y="58992"/>
                </a:cubicBezTo>
                <a:lnTo>
                  <a:pt x="1158138" y="58992"/>
                </a:lnTo>
                <a:lnTo>
                  <a:pt x="1158138" y="57508"/>
                </a:lnTo>
                <a:cubicBezTo>
                  <a:pt x="1158052" y="53377"/>
                  <a:pt x="1156934" y="50182"/>
                  <a:pt x="1154782" y="47923"/>
                </a:cubicBezTo>
                <a:cubicBezTo>
                  <a:pt x="1152631" y="45664"/>
                  <a:pt x="1149576" y="44534"/>
                  <a:pt x="1145617" y="44534"/>
                </a:cubicBezTo>
                <a:close/>
                <a:moveTo>
                  <a:pt x="1224858" y="81259"/>
                </a:moveTo>
                <a:cubicBezTo>
                  <a:pt x="1224858" y="78979"/>
                  <a:pt x="1223729" y="77182"/>
                  <a:pt x="1221470" y="75870"/>
                </a:cubicBezTo>
                <a:cubicBezTo>
                  <a:pt x="1219211" y="74558"/>
                  <a:pt x="1215585" y="73385"/>
                  <a:pt x="1210594" y="72352"/>
                </a:cubicBezTo>
                <a:cubicBezTo>
                  <a:pt x="1193985" y="68867"/>
                  <a:pt x="1185681" y="61810"/>
                  <a:pt x="1185681" y="51182"/>
                </a:cubicBezTo>
                <a:cubicBezTo>
                  <a:pt x="1185681" y="44986"/>
                  <a:pt x="1188252" y="39812"/>
                  <a:pt x="1193393" y="35660"/>
                </a:cubicBezTo>
                <a:cubicBezTo>
                  <a:pt x="1198535" y="31508"/>
                  <a:pt x="1205259" y="29431"/>
                  <a:pt x="1213563" y="29431"/>
                </a:cubicBezTo>
                <a:cubicBezTo>
                  <a:pt x="1222427" y="29431"/>
                  <a:pt x="1229516" y="31518"/>
                  <a:pt x="1234830" y="35692"/>
                </a:cubicBezTo>
                <a:cubicBezTo>
                  <a:pt x="1240144" y="39866"/>
                  <a:pt x="1242801" y="45287"/>
                  <a:pt x="1242801" y="51957"/>
                </a:cubicBezTo>
                <a:lnTo>
                  <a:pt x="1224148" y="51957"/>
                </a:lnTo>
                <a:cubicBezTo>
                  <a:pt x="1224148" y="49289"/>
                  <a:pt x="1223287" y="47084"/>
                  <a:pt x="1221566" y="45341"/>
                </a:cubicBezTo>
                <a:cubicBezTo>
                  <a:pt x="1219845" y="43599"/>
                  <a:pt x="1217156" y="42727"/>
                  <a:pt x="1213499" y="42727"/>
                </a:cubicBezTo>
                <a:cubicBezTo>
                  <a:pt x="1210357" y="42727"/>
                  <a:pt x="1207926" y="43437"/>
                  <a:pt x="1206205" y="44857"/>
                </a:cubicBezTo>
                <a:cubicBezTo>
                  <a:pt x="1204484" y="46277"/>
                  <a:pt x="1203623" y="48084"/>
                  <a:pt x="1203623" y="50279"/>
                </a:cubicBezTo>
                <a:cubicBezTo>
                  <a:pt x="1203623" y="52344"/>
                  <a:pt x="1204602" y="54011"/>
                  <a:pt x="1206560" y="55281"/>
                </a:cubicBezTo>
                <a:cubicBezTo>
                  <a:pt x="1208518" y="56550"/>
                  <a:pt x="1211820" y="57647"/>
                  <a:pt x="1216467" y="58572"/>
                </a:cubicBezTo>
                <a:cubicBezTo>
                  <a:pt x="1221115" y="59498"/>
                  <a:pt x="1225030" y="60541"/>
                  <a:pt x="1228214" y="61703"/>
                </a:cubicBezTo>
                <a:cubicBezTo>
                  <a:pt x="1238068" y="65317"/>
                  <a:pt x="1242995" y="71578"/>
                  <a:pt x="1242995" y="80485"/>
                </a:cubicBezTo>
                <a:cubicBezTo>
                  <a:pt x="1242995" y="86853"/>
                  <a:pt x="1240262" y="92006"/>
                  <a:pt x="1234798" y="95943"/>
                </a:cubicBezTo>
                <a:cubicBezTo>
                  <a:pt x="1229333" y="99880"/>
                  <a:pt x="1222276" y="101848"/>
                  <a:pt x="1213628" y="101848"/>
                </a:cubicBezTo>
                <a:cubicBezTo>
                  <a:pt x="1207776" y="101848"/>
                  <a:pt x="1202580" y="100805"/>
                  <a:pt x="1198041" y="98718"/>
                </a:cubicBezTo>
                <a:cubicBezTo>
                  <a:pt x="1193501" y="96631"/>
                  <a:pt x="1189940" y="93770"/>
                  <a:pt x="1187359" y="90134"/>
                </a:cubicBezTo>
                <a:cubicBezTo>
                  <a:pt x="1184777" y="86498"/>
                  <a:pt x="1183486" y="82572"/>
                  <a:pt x="1183486" y="78355"/>
                </a:cubicBezTo>
                <a:lnTo>
                  <a:pt x="1201171" y="78355"/>
                </a:lnTo>
                <a:cubicBezTo>
                  <a:pt x="1201343" y="81668"/>
                  <a:pt x="1202569" y="84207"/>
                  <a:pt x="1204850" y="85971"/>
                </a:cubicBezTo>
                <a:cubicBezTo>
                  <a:pt x="1207130" y="87735"/>
                  <a:pt x="1210185" y="88617"/>
                  <a:pt x="1214015" y="88617"/>
                </a:cubicBezTo>
                <a:cubicBezTo>
                  <a:pt x="1217586" y="88617"/>
                  <a:pt x="1220286" y="87939"/>
                  <a:pt x="1222115" y="86584"/>
                </a:cubicBezTo>
                <a:cubicBezTo>
                  <a:pt x="1223944" y="85229"/>
                  <a:pt x="1224858" y="83454"/>
                  <a:pt x="1224858" y="81259"/>
                </a:cubicBezTo>
                <a:close/>
                <a:moveTo>
                  <a:pt x="1252078" y="64994"/>
                </a:moveTo>
                <a:cubicBezTo>
                  <a:pt x="1252078" y="58067"/>
                  <a:pt x="1253412" y="51892"/>
                  <a:pt x="1256080" y="46471"/>
                </a:cubicBezTo>
                <a:cubicBezTo>
                  <a:pt x="1258748" y="41049"/>
                  <a:pt x="1262588" y="36854"/>
                  <a:pt x="1267601" y="33885"/>
                </a:cubicBezTo>
                <a:cubicBezTo>
                  <a:pt x="1272614" y="30916"/>
                  <a:pt x="1278433" y="29431"/>
                  <a:pt x="1285060" y="29431"/>
                </a:cubicBezTo>
                <a:cubicBezTo>
                  <a:pt x="1294483" y="29431"/>
                  <a:pt x="1302174" y="32314"/>
                  <a:pt x="1308134" y="38080"/>
                </a:cubicBezTo>
                <a:cubicBezTo>
                  <a:pt x="1314093" y="43846"/>
                  <a:pt x="1317417" y="51677"/>
                  <a:pt x="1318106" y="61574"/>
                </a:cubicBezTo>
                <a:lnTo>
                  <a:pt x="1318235" y="66350"/>
                </a:lnTo>
                <a:cubicBezTo>
                  <a:pt x="1318235" y="77064"/>
                  <a:pt x="1315244" y="85659"/>
                  <a:pt x="1309263" y="92135"/>
                </a:cubicBezTo>
                <a:cubicBezTo>
                  <a:pt x="1303282" y="98610"/>
                  <a:pt x="1295257" y="101848"/>
                  <a:pt x="1285189" y="101848"/>
                </a:cubicBezTo>
                <a:cubicBezTo>
                  <a:pt x="1275120" y="101848"/>
                  <a:pt x="1267085" y="98621"/>
                  <a:pt x="1261082" y="92167"/>
                </a:cubicBezTo>
                <a:cubicBezTo>
                  <a:pt x="1255080" y="85713"/>
                  <a:pt x="1252078" y="76935"/>
                  <a:pt x="1252078" y="65834"/>
                </a:cubicBezTo>
                <a:lnTo>
                  <a:pt x="1252078" y="64994"/>
                </a:lnTo>
                <a:moveTo>
                  <a:pt x="1270731" y="66350"/>
                </a:moveTo>
                <a:cubicBezTo>
                  <a:pt x="1270731" y="72976"/>
                  <a:pt x="1271979" y="78043"/>
                  <a:pt x="1274475" y="81550"/>
                </a:cubicBezTo>
                <a:cubicBezTo>
                  <a:pt x="1276970" y="85057"/>
                  <a:pt x="1280542" y="86810"/>
                  <a:pt x="1285189" y="86810"/>
                </a:cubicBezTo>
                <a:cubicBezTo>
                  <a:pt x="1289707" y="86810"/>
                  <a:pt x="1293235" y="85078"/>
                  <a:pt x="1295774" y="81614"/>
                </a:cubicBezTo>
                <a:cubicBezTo>
                  <a:pt x="1298312" y="78150"/>
                  <a:pt x="1299582" y="72611"/>
                  <a:pt x="1299582" y="64994"/>
                </a:cubicBezTo>
                <a:cubicBezTo>
                  <a:pt x="1299582" y="58497"/>
                  <a:pt x="1298312" y="53463"/>
                  <a:pt x="1295774" y="49891"/>
                </a:cubicBezTo>
                <a:cubicBezTo>
                  <a:pt x="1293235" y="46320"/>
                  <a:pt x="1289664" y="44534"/>
                  <a:pt x="1285060" y="44534"/>
                </a:cubicBezTo>
                <a:cubicBezTo>
                  <a:pt x="1280499" y="44534"/>
                  <a:pt x="1276970" y="46309"/>
                  <a:pt x="1274475" y="49859"/>
                </a:cubicBezTo>
                <a:cubicBezTo>
                  <a:pt x="1271979" y="53409"/>
                  <a:pt x="1270731" y="58906"/>
                  <a:pt x="1270731" y="66350"/>
                </a:cubicBezTo>
                <a:close/>
                <a:moveTo>
                  <a:pt x="1371528" y="93458"/>
                </a:moveTo>
                <a:cubicBezTo>
                  <a:pt x="1366924" y="99052"/>
                  <a:pt x="1360556" y="101848"/>
                  <a:pt x="1352423" y="101848"/>
                </a:cubicBezTo>
                <a:cubicBezTo>
                  <a:pt x="1344936" y="101848"/>
                  <a:pt x="1339224" y="99697"/>
                  <a:pt x="1335287" y="95394"/>
                </a:cubicBezTo>
                <a:cubicBezTo>
                  <a:pt x="1331350" y="91091"/>
                  <a:pt x="1329339" y="84788"/>
                  <a:pt x="1329253" y="76483"/>
                </a:cubicBezTo>
                <a:lnTo>
                  <a:pt x="1329253" y="30722"/>
                </a:lnTo>
                <a:lnTo>
                  <a:pt x="1347905" y="30722"/>
                </a:lnTo>
                <a:lnTo>
                  <a:pt x="1347905" y="75838"/>
                </a:lnTo>
                <a:cubicBezTo>
                  <a:pt x="1347905" y="83109"/>
                  <a:pt x="1351219" y="86745"/>
                  <a:pt x="1357845" y="86745"/>
                </a:cubicBezTo>
                <a:cubicBezTo>
                  <a:pt x="1364170" y="86745"/>
                  <a:pt x="1368516" y="84551"/>
                  <a:pt x="1370883" y="80162"/>
                </a:cubicBezTo>
                <a:lnTo>
                  <a:pt x="1370883" y="30722"/>
                </a:lnTo>
                <a:lnTo>
                  <a:pt x="1389600" y="30722"/>
                </a:lnTo>
                <a:lnTo>
                  <a:pt x="1389600" y="100558"/>
                </a:lnTo>
                <a:lnTo>
                  <a:pt x="1372044" y="100558"/>
                </a:lnTo>
                <a:lnTo>
                  <a:pt x="1371528" y="93458"/>
                </a:lnTo>
                <a:close/>
                <a:moveTo>
                  <a:pt x="1442894" y="48213"/>
                </a:moveTo>
                <a:cubicBezTo>
                  <a:pt x="1440356" y="47869"/>
                  <a:pt x="1438118" y="47697"/>
                  <a:pt x="1436182" y="47697"/>
                </a:cubicBezTo>
                <a:cubicBezTo>
                  <a:pt x="1429125" y="47697"/>
                  <a:pt x="1424500" y="50085"/>
                  <a:pt x="1422305" y="54861"/>
                </a:cubicBezTo>
                <a:lnTo>
                  <a:pt x="1422305" y="100558"/>
                </a:lnTo>
                <a:lnTo>
                  <a:pt x="1403653" y="100558"/>
                </a:lnTo>
                <a:lnTo>
                  <a:pt x="1403653" y="30722"/>
                </a:lnTo>
                <a:lnTo>
                  <a:pt x="1421273" y="30722"/>
                </a:lnTo>
                <a:lnTo>
                  <a:pt x="1421789" y="39048"/>
                </a:lnTo>
                <a:cubicBezTo>
                  <a:pt x="1425532" y="32637"/>
                  <a:pt x="1430717" y="29431"/>
                  <a:pt x="1437344" y="29431"/>
                </a:cubicBezTo>
                <a:cubicBezTo>
                  <a:pt x="1439409" y="29431"/>
                  <a:pt x="1441345" y="29711"/>
                  <a:pt x="1443153" y="30271"/>
                </a:cubicBezTo>
                <a:lnTo>
                  <a:pt x="1442894" y="48213"/>
                </a:lnTo>
                <a:close/>
                <a:moveTo>
                  <a:pt x="1479672" y="86810"/>
                </a:moveTo>
                <a:cubicBezTo>
                  <a:pt x="1483114" y="86810"/>
                  <a:pt x="1485911" y="85863"/>
                  <a:pt x="1488062" y="83970"/>
                </a:cubicBezTo>
                <a:cubicBezTo>
                  <a:pt x="1490214" y="82077"/>
                  <a:pt x="1491332" y="79560"/>
                  <a:pt x="1491419" y="76419"/>
                </a:cubicBezTo>
                <a:lnTo>
                  <a:pt x="1508910" y="76419"/>
                </a:lnTo>
                <a:cubicBezTo>
                  <a:pt x="1508867" y="81152"/>
                  <a:pt x="1507576" y="85487"/>
                  <a:pt x="1505037" y="89424"/>
                </a:cubicBezTo>
                <a:cubicBezTo>
                  <a:pt x="1502498" y="93361"/>
                  <a:pt x="1499024" y="96416"/>
                  <a:pt x="1494613" y="98589"/>
                </a:cubicBezTo>
                <a:cubicBezTo>
                  <a:pt x="1490203" y="100762"/>
                  <a:pt x="1485330" y="101848"/>
                  <a:pt x="1479994" y="101848"/>
                </a:cubicBezTo>
                <a:cubicBezTo>
                  <a:pt x="1470012" y="101848"/>
                  <a:pt x="1462138" y="98675"/>
                  <a:pt x="1456372" y="92328"/>
                </a:cubicBezTo>
                <a:cubicBezTo>
                  <a:pt x="1450606" y="85982"/>
                  <a:pt x="1447723" y="77215"/>
                  <a:pt x="1447723" y="66027"/>
                </a:cubicBezTo>
                <a:lnTo>
                  <a:pt x="1447723" y="64801"/>
                </a:lnTo>
                <a:cubicBezTo>
                  <a:pt x="1447723" y="54044"/>
                  <a:pt x="1450585" y="45460"/>
                  <a:pt x="1456307" y="39048"/>
                </a:cubicBezTo>
                <a:cubicBezTo>
                  <a:pt x="1462030" y="32637"/>
                  <a:pt x="1469883" y="29431"/>
                  <a:pt x="1479865" y="29431"/>
                </a:cubicBezTo>
                <a:cubicBezTo>
                  <a:pt x="1488600" y="29431"/>
                  <a:pt x="1495603" y="31916"/>
                  <a:pt x="1500874" y="36886"/>
                </a:cubicBezTo>
                <a:cubicBezTo>
                  <a:pt x="1506145" y="41856"/>
                  <a:pt x="1508824" y="48472"/>
                  <a:pt x="1508910" y="56733"/>
                </a:cubicBezTo>
                <a:lnTo>
                  <a:pt x="1491419" y="56733"/>
                </a:lnTo>
                <a:cubicBezTo>
                  <a:pt x="1491332" y="53119"/>
                  <a:pt x="1490214" y="50182"/>
                  <a:pt x="1488062" y="47923"/>
                </a:cubicBezTo>
                <a:cubicBezTo>
                  <a:pt x="1485911" y="45664"/>
                  <a:pt x="1483071" y="44534"/>
                  <a:pt x="1479543" y="44534"/>
                </a:cubicBezTo>
                <a:cubicBezTo>
                  <a:pt x="1475197" y="44534"/>
                  <a:pt x="1471916" y="46116"/>
                  <a:pt x="1469700" y="49278"/>
                </a:cubicBezTo>
                <a:cubicBezTo>
                  <a:pt x="1467484" y="52441"/>
                  <a:pt x="1466376" y="57572"/>
                  <a:pt x="1466376" y="64672"/>
                </a:cubicBezTo>
                <a:lnTo>
                  <a:pt x="1466376" y="66608"/>
                </a:lnTo>
                <a:cubicBezTo>
                  <a:pt x="1466376" y="73794"/>
                  <a:pt x="1467473" y="78957"/>
                  <a:pt x="1469668" y="82098"/>
                </a:cubicBezTo>
                <a:cubicBezTo>
                  <a:pt x="1471862" y="85239"/>
                  <a:pt x="1475197" y="86810"/>
                  <a:pt x="1479672" y="86810"/>
                </a:cubicBezTo>
                <a:close/>
                <a:moveTo>
                  <a:pt x="1551684" y="101848"/>
                </a:moveTo>
                <a:cubicBezTo>
                  <a:pt x="1541444" y="101848"/>
                  <a:pt x="1533107" y="98707"/>
                  <a:pt x="1526674" y="92425"/>
                </a:cubicBezTo>
                <a:cubicBezTo>
                  <a:pt x="1520241" y="86143"/>
                  <a:pt x="1517025" y="77774"/>
                  <a:pt x="1517025" y="67318"/>
                </a:cubicBezTo>
                <a:lnTo>
                  <a:pt x="1517025" y="65511"/>
                </a:lnTo>
                <a:cubicBezTo>
                  <a:pt x="1517025" y="58497"/>
                  <a:pt x="1518380" y="52226"/>
                  <a:pt x="1521091" y="46697"/>
                </a:cubicBezTo>
                <a:cubicBezTo>
                  <a:pt x="1523802" y="41167"/>
                  <a:pt x="1527642" y="36908"/>
                  <a:pt x="1532612" y="33917"/>
                </a:cubicBezTo>
                <a:cubicBezTo>
                  <a:pt x="1537582" y="30927"/>
                  <a:pt x="1543251" y="29431"/>
                  <a:pt x="1549619" y="29431"/>
                </a:cubicBezTo>
                <a:cubicBezTo>
                  <a:pt x="1559171" y="29431"/>
                  <a:pt x="1566691" y="32443"/>
                  <a:pt x="1572177" y="38467"/>
                </a:cubicBezTo>
                <a:cubicBezTo>
                  <a:pt x="1577663" y="44491"/>
                  <a:pt x="1580406" y="53033"/>
                  <a:pt x="1580406" y="64091"/>
                </a:cubicBezTo>
                <a:lnTo>
                  <a:pt x="1580406" y="71707"/>
                </a:lnTo>
                <a:lnTo>
                  <a:pt x="1535936" y="71707"/>
                </a:lnTo>
                <a:cubicBezTo>
                  <a:pt x="1536538" y="76268"/>
                  <a:pt x="1538356" y="79925"/>
                  <a:pt x="1541390" y="82679"/>
                </a:cubicBezTo>
                <a:cubicBezTo>
                  <a:pt x="1544423" y="85433"/>
                  <a:pt x="1548264" y="86810"/>
                  <a:pt x="1552911" y="86810"/>
                </a:cubicBezTo>
                <a:cubicBezTo>
                  <a:pt x="1560096" y="86810"/>
                  <a:pt x="1565712" y="84207"/>
                  <a:pt x="1569756" y="79000"/>
                </a:cubicBezTo>
                <a:lnTo>
                  <a:pt x="1578921" y="89263"/>
                </a:lnTo>
                <a:cubicBezTo>
                  <a:pt x="1576125" y="93221"/>
                  <a:pt x="1572338" y="96308"/>
                  <a:pt x="1567562" y="98524"/>
                </a:cubicBezTo>
                <a:cubicBezTo>
                  <a:pt x="1562786" y="100740"/>
                  <a:pt x="1557493" y="101848"/>
                  <a:pt x="1551684" y="101848"/>
                </a:cubicBezTo>
                <a:moveTo>
                  <a:pt x="1549554" y="44534"/>
                </a:moveTo>
                <a:cubicBezTo>
                  <a:pt x="1545854" y="44534"/>
                  <a:pt x="1542853" y="45782"/>
                  <a:pt x="1540551" y="48278"/>
                </a:cubicBezTo>
                <a:cubicBezTo>
                  <a:pt x="1538249" y="50774"/>
                  <a:pt x="1536775" y="54345"/>
                  <a:pt x="1536130" y="58992"/>
                </a:cubicBezTo>
                <a:lnTo>
                  <a:pt x="1562076" y="58992"/>
                </a:lnTo>
                <a:lnTo>
                  <a:pt x="1562076" y="57508"/>
                </a:lnTo>
                <a:cubicBezTo>
                  <a:pt x="1561990" y="53377"/>
                  <a:pt x="1560871" y="50182"/>
                  <a:pt x="1558720" y="47923"/>
                </a:cubicBezTo>
                <a:cubicBezTo>
                  <a:pt x="1556568" y="45664"/>
                  <a:pt x="1553513" y="44534"/>
                  <a:pt x="1549554" y="44534"/>
                </a:cubicBezTo>
                <a:close/>
                <a:moveTo>
                  <a:pt x="1628796" y="81259"/>
                </a:moveTo>
                <a:cubicBezTo>
                  <a:pt x="1628796" y="78979"/>
                  <a:pt x="1627666" y="77182"/>
                  <a:pt x="1625407" y="75870"/>
                </a:cubicBezTo>
                <a:cubicBezTo>
                  <a:pt x="1623148" y="74558"/>
                  <a:pt x="1619523" y="73385"/>
                  <a:pt x="1614532" y="72352"/>
                </a:cubicBezTo>
                <a:cubicBezTo>
                  <a:pt x="1597923" y="68867"/>
                  <a:pt x="1589618" y="61810"/>
                  <a:pt x="1589618" y="51182"/>
                </a:cubicBezTo>
                <a:cubicBezTo>
                  <a:pt x="1589618" y="44986"/>
                  <a:pt x="1592189" y="39812"/>
                  <a:pt x="1597331" y="35660"/>
                </a:cubicBezTo>
                <a:cubicBezTo>
                  <a:pt x="1602473" y="31508"/>
                  <a:pt x="1609196" y="29431"/>
                  <a:pt x="1617501" y="29431"/>
                </a:cubicBezTo>
                <a:cubicBezTo>
                  <a:pt x="1626365" y="29431"/>
                  <a:pt x="1633453" y="31518"/>
                  <a:pt x="1638768" y="35692"/>
                </a:cubicBezTo>
                <a:cubicBezTo>
                  <a:pt x="1644082" y="39866"/>
                  <a:pt x="1646739" y="45287"/>
                  <a:pt x="1646739" y="51957"/>
                </a:cubicBezTo>
                <a:lnTo>
                  <a:pt x="1628086" y="51957"/>
                </a:lnTo>
                <a:cubicBezTo>
                  <a:pt x="1628086" y="49289"/>
                  <a:pt x="1627225" y="47084"/>
                  <a:pt x="1625504" y="45341"/>
                </a:cubicBezTo>
                <a:cubicBezTo>
                  <a:pt x="1623783" y="43599"/>
                  <a:pt x="1621094" y="42727"/>
                  <a:pt x="1617436" y="42727"/>
                </a:cubicBezTo>
                <a:cubicBezTo>
                  <a:pt x="1614295" y="42727"/>
                  <a:pt x="1611864" y="43437"/>
                  <a:pt x="1610143" y="44857"/>
                </a:cubicBezTo>
                <a:cubicBezTo>
                  <a:pt x="1608422" y="46277"/>
                  <a:pt x="1607561" y="48084"/>
                  <a:pt x="1607561" y="50279"/>
                </a:cubicBezTo>
                <a:cubicBezTo>
                  <a:pt x="1607561" y="52344"/>
                  <a:pt x="1608540" y="54011"/>
                  <a:pt x="1610498" y="55281"/>
                </a:cubicBezTo>
                <a:cubicBezTo>
                  <a:pt x="1612456" y="56550"/>
                  <a:pt x="1615758" y="57647"/>
                  <a:pt x="1620405" y="58572"/>
                </a:cubicBezTo>
                <a:cubicBezTo>
                  <a:pt x="1625052" y="59498"/>
                  <a:pt x="1628968" y="60541"/>
                  <a:pt x="1632152" y="61703"/>
                </a:cubicBezTo>
                <a:cubicBezTo>
                  <a:pt x="1642005" y="65317"/>
                  <a:pt x="1646932" y="71578"/>
                  <a:pt x="1646932" y="80485"/>
                </a:cubicBezTo>
                <a:cubicBezTo>
                  <a:pt x="1646932" y="86853"/>
                  <a:pt x="1644200" y="92006"/>
                  <a:pt x="1638735" y="95943"/>
                </a:cubicBezTo>
                <a:cubicBezTo>
                  <a:pt x="1633271" y="99880"/>
                  <a:pt x="1626214" y="101848"/>
                  <a:pt x="1617565" y="101848"/>
                </a:cubicBezTo>
                <a:cubicBezTo>
                  <a:pt x="1611713" y="101848"/>
                  <a:pt x="1606518" y="100805"/>
                  <a:pt x="1601978" y="98718"/>
                </a:cubicBezTo>
                <a:cubicBezTo>
                  <a:pt x="1597439" y="96631"/>
                  <a:pt x="1593878" y="93770"/>
                  <a:pt x="1591296" y="90134"/>
                </a:cubicBezTo>
                <a:cubicBezTo>
                  <a:pt x="1588715" y="86498"/>
                  <a:pt x="1587424" y="82572"/>
                  <a:pt x="1587424" y="78355"/>
                </a:cubicBezTo>
                <a:lnTo>
                  <a:pt x="1605108" y="78355"/>
                </a:lnTo>
                <a:cubicBezTo>
                  <a:pt x="1605281" y="81668"/>
                  <a:pt x="1606507" y="84207"/>
                  <a:pt x="1608787" y="85971"/>
                </a:cubicBezTo>
                <a:cubicBezTo>
                  <a:pt x="1611068" y="87735"/>
                  <a:pt x="1614123" y="88617"/>
                  <a:pt x="1617952" y="88617"/>
                </a:cubicBezTo>
                <a:cubicBezTo>
                  <a:pt x="1621524" y="88617"/>
                  <a:pt x="1624224" y="87939"/>
                  <a:pt x="1626053" y="86584"/>
                </a:cubicBezTo>
                <a:cubicBezTo>
                  <a:pt x="1627881" y="85229"/>
                  <a:pt x="1628796" y="83454"/>
                  <a:pt x="1628796" y="8125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[whattouseitfor]">
            <a:extLst xmlns:a="http://schemas.openxmlformats.org/drawingml/2006/main">
              <a:ext uri="{FF2B5EF4-FFF2-40B4-BE49-F238E27FC236}">
                <a16:creationId xmlns:a16="http://schemas.microsoft.com/office/drawing/2014/main" id="{6DAAFC95-EEF5-4FAF-8B7E-1EBD6EB8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306" y="4103296"/>
            <a:ext cx="897721" cy="111555"/>
          </a:xfrm>
          <a:custGeom xmlns:a="http://schemas.openxmlformats.org/drawingml/2006/main">
            <a:pathLst>
              <a:path w="897721" h="111555">
                <a:moveTo>
                  <a:pt x="23693" y="12230"/>
                </a:moveTo>
                <a:lnTo>
                  <a:pt x="15905" y="12230"/>
                </a:lnTo>
                <a:lnTo>
                  <a:pt x="15905" y="99324"/>
                </a:lnTo>
                <a:lnTo>
                  <a:pt x="23693" y="99324"/>
                </a:lnTo>
                <a:lnTo>
                  <a:pt x="23693" y="111555"/>
                </a:lnTo>
                <a:lnTo>
                  <a:pt x="0" y="111555"/>
                </a:lnTo>
                <a:lnTo>
                  <a:pt x="0" y="0"/>
                </a:lnTo>
                <a:lnTo>
                  <a:pt x="23693" y="0"/>
                </a:lnTo>
                <a:lnTo>
                  <a:pt x="23693" y="12230"/>
                </a:lnTo>
                <a:close/>
                <a:moveTo>
                  <a:pt x="82309" y="71353"/>
                </a:moveTo>
                <a:lnTo>
                  <a:pt x="90097" y="33565"/>
                </a:lnTo>
                <a:lnTo>
                  <a:pt x="105399" y="33565"/>
                </a:lnTo>
                <a:lnTo>
                  <a:pt x="90262" y="92907"/>
                </a:lnTo>
                <a:lnTo>
                  <a:pt x="76989" y="92907"/>
                </a:lnTo>
                <a:lnTo>
                  <a:pt x="65746" y="55558"/>
                </a:lnTo>
                <a:lnTo>
                  <a:pt x="54503" y="92907"/>
                </a:lnTo>
                <a:lnTo>
                  <a:pt x="41285" y="92907"/>
                </a:lnTo>
                <a:lnTo>
                  <a:pt x="26148" y="33565"/>
                </a:lnTo>
                <a:lnTo>
                  <a:pt x="41450" y="33565"/>
                </a:lnTo>
                <a:lnTo>
                  <a:pt x="49183" y="71298"/>
                </a:lnTo>
                <a:lnTo>
                  <a:pt x="60042" y="33565"/>
                </a:lnTo>
                <a:lnTo>
                  <a:pt x="71505" y="33565"/>
                </a:lnTo>
                <a:lnTo>
                  <a:pt x="82309" y="71353"/>
                </a:lnTo>
                <a:close/>
                <a:moveTo>
                  <a:pt x="128674" y="40037"/>
                </a:moveTo>
                <a:cubicBezTo>
                  <a:pt x="132879" y="34991"/>
                  <a:pt x="138162" y="32468"/>
                  <a:pt x="144524" y="32468"/>
                </a:cubicBezTo>
                <a:cubicBezTo>
                  <a:pt x="157394" y="32468"/>
                  <a:pt x="163921" y="39945"/>
                  <a:pt x="164104" y="54900"/>
                </a:cubicBezTo>
                <a:lnTo>
                  <a:pt x="164104" y="92907"/>
                </a:lnTo>
                <a:lnTo>
                  <a:pt x="148253" y="92907"/>
                </a:lnTo>
                <a:lnTo>
                  <a:pt x="148253" y="55339"/>
                </a:lnTo>
                <a:cubicBezTo>
                  <a:pt x="148253" y="51938"/>
                  <a:pt x="147522" y="49424"/>
                  <a:pt x="146060" y="47797"/>
                </a:cubicBezTo>
                <a:cubicBezTo>
                  <a:pt x="144597" y="46170"/>
                  <a:pt x="142166" y="45357"/>
                  <a:pt x="138765" y="45357"/>
                </a:cubicBezTo>
                <a:cubicBezTo>
                  <a:pt x="134122" y="45357"/>
                  <a:pt x="130758" y="47148"/>
                  <a:pt x="128674" y="50732"/>
                </a:cubicBezTo>
                <a:lnTo>
                  <a:pt x="128674" y="92907"/>
                </a:lnTo>
                <a:lnTo>
                  <a:pt x="112824" y="92907"/>
                </a:lnTo>
                <a:lnTo>
                  <a:pt x="112824" y="8666"/>
                </a:lnTo>
                <a:lnTo>
                  <a:pt x="128674" y="8666"/>
                </a:lnTo>
                <a:lnTo>
                  <a:pt x="128674" y="40037"/>
                </a:lnTo>
                <a:close/>
                <a:moveTo>
                  <a:pt x="210422" y="92907"/>
                </a:moveTo>
                <a:cubicBezTo>
                  <a:pt x="209690" y="91481"/>
                  <a:pt x="209160" y="89708"/>
                  <a:pt x="208831" y="87587"/>
                </a:cubicBezTo>
                <a:cubicBezTo>
                  <a:pt x="204992" y="91865"/>
                  <a:pt x="200001" y="94004"/>
                  <a:pt x="193858" y="94004"/>
                </a:cubicBezTo>
                <a:cubicBezTo>
                  <a:pt x="188045" y="94004"/>
                  <a:pt x="183228" y="92320"/>
                  <a:pt x="179407" y="88952"/>
                </a:cubicBezTo>
                <a:cubicBezTo>
                  <a:pt x="175586" y="85582"/>
                  <a:pt x="173676" y="81334"/>
                  <a:pt x="173676" y="76209"/>
                </a:cubicBezTo>
                <a:cubicBezTo>
                  <a:pt x="173676" y="69911"/>
                  <a:pt x="176006" y="65078"/>
                  <a:pt x="180668" y="61709"/>
                </a:cubicBezTo>
                <a:cubicBezTo>
                  <a:pt x="185330" y="58340"/>
                  <a:pt x="192067" y="56637"/>
                  <a:pt x="200879" y="56600"/>
                </a:cubicBezTo>
                <a:lnTo>
                  <a:pt x="208173" y="56600"/>
                </a:lnTo>
                <a:lnTo>
                  <a:pt x="208173" y="53215"/>
                </a:lnTo>
                <a:cubicBezTo>
                  <a:pt x="208173" y="50484"/>
                  <a:pt x="207469" y="48300"/>
                  <a:pt x="206061" y="46663"/>
                </a:cubicBezTo>
                <a:cubicBezTo>
                  <a:pt x="204654" y="45024"/>
                  <a:pt x="202433" y="44205"/>
                  <a:pt x="199398" y="44205"/>
                </a:cubicBezTo>
                <a:cubicBezTo>
                  <a:pt x="196729" y="44205"/>
                  <a:pt x="194635" y="44840"/>
                  <a:pt x="193118" y="46111"/>
                </a:cubicBezTo>
                <a:cubicBezTo>
                  <a:pt x="191601" y="47380"/>
                  <a:pt x="190842" y="49122"/>
                  <a:pt x="190842" y="51335"/>
                </a:cubicBezTo>
                <a:lnTo>
                  <a:pt x="174992" y="51335"/>
                </a:lnTo>
                <a:cubicBezTo>
                  <a:pt x="174992" y="47908"/>
                  <a:pt x="176052" y="44737"/>
                  <a:pt x="178173" y="41821"/>
                </a:cubicBezTo>
                <a:cubicBezTo>
                  <a:pt x="180294" y="38904"/>
                  <a:pt x="183292" y="36616"/>
                  <a:pt x="187167" y="34957"/>
                </a:cubicBezTo>
                <a:cubicBezTo>
                  <a:pt x="191043" y="33298"/>
                  <a:pt x="195394" y="32468"/>
                  <a:pt x="200221" y="32468"/>
                </a:cubicBezTo>
                <a:cubicBezTo>
                  <a:pt x="207533" y="32468"/>
                  <a:pt x="213338" y="34306"/>
                  <a:pt x="217634" y="37980"/>
                </a:cubicBezTo>
                <a:cubicBezTo>
                  <a:pt x="221930" y="41655"/>
                  <a:pt x="224078" y="46819"/>
                  <a:pt x="224078" y="53474"/>
                </a:cubicBezTo>
                <a:lnTo>
                  <a:pt x="224078" y="79196"/>
                </a:lnTo>
                <a:cubicBezTo>
                  <a:pt x="224115" y="84827"/>
                  <a:pt x="224901" y="89086"/>
                  <a:pt x="226436" y="91975"/>
                </a:cubicBezTo>
                <a:lnTo>
                  <a:pt x="226436" y="92907"/>
                </a:lnTo>
                <a:lnTo>
                  <a:pt x="210422" y="92907"/>
                </a:lnTo>
                <a:moveTo>
                  <a:pt x="197314" y="81883"/>
                </a:moveTo>
                <a:cubicBezTo>
                  <a:pt x="199654" y="81883"/>
                  <a:pt x="201811" y="81361"/>
                  <a:pt x="203785" y="80315"/>
                </a:cubicBezTo>
                <a:cubicBezTo>
                  <a:pt x="205760" y="79270"/>
                  <a:pt x="207222" y="77866"/>
                  <a:pt x="208173" y="76104"/>
                </a:cubicBezTo>
                <a:lnTo>
                  <a:pt x="208173" y="65869"/>
                </a:lnTo>
                <a:lnTo>
                  <a:pt x="202250" y="65869"/>
                </a:lnTo>
                <a:cubicBezTo>
                  <a:pt x="194316" y="65869"/>
                  <a:pt x="190092" y="68620"/>
                  <a:pt x="189581" y="74123"/>
                </a:cubicBezTo>
                <a:lnTo>
                  <a:pt x="189526" y="75059"/>
                </a:lnTo>
                <a:cubicBezTo>
                  <a:pt x="189526" y="77040"/>
                  <a:pt x="190220" y="78673"/>
                  <a:pt x="191610" y="79957"/>
                </a:cubicBezTo>
                <a:cubicBezTo>
                  <a:pt x="192999" y="81241"/>
                  <a:pt x="194901" y="81883"/>
                  <a:pt x="197314" y="81883"/>
                </a:cubicBezTo>
                <a:close/>
                <a:moveTo>
                  <a:pt x="255205" y="18976"/>
                </a:moveTo>
                <a:lnTo>
                  <a:pt x="255205" y="33565"/>
                </a:lnTo>
                <a:lnTo>
                  <a:pt x="265351" y="33565"/>
                </a:lnTo>
                <a:lnTo>
                  <a:pt x="265351" y="45192"/>
                </a:lnTo>
                <a:lnTo>
                  <a:pt x="255205" y="45192"/>
                </a:lnTo>
                <a:lnTo>
                  <a:pt x="255205" y="74809"/>
                </a:lnTo>
                <a:cubicBezTo>
                  <a:pt x="255205" y="77002"/>
                  <a:pt x="255625" y="78575"/>
                  <a:pt x="256466" y="79525"/>
                </a:cubicBezTo>
                <a:cubicBezTo>
                  <a:pt x="257307" y="80476"/>
                  <a:pt x="258916" y="80951"/>
                  <a:pt x="261293" y="80951"/>
                </a:cubicBezTo>
                <a:cubicBezTo>
                  <a:pt x="263048" y="80951"/>
                  <a:pt x="264602" y="80823"/>
                  <a:pt x="265955" y="80567"/>
                </a:cubicBezTo>
                <a:lnTo>
                  <a:pt x="265955" y="92578"/>
                </a:lnTo>
                <a:cubicBezTo>
                  <a:pt x="262847" y="93529"/>
                  <a:pt x="259647" y="94004"/>
                  <a:pt x="256357" y="94004"/>
                </a:cubicBezTo>
                <a:cubicBezTo>
                  <a:pt x="245241" y="94004"/>
                  <a:pt x="239574" y="88392"/>
                  <a:pt x="239355" y="77167"/>
                </a:cubicBezTo>
                <a:lnTo>
                  <a:pt x="239355" y="45192"/>
                </a:lnTo>
                <a:lnTo>
                  <a:pt x="230689" y="45192"/>
                </a:lnTo>
                <a:lnTo>
                  <a:pt x="230689" y="33565"/>
                </a:lnTo>
                <a:lnTo>
                  <a:pt x="239355" y="33565"/>
                </a:lnTo>
                <a:lnTo>
                  <a:pt x="239355" y="18976"/>
                </a:lnTo>
                <a:lnTo>
                  <a:pt x="255205" y="18976"/>
                </a:lnTo>
                <a:close/>
                <a:moveTo>
                  <a:pt x="321101" y="18976"/>
                </a:moveTo>
                <a:lnTo>
                  <a:pt x="321101" y="33565"/>
                </a:lnTo>
                <a:lnTo>
                  <a:pt x="331248" y="33565"/>
                </a:lnTo>
                <a:lnTo>
                  <a:pt x="331248" y="45192"/>
                </a:lnTo>
                <a:lnTo>
                  <a:pt x="321101" y="45192"/>
                </a:lnTo>
                <a:lnTo>
                  <a:pt x="321101" y="74809"/>
                </a:lnTo>
                <a:cubicBezTo>
                  <a:pt x="321101" y="77002"/>
                  <a:pt x="321522" y="78575"/>
                  <a:pt x="322363" y="79525"/>
                </a:cubicBezTo>
                <a:cubicBezTo>
                  <a:pt x="323204" y="80476"/>
                  <a:pt x="324813" y="80951"/>
                  <a:pt x="327189" y="80951"/>
                </a:cubicBezTo>
                <a:cubicBezTo>
                  <a:pt x="328944" y="80951"/>
                  <a:pt x="330498" y="80823"/>
                  <a:pt x="331851" y="80567"/>
                </a:cubicBezTo>
                <a:lnTo>
                  <a:pt x="331851" y="92578"/>
                </a:lnTo>
                <a:cubicBezTo>
                  <a:pt x="328743" y="93529"/>
                  <a:pt x="325544" y="94004"/>
                  <a:pt x="322253" y="94004"/>
                </a:cubicBezTo>
                <a:cubicBezTo>
                  <a:pt x="311138" y="94004"/>
                  <a:pt x="305471" y="88392"/>
                  <a:pt x="305251" y="77167"/>
                </a:cubicBezTo>
                <a:lnTo>
                  <a:pt x="305251" y="45192"/>
                </a:lnTo>
                <a:lnTo>
                  <a:pt x="296586" y="45192"/>
                </a:lnTo>
                <a:lnTo>
                  <a:pt x="296586" y="33565"/>
                </a:lnTo>
                <a:lnTo>
                  <a:pt x="305251" y="33565"/>
                </a:lnTo>
                <a:lnTo>
                  <a:pt x="305251" y="18976"/>
                </a:lnTo>
                <a:lnTo>
                  <a:pt x="321101" y="18976"/>
                </a:lnTo>
                <a:close/>
                <a:moveTo>
                  <a:pt x="335949" y="62688"/>
                </a:moveTo>
                <a:cubicBezTo>
                  <a:pt x="335949" y="56801"/>
                  <a:pt x="337082" y="51554"/>
                  <a:pt x="339349" y="46947"/>
                </a:cubicBezTo>
                <a:cubicBezTo>
                  <a:pt x="341616" y="42340"/>
                  <a:pt x="344879" y="38775"/>
                  <a:pt x="349139" y="36253"/>
                </a:cubicBezTo>
                <a:cubicBezTo>
                  <a:pt x="353399" y="33730"/>
                  <a:pt x="358344" y="32468"/>
                  <a:pt x="363974" y="32468"/>
                </a:cubicBezTo>
                <a:cubicBezTo>
                  <a:pt x="371982" y="32468"/>
                  <a:pt x="378518" y="34918"/>
                  <a:pt x="383582" y="39817"/>
                </a:cubicBezTo>
                <a:cubicBezTo>
                  <a:pt x="388646" y="44717"/>
                  <a:pt x="391470" y="51371"/>
                  <a:pt x="392055" y="59781"/>
                </a:cubicBezTo>
                <a:lnTo>
                  <a:pt x="392165" y="63840"/>
                </a:lnTo>
                <a:cubicBezTo>
                  <a:pt x="392165" y="72944"/>
                  <a:pt x="389624" y="80247"/>
                  <a:pt x="384541" y="85750"/>
                </a:cubicBezTo>
                <a:cubicBezTo>
                  <a:pt x="379459" y="91253"/>
                  <a:pt x="372640" y="94004"/>
                  <a:pt x="364084" y="94004"/>
                </a:cubicBezTo>
                <a:cubicBezTo>
                  <a:pt x="355528" y="94004"/>
                  <a:pt x="348700" y="91262"/>
                  <a:pt x="343600" y="85777"/>
                </a:cubicBezTo>
                <a:cubicBezTo>
                  <a:pt x="338499" y="80293"/>
                  <a:pt x="335949" y="72834"/>
                  <a:pt x="335949" y="63401"/>
                </a:cubicBezTo>
                <a:lnTo>
                  <a:pt x="335949" y="62688"/>
                </a:lnTo>
                <a:moveTo>
                  <a:pt x="351799" y="63840"/>
                </a:moveTo>
                <a:cubicBezTo>
                  <a:pt x="351799" y="69470"/>
                  <a:pt x="352859" y="73776"/>
                  <a:pt x="354980" y="76755"/>
                </a:cubicBezTo>
                <a:cubicBezTo>
                  <a:pt x="357101" y="79735"/>
                  <a:pt x="360135" y="81225"/>
                  <a:pt x="364084" y="81225"/>
                </a:cubicBezTo>
                <a:cubicBezTo>
                  <a:pt x="367923" y="81225"/>
                  <a:pt x="370922" y="79754"/>
                  <a:pt x="373079" y="76810"/>
                </a:cubicBezTo>
                <a:cubicBezTo>
                  <a:pt x="375236" y="73867"/>
                  <a:pt x="376315" y="69159"/>
                  <a:pt x="376315" y="62688"/>
                </a:cubicBezTo>
                <a:cubicBezTo>
                  <a:pt x="376315" y="57167"/>
                  <a:pt x="375236" y="52889"/>
                  <a:pt x="373079" y="49854"/>
                </a:cubicBezTo>
                <a:cubicBezTo>
                  <a:pt x="370922" y="46819"/>
                  <a:pt x="367887" y="45302"/>
                  <a:pt x="363974" y="45302"/>
                </a:cubicBezTo>
                <a:cubicBezTo>
                  <a:pt x="360099" y="45302"/>
                  <a:pt x="357101" y="46810"/>
                  <a:pt x="354980" y="49827"/>
                </a:cubicBezTo>
                <a:cubicBezTo>
                  <a:pt x="352859" y="52843"/>
                  <a:pt x="351799" y="57514"/>
                  <a:pt x="351799" y="63840"/>
                </a:cubicBezTo>
                <a:close/>
                <a:moveTo>
                  <a:pt x="465400" y="86874"/>
                </a:moveTo>
                <a:cubicBezTo>
                  <a:pt x="461487" y="91628"/>
                  <a:pt x="456076" y="94004"/>
                  <a:pt x="449166" y="94004"/>
                </a:cubicBezTo>
                <a:cubicBezTo>
                  <a:pt x="442804" y="94004"/>
                  <a:pt x="437950" y="92176"/>
                  <a:pt x="434604" y="88520"/>
                </a:cubicBezTo>
                <a:cubicBezTo>
                  <a:pt x="431259" y="84863"/>
                  <a:pt x="429549" y="79507"/>
                  <a:pt x="429476" y="72450"/>
                </a:cubicBezTo>
                <a:lnTo>
                  <a:pt x="429476" y="33565"/>
                </a:lnTo>
                <a:lnTo>
                  <a:pt x="445326" y="33565"/>
                </a:lnTo>
                <a:lnTo>
                  <a:pt x="445326" y="71902"/>
                </a:lnTo>
                <a:cubicBezTo>
                  <a:pt x="445326" y="78081"/>
                  <a:pt x="448142" y="81171"/>
                  <a:pt x="453773" y="81171"/>
                </a:cubicBezTo>
                <a:cubicBezTo>
                  <a:pt x="459147" y="81171"/>
                  <a:pt x="462840" y="79306"/>
                  <a:pt x="464851" y="75576"/>
                </a:cubicBezTo>
                <a:lnTo>
                  <a:pt x="464851" y="33565"/>
                </a:lnTo>
                <a:lnTo>
                  <a:pt x="480756" y="33565"/>
                </a:lnTo>
                <a:lnTo>
                  <a:pt x="480756" y="92907"/>
                </a:lnTo>
                <a:lnTo>
                  <a:pt x="465838" y="92907"/>
                </a:lnTo>
                <a:lnTo>
                  <a:pt x="465400" y="86874"/>
                </a:lnTo>
                <a:close/>
                <a:moveTo>
                  <a:pt x="524825" y="76509"/>
                </a:moveTo>
                <a:cubicBezTo>
                  <a:pt x="524825" y="74571"/>
                  <a:pt x="523866" y="73044"/>
                  <a:pt x="521946" y="71929"/>
                </a:cubicBezTo>
                <a:cubicBezTo>
                  <a:pt x="520027" y="70814"/>
                  <a:pt x="516946" y="69818"/>
                  <a:pt x="512705" y="68940"/>
                </a:cubicBezTo>
                <a:cubicBezTo>
                  <a:pt x="498591" y="65978"/>
                  <a:pt x="491535" y="59982"/>
                  <a:pt x="491535" y="50951"/>
                </a:cubicBezTo>
                <a:cubicBezTo>
                  <a:pt x="491535" y="45686"/>
                  <a:pt x="493719" y="41289"/>
                  <a:pt x="498089" y="37761"/>
                </a:cubicBezTo>
                <a:cubicBezTo>
                  <a:pt x="502458" y="34232"/>
                  <a:pt x="508171" y="32468"/>
                  <a:pt x="515228" y="32468"/>
                </a:cubicBezTo>
                <a:cubicBezTo>
                  <a:pt x="522760" y="32468"/>
                  <a:pt x="528783" y="34242"/>
                  <a:pt x="533299" y="37788"/>
                </a:cubicBezTo>
                <a:cubicBezTo>
                  <a:pt x="537815" y="41335"/>
                  <a:pt x="540072" y="45942"/>
                  <a:pt x="540072" y="51609"/>
                </a:cubicBezTo>
                <a:lnTo>
                  <a:pt x="524222" y="51609"/>
                </a:lnTo>
                <a:cubicBezTo>
                  <a:pt x="524222" y="49342"/>
                  <a:pt x="523491" y="47468"/>
                  <a:pt x="522028" y="45987"/>
                </a:cubicBezTo>
                <a:cubicBezTo>
                  <a:pt x="520566" y="44507"/>
                  <a:pt x="518281" y="43766"/>
                  <a:pt x="515173" y="43766"/>
                </a:cubicBezTo>
                <a:cubicBezTo>
                  <a:pt x="512504" y="43766"/>
                  <a:pt x="510438" y="44370"/>
                  <a:pt x="508975" y="45576"/>
                </a:cubicBezTo>
                <a:cubicBezTo>
                  <a:pt x="507513" y="46783"/>
                  <a:pt x="506781" y="48318"/>
                  <a:pt x="506781" y="50183"/>
                </a:cubicBezTo>
                <a:cubicBezTo>
                  <a:pt x="506781" y="51938"/>
                  <a:pt x="507613" y="53355"/>
                  <a:pt x="509277" y="54434"/>
                </a:cubicBezTo>
                <a:cubicBezTo>
                  <a:pt x="510941" y="55512"/>
                  <a:pt x="513747" y="56445"/>
                  <a:pt x="517696" y="57231"/>
                </a:cubicBezTo>
                <a:cubicBezTo>
                  <a:pt x="521644" y="58017"/>
                  <a:pt x="524972" y="58903"/>
                  <a:pt x="527677" y="59891"/>
                </a:cubicBezTo>
                <a:cubicBezTo>
                  <a:pt x="536050" y="62962"/>
                  <a:pt x="540237" y="68282"/>
                  <a:pt x="540237" y="75851"/>
                </a:cubicBezTo>
                <a:cubicBezTo>
                  <a:pt x="540237" y="81262"/>
                  <a:pt x="537915" y="85640"/>
                  <a:pt x="533272" y="88986"/>
                </a:cubicBezTo>
                <a:cubicBezTo>
                  <a:pt x="528628" y="92331"/>
                  <a:pt x="522632" y="94004"/>
                  <a:pt x="515282" y="94004"/>
                </a:cubicBezTo>
                <a:cubicBezTo>
                  <a:pt x="510310" y="94004"/>
                  <a:pt x="505895" y="93118"/>
                  <a:pt x="502037" y="91344"/>
                </a:cubicBezTo>
                <a:cubicBezTo>
                  <a:pt x="498180" y="89571"/>
                  <a:pt x="495154" y="87139"/>
                  <a:pt x="492961" y="84050"/>
                </a:cubicBezTo>
                <a:cubicBezTo>
                  <a:pt x="490767" y="80960"/>
                  <a:pt x="489670" y="77624"/>
                  <a:pt x="489670" y="74041"/>
                </a:cubicBezTo>
                <a:lnTo>
                  <a:pt x="504697" y="74041"/>
                </a:lnTo>
                <a:cubicBezTo>
                  <a:pt x="504844" y="76856"/>
                  <a:pt x="505886" y="79013"/>
                  <a:pt x="507824" y="80512"/>
                </a:cubicBezTo>
                <a:cubicBezTo>
                  <a:pt x="509761" y="82011"/>
                  <a:pt x="512357" y="82761"/>
                  <a:pt x="515612" y="82761"/>
                </a:cubicBezTo>
                <a:cubicBezTo>
                  <a:pt x="518646" y="82761"/>
                  <a:pt x="520941" y="82185"/>
                  <a:pt x="522495" y="81033"/>
                </a:cubicBezTo>
                <a:cubicBezTo>
                  <a:pt x="524048" y="79882"/>
                  <a:pt x="524825" y="78373"/>
                  <a:pt x="524825" y="76509"/>
                </a:cubicBezTo>
                <a:close/>
                <a:moveTo>
                  <a:pt x="577727" y="94004"/>
                </a:moveTo>
                <a:cubicBezTo>
                  <a:pt x="569025" y="94004"/>
                  <a:pt x="561941" y="91335"/>
                  <a:pt x="556474" y="85997"/>
                </a:cubicBezTo>
                <a:cubicBezTo>
                  <a:pt x="551008" y="80659"/>
                  <a:pt x="548275" y="73547"/>
                  <a:pt x="548275" y="64662"/>
                </a:cubicBezTo>
                <a:lnTo>
                  <a:pt x="548275" y="63127"/>
                </a:lnTo>
                <a:cubicBezTo>
                  <a:pt x="548275" y="57167"/>
                  <a:pt x="549427" y="51838"/>
                  <a:pt x="551730" y="47139"/>
                </a:cubicBezTo>
                <a:cubicBezTo>
                  <a:pt x="554034" y="42441"/>
                  <a:pt x="557297" y="38821"/>
                  <a:pt x="561520" y="36280"/>
                </a:cubicBezTo>
                <a:cubicBezTo>
                  <a:pt x="565743" y="33739"/>
                  <a:pt x="570560" y="32468"/>
                  <a:pt x="575972" y="32468"/>
                </a:cubicBezTo>
                <a:cubicBezTo>
                  <a:pt x="584089" y="32468"/>
                  <a:pt x="590478" y="35028"/>
                  <a:pt x="595140" y="40146"/>
                </a:cubicBezTo>
                <a:cubicBezTo>
                  <a:pt x="599802" y="45265"/>
                  <a:pt x="602133" y="52523"/>
                  <a:pt x="602133" y="61920"/>
                </a:cubicBezTo>
                <a:lnTo>
                  <a:pt x="602133" y="68392"/>
                </a:lnTo>
                <a:lnTo>
                  <a:pt x="564345" y="68392"/>
                </a:lnTo>
                <a:cubicBezTo>
                  <a:pt x="564857" y="72267"/>
                  <a:pt x="566401" y="75375"/>
                  <a:pt x="568979" y="77715"/>
                </a:cubicBezTo>
                <a:cubicBezTo>
                  <a:pt x="571557" y="80055"/>
                  <a:pt x="574820" y="81225"/>
                  <a:pt x="578769" y="81225"/>
                </a:cubicBezTo>
                <a:cubicBezTo>
                  <a:pt x="584875" y="81225"/>
                  <a:pt x="589647" y="79013"/>
                  <a:pt x="593083" y="74589"/>
                </a:cubicBezTo>
                <a:lnTo>
                  <a:pt x="600871" y="83309"/>
                </a:lnTo>
                <a:cubicBezTo>
                  <a:pt x="598495" y="86673"/>
                  <a:pt x="595277" y="89297"/>
                  <a:pt x="591219" y="91180"/>
                </a:cubicBezTo>
                <a:cubicBezTo>
                  <a:pt x="587160" y="93063"/>
                  <a:pt x="582663" y="94004"/>
                  <a:pt x="577727" y="94004"/>
                </a:cubicBezTo>
                <a:moveTo>
                  <a:pt x="575917" y="45302"/>
                </a:moveTo>
                <a:cubicBezTo>
                  <a:pt x="572773" y="45302"/>
                  <a:pt x="570222" y="46362"/>
                  <a:pt x="568266" y="48483"/>
                </a:cubicBezTo>
                <a:cubicBezTo>
                  <a:pt x="566310" y="50604"/>
                  <a:pt x="565058" y="53638"/>
                  <a:pt x="564509" y="57587"/>
                </a:cubicBezTo>
                <a:lnTo>
                  <a:pt x="586557" y="57587"/>
                </a:lnTo>
                <a:lnTo>
                  <a:pt x="586557" y="56326"/>
                </a:lnTo>
                <a:cubicBezTo>
                  <a:pt x="586484" y="52816"/>
                  <a:pt x="585533" y="50101"/>
                  <a:pt x="583705" y="48181"/>
                </a:cubicBezTo>
                <a:cubicBezTo>
                  <a:pt x="581877" y="46262"/>
                  <a:pt x="579281" y="45302"/>
                  <a:pt x="575917" y="45302"/>
                </a:cubicBezTo>
                <a:close/>
                <a:moveTo>
                  <a:pt x="655789" y="92907"/>
                </a:moveTo>
                <a:lnTo>
                  <a:pt x="639884" y="92907"/>
                </a:lnTo>
                <a:lnTo>
                  <a:pt x="639884" y="33565"/>
                </a:lnTo>
                <a:lnTo>
                  <a:pt x="655789" y="33565"/>
                </a:lnTo>
                <a:lnTo>
                  <a:pt x="655789" y="92907"/>
                </a:lnTo>
                <a:moveTo>
                  <a:pt x="638952" y="18209"/>
                </a:moveTo>
                <a:cubicBezTo>
                  <a:pt x="638952" y="15832"/>
                  <a:pt x="639747" y="13876"/>
                  <a:pt x="641338" y="12340"/>
                </a:cubicBezTo>
                <a:cubicBezTo>
                  <a:pt x="642928" y="10804"/>
                  <a:pt x="645095" y="10037"/>
                  <a:pt x="647837" y="10037"/>
                </a:cubicBezTo>
                <a:cubicBezTo>
                  <a:pt x="650543" y="10037"/>
                  <a:pt x="652700" y="10804"/>
                  <a:pt x="654309" y="12340"/>
                </a:cubicBezTo>
                <a:cubicBezTo>
                  <a:pt x="655917" y="13876"/>
                  <a:pt x="656722" y="15832"/>
                  <a:pt x="656722" y="18209"/>
                </a:cubicBezTo>
                <a:cubicBezTo>
                  <a:pt x="656722" y="20622"/>
                  <a:pt x="655908" y="22596"/>
                  <a:pt x="654281" y="24132"/>
                </a:cubicBezTo>
                <a:cubicBezTo>
                  <a:pt x="652654" y="25667"/>
                  <a:pt x="650506" y="26435"/>
                  <a:pt x="647837" y="26435"/>
                </a:cubicBezTo>
                <a:cubicBezTo>
                  <a:pt x="645168" y="26435"/>
                  <a:pt x="643020" y="25667"/>
                  <a:pt x="641393" y="24132"/>
                </a:cubicBezTo>
                <a:cubicBezTo>
                  <a:pt x="639766" y="22596"/>
                  <a:pt x="638952" y="20622"/>
                  <a:pt x="638952" y="18209"/>
                </a:cubicBezTo>
                <a:close/>
                <a:moveTo>
                  <a:pt x="687806" y="18976"/>
                </a:moveTo>
                <a:lnTo>
                  <a:pt x="687806" y="33565"/>
                </a:lnTo>
                <a:lnTo>
                  <a:pt x="697953" y="33565"/>
                </a:lnTo>
                <a:lnTo>
                  <a:pt x="697953" y="45192"/>
                </a:lnTo>
                <a:lnTo>
                  <a:pt x="687806" y="45192"/>
                </a:lnTo>
                <a:lnTo>
                  <a:pt x="687806" y="74809"/>
                </a:lnTo>
                <a:cubicBezTo>
                  <a:pt x="687806" y="77002"/>
                  <a:pt x="688227" y="78575"/>
                  <a:pt x="689068" y="79525"/>
                </a:cubicBezTo>
                <a:cubicBezTo>
                  <a:pt x="689909" y="80476"/>
                  <a:pt x="691518" y="80951"/>
                  <a:pt x="693894" y="80951"/>
                </a:cubicBezTo>
                <a:cubicBezTo>
                  <a:pt x="695649" y="80951"/>
                  <a:pt x="697203" y="80823"/>
                  <a:pt x="698556" y="80567"/>
                </a:cubicBezTo>
                <a:lnTo>
                  <a:pt x="698556" y="92578"/>
                </a:lnTo>
                <a:cubicBezTo>
                  <a:pt x="695448" y="93529"/>
                  <a:pt x="692249" y="94004"/>
                  <a:pt x="688958" y="94004"/>
                </a:cubicBezTo>
                <a:cubicBezTo>
                  <a:pt x="677843" y="94004"/>
                  <a:pt x="672176" y="88392"/>
                  <a:pt x="671956" y="77167"/>
                </a:cubicBezTo>
                <a:lnTo>
                  <a:pt x="671956" y="45192"/>
                </a:lnTo>
                <a:lnTo>
                  <a:pt x="663291" y="45192"/>
                </a:lnTo>
                <a:lnTo>
                  <a:pt x="663291" y="33565"/>
                </a:lnTo>
                <a:lnTo>
                  <a:pt x="671956" y="33565"/>
                </a:lnTo>
                <a:lnTo>
                  <a:pt x="671956" y="18976"/>
                </a:lnTo>
                <a:lnTo>
                  <a:pt x="687806" y="18976"/>
                </a:lnTo>
                <a:close/>
                <a:moveTo>
                  <a:pt x="739059" y="92907"/>
                </a:moveTo>
                <a:lnTo>
                  <a:pt x="739059" y="45192"/>
                </a:lnTo>
                <a:lnTo>
                  <a:pt x="730229" y="45192"/>
                </a:lnTo>
                <a:lnTo>
                  <a:pt x="730229" y="33565"/>
                </a:lnTo>
                <a:lnTo>
                  <a:pt x="739059" y="33565"/>
                </a:lnTo>
                <a:lnTo>
                  <a:pt x="739059" y="28509"/>
                </a:lnTo>
                <a:cubicBezTo>
                  <a:pt x="739059" y="21841"/>
                  <a:pt x="740970" y="16665"/>
                  <a:pt x="744791" y="12983"/>
                </a:cubicBezTo>
                <a:cubicBezTo>
                  <a:pt x="748611" y="9300"/>
                  <a:pt x="753959" y="7459"/>
                  <a:pt x="760833" y="7459"/>
                </a:cubicBezTo>
                <a:cubicBezTo>
                  <a:pt x="763027" y="7459"/>
                  <a:pt x="765714" y="7825"/>
                  <a:pt x="768895" y="8556"/>
                </a:cubicBezTo>
                <a:lnTo>
                  <a:pt x="768730" y="20841"/>
                </a:lnTo>
                <a:cubicBezTo>
                  <a:pt x="767414" y="20512"/>
                  <a:pt x="765805" y="20347"/>
                  <a:pt x="763904" y="20347"/>
                </a:cubicBezTo>
                <a:cubicBezTo>
                  <a:pt x="757944" y="20347"/>
                  <a:pt x="754964" y="23156"/>
                  <a:pt x="754964" y="28773"/>
                </a:cubicBezTo>
                <a:lnTo>
                  <a:pt x="754964" y="33565"/>
                </a:lnTo>
                <a:lnTo>
                  <a:pt x="766756" y="33565"/>
                </a:lnTo>
                <a:lnTo>
                  <a:pt x="766756" y="45192"/>
                </a:lnTo>
                <a:lnTo>
                  <a:pt x="754964" y="45192"/>
                </a:lnTo>
                <a:lnTo>
                  <a:pt x="754964" y="92907"/>
                </a:lnTo>
                <a:lnTo>
                  <a:pt x="739059" y="92907"/>
                </a:lnTo>
                <a:close/>
                <a:moveTo>
                  <a:pt x="772498" y="62688"/>
                </a:moveTo>
                <a:cubicBezTo>
                  <a:pt x="772498" y="56801"/>
                  <a:pt x="773632" y="51554"/>
                  <a:pt x="775899" y="46947"/>
                </a:cubicBezTo>
                <a:cubicBezTo>
                  <a:pt x="778165" y="42340"/>
                  <a:pt x="781429" y="38775"/>
                  <a:pt x="785688" y="36253"/>
                </a:cubicBezTo>
                <a:cubicBezTo>
                  <a:pt x="789948" y="33730"/>
                  <a:pt x="794893" y="32468"/>
                  <a:pt x="800524" y="32468"/>
                </a:cubicBezTo>
                <a:cubicBezTo>
                  <a:pt x="808531" y="32468"/>
                  <a:pt x="815067" y="34918"/>
                  <a:pt x="820131" y="39817"/>
                </a:cubicBezTo>
                <a:cubicBezTo>
                  <a:pt x="825195" y="44717"/>
                  <a:pt x="828020" y="51371"/>
                  <a:pt x="828605" y="59781"/>
                </a:cubicBezTo>
                <a:lnTo>
                  <a:pt x="828714" y="63840"/>
                </a:lnTo>
                <a:cubicBezTo>
                  <a:pt x="828714" y="72944"/>
                  <a:pt x="826173" y="80247"/>
                  <a:pt x="821091" y="85750"/>
                </a:cubicBezTo>
                <a:cubicBezTo>
                  <a:pt x="816008" y="91253"/>
                  <a:pt x="809189" y="94004"/>
                  <a:pt x="800634" y="94004"/>
                </a:cubicBezTo>
                <a:cubicBezTo>
                  <a:pt x="792078" y="94004"/>
                  <a:pt x="785250" y="91262"/>
                  <a:pt x="780149" y="85777"/>
                </a:cubicBezTo>
                <a:cubicBezTo>
                  <a:pt x="775048" y="80293"/>
                  <a:pt x="772498" y="72834"/>
                  <a:pt x="772498" y="63401"/>
                </a:cubicBezTo>
                <a:lnTo>
                  <a:pt x="772498" y="62688"/>
                </a:lnTo>
                <a:moveTo>
                  <a:pt x="788348" y="63840"/>
                </a:moveTo>
                <a:cubicBezTo>
                  <a:pt x="788348" y="69470"/>
                  <a:pt x="789409" y="73776"/>
                  <a:pt x="791529" y="76755"/>
                </a:cubicBezTo>
                <a:cubicBezTo>
                  <a:pt x="793650" y="79735"/>
                  <a:pt x="796685" y="81225"/>
                  <a:pt x="800634" y="81225"/>
                </a:cubicBezTo>
                <a:cubicBezTo>
                  <a:pt x="804473" y="81225"/>
                  <a:pt x="807471" y="79754"/>
                  <a:pt x="809628" y="76810"/>
                </a:cubicBezTo>
                <a:cubicBezTo>
                  <a:pt x="811785" y="73867"/>
                  <a:pt x="812864" y="69159"/>
                  <a:pt x="812864" y="62688"/>
                </a:cubicBezTo>
                <a:cubicBezTo>
                  <a:pt x="812864" y="57167"/>
                  <a:pt x="811785" y="52889"/>
                  <a:pt x="809628" y="49854"/>
                </a:cubicBezTo>
                <a:cubicBezTo>
                  <a:pt x="807471" y="46819"/>
                  <a:pt x="804436" y="45302"/>
                  <a:pt x="800524" y="45302"/>
                </a:cubicBezTo>
                <a:cubicBezTo>
                  <a:pt x="796648" y="45302"/>
                  <a:pt x="793650" y="46810"/>
                  <a:pt x="791529" y="49827"/>
                </a:cubicBezTo>
                <a:cubicBezTo>
                  <a:pt x="789409" y="52843"/>
                  <a:pt x="788348" y="57514"/>
                  <a:pt x="788348" y="63840"/>
                </a:cubicBezTo>
                <a:close/>
                <a:moveTo>
                  <a:pt x="871796" y="48428"/>
                </a:moveTo>
                <a:cubicBezTo>
                  <a:pt x="869639" y="48136"/>
                  <a:pt x="867737" y="47989"/>
                  <a:pt x="866092" y="47989"/>
                </a:cubicBezTo>
                <a:cubicBezTo>
                  <a:pt x="860096" y="47989"/>
                  <a:pt x="856165" y="50019"/>
                  <a:pt x="854300" y="54077"/>
                </a:cubicBezTo>
                <a:lnTo>
                  <a:pt x="854300" y="92907"/>
                </a:lnTo>
                <a:lnTo>
                  <a:pt x="838450" y="92907"/>
                </a:lnTo>
                <a:lnTo>
                  <a:pt x="838450" y="33565"/>
                </a:lnTo>
                <a:lnTo>
                  <a:pt x="853423" y="33565"/>
                </a:lnTo>
                <a:lnTo>
                  <a:pt x="853862" y="40640"/>
                </a:lnTo>
                <a:cubicBezTo>
                  <a:pt x="857043" y="35192"/>
                  <a:pt x="861448" y="32468"/>
                  <a:pt x="867079" y="32468"/>
                </a:cubicBezTo>
                <a:cubicBezTo>
                  <a:pt x="868834" y="32468"/>
                  <a:pt x="870480" y="32706"/>
                  <a:pt x="872015" y="33181"/>
                </a:cubicBezTo>
                <a:lnTo>
                  <a:pt x="871796" y="48428"/>
                </a:lnTo>
                <a:close/>
                <a:moveTo>
                  <a:pt x="874028" y="0"/>
                </a:moveTo>
                <a:lnTo>
                  <a:pt x="897721" y="0"/>
                </a:lnTo>
                <a:lnTo>
                  <a:pt x="897721" y="111555"/>
                </a:lnTo>
                <a:lnTo>
                  <a:pt x="874028" y="111555"/>
                </a:lnTo>
                <a:lnTo>
                  <a:pt x="874028" y="99324"/>
                </a:lnTo>
                <a:lnTo>
                  <a:pt x="881870" y="99324"/>
                </a:lnTo>
                <a:lnTo>
                  <a:pt x="881870" y="12230"/>
                </a:lnTo>
                <a:lnTo>
                  <a:pt x="874028" y="12230"/>
                </a:lnTo>
                <a:lnTo>
                  <a:pt x="87402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D5E95E-E3C0-48F0-BB51-F3EF0535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8365" y="4476419"/>
            <a:ext cx="2252442" cy="571642"/>
          </a:xfrm>
          <a:custGeom xmlns:a="http://schemas.openxmlformats.org/drawingml/2006/main">
            <a:pathLst>
              <a:path w="2252442" h="571642">
                <a:moveTo>
                  <a:pt x="0" y="281315"/>
                </a:moveTo>
                <a:lnTo>
                  <a:pt x="279687" y="563363"/>
                </a:lnTo>
                <a:lnTo>
                  <a:pt x="2250075" y="571642"/>
                </a:lnTo>
                <a:lnTo>
                  <a:pt x="2252442" y="8278"/>
                </a:lnTo>
                <a:lnTo>
                  <a:pt x="282056" y="0"/>
                </a:lnTo>
                <a:lnTo>
                  <a:pt x="7" y="279689"/>
                </a:lnTo>
                <a:lnTo>
                  <a:pt x="0" y="281315"/>
                </a:lnTo>
                <a:close/>
              </a:path>
            </a:pathLst>
          </a:custGeom>
          <a:solidFill xmlns:a="http://schemas.openxmlformats.org/drawingml/2006/main">
            <a:srgbClr val="D6AA4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KnowledgeSharingStructures">
            <a:extLst xmlns:a="http://schemas.openxmlformats.org/drawingml/2006/main">
              <a:ext uri="{FF2B5EF4-FFF2-40B4-BE49-F238E27FC236}">
                <a16:creationId xmlns:a16="http://schemas.microsoft.com/office/drawing/2014/main" id="{4E7E62D6-6059-41BD-A09D-DD172373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0498" y="4624835"/>
            <a:ext cx="1790762" cy="126633"/>
          </a:xfrm>
          <a:custGeom xmlns:a="http://schemas.openxmlformats.org/drawingml/2006/main">
            <a:pathLst>
              <a:path w="1790762" h="126633">
                <a:moveTo>
                  <a:pt x="29431" y="61445"/>
                </a:moveTo>
                <a:lnTo>
                  <a:pt x="19363" y="72288"/>
                </a:lnTo>
                <a:lnTo>
                  <a:pt x="19363" y="99138"/>
                </a:lnTo>
                <a:lnTo>
                  <a:pt x="0" y="99138"/>
                </a:lnTo>
                <a:lnTo>
                  <a:pt x="0" y="5163"/>
                </a:lnTo>
                <a:lnTo>
                  <a:pt x="19363" y="5163"/>
                </a:lnTo>
                <a:lnTo>
                  <a:pt x="19363" y="47762"/>
                </a:lnTo>
                <a:lnTo>
                  <a:pt x="27882" y="36079"/>
                </a:lnTo>
                <a:lnTo>
                  <a:pt x="51828" y="5163"/>
                </a:lnTo>
                <a:lnTo>
                  <a:pt x="75644" y="5163"/>
                </a:lnTo>
                <a:lnTo>
                  <a:pt x="42275" y="46923"/>
                </a:lnTo>
                <a:lnTo>
                  <a:pt x="76612" y="99138"/>
                </a:lnTo>
                <a:lnTo>
                  <a:pt x="53570" y="99138"/>
                </a:lnTo>
                <a:lnTo>
                  <a:pt x="29431" y="61445"/>
                </a:lnTo>
                <a:close/>
                <a:moveTo>
                  <a:pt x="99827" y="29302"/>
                </a:moveTo>
                <a:lnTo>
                  <a:pt x="100408" y="37370"/>
                </a:lnTo>
                <a:cubicBezTo>
                  <a:pt x="105399" y="31131"/>
                  <a:pt x="112090" y="28012"/>
                  <a:pt x="120480" y="28012"/>
                </a:cubicBezTo>
                <a:cubicBezTo>
                  <a:pt x="127881" y="28012"/>
                  <a:pt x="133389" y="30184"/>
                  <a:pt x="137003" y="34530"/>
                </a:cubicBezTo>
                <a:cubicBezTo>
                  <a:pt x="140618" y="38876"/>
                  <a:pt x="142468" y="45374"/>
                  <a:pt x="142554" y="54022"/>
                </a:cubicBezTo>
                <a:lnTo>
                  <a:pt x="142554" y="99138"/>
                </a:lnTo>
                <a:lnTo>
                  <a:pt x="123901" y="99138"/>
                </a:lnTo>
                <a:lnTo>
                  <a:pt x="123901" y="54474"/>
                </a:lnTo>
                <a:cubicBezTo>
                  <a:pt x="123901" y="50515"/>
                  <a:pt x="123041" y="47643"/>
                  <a:pt x="121320" y="45858"/>
                </a:cubicBezTo>
                <a:cubicBezTo>
                  <a:pt x="119598" y="44072"/>
                  <a:pt x="116737" y="43179"/>
                  <a:pt x="112735" y="43179"/>
                </a:cubicBezTo>
                <a:cubicBezTo>
                  <a:pt x="107486" y="43179"/>
                  <a:pt x="103549" y="45417"/>
                  <a:pt x="100924" y="49891"/>
                </a:cubicBezTo>
                <a:lnTo>
                  <a:pt x="100924" y="99138"/>
                </a:lnTo>
                <a:lnTo>
                  <a:pt x="82271" y="99138"/>
                </a:lnTo>
                <a:lnTo>
                  <a:pt x="82271" y="29302"/>
                </a:lnTo>
                <a:lnTo>
                  <a:pt x="99827" y="29302"/>
                </a:lnTo>
                <a:close/>
                <a:moveTo>
                  <a:pt x="153767" y="63575"/>
                </a:moveTo>
                <a:cubicBezTo>
                  <a:pt x="153767" y="56647"/>
                  <a:pt x="155101" y="50472"/>
                  <a:pt x="157768" y="45051"/>
                </a:cubicBezTo>
                <a:cubicBezTo>
                  <a:pt x="160436" y="39629"/>
                  <a:pt x="164276" y="35434"/>
                  <a:pt x="169289" y="32465"/>
                </a:cubicBezTo>
                <a:cubicBezTo>
                  <a:pt x="174302" y="29496"/>
                  <a:pt x="180122" y="28012"/>
                  <a:pt x="186748" y="28012"/>
                </a:cubicBezTo>
                <a:cubicBezTo>
                  <a:pt x="196171" y="28012"/>
                  <a:pt x="203863" y="30894"/>
                  <a:pt x="209822" y="36660"/>
                </a:cubicBezTo>
                <a:cubicBezTo>
                  <a:pt x="215781" y="42426"/>
                  <a:pt x="219105" y="50257"/>
                  <a:pt x="219794" y="60154"/>
                </a:cubicBezTo>
                <a:lnTo>
                  <a:pt x="219923" y="64930"/>
                </a:lnTo>
                <a:cubicBezTo>
                  <a:pt x="219923" y="75644"/>
                  <a:pt x="216932" y="84239"/>
                  <a:pt x="210952" y="90715"/>
                </a:cubicBezTo>
                <a:cubicBezTo>
                  <a:pt x="204971" y="97191"/>
                  <a:pt x="196946" y="100428"/>
                  <a:pt x="186877" y="100428"/>
                </a:cubicBezTo>
                <a:cubicBezTo>
                  <a:pt x="176808" y="100428"/>
                  <a:pt x="168773" y="97201"/>
                  <a:pt x="162770" y="90747"/>
                </a:cubicBezTo>
                <a:cubicBezTo>
                  <a:pt x="156768" y="84293"/>
                  <a:pt x="153767" y="75515"/>
                  <a:pt x="153767" y="64414"/>
                </a:cubicBezTo>
                <a:lnTo>
                  <a:pt x="153767" y="63575"/>
                </a:lnTo>
                <a:moveTo>
                  <a:pt x="172420" y="64930"/>
                </a:moveTo>
                <a:cubicBezTo>
                  <a:pt x="172420" y="71556"/>
                  <a:pt x="173667" y="76623"/>
                  <a:pt x="176163" y="80130"/>
                </a:cubicBezTo>
                <a:cubicBezTo>
                  <a:pt x="178659" y="83637"/>
                  <a:pt x="182230" y="85390"/>
                  <a:pt x="186877" y="85390"/>
                </a:cubicBezTo>
                <a:cubicBezTo>
                  <a:pt x="191395" y="85390"/>
                  <a:pt x="194923" y="83658"/>
                  <a:pt x="197462" y="80194"/>
                </a:cubicBezTo>
                <a:cubicBezTo>
                  <a:pt x="200001" y="76731"/>
                  <a:pt x="201270" y="71191"/>
                  <a:pt x="201270" y="63575"/>
                </a:cubicBezTo>
                <a:cubicBezTo>
                  <a:pt x="201270" y="57077"/>
                  <a:pt x="200001" y="52043"/>
                  <a:pt x="197462" y="48472"/>
                </a:cubicBezTo>
                <a:cubicBezTo>
                  <a:pt x="194923" y="44900"/>
                  <a:pt x="191352" y="43115"/>
                  <a:pt x="186748" y="43115"/>
                </a:cubicBezTo>
                <a:cubicBezTo>
                  <a:pt x="182187" y="43115"/>
                  <a:pt x="178659" y="44889"/>
                  <a:pt x="176163" y="48439"/>
                </a:cubicBezTo>
                <a:cubicBezTo>
                  <a:pt x="173667" y="51989"/>
                  <a:pt x="172420" y="57486"/>
                  <a:pt x="172420" y="64930"/>
                </a:cubicBezTo>
                <a:close/>
                <a:moveTo>
                  <a:pt x="292128" y="73772"/>
                </a:moveTo>
                <a:lnTo>
                  <a:pt x="301293" y="29302"/>
                </a:lnTo>
                <a:lnTo>
                  <a:pt x="319300" y="29302"/>
                </a:lnTo>
                <a:lnTo>
                  <a:pt x="301486" y="99138"/>
                </a:lnTo>
                <a:lnTo>
                  <a:pt x="285867" y="99138"/>
                </a:lnTo>
                <a:lnTo>
                  <a:pt x="272636" y="55184"/>
                </a:lnTo>
                <a:lnTo>
                  <a:pt x="259405" y="99138"/>
                </a:lnTo>
                <a:lnTo>
                  <a:pt x="243850" y="99138"/>
                </a:lnTo>
                <a:lnTo>
                  <a:pt x="226036" y="29302"/>
                </a:lnTo>
                <a:lnTo>
                  <a:pt x="244043" y="29302"/>
                </a:lnTo>
                <a:lnTo>
                  <a:pt x="253144" y="73708"/>
                </a:lnTo>
                <a:lnTo>
                  <a:pt x="265923" y="29302"/>
                </a:lnTo>
                <a:lnTo>
                  <a:pt x="279413" y="29302"/>
                </a:lnTo>
                <a:lnTo>
                  <a:pt x="292128" y="73772"/>
                </a:lnTo>
                <a:close/>
                <a:moveTo>
                  <a:pt x="348191" y="99138"/>
                </a:moveTo>
                <a:lnTo>
                  <a:pt x="329474" y="99138"/>
                </a:lnTo>
                <a:lnTo>
                  <a:pt x="329474" y="0"/>
                </a:lnTo>
                <a:lnTo>
                  <a:pt x="348191" y="0"/>
                </a:lnTo>
                <a:lnTo>
                  <a:pt x="348191" y="99138"/>
                </a:lnTo>
                <a:close/>
                <a:moveTo>
                  <a:pt x="395686" y="100428"/>
                </a:moveTo>
                <a:cubicBezTo>
                  <a:pt x="385445" y="100428"/>
                  <a:pt x="377109" y="97287"/>
                  <a:pt x="370676" y="91005"/>
                </a:cubicBezTo>
                <a:cubicBezTo>
                  <a:pt x="364243" y="84723"/>
                  <a:pt x="361027" y="76354"/>
                  <a:pt x="361027" y="65898"/>
                </a:cubicBezTo>
                <a:lnTo>
                  <a:pt x="361027" y="64091"/>
                </a:lnTo>
                <a:cubicBezTo>
                  <a:pt x="361027" y="57077"/>
                  <a:pt x="362382" y="50806"/>
                  <a:pt x="365093" y="45277"/>
                </a:cubicBezTo>
                <a:cubicBezTo>
                  <a:pt x="367804" y="39748"/>
                  <a:pt x="371644" y="35488"/>
                  <a:pt x="376614" y="32497"/>
                </a:cubicBezTo>
                <a:cubicBezTo>
                  <a:pt x="381584" y="29507"/>
                  <a:pt x="387253" y="28012"/>
                  <a:pt x="393621" y="28012"/>
                </a:cubicBezTo>
                <a:cubicBezTo>
                  <a:pt x="403173" y="28012"/>
                  <a:pt x="410692" y="31024"/>
                  <a:pt x="416178" y="37048"/>
                </a:cubicBezTo>
                <a:cubicBezTo>
                  <a:pt x="421665" y="43071"/>
                  <a:pt x="424408" y="51613"/>
                  <a:pt x="424408" y="62671"/>
                </a:cubicBezTo>
                <a:lnTo>
                  <a:pt x="424408" y="70287"/>
                </a:lnTo>
                <a:lnTo>
                  <a:pt x="379938" y="70287"/>
                </a:lnTo>
                <a:cubicBezTo>
                  <a:pt x="380540" y="74848"/>
                  <a:pt x="382358" y="78505"/>
                  <a:pt x="385392" y="81259"/>
                </a:cubicBezTo>
                <a:cubicBezTo>
                  <a:pt x="388425" y="84013"/>
                  <a:pt x="392265" y="85390"/>
                  <a:pt x="396912" y="85390"/>
                </a:cubicBezTo>
                <a:cubicBezTo>
                  <a:pt x="404098" y="85390"/>
                  <a:pt x="409713" y="82787"/>
                  <a:pt x="413758" y="77580"/>
                </a:cubicBezTo>
                <a:lnTo>
                  <a:pt x="422923" y="87843"/>
                </a:lnTo>
                <a:cubicBezTo>
                  <a:pt x="420126" y="91801"/>
                  <a:pt x="416340" y="94889"/>
                  <a:pt x="411564" y="97104"/>
                </a:cubicBezTo>
                <a:cubicBezTo>
                  <a:pt x="406787" y="99320"/>
                  <a:pt x="401495" y="100428"/>
                  <a:pt x="395686" y="100428"/>
                </a:cubicBezTo>
                <a:moveTo>
                  <a:pt x="393556" y="43115"/>
                </a:moveTo>
                <a:cubicBezTo>
                  <a:pt x="389856" y="43115"/>
                  <a:pt x="386855" y="44362"/>
                  <a:pt x="384552" y="46858"/>
                </a:cubicBezTo>
                <a:cubicBezTo>
                  <a:pt x="382250" y="49354"/>
                  <a:pt x="380777" y="52925"/>
                  <a:pt x="380131" y="57572"/>
                </a:cubicBezTo>
                <a:lnTo>
                  <a:pt x="406077" y="57572"/>
                </a:lnTo>
                <a:lnTo>
                  <a:pt x="406077" y="56088"/>
                </a:lnTo>
                <a:cubicBezTo>
                  <a:pt x="405991" y="51957"/>
                  <a:pt x="404873" y="48762"/>
                  <a:pt x="402721" y="46503"/>
                </a:cubicBezTo>
                <a:cubicBezTo>
                  <a:pt x="400570" y="44244"/>
                  <a:pt x="397515" y="43115"/>
                  <a:pt x="393556" y="43115"/>
                </a:cubicBezTo>
                <a:close/>
                <a:moveTo>
                  <a:pt x="432071" y="63704"/>
                </a:moveTo>
                <a:cubicBezTo>
                  <a:pt x="432071" y="52817"/>
                  <a:pt x="434513" y="44147"/>
                  <a:pt x="439396" y="37693"/>
                </a:cubicBezTo>
                <a:cubicBezTo>
                  <a:pt x="444280" y="31239"/>
                  <a:pt x="450960" y="28012"/>
                  <a:pt x="459437" y="28012"/>
                </a:cubicBezTo>
                <a:cubicBezTo>
                  <a:pt x="466235" y="28012"/>
                  <a:pt x="471850" y="30550"/>
                  <a:pt x="476282" y="35628"/>
                </a:cubicBezTo>
                <a:lnTo>
                  <a:pt x="476282" y="0"/>
                </a:lnTo>
                <a:lnTo>
                  <a:pt x="495000" y="0"/>
                </a:lnTo>
                <a:lnTo>
                  <a:pt x="495000" y="99138"/>
                </a:lnTo>
                <a:lnTo>
                  <a:pt x="478154" y="99138"/>
                </a:lnTo>
                <a:lnTo>
                  <a:pt x="477251" y="91715"/>
                </a:lnTo>
                <a:cubicBezTo>
                  <a:pt x="472603" y="97524"/>
                  <a:pt x="466622" y="100428"/>
                  <a:pt x="459308" y="100428"/>
                </a:cubicBezTo>
                <a:cubicBezTo>
                  <a:pt x="451089" y="100428"/>
                  <a:pt x="444495" y="97191"/>
                  <a:pt x="439525" y="90715"/>
                </a:cubicBezTo>
                <a:cubicBezTo>
                  <a:pt x="434556" y="84239"/>
                  <a:pt x="432071" y="75235"/>
                  <a:pt x="432071" y="63704"/>
                </a:cubicBezTo>
                <a:moveTo>
                  <a:pt x="450723" y="65059"/>
                </a:moveTo>
                <a:cubicBezTo>
                  <a:pt x="450723" y="71599"/>
                  <a:pt x="451864" y="76612"/>
                  <a:pt x="454144" y="80097"/>
                </a:cubicBezTo>
                <a:cubicBezTo>
                  <a:pt x="456425" y="83583"/>
                  <a:pt x="459738" y="85325"/>
                  <a:pt x="464084" y="85325"/>
                </a:cubicBezTo>
                <a:cubicBezTo>
                  <a:pt x="469850" y="85325"/>
                  <a:pt x="473916" y="82894"/>
                  <a:pt x="476282" y="78032"/>
                </a:cubicBezTo>
                <a:lnTo>
                  <a:pt x="476282" y="50472"/>
                </a:lnTo>
                <a:cubicBezTo>
                  <a:pt x="473959" y="45610"/>
                  <a:pt x="469936" y="43179"/>
                  <a:pt x="464213" y="43179"/>
                </a:cubicBezTo>
                <a:cubicBezTo>
                  <a:pt x="455220" y="43179"/>
                  <a:pt x="450723" y="50472"/>
                  <a:pt x="450723" y="65059"/>
                </a:cubicBezTo>
                <a:close/>
                <a:moveTo>
                  <a:pt x="506728" y="63704"/>
                </a:moveTo>
                <a:cubicBezTo>
                  <a:pt x="506728" y="52990"/>
                  <a:pt x="509278" y="44362"/>
                  <a:pt x="514376" y="37822"/>
                </a:cubicBezTo>
                <a:cubicBezTo>
                  <a:pt x="519475" y="31282"/>
                  <a:pt x="526349" y="28012"/>
                  <a:pt x="534998" y="28012"/>
                </a:cubicBezTo>
                <a:cubicBezTo>
                  <a:pt x="542657" y="28012"/>
                  <a:pt x="548616" y="30636"/>
                  <a:pt x="552876" y="35886"/>
                </a:cubicBezTo>
                <a:lnTo>
                  <a:pt x="553651" y="29302"/>
                </a:lnTo>
                <a:lnTo>
                  <a:pt x="570561" y="29302"/>
                </a:lnTo>
                <a:lnTo>
                  <a:pt x="570561" y="96814"/>
                </a:lnTo>
                <a:cubicBezTo>
                  <a:pt x="570561" y="102924"/>
                  <a:pt x="569173" y="108238"/>
                  <a:pt x="566398" y="112756"/>
                </a:cubicBezTo>
                <a:cubicBezTo>
                  <a:pt x="563623" y="117274"/>
                  <a:pt x="559718" y="120716"/>
                  <a:pt x="554683" y="123083"/>
                </a:cubicBezTo>
                <a:cubicBezTo>
                  <a:pt x="549649" y="125449"/>
                  <a:pt x="543754" y="126633"/>
                  <a:pt x="536999" y="126633"/>
                </a:cubicBezTo>
                <a:cubicBezTo>
                  <a:pt x="531878" y="126633"/>
                  <a:pt x="526887" y="125611"/>
                  <a:pt x="522025" y="123567"/>
                </a:cubicBezTo>
                <a:cubicBezTo>
                  <a:pt x="517163" y="121523"/>
                  <a:pt x="513484" y="118888"/>
                  <a:pt x="510988" y="115661"/>
                </a:cubicBezTo>
                <a:lnTo>
                  <a:pt x="519249" y="104301"/>
                </a:lnTo>
                <a:cubicBezTo>
                  <a:pt x="523897" y="109507"/>
                  <a:pt x="529533" y="112111"/>
                  <a:pt x="536160" y="112111"/>
                </a:cubicBezTo>
                <a:cubicBezTo>
                  <a:pt x="541108" y="112111"/>
                  <a:pt x="544959" y="110788"/>
                  <a:pt x="547713" y="108141"/>
                </a:cubicBezTo>
                <a:cubicBezTo>
                  <a:pt x="550467" y="105495"/>
                  <a:pt x="551843" y="101741"/>
                  <a:pt x="551843" y="96879"/>
                </a:cubicBezTo>
                <a:lnTo>
                  <a:pt x="551843" y="93135"/>
                </a:lnTo>
                <a:cubicBezTo>
                  <a:pt x="547541" y="97997"/>
                  <a:pt x="541882" y="100428"/>
                  <a:pt x="534869" y="100428"/>
                </a:cubicBezTo>
                <a:cubicBezTo>
                  <a:pt x="526478" y="100428"/>
                  <a:pt x="519690" y="97148"/>
                  <a:pt x="514506" y="90586"/>
                </a:cubicBezTo>
                <a:cubicBezTo>
                  <a:pt x="509321" y="84024"/>
                  <a:pt x="506728" y="75321"/>
                  <a:pt x="506728" y="64478"/>
                </a:cubicBezTo>
                <a:lnTo>
                  <a:pt x="506728" y="63704"/>
                </a:lnTo>
                <a:moveTo>
                  <a:pt x="525381" y="65059"/>
                </a:moveTo>
                <a:cubicBezTo>
                  <a:pt x="525381" y="71384"/>
                  <a:pt x="526650" y="76343"/>
                  <a:pt x="529189" y="79936"/>
                </a:cubicBezTo>
                <a:cubicBezTo>
                  <a:pt x="531728" y="83529"/>
                  <a:pt x="535213" y="85325"/>
                  <a:pt x="539645" y="85325"/>
                </a:cubicBezTo>
                <a:cubicBezTo>
                  <a:pt x="545325" y="85325"/>
                  <a:pt x="549391" y="83196"/>
                  <a:pt x="551843" y="78936"/>
                </a:cubicBezTo>
                <a:lnTo>
                  <a:pt x="551843" y="49569"/>
                </a:lnTo>
                <a:cubicBezTo>
                  <a:pt x="549348" y="45309"/>
                  <a:pt x="545325" y="43179"/>
                  <a:pt x="539774" y="43179"/>
                </a:cubicBezTo>
                <a:cubicBezTo>
                  <a:pt x="535299" y="43179"/>
                  <a:pt x="531781" y="45008"/>
                  <a:pt x="529221" y="48665"/>
                </a:cubicBezTo>
                <a:cubicBezTo>
                  <a:pt x="526661" y="52323"/>
                  <a:pt x="525381" y="57787"/>
                  <a:pt x="525381" y="65059"/>
                </a:cubicBezTo>
                <a:close/>
                <a:moveTo>
                  <a:pt x="617013" y="100428"/>
                </a:moveTo>
                <a:cubicBezTo>
                  <a:pt x="606772" y="100428"/>
                  <a:pt x="598436" y="97287"/>
                  <a:pt x="592003" y="91005"/>
                </a:cubicBezTo>
                <a:cubicBezTo>
                  <a:pt x="585570" y="84723"/>
                  <a:pt x="582354" y="76354"/>
                  <a:pt x="582354" y="65898"/>
                </a:cubicBezTo>
                <a:lnTo>
                  <a:pt x="582354" y="64091"/>
                </a:lnTo>
                <a:cubicBezTo>
                  <a:pt x="582354" y="57077"/>
                  <a:pt x="583709" y="50806"/>
                  <a:pt x="586420" y="45277"/>
                </a:cubicBezTo>
                <a:cubicBezTo>
                  <a:pt x="589131" y="39748"/>
                  <a:pt x="592971" y="35488"/>
                  <a:pt x="597941" y="32497"/>
                </a:cubicBezTo>
                <a:cubicBezTo>
                  <a:pt x="602911" y="29507"/>
                  <a:pt x="608580" y="28012"/>
                  <a:pt x="614948" y="28012"/>
                </a:cubicBezTo>
                <a:cubicBezTo>
                  <a:pt x="624500" y="28012"/>
                  <a:pt x="632019" y="31024"/>
                  <a:pt x="637506" y="37048"/>
                </a:cubicBezTo>
                <a:cubicBezTo>
                  <a:pt x="642992" y="43071"/>
                  <a:pt x="645735" y="51613"/>
                  <a:pt x="645735" y="62671"/>
                </a:cubicBezTo>
                <a:lnTo>
                  <a:pt x="645735" y="70287"/>
                </a:lnTo>
                <a:lnTo>
                  <a:pt x="601265" y="70287"/>
                </a:lnTo>
                <a:cubicBezTo>
                  <a:pt x="601867" y="74848"/>
                  <a:pt x="603685" y="78505"/>
                  <a:pt x="606719" y="81259"/>
                </a:cubicBezTo>
                <a:cubicBezTo>
                  <a:pt x="609752" y="84013"/>
                  <a:pt x="613592" y="85390"/>
                  <a:pt x="618240" y="85390"/>
                </a:cubicBezTo>
                <a:cubicBezTo>
                  <a:pt x="625425" y="85390"/>
                  <a:pt x="631040" y="82787"/>
                  <a:pt x="635085" y="77580"/>
                </a:cubicBezTo>
                <a:lnTo>
                  <a:pt x="644250" y="87843"/>
                </a:lnTo>
                <a:cubicBezTo>
                  <a:pt x="641453" y="91801"/>
                  <a:pt x="637667" y="94889"/>
                  <a:pt x="632891" y="97104"/>
                </a:cubicBezTo>
                <a:cubicBezTo>
                  <a:pt x="628115" y="99320"/>
                  <a:pt x="622822" y="100428"/>
                  <a:pt x="617013" y="100428"/>
                </a:cubicBezTo>
                <a:moveTo>
                  <a:pt x="614883" y="43115"/>
                </a:moveTo>
                <a:cubicBezTo>
                  <a:pt x="611183" y="43115"/>
                  <a:pt x="608182" y="44362"/>
                  <a:pt x="605880" y="46858"/>
                </a:cubicBezTo>
                <a:cubicBezTo>
                  <a:pt x="603578" y="49354"/>
                  <a:pt x="602104" y="52925"/>
                  <a:pt x="601458" y="57572"/>
                </a:cubicBezTo>
                <a:lnTo>
                  <a:pt x="627405" y="57572"/>
                </a:lnTo>
                <a:lnTo>
                  <a:pt x="627405" y="56088"/>
                </a:lnTo>
                <a:cubicBezTo>
                  <a:pt x="627319" y="51957"/>
                  <a:pt x="626200" y="48762"/>
                  <a:pt x="624048" y="46503"/>
                </a:cubicBezTo>
                <a:cubicBezTo>
                  <a:pt x="621897" y="44244"/>
                  <a:pt x="618842" y="43115"/>
                  <a:pt x="614883" y="43115"/>
                </a:cubicBezTo>
                <a:close/>
                <a:moveTo>
                  <a:pt x="739167" y="74482"/>
                </a:moveTo>
                <a:cubicBezTo>
                  <a:pt x="739167" y="70825"/>
                  <a:pt x="737876" y="68017"/>
                  <a:pt x="735294" y="66059"/>
                </a:cubicBezTo>
                <a:cubicBezTo>
                  <a:pt x="732713" y="64102"/>
                  <a:pt x="728066" y="62036"/>
                  <a:pt x="721353" y="59863"/>
                </a:cubicBezTo>
                <a:cubicBezTo>
                  <a:pt x="714641" y="57690"/>
                  <a:pt x="709327" y="55550"/>
                  <a:pt x="705411" y="53441"/>
                </a:cubicBezTo>
                <a:cubicBezTo>
                  <a:pt x="694740" y="47676"/>
                  <a:pt x="689404" y="39909"/>
                  <a:pt x="689404" y="30141"/>
                </a:cubicBezTo>
                <a:cubicBezTo>
                  <a:pt x="689404" y="25064"/>
                  <a:pt x="690835" y="20535"/>
                  <a:pt x="693697" y="16555"/>
                </a:cubicBezTo>
                <a:cubicBezTo>
                  <a:pt x="696558" y="12575"/>
                  <a:pt x="700667" y="9466"/>
                  <a:pt x="706024" y="7229"/>
                </a:cubicBezTo>
                <a:cubicBezTo>
                  <a:pt x="711381" y="4991"/>
                  <a:pt x="717394" y="3873"/>
                  <a:pt x="724064" y="3873"/>
                </a:cubicBezTo>
                <a:cubicBezTo>
                  <a:pt x="730776" y="3873"/>
                  <a:pt x="736757" y="5088"/>
                  <a:pt x="742007" y="7519"/>
                </a:cubicBezTo>
                <a:cubicBezTo>
                  <a:pt x="747256" y="9950"/>
                  <a:pt x="751333" y="13382"/>
                  <a:pt x="754238" y="17814"/>
                </a:cubicBezTo>
                <a:cubicBezTo>
                  <a:pt x="757142" y="22246"/>
                  <a:pt x="758594" y="27280"/>
                  <a:pt x="758594" y="32917"/>
                </a:cubicBezTo>
                <a:lnTo>
                  <a:pt x="739231" y="32917"/>
                </a:lnTo>
                <a:cubicBezTo>
                  <a:pt x="739231" y="28614"/>
                  <a:pt x="737876" y="25268"/>
                  <a:pt x="735165" y="22880"/>
                </a:cubicBezTo>
                <a:cubicBezTo>
                  <a:pt x="732454" y="20492"/>
                  <a:pt x="728646" y="19298"/>
                  <a:pt x="723741" y="19298"/>
                </a:cubicBezTo>
                <a:cubicBezTo>
                  <a:pt x="719008" y="19298"/>
                  <a:pt x="715329" y="20299"/>
                  <a:pt x="712704" y="22300"/>
                </a:cubicBezTo>
                <a:cubicBezTo>
                  <a:pt x="710080" y="24300"/>
                  <a:pt x="708767" y="26936"/>
                  <a:pt x="708767" y="30206"/>
                </a:cubicBezTo>
                <a:cubicBezTo>
                  <a:pt x="708767" y="33261"/>
                  <a:pt x="710306" y="35821"/>
                  <a:pt x="713382" y="37887"/>
                </a:cubicBezTo>
                <a:cubicBezTo>
                  <a:pt x="716459" y="39952"/>
                  <a:pt x="720987" y="41888"/>
                  <a:pt x="726968" y="43695"/>
                </a:cubicBezTo>
                <a:cubicBezTo>
                  <a:pt x="737984" y="47009"/>
                  <a:pt x="746008" y="51118"/>
                  <a:pt x="751043" y="56023"/>
                </a:cubicBezTo>
                <a:cubicBezTo>
                  <a:pt x="756077" y="60928"/>
                  <a:pt x="758594" y="67038"/>
                  <a:pt x="758594" y="74353"/>
                </a:cubicBezTo>
                <a:cubicBezTo>
                  <a:pt x="758594" y="82486"/>
                  <a:pt x="755518" y="88865"/>
                  <a:pt x="749365" y="93490"/>
                </a:cubicBezTo>
                <a:cubicBezTo>
                  <a:pt x="743212" y="98116"/>
                  <a:pt x="734929" y="100428"/>
                  <a:pt x="724516" y="100428"/>
                </a:cubicBezTo>
                <a:cubicBezTo>
                  <a:pt x="717287" y="100428"/>
                  <a:pt x="710704" y="99105"/>
                  <a:pt x="704766" y="96459"/>
                </a:cubicBezTo>
                <a:cubicBezTo>
                  <a:pt x="698828" y="93813"/>
                  <a:pt x="694299" y="90188"/>
                  <a:pt x="691179" y="85584"/>
                </a:cubicBezTo>
                <a:cubicBezTo>
                  <a:pt x="688060" y="80980"/>
                  <a:pt x="686500" y="75644"/>
                  <a:pt x="686500" y="69577"/>
                </a:cubicBezTo>
                <a:lnTo>
                  <a:pt x="705927" y="69577"/>
                </a:lnTo>
                <a:cubicBezTo>
                  <a:pt x="705927" y="79947"/>
                  <a:pt x="712123" y="85132"/>
                  <a:pt x="724516" y="85132"/>
                </a:cubicBezTo>
                <a:cubicBezTo>
                  <a:pt x="729120" y="85132"/>
                  <a:pt x="732713" y="84196"/>
                  <a:pt x="735294" y="82324"/>
                </a:cubicBezTo>
                <a:cubicBezTo>
                  <a:pt x="737876" y="80452"/>
                  <a:pt x="739167" y="77838"/>
                  <a:pt x="739167" y="74482"/>
                </a:cubicBezTo>
                <a:close/>
                <a:moveTo>
                  <a:pt x="788651" y="36918"/>
                </a:moveTo>
                <a:cubicBezTo>
                  <a:pt x="793599" y="30980"/>
                  <a:pt x="799817" y="28012"/>
                  <a:pt x="807304" y="28012"/>
                </a:cubicBezTo>
                <a:cubicBezTo>
                  <a:pt x="822450" y="28012"/>
                  <a:pt x="830131" y="36811"/>
                  <a:pt x="830346" y="54409"/>
                </a:cubicBezTo>
                <a:lnTo>
                  <a:pt x="830346" y="99138"/>
                </a:lnTo>
                <a:lnTo>
                  <a:pt x="811693" y="99138"/>
                </a:lnTo>
                <a:lnTo>
                  <a:pt x="811693" y="54926"/>
                </a:lnTo>
                <a:cubicBezTo>
                  <a:pt x="811693" y="50924"/>
                  <a:pt x="810832" y="47966"/>
                  <a:pt x="809111" y="46051"/>
                </a:cubicBezTo>
                <a:cubicBezTo>
                  <a:pt x="807390" y="44136"/>
                  <a:pt x="804529" y="43179"/>
                  <a:pt x="800527" y="43179"/>
                </a:cubicBezTo>
                <a:cubicBezTo>
                  <a:pt x="795062" y="43179"/>
                  <a:pt x="791104" y="45287"/>
                  <a:pt x="788651" y="49504"/>
                </a:cubicBezTo>
                <a:lnTo>
                  <a:pt x="788651" y="99138"/>
                </a:lnTo>
                <a:lnTo>
                  <a:pt x="769998" y="99138"/>
                </a:lnTo>
                <a:lnTo>
                  <a:pt x="769998" y="0"/>
                </a:lnTo>
                <a:lnTo>
                  <a:pt x="788651" y="0"/>
                </a:lnTo>
                <a:lnTo>
                  <a:pt x="788651" y="36918"/>
                </a:lnTo>
                <a:close/>
                <a:moveTo>
                  <a:pt x="884866" y="99138"/>
                </a:moveTo>
                <a:cubicBezTo>
                  <a:pt x="884005" y="97459"/>
                  <a:pt x="883381" y="95373"/>
                  <a:pt x="882994" y="92877"/>
                </a:cubicBezTo>
                <a:cubicBezTo>
                  <a:pt x="878476" y="97911"/>
                  <a:pt x="872603" y="100428"/>
                  <a:pt x="865374" y="100428"/>
                </a:cubicBezTo>
                <a:cubicBezTo>
                  <a:pt x="858533" y="100428"/>
                  <a:pt x="852864" y="98446"/>
                  <a:pt x="848367" y="94482"/>
                </a:cubicBezTo>
                <a:cubicBezTo>
                  <a:pt x="843871" y="90517"/>
                  <a:pt x="841622" y="85518"/>
                  <a:pt x="841622" y="79486"/>
                </a:cubicBezTo>
                <a:cubicBezTo>
                  <a:pt x="841622" y="72075"/>
                  <a:pt x="844365" y="66387"/>
                  <a:pt x="849852" y="62423"/>
                </a:cubicBezTo>
                <a:cubicBezTo>
                  <a:pt x="855338" y="58458"/>
                  <a:pt x="863266" y="56453"/>
                  <a:pt x="873636" y="56410"/>
                </a:cubicBezTo>
                <a:lnTo>
                  <a:pt x="882220" y="56410"/>
                </a:lnTo>
                <a:lnTo>
                  <a:pt x="882220" y="52427"/>
                </a:lnTo>
                <a:cubicBezTo>
                  <a:pt x="882220" y="49213"/>
                  <a:pt x="881391" y="46643"/>
                  <a:pt x="879735" y="44716"/>
                </a:cubicBezTo>
                <a:cubicBezTo>
                  <a:pt x="878078" y="42788"/>
                  <a:pt x="875464" y="41824"/>
                  <a:pt x="871893" y="41824"/>
                </a:cubicBezTo>
                <a:cubicBezTo>
                  <a:pt x="868752" y="41824"/>
                  <a:pt x="866288" y="42571"/>
                  <a:pt x="864503" y="44067"/>
                </a:cubicBezTo>
                <a:cubicBezTo>
                  <a:pt x="862717" y="45560"/>
                  <a:pt x="861824" y="47610"/>
                  <a:pt x="861824" y="50214"/>
                </a:cubicBezTo>
                <a:lnTo>
                  <a:pt x="843171" y="50214"/>
                </a:lnTo>
                <a:cubicBezTo>
                  <a:pt x="843171" y="46182"/>
                  <a:pt x="844419" y="42450"/>
                  <a:pt x="846915" y="39018"/>
                </a:cubicBezTo>
                <a:cubicBezTo>
                  <a:pt x="849410" y="35585"/>
                  <a:pt x="852939" y="32893"/>
                  <a:pt x="857500" y="30940"/>
                </a:cubicBezTo>
                <a:cubicBezTo>
                  <a:pt x="862061" y="28988"/>
                  <a:pt x="867181" y="28012"/>
                  <a:pt x="872861" y="28012"/>
                </a:cubicBezTo>
                <a:cubicBezTo>
                  <a:pt x="881467" y="28012"/>
                  <a:pt x="888297" y="30174"/>
                  <a:pt x="893353" y="34498"/>
                </a:cubicBezTo>
                <a:cubicBezTo>
                  <a:pt x="898409" y="38822"/>
                  <a:pt x="900937" y="44900"/>
                  <a:pt x="900937" y="52731"/>
                </a:cubicBezTo>
                <a:lnTo>
                  <a:pt x="900937" y="83002"/>
                </a:lnTo>
                <a:cubicBezTo>
                  <a:pt x="900980" y="89628"/>
                  <a:pt x="901905" y="94641"/>
                  <a:pt x="903712" y="98040"/>
                </a:cubicBezTo>
                <a:lnTo>
                  <a:pt x="903712" y="99138"/>
                </a:lnTo>
                <a:lnTo>
                  <a:pt x="884866" y="99138"/>
                </a:lnTo>
                <a:moveTo>
                  <a:pt x="869440" y="86164"/>
                </a:moveTo>
                <a:cubicBezTo>
                  <a:pt x="872194" y="86164"/>
                  <a:pt x="874733" y="85549"/>
                  <a:pt x="877056" y="84319"/>
                </a:cubicBezTo>
                <a:cubicBezTo>
                  <a:pt x="879380" y="83089"/>
                  <a:pt x="881101" y="81437"/>
                  <a:pt x="882220" y="79363"/>
                </a:cubicBezTo>
                <a:lnTo>
                  <a:pt x="882220" y="67318"/>
                </a:lnTo>
                <a:lnTo>
                  <a:pt x="875249" y="67318"/>
                </a:lnTo>
                <a:cubicBezTo>
                  <a:pt x="865912" y="67318"/>
                  <a:pt x="860942" y="70556"/>
                  <a:pt x="860340" y="77032"/>
                </a:cubicBezTo>
                <a:lnTo>
                  <a:pt x="860275" y="78133"/>
                </a:lnTo>
                <a:cubicBezTo>
                  <a:pt x="860275" y="80465"/>
                  <a:pt x="861093" y="82386"/>
                  <a:pt x="862728" y="83897"/>
                </a:cubicBezTo>
                <a:cubicBezTo>
                  <a:pt x="864363" y="85409"/>
                  <a:pt x="866600" y="86164"/>
                  <a:pt x="869440" y="86164"/>
                </a:cubicBezTo>
                <a:close/>
                <a:moveTo>
                  <a:pt x="954490" y="46793"/>
                </a:moveTo>
                <a:cubicBezTo>
                  <a:pt x="951952" y="46449"/>
                  <a:pt x="949714" y="46277"/>
                  <a:pt x="947778" y="46277"/>
                </a:cubicBezTo>
                <a:cubicBezTo>
                  <a:pt x="940721" y="46277"/>
                  <a:pt x="936096" y="48665"/>
                  <a:pt x="933901" y="53441"/>
                </a:cubicBezTo>
                <a:lnTo>
                  <a:pt x="933901" y="99138"/>
                </a:lnTo>
                <a:lnTo>
                  <a:pt x="915249" y="99138"/>
                </a:lnTo>
                <a:lnTo>
                  <a:pt x="915249" y="29302"/>
                </a:lnTo>
                <a:lnTo>
                  <a:pt x="932869" y="29302"/>
                </a:lnTo>
                <a:lnTo>
                  <a:pt x="933385" y="37628"/>
                </a:lnTo>
                <a:cubicBezTo>
                  <a:pt x="937128" y="31217"/>
                  <a:pt x="942313" y="28012"/>
                  <a:pt x="948940" y="28012"/>
                </a:cubicBezTo>
                <a:cubicBezTo>
                  <a:pt x="951005" y="28012"/>
                  <a:pt x="952941" y="28291"/>
                  <a:pt x="954749" y="28851"/>
                </a:cubicBezTo>
                <a:lnTo>
                  <a:pt x="954490" y="46793"/>
                </a:lnTo>
                <a:close/>
                <a:moveTo>
                  <a:pt x="983135" y="99138"/>
                </a:moveTo>
                <a:lnTo>
                  <a:pt x="964418" y="99138"/>
                </a:lnTo>
                <a:lnTo>
                  <a:pt x="964418" y="29302"/>
                </a:lnTo>
                <a:lnTo>
                  <a:pt x="983135" y="29302"/>
                </a:lnTo>
                <a:lnTo>
                  <a:pt x="983135" y="99138"/>
                </a:lnTo>
                <a:moveTo>
                  <a:pt x="963320" y="11230"/>
                </a:moveTo>
                <a:cubicBezTo>
                  <a:pt x="963320" y="8434"/>
                  <a:pt x="964256" y="6132"/>
                  <a:pt x="966128" y="4324"/>
                </a:cubicBezTo>
                <a:cubicBezTo>
                  <a:pt x="968000" y="2517"/>
                  <a:pt x="970549" y="1614"/>
                  <a:pt x="973776" y="1614"/>
                </a:cubicBezTo>
                <a:cubicBezTo>
                  <a:pt x="976960" y="1614"/>
                  <a:pt x="979499" y="2517"/>
                  <a:pt x="981392" y="4324"/>
                </a:cubicBezTo>
                <a:cubicBezTo>
                  <a:pt x="983286" y="6132"/>
                  <a:pt x="984232" y="8434"/>
                  <a:pt x="984232" y="11230"/>
                </a:cubicBezTo>
                <a:cubicBezTo>
                  <a:pt x="984232" y="14070"/>
                  <a:pt x="983275" y="16394"/>
                  <a:pt x="981360" y="18201"/>
                </a:cubicBezTo>
                <a:cubicBezTo>
                  <a:pt x="979445" y="20008"/>
                  <a:pt x="976917" y="20912"/>
                  <a:pt x="973776" y="20912"/>
                </a:cubicBezTo>
                <a:cubicBezTo>
                  <a:pt x="970635" y="20912"/>
                  <a:pt x="968107" y="20008"/>
                  <a:pt x="966192" y="18201"/>
                </a:cubicBezTo>
                <a:cubicBezTo>
                  <a:pt x="964278" y="16394"/>
                  <a:pt x="963320" y="14070"/>
                  <a:pt x="963320" y="11230"/>
                </a:cubicBezTo>
                <a:close/>
                <a:moveTo>
                  <a:pt x="1015656" y="29302"/>
                </a:moveTo>
                <a:lnTo>
                  <a:pt x="1016237" y="37370"/>
                </a:lnTo>
                <a:cubicBezTo>
                  <a:pt x="1021229" y="31131"/>
                  <a:pt x="1027920" y="28012"/>
                  <a:pt x="1036310" y="28012"/>
                </a:cubicBezTo>
                <a:cubicBezTo>
                  <a:pt x="1043711" y="28012"/>
                  <a:pt x="1049219" y="30184"/>
                  <a:pt x="1052833" y="34530"/>
                </a:cubicBezTo>
                <a:cubicBezTo>
                  <a:pt x="1056447" y="38876"/>
                  <a:pt x="1058298" y="45374"/>
                  <a:pt x="1058384" y="54022"/>
                </a:cubicBezTo>
                <a:lnTo>
                  <a:pt x="1058384" y="99138"/>
                </a:lnTo>
                <a:lnTo>
                  <a:pt x="1039731" y="99138"/>
                </a:lnTo>
                <a:lnTo>
                  <a:pt x="1039731" y="54474"/>
                </a:lnTo>
                <a:cubicBezTo>
                  <a:pt x="1039731" y="50515"/>
                  <a:pt x="1038870" y="47643"/>
                  <a:pt x="1037149" y="45858"/>
                </a:cubicBezTo>
                <a:cubicBezTo>
                  <a:pt x="1035428" y="44072"/>
                  <a:pt x="1032567" y="43179"/>
                  <a:pt x="1028565" y="43179"/>
                </a:cubicBezTo>
                <a:cubicBezTo>
                  <a:pt x="1023315" y="43179"/>
                  <a:pt x="1019378" y="45417"/>
                  <a:pt x="1016754" y="49891"/>
                </a:cubicBezTo>
                <a:lnTo>
                  <a:pt x="1016754" y="99138"/>
                </a:lnTo>
                <a:lnTo>
                  <a:pt x="998101" y="99138"/>
                </a:lnTo>
                <a:lnTo>
                  <a:pt x="998101" y="29302"/>
                </a:lnTo>
                <a:lnTo>
                  <a:pt x="1015656" y="29302"/>
                </a:lnTo>
                <a:close/>
                <a:moveTo>
                  <a:pt x="1069789" y="63704"/>
                </a:moveTo>
                <a:cubicBezTo>
                  <a:pt x="1069789" y="52990"/>
                  <a:pt x="1072339" y="44362"/>
                  <a:pt x="1077438" y="37822"/>
                </a:cubicBezTo>
                <a:cubicBezTo>
                  <a:pt x="1082537" y="31282"/>
                  <a:pt x="1089410" y="28012"/>
                  <a:pt x="1098059" y="28012"/>
                </a:cubicBezTo>
                <a:cubicBezTo>
                  <a:pt x="1105718" y="28012"/>
                  <a:pt x="1111678" y="30636"/>
                  <a:pt x="1115937" y="35886"/>
                </a:cubicBezTo>
                <a:lnTo>
                  <a:pt x="1116712" y="29302"/>
                </a:lnTo>
                <a:lnTo>
                  <a:pt x="1133622" y="29302"/>
                </a:lnTo>
                <a:lnTo>
                  <a:pt x="1133622" y="96814"/>
                </a:lnTo>
                <a:cubicBezTo>
                  <a:pt x="1133622" y="102924"/>
                  <a:pt x="1132234" y="108238"/>
                  <a:pt x="1129459" y="112756"/>
                </a:cubicBezTo>
                <a:cubicBezTo>
                  <a:pt x="1126684" y="117274"/>
                  <a:pt x="1122779" y="120716"/>
                  <a:pt x="1117745" y="123083"/>
                </a:cubicBezTo>
                <a:cubicBezTo>
                  <a:pt x="1112710" y="125449"/>
                  <a:pt x="1106815" y="126633"/>
                  <a:pt x="1100060" y="126633"/>
                </a:cubicBezTo>
                <a:cubicBezTo>
                  <a:pt x="1094940" y="126633"/>
                  <a:pt x="1089948" y="125611"/>
                  <a:pt x="1085086" y="123567"/>
                </a:cubicBezTo>
                <a:cubicBezTo>
                  <a:pt x="1080224" y="121523"/>
                  <a:pt x="1076545" y="118888"/>
                  <a:pt x="1074049" y="115661"/>
                </a:cubicBezTo>
                <a:lnTo>
                  <a:pt x="1082311" y="104301"/>
                </a:lnTo>
                <a:cubicBezTo>
                  <a:pt x="1086958" y="109507"/>
                  <a:pt x="1092594" y="112111"/>
                  <a:pt x="1099221" y="112111"/>
                </a:cubicBezTo>
                <a:cubicBezTo>
                  <a:pt x="1104169" y="112111"/>
                  <a:pt x="1108020" y="110788"/>
                  <a:pt x="1110774" y="108141"/>
                </a:cubicBezTo>
                <a:cubicBezTo>
                  <a:pt x="1113528" y="105495"/>
                  <a:pt x="1114905" y="101741"/>
                  <a:pt x="1114905" y="96879"/>
                </a:cubicBezTo>
                <a:lnTo>
                  <a:pt x="1114905" y="93135"/>
                </a:lnTo>
                <a:cubicBezTo>
                  <a:pt x="1110602" y="97997"/>
                  <a:pt x="1104944" y="100428"/>
                  <a:pt x="1097930" y="100428"/>
                </a:cubicBezTo>
                <a:cubicBezTo>
                  <a:pt x="1089539" y="100428"/>
                  <a:pt x="1082752" y="97148"/>
                  <a:pt x="1077567" y="90586"/>
                </a:cubicBezTo>
                <a:cubicBezTo>
                  <a:pt x="1072382" y="84024"/>
                  <a:pt x="1069789" y="75321"/>
                  <a:pt x="1069789" y="64478"/>
                </a:cubicBezTo>
                <a:lnTo>
                  <a:pt x="1069789" y="63704"/>
                </a:lnTo>
                <a:moveTo>
                  <a:pt x="1088442" y="65059"/>
                </a:moveTo>
                <a:cubicBezTo>
                  <a:pt x="1088442" y="71384"/>
                  <a:pt x="1089712" y="76343"/>
                  <a:pt x="1092250" y="79936"/>
                </a:cubicBezTo>
                <a:cubicBezTo>
                  <a:pt x="1094789" y="83529"/>
                  <a:pt x="1098274" y="85325"/>
                  <a:pt x="1102706" y="85325"/>
                </a:cubicBezTo>
                <a:cubicBezTo>
                  <a:pt x="1108386" y="85325"/>
                  <a:pt x="1112452" y="83196"/>
                  <a:pt x="1114905" y="78936"/>
                </a:cubicBezTo>
                <a:lnTo>
                  <a:pt x="1114905" y="49569"/>
                </a:lnTo>
                <a:cubicBezTo>
                  <a:pt x="1112409" y="45309"/>
                  <a:pt x="1108386" y="43179"/>
                  <a:pt x="1102835" y="43179"/>
                </a:cubicBezTo>
                <a:cubicBezTo>
                  <a:pt x="1098360" y="43179"/>
                  <a:pt x="1094843" y="45008"/>
                  <a:pt x="1092283" y="48665"/>
                </a:cubicBezTo>
                <a:cubicBezTo>
                  <a:pt x="1089722" y="52323"/>
                  <a:pt x="1088442" y="57787"/>
                  <a:pt x="1088442" y="65059"/>
                </a:cubicBezTo>
                <a:close/>
                <a:moveTo>
                  <a:pt x="1230797" y="74482"/>
                </a:moveTo>
                <a:cubicBezTo>
                  <a:pt x="1230797" y="70825"/>
                  <a:pt x="1229506" y="68017"/>
                  <a:pt x="1226924" y="66059"/>
                </a:cubicBezTo>
                <a:cubicBezTo>
                  <a:pt x="1224343" y="64102"/>
                  <a:pt x="1219696" y="62036"/>
                  <a:pt x="1212983" y="59863"/>
                </a:cubicBezTo>
                <a:cubicBezTo>
                  <a:pt x="1206271" y="57690"/>
                  <a:pt x="1200957" y="55550"/>
                  <a:pt x="1197041" y="53441"/>
                </a:cubicBezTo>
                <a:cubicBezTo>
                  <a:pt x="1186370" y="47676"/>
                  <a:pt x="1181034" y="39909"/>
                  <a:pt x="1181034" y="30141"/>
                </a:cubicBezTo>
                <a:cubicBezTo>
                  <a:pt x="1181034" y="25064"/>
                  <a:pt x="1182465" y="20535"/>
                  <a:pt x="1185327" y="16555"/>
                </a:cubicBezTo>
                <a:cubicBezTo>
                  <a:pt x="1188188" y="12575"/>
                  <a:pt x="1192297" y="9466"/>
                  <a:pt x="1197654" y="7229"/>
                </a:cubicBezTo>
                <a:cubicBezTo>
                  <a:pt x="1203011" y="4991"/>
                  <a:pt x="1209025" y="3873"/>
                  <a:pt x="1215694" y="3873"/>
                </a:cubicBezTo>
                <a:cubicBezTo>
                  <a:pt x="1222406" y="3873"/>
                  <a:pt x="1228387" y="5088"/>
                  <a:pt x="1233637" y="7519"/>
                </a:cubicBezTo>
                <a:cubicBezTo>
                  <a:pt x="1238886" y="9950"/>
                  <a:pt x="1242963" y="13382"/>
                  <a:pt x="1245868" y="17814"/>
                </a:cubicBezTo>
                <a:cubicBezTo>
                  <a:pt x="1248772" y="22246"/>
                  <a:pt x="1250224" y="27280"/>
                  <a:pt x="1250224" y="32917"/>
                </a:cubicBezTo>
                <a:lnTo>
                  <a:pt x="1230861" y="32917"/>
                </a:lnTo>
                <a:cubicBezTo>
                  <a:pt x="1230861" y="28614"/>
                  <a:pt x="1229506" y="25268"/>
                  <a:pt x="1226795" y="22880"/>
                </a:cubicBezTo>
                <a:cubicBezTo>
                  <a:pt x="1224084" y="20492"/>
                  <a:pt x="1220276" y="19298"/>
                  <a:pt x="1215371" y="19298"/>
                </a:cubicBezTo>
                <a:cubicBezTo>
                  <a:pt x="1210638" y="19298"/>
                  <a:pt x="1206959" y="20299"/>
                  <a:pt x="1204334" y="22300"/>
                </a:cubicBezTo>
                <a:cubicBezTo>
                  <a:pt x="1201710" y="24300"/>
                  <a:pt x="1200397" y="26936"/>
                  <a:pt x="1200397" y="30206"/>
                </a:cubicBezTo>
                <a:cubicBezTo>
                  <a:pt x="1200397" y="33261"/>
                  <a:pt x="1201936" y="35821"/>
                  <a:pt x="1205012" y="37887"/>
                </a:cubicBezTo>
                <a:cubicBezTo>
                  <a:pt x="1208089" y="39952"/>
                  <a:pt x="1212617" y="41888"/>
                  <a:pt x="1218598" y="43695"/>
                </a:cubicBezTo>
                <a:cubicBezTo>
                  <a:pt x="1229614" y="47009"/>
                  <a:pt x="1237638" y="51118"/>
                  <a:pt x="1242673" y="56023"/>
                </a:cubicBezTo>
                <a:cubicBezTo>
                  <a:pt x="1247707" y="60928"/>
                  <a:pt x="1250224" y="67038"/>
                  <a:pt x="1250224" y="74353"/>
                </a:cubicBezTo>
                <a:cubicBezTo>
                  <a:pt x="1250224" y="82486"/>
                  <a:pt x="1247148" y="88865"/>
                  <a:pt x="1240995" y="93490"/>
                </a:cubicBezTo>
                <a:cubicBezTo>
                  <a:pt x="1234842" y="98116"/>
                  <a:pt x="1226559" y="100428"/>
                  <a:pt x="1216146" y="100428"/>
                </a:cubicBezTo>
                <a:cubicBezTo>
                  <a:pt x="1208917" y="100428"/>
                  <a:pt x="1202334" y="99105"/>
                  <a:pt x="1196396" y="96459"/>
                </a:cubicBezTo>
                <a:cubicBezTo>
                  <a:pt x="1190458" y="93813"/>
                  <a:pt x="1185929" y="90188"/>
                  <a:pt x="1182809" y="85584"/>
                </a:cubicBezTo>
                <a:cubicBezTo>
                  <a:pt x="1179690" y="80980"/>
                  <a:pt x="1178130" y="75644"/>
                  <a:pt x="1178130" y="69577"/>
                </a:cubicBezTo>
                <a:lnTo>
                  <a:pt x="1197557" y="69577"/>
                </a:lnTo>
                <a:cubicBezTo>
                  <a:pt x="1197557" y="79947"/>
                  <a:pt x="1203754" y="85132"/>
                  <a:pt x="1216146" y="85132"/>
                </a:cubicBezTo>
                <a:cubicBezTo>
                  <a:pt x="1220750" y="85132"/>
                  <a:pt x="1224343" y="84196"/>
                  <a:pt x="1226924" y="82324"/>
                </a:cubicBezTo>
                <a:cubicBezTo>
                  <a:pt x="1229506" y="80452"/>
                  <a:pt x="1230797" y="77838"/>
                  <a:pt x="1230797" y="74482"/>
                </a:cubicBezTo>
                <a:close/>
                <a:moveTo>
                  <a:pt x="1284412" y="12134"/>
                </a:moveTo>
                <a:lnTo>
                  <a:pt x="1284412" y="29302"/>
                </a:lnTo>
                <a:lnTo>
                  <a:pt x="1296352" y="29302"/>
                </a:lnTo>
                <a:lnTo>
                  <a:pt x="1296352" y="42985"/>
                </a:lnTo>
                <a:lnTo>
                  <a:pt x="1284412" y="42985"/>
                </a:lnTo>
                <a:lnTo>
                  <a:pt x="1284412" y="77838"/>
                </a:lnTo>
                <a:cubicBezTo>
                  <a:pt x="1284412" y="80420"/>
                  <a:pt x="1284906" y="82270"/>
                  <a:pt x="1285896" y="83389"/>
                </a:cubicBezTo>
                <a:cubicBezTo>
                  <a:pt x="1286886" y="84508"/>
                  <a:pt x="1288779" y="85067"/>
                  <a:pt x="1291576" y="85067"/>
                </a:cubicBezTo>
                <a:cubicBezTo>
                  <a:pt x="1293641" y="85067"/>
                  <a:pt x="1295470" y="84917"/>
                  <a:pt x="1297062" y="84615"/>
                </a:cubicBezTo>
                <a:lnTo>
                  <a:pt x="1297062" y="98750"/>
                </a:lnTo>
                <a:cubicBezTo>
                  <a:pt x="1293405" y="99869"/>
                  <a:pt x="1289640" y="100428"/>
                  <a:pt x="1285767" y="100428"/>
                </a:cubicBezTo>
                <a:cubicBezTo>
                  <a:pt x="1272686" y="100428"/>
                  <a:pt x="1266017" y="93824"/>
                  <a:pt x="1265759" y="80614"/>
                </a:cubicBezTo>
                <a:lnTo>
                  <a:pt x="1265759" y="42985"/>
                </a:lnTo>
                <a:lnTo>
                  <a:pt x="1255561" y="42985"/>
                </a:lnTo>
                <a:lnTo>
                  <a:pt x="1255561" y="29302"/>
                </a:lnTo>
                <a:lnTo>
                  <a:pt x="1265759" y="29302"/>
                </a:lnTo>
                <a:lnTo>
                  <a:pt x="1265759" y="12134"/>
                </a:lnTo>
                <a:lnTo>
                  <a:pt x="1284412" y="12134"/>
                </a:lnTo>
                <a:close/>
                <a:moveTo>
                  <a:pt x="1345974" y="46793"/>
                </a:moveTo>
                <a:cubicBezTo>
                  <a:pt x="1343436" y="46449"/>
                  <a:pt x="1341198" y="46277"/>
                  <a:pt x="1339262" y="46277"/>
                </a:cubicBezTo>
                <a:cubicBezTo>
                  <a:pt x="1332205" y="46277"/>
                  <a:pt x="1327580" y="48665"/>
                  <a:pt x="1325385" y="53441"/>
                </a:cubicBezTo>
                <a:lnTo>
                  <a:pt x="1325385" y="99138"/>
                </a:lnTo>
                <a:lnTo>
                  <a:pt x="1306732" y="99138"/>
                </a:lnTo>
                <a:lnTo>
                  <a:pt x="1306732" y="29302"/>
                </a:lnTo>
                <a:lnTo>
                  <a:pt x="1324352" y="29302"/>
                </a:lnTo>
                <a:lnTo>
                  <a:pt x="1324869" y="37628"/>
                </a:lnTo>
                <a:cubicBezTo>
                  <a:pt x="1328612" y="31217"/>
                  <a:pt x="1333797" y="28012"/>
                  <a:pt x="1340424" y="28012"/>
                </a:cubicBezTo>
                <a:cubicBezTo>
                  <a:pt x="1342489" y="28012"/>
                  <a:pt x="1344425" y="28291"/>
                  <a:pt x="1346232" y="28851"/>
                </a:cubicBezTo>
                <a:lnTo>
                  <a:pt x="1345974" y="46793"/>
                </a:lnTo>
                <a:close/>
                <a:moveTo>
                  <a:pt x="1396758" y="92038"/>
                </a:moveTo>
                <a:cubicBezTo>
                  <a:pt x="1392154" y="97632"/>
                  <a:pt x="1385786" y="100428"/>
                  <a:pt x="1377653" y="100428"/>
                </a:cubicBezTo>
                <a:cubicBezTo>
                  <a:pt x="1370166" y="100428"/>
                  <a:pt x="1364454" y="98277"/>
                  <a:pt x="1360517" y="93974"/>
                </a:cubicBezTo>
                <a:cubicBezTo>
                  <a:pt x="1356580" y="89671"/>
                  <a:pt x="1354569" y="83368"/>
                  <a:pt x="1354483" y="75063"/>
                </a:cubicBezTo>
                <a:lnTo>
                  <a:pt x="1354483" y="29302"/>
                </a:lnTo>
                <a:lnTo>
                  <a:pt x="1373135" y="29302"/>
                </a:lnTo>
                <a:lnTo>
                  <a:pt x="1373135" y="74418"/>
                </a:lnTo>
                <a:cubicBezTo>
                  <a:pt x="1373135" y="81690"/>
                  <a:pt x="1376449" y="85325"/>
                  <a:pt x="1383075" y="85325"/>
                </a:cubicBezTo>
                <a:cubicBezTo>
                  <a:pt x="1389400" y="85325"/>
                  <a:pt x="1393746" y="83131"/>
                  <a:pt x="1396113" y="78742"/>
                </a:cubicBezTo>
                <a:lnTo>
                  <a:pt x="1396113" y="29302"/>
                </a:lnTo>
                <a:lnTo>
                  <a:pt x="1414830" y="29302"/>
                </a:lnTo>
                <a:lnTo>
                  <a:pt x="1414830" y="99138"/>
                </a:lnTo>
                <a:lnTo>
                  <a:pt x="1397274" y="99138"/>
                </a:lnTo>
                <a:lnTo>
                  <a:pt x="1396758" y="92038"/>
                </a:lnTo>
                <a:close/>
                <a:moveTo>
                  <a:pt x="1457926" y="85390"/>
                </a:moveTo>
                <a:cubicBezTo>
                  <a:pt x="1461368" y="85390"/>
                  <a:pt x="1464165" y="84443"/>
                  <a:pt x="1466316" y="82550"/>
                </a:cubicBezTo>
                <a:cubicBezTo>
                  <a:pt x="1468468" y="80657"/>
                  <a:pt x="1469586" y="78140"/>
                  <a:pt x="1469673" y="74999"/>
                </a:cubicBezTo>
                <a:lnTo>
                  <a:pt x="1487164" y="74999"/>
                </a:lnTo>
                <a:cubicBezTo>
                  <a:pt x="1487121" y="79732"/>
                  <a:pt x="1485830" y="84067"/>
                  <a:pt x="1483291" y="88004"/>
                </a:cubicBezTo>
                <a:cubicBezTo>
                  <a:pt x="1480752" y="91941"/>
                  <a:pt x="1477278" y="94996"/>
                  <a:pt x="1472867" y="97169"/>
                </a:cubicBezTo>
                <a:cubicBezTo>
                  <a:pt x="1468457" y="99342"/>
                  <a:pt x="1463584" y="100428"/>
                  <a:pt x="1458248" y="100428"/>
                </a:cubicBezTo>
                <a:cubicBezTo>
                  <a:pt x="1448266" y="100428"/>
                  <a:pt x="1440392" y="97255"/>
                  <a:pt x="1434626" y="90908"/>
                </a:cubicBezTo>
                <a:cubicBezTo>
                  <a:pt x="1428860" y="84562"/>
                  <a:pt x="1425977" y="75795"/>
                  <a:pt x="1425977" y="64607"/>
                </a:cubicBezTo>
                <a:lnTo>
                  <a:pt x="1425977" y="63381"/>
                </a:lnTo>
                <a:cubicBezTo>
                  <a:pt x="1425977" y="52624"/>
                  <a:pt x="1428839" y="44040"/>
                  <a:pt x="1434561" y="37628"/>
                </a:cubicBezTo>
                <a:cubicBezTo>
                  <a:pt x="1440284" y="31217"/>
                  <a:pt x="1448137" y="28012"/>
                  <a:pt x="1458119" y="28012"/>
                </a:cubicBezTo>
                <a:cubicBezTo>
                  <a:pt x="1466854" y="28012"/>
                  <a:pt x="1473857" y="30496"/>
                  <a:pt x="1479128" y="35466"/>
                </a:cubicBezTo>
                <a:cubicBezTo>
                  <a:pt x="1484399" y="40436"/>
                  <a:pt x="1487078" y="47052"/>
                  <a:pt x="1487164" y="55313"/>
                </a:cubicBezTo>
                <a:lnTo>
                  <a:pt x="1469673" y="55313"/>
                </a:lnTo>
                <a:cubicBezTo>
                  <a:pt x="1469586" y="51699"/>
                  <a:pt x="1468468" y="48762"/>
                  <a:pt x="1466316" y="46503"/>
                </a:cubicBezTo>
                <a:cubicBezTo>
                  <a:pt x="1464165" y="44244"/>
                  <a:pt x="1461325" y="43115"/>
                  <a:pt x="1457797" y="43115"/>
                </a:cubicBezTo>
                <a:cubicBezTo>
                  <a:pt x="1453451" y="43115"/>
                  <a:pt x="1450170" y="44696"/>
                  <a:pt x="1447954" y="47858"/>
                </a:cubicBezTo>
                <a:cubicBezTo>
                  <a:pt x="1445738" y="51021"/>
                  <a:pt x="1444630" y="56152"/>
                  <a:pt x="1444630" y="63252"/>
                </a:cubicBezTo>
                <a:lnTo>
                  <a:pt x="1444630" y="65188"/>
                </a:lnTo>
                <a:cubicBezTo>
                  <a:pt x="1444630" y="72374"/>
                  <a:pt x="1445727" y="77537"/>
                  <a:pt x="1447922" y="80678"/>
                </a:cubicBezTo>
                <a:cubicBezTo>
                  <a:pt x="1450116" y="83819"/>
                  <a:pt x="1453451" y="85390"/>
                  <a:pt x="1457926" y="85390"/>
                </a:cubicBezTo>
                <a:close/>
                <a:moveTo>
                  <a:pt x="1520128" y="12134"/>
                </a:moveTo>
                <a:lnTo>
                  <a:pt x="1520128" y="29302"/>
                </a:lnTo>
                <a:lnTo>
                  <a:pt x="1532068" y="29302"/>
                </a:lnTo>
                <a:lnTo>
                  <a:pt x="1532068" y="42985"/>
                </a:lnTo>
                <a:lnTo>
                  <a:pt x="1520128" y="42985"/>
                </a:lnTo>
                <a:lnTo>
                  <a:pt x="1520128" y="77838"/>
                </a:lnTo>
                <a:cubicBezTo>
                  <a:pt x="1520128" y="80420"/>
                  <a:pt x="1520623" y="82270"/>
                  <a:pt x="1521612" y="83389"/>
                </a:cubicBezTo>
                <a:cubicBezTo>
                  <a:pt x="1522602" y="84508"/>
                  <a:pt x="1524495" y="85067"/>
                  <a:pt x="1527292" y="85067"/>
                </a:cubicBezTo>
                <a:cubicBezTo>
                  <a:pt x="1529358" y="85067"/>
                  <a:pt x="1531186" y="84917"/>
                  <a:pt x="1532778" y="84615"/>
                </a:cubicBezTo>
                <a:lnTo>
                  <a:pt x="1532778" y="98750"/>
                </a:lnTo>
                <a:cubicBezTo>
                  <a:pt x="1529121" y="99869"/>
                  <a:pt x="1525356" y="100428"/>
                  <a:pt x="1521483" y="100428"/>
                </a:cubicBezTo>
                <a:cubicBezTo>
                  <a:pt x="1508403" y="100428"/>
                  <a:pt x="1501733" y="93824"/>
                  <a:pt x="1501475" y="80614"/>
                </a:cubicBezTo>
                <a:lnTo>
                  <a:pt x="1501475" y="42985"/>
                </a:lnTo>
                <a:lnTo>
                  <a:pt x="1491277" y="42985"/>
                </a:lnTo>
                <a:lnTo>
                  <a:pt x="1491277" y="29302"/>
                </a:lnTo>
                <a:lnTo>
                  <a:pt x="1501475" y="29302"/>
                </a:lnTo>
                <a:lnTo>
                  <a:pt x="1501475" y="12134"/>
                </a:lnTo>
                <a:lnTo>
                  <a:pt x="1520128" y="12134"/>
                </a:lnTo>
                <a:close/>
                <a:moveTo>
                  <a:pt x="1584273" y="92038"/>
                </a:moveTo>
                <a:cubicBezTo>
                  <a:pt x="1579669" y="97632"/>
                  <a:pt x="1573301" y="100428"/>
                  <a:pt x="1565168" y="100428"/>
                </a:cubicBezTo>
                <a:cubicBezTo>
                  <a:pt x="1557681" y="100428"/>
                  <a:pt x="1551969" y="98277"/>
                  <a:pt x="1548032" y="93974"/>
                </a:cubicBezTo>
                <a:cubicBezTo>
                  <a:pt x="1544095" y="89671"/>
                  <a:pt x="1542083" y="83368"/>
                  <a:pt x="1541997" y="75063"/>
                </a:cubicBezTo>
                <a:lnTo>
                  <a:pt x="1541997" y="29302"/>
                </a:lnTo>
                <a:lnTo>
                  <a:pt x="1560650" y="29302"/>
                </a:lnTo>
                <a:lnTo>
                  <a:pt x="1560650" y="74418"/>
                </a:lnTo>
                <a:cubicBezTo>
                  <a:pt x="1560650" y="81690"/>
                  <a:pt x="1563963" y="85325"/>
                  <a:pt x="1570590" y="85325"/>
                </a:cubicBezTo>
                <a:cubicBezTo>
                  <a:pt x="1576915" y="85325"/>
                  <a:pt x="1581261" y="83131"/>
                  <a:pt x="1583627" y="78742"/>
                </a:cubicBezTo>
                <a:lnTo>
                  <a:pt x="1583627" y="29302"/>
                </a:lnTo>
                <a:lnTo>
                  <a:pt x="1602345" y="29302"/>
                </a:lnTo>
                <a:lnTo>
                  <a:pt x="1602345" y="99138"/>
                </a:lnTo>
                <a:lnTo>
                  <a:pt x="1584789" y="99138"/>
                </a:lnTo>
                <a:lnTo>
                  <a:pt x="1584273" y="92038"/>
                </a:lnTo>
                <a:close/>
                <a:moveTo>
                  <a:pt x="1655639" y="46793"/>
                </a:moveTo>
                <a:cubicBezTo>
                  <a:pt x="1653100" y="46449"/>
                  <a:pt x="1650863" y="46277"/>
                  <a:pt x="1648926" y="46277"/>
                </a:cubicBezTo>
                <a:cubicBezTo>
                  <a:pt x="1641870" y="46277"/>
                  <a:pt x="1637244" y="48665"/>
                  <a:pt x="1635050" y="53441"/>
                </a:cubicBezTo>
                <a:lnTo>
                  <a:pt x="1635050" y="99138"/>
                </a:lnTo>
                <a:lnTo>
                  <a:pt x="1616397" y="99138"/>
                </a:lnTo>
                <a:lnTo>
                  <a:pt x="1616397" y="29302"/>
                </a:lnTo>
                <a:lnTo>
                  <a:pt x="1634017" y="29302"/>
                </a:lnTo>
                <a:lnTo>
                  <a:pt x="1634533" y="37628"/>
                </a:lnTo>
                <a:cubicBezTo>
                  <a:pt x="1638277" y="31217"/>
                  <a:pt x="1643462" y="28012"/>
                  <a:pt x="1650088" y="28012"/>
                </a:cubicBezTo>
                <a:cubicBezTo>
                  <a:pt x="1652153" y="28012"/>
                  <a:pt x="1654090" y="28291"/>
                  <a:pt x="1655897" y="28851"/>
                </a:cubicBezTo>
                <a:lnTo>
                  <a:pt x="1655639" y="46793"/>
                </a:lnTo>
                <a:close/>
                <a:moveTo>
                  <a:pt x="1695515" y="100428"/>
                </a:moveTo>
                <a:cubicBezTo>
                  <a:pt x="1685274" y="100428"/>
                  <a:pt x="1676937" y="97287"/>
                  <a:pt x="1670504" y="91005"/>
                </a:cubicBezTo>
                <a:cubicBezTo>
                  <a:pt x="1664072" y="84723"/>
                  <a:pt x="1660855" y="76354"/>
                  <a:pt x="1660855" y="65898"/>
                </a:cubicBezTo>
                <a:lnTo>
                  <a:pt x="1660855" y="64091"/>
                </a:lnTo>
                <a:cubicBezTo>
                  <a:pt x="1660855" y="57077"/>
                  <a:pt x="1662211" y="50806"/>
                  <a:pt x="1664921" y="45277"/>
                </a:cubicBezTo>
                <a:cubicBezTo>
                  <a:pt x="1667632" y="39748"/>
                  <a:pt x="1671472" y="35488"/>
                  <a:pt x="1676442" y="32497"/>
                </a:cubicBezTo>
                <a:cubicBezTo>
                  <a:pt x="1681412" y="29507"/>
                  <a:pt x="1687081" y="28012"/>
                  <a:pt x="1693449" y="28012"/>
                </a:cubicBezTo>
                <a:cubicBezTo>
                  <a:pt x="1703002" y="28012"/>
                  <a:pt x="1710521" y="31024"/>
                  <a:pt x="1716007" y="37048"/>
                </a:cubicBezTo>
                <a:cubicBezTo>
                  <a:pt x="1721493" y="43071"/>
                  <a:pt x="1724236" y="51613"/>
                  <a:pt x="1724236" y="62671"/>
                </a:cubicBezTo>
                <a:lnTo>
                  <a:pt x="1724236" y="70287"/>
                </a:lnTo>
                <a:lnTo>
                  <a:pt x="1679766" y="70287"/>
                </a:lnTo>
                <a:cubicBezTo>
                  <a:pt x="1680369" y="74848"/>
                  <a:pt x="1682187" y="78505"/>
                  <a:pt x="1685220" y="81259"/>
                </a:cubicBezTo>
                <a:cubicBezTo>
                  <a:pt x="1688254" y="84013"/>
                  <a:pt x="1692094" y="85390"/>
                  <a:pt x="1696741" y="85390"/>
                </a:cubicBezTo>
                <a:cubicBezTo>
                  <a:pt x="1703927" y="85390"/>
                  <a:pt x="1709542" y="82787"/>
                  <a:pt x="1713587" y="77580"/>
                </a:cubicBezTo>
                <a:lnTo>
                  <a:pt x="1722752" y="87843"/>
                </a:lnTo>
                <a:cubicBezTo>
                  <a:pt x="1719955" y="91801"/>
                  <a:pt x="1716168" y="94889"/>
                  <a:pt x="1711392" y="97104"/>
                </a:cubicBezTo>
                <a:cubicBezTo>
                  <a:pt x="1706616" y="99320"/>
                  <a:pt x="1701323" y="100428"/>
                  <a:pt x="1695515" y="100428"/>
                </a:cubicBezTo>
                <a:moveTo>
                  <a:pt x="1693385" y="43115"/>
                </a:moveTo>
                <a:cubicBezTo>
                  <a:pt x="1689684" y="43115"/>
                  <a:pt x="1686683" y="44362"/>
                  <a:pt x="1684381" y="46858"/>
                </a:cubicBezTo>
                <a:cubicBezTo>
                  <a:pt x="1682079" y="49354"/>
                  <a:pt x="1680605" y="52925"/>
                  <a:pt x="1679960" y="57572"/>
                </a:cubicBezTo>
                <a:lnTo>
                  <a:pt x="1705906" y="57572"/>
                </a:lnTo>
                <a:lnTo>
                  <a:pt x="1705906" y="56088"/>
                </a:lnTo>
                <a:cubicBezTo>
                  <a:pt x="1705820" y="51957"/>
                  <a:pt x="1704701" y="48762"/>
                  <a:pt x="1702550" y="46503"/>
                </a:cubicBezTo>
                <a:cubicBezTo>
                  <a:pt x="1700398" y="44244"/>
                  <a:pt x="1697343" y="43115"/>
                  <a:pt x="1693385" y="43115"/>
                </a:cubicBezTo>
                <a:close/>
                <a:moveTo>
                  <a:pt x="1772625" y="79839"/>
                </a:moveTo>
                <a:cubicBezTo>
                  <a:pt x="1772625" y="77559"/>
                  <a:pt x="1771496" y="75762"/>
                  <a:pt x="1769237" y="74450"/>
                </a:cubicBezTo>
                <a:cubicBezTo>
                  <a:pt x="1766978" y="73138"/>
                  <a:pt x="1763353" y="71965"/>
                  <a:pt x="1758361" y="70932"/>
                </a:cubicBezTo>
                <a:cubicBezTo>
                  <a:pt x="1741752" y="67447"/>
                  <a:pt x="1733448" y="60390"/>
                  <a:pt x="1733448" y="49762"/>
                </a:cubicBezTo>
                <a:cubicBezTo>
                  <a:pt x="1733448" y="43566"/>
                  <a:pt x="1736019" y="38392"/>
                  <a:pt x="1741161" y="34240"/>
                </a:cubicBezTo>
                <a:cubicBezTo>
                  <a:pt x="1746303" y="30088"/>
                  <a:pt x="1753026" y="28012"/>
                  <a:pt x="1761330" y="28012"/>
                </a:cubicBezTo>
                <a:cubicBezTo>
                  <a:pt x="1770194" y="28012"/>
                  <a:pt x="1777283" y="30098"/>
                  <a:pt x="1782597" y="34272"/>
                </a:cubicBezTo>
                <a:cubicBezTo>
                  <a:pt x="1787911" y="38446"/>
                  <a:pt x="1790568" y="43868"/>
                  <a:pt x="1790568" y="50537"/>
                </a:cubicBezTo>
                <a:lnTo>
                  <a:pt x="1771915" y="50537"/>
                </a:lnTo>
                <a:cubicBezTo>
                  <a:pt x="1771915" y="47869"/>
                  <a:pt x="1771055" y="45664"/>
                  <a:pt x="1769334" y="43921"/>
                </a:cubicBezTo>
                <a:cubicBezTo>
                  <a:pt x="1767612" y="42179"/>
                  <a:pt x="1764923" y="41307"/>
                  <a:pt x="1761266" y="41307"/>
                </a:cubicBezTo>
                <a:cubicBezTo>
                  <a:pt x="1758125" y="41307"/>
                  <a:pt x="1755694" y="42017"/>
                  <a:pt x="1753972" y="43437"/>
                </a:cubicBezTo>
                <a:cubicBezTo>
                  <a:pt x="1752251" y="44857"/>
                  <a:pt x="1751391" y="46664"/>
                  <a:pt x="1751391" y="48859"/>
                </a:cubicBezTo>
                <a:cubicBezTo>
                  <a:pt x="1751391" y="50924"/>
                  <a:pt x="1752370" y="52592"/>
                  <a:pt x="1754327" y="53861"/>
                </a:cubicBezTo>
                <a:cubicBezTo>
                  <a:pt x="1756285" y="55130"/>
                  <a:pt x="1759588" y="56227"/>
                  <a:pt x="1764235" y="57153"/>
                </a:cubicBezTo>
                <a:cubicBezTo>
                  <a:pt x="1768882" y="58078"/>
                  <a:pt x="1772797" y="59121"/>
                  <a:pt x="1775981" y="60283"/>
                </a:cubicBezTo>
                <a:cubicBezTo>
                  <a:pt x="1785835" y="63897"/>
                  <a:pt x="1790762" y="70158"/>
                  <a:pt x="1790762" y="79065"/>
                </a:cubicBezTo>
                <a:cubicBezTo>
                  <a:pt x="1790762" y="85433"/>
                  <a:pt x="1788029" y="90586"/>
                  <a:pt x="1782565" y="94523"/>
                </a:cubicBezTo>
                <a:cubicBezTo>
                  <a:pt x="1777100" y="98460"/>
                  <a:pt x="1770044" y="100428"/>
                  <a:pt x="1761395" y="100428"/>
                </a:cubicBezTo>
                <a:cubicBezTo>
                  <a:pt x="1755543" y="100428"/>
                  <a:pt x="1750347" y="99385"/>
                  <a:pt x="1745808" y="97298"/>
                </a:cubicBezTo>
                <a:cubicBezTo>
                  <a:pt x="1741268" y="95211"/>
                  <a:pt x="1737708" y="92350"/>
                  <a:pt x="1735126" y="88714"/>
                </a:cubicBezTo>
                <a:cubicBezTo>
                  <a:pt x="1732544" y="85078"/>
                  <a:pt x="1731253" y="81152"/>
                  <a:pt x="1731253" y="76935"/>
                </a:cubicBezTo>
                <a:lnTo>
                  <a:pt x="1748938" y="76935"/>
                </a:lnTo>
                <a:cubicBezTo>
                  <a:pt x="1749110" y="80248"/>
                  <a:pt x="1750337" y="82787"/>
                  <a:pt x="1752617" y="84551"/>
                </a:cubicBezTo>
                <a:cubicBezTo>
                  <a:pt x="1754898" y="86315"/>
                  <a:pt x="1757953" y="87197"/>
                  <a:pt x="1761782" y="87197"/>
                </a:cubicBezTo>
                <a:cubicBezTo>
                  <a:pt x="1765353" y="87197"/>
                  <a:pt x="1768053" y="86519"/>
                  <a:pt x="1769882" y="85164"/>
                </a:cubicBezTo>
                <a:cubicBezTo>
                  <a:pt x="1771711" y="83809"/>
                  <a:pt x="1772625" y="82034"/>
                  <a:pt x="1772625" y="7983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[howtopersist]">
            <a:extLst xmlns:a="http://schemas.openxmlformats.org/drawingml/2006/main">
              <a:ext uri="{FF2B5EF4-FFF2-40B4-BE49-F238E27FC236}">
                <a16:creationId xmlns:a16="http://schemas.microsoft.com/office/drawing/2014/main" id="{46E57983-3F53-491E-AEFE-A0787573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29" y="4787275"/>
            <a:ext cx="761542" cy="115723"/>
          </a:xfrm>
          <a:custGeom xmlns:a="http://schemas.openxmlformats.org/drawingml/2006/main">
            <a:pathLst>
              <a:path w="761542" h="115723">
                <a:moveTo>
                  <a:pt x="23693" y="12230"/>
                </a:moveTo>
                <a:lnTo>
                  <a:pt x="15905" y="12230"/>
                </a:lnTo>
                <a:lnTo>
                  <a:pt x="15905" y="99324"/>
                </a:lnTo>
                <a:lnTo>
                  <a:pt x="23693" y="99324"/>
                </a:lnTo>
                <a:lnTo>
                  <a:pt x="23693" y="111555"/>
                </a:lnTo>
                <a:lnTo>
                  <a:pt x="0" y="111555"/>
                </a:lnTo>
                <a:lnTo>
                  <a:pt x="0" y="0"/>
                </a:lnTo>
                <a:lnTo>
                  <a:pt x="23693" y="0"/>
                </a:lnTo>
                <a:lnTo>
                  <a:pt x="23693" y="12230"/>
                </a:lnTo>
                <a:close/>
                <a:moveTo>
                  <a:pt x="46167" y="40037"/>
                </a:moveTo>
                <a:cubicBezTo>
                  <a:pt x="50372" y="34991"/>
                  <a:pt x="55655" y="32468"/>
                  <a:pt x="62017" y="32468"/>
                </a:cubicBezTo>
                <a:cubicBezTo>
                  <a:pt x="74887" y="32468"/>
                  <a:pt x="81414" y="39945"/>
                  <a:pt x="81597" y="54900"/>
                </a:cubicBezTo>
                <a:lnTo>
                  <a:pt x="81597" y="92907"/>
                </a:lnTo>
                <a:lnTo>
                  <a:pt x="65746" y="92907"/>
                </a:lnTo>
                <a:lnTo>
                  <a:pt x="65746" y="55339"/>
                </a:lnTo>
                <a:cubicBezTo>
                  <a:pt x="65746" y="51938"/>
                  <a:pt x="65015" y="49424"/>
                  <a:pt x="63553" y="47797"/>
                </a:cubicBezTo>
                <a:cubicBezTo>
                  <a:pt x="62090" y="46170"/>
                  <a:pt x="59659" y="45357"/>
                  <a:pt x="56258" y="45357"/>
                </a:cubicBezTo>
                <a:cubicBezTo>
                  <a:pt x="51615" y="45357"/>
                  <a:pt x="48251" y="47148"/>
                  <a:pt x="46167" y="50732"/>
                </a:cubicBezTo>
                <a:lnTo>
                  <a:pt x="46167" y="92907"/>
                </a:lnTo>
                <a:lnTo>
                  <a:pt x="30317" y="92907"/>
                </a:lnTo>
                <a:lnTo>
                  <a:pt x="30317" y="8666"/>
                </a:lnTo>
                <a:lnTo>
                  <a:pt x="46167" y="8666"/>
                </a:lnTo>
                <a:lnTo>
                  <a:pt x="46167" y="40037"/>
                </a:lnTo>
                <a:close/>
                <a:moveTo>
                  <a:pt x="91059" y="62688"/>
                </a:moveTo>
                <a:cubicBezTo>
                  <a:pt x="91059" y="56801"/>
                  <a:pt x="92192" y="51554"/>
                  <a:pt x="94459" y="46947"/>
                </a:cubicBezTo>
                <a:cubicBezTo>
                  <a:pt x="96726" y="42340"/>
                  <a:pt x="99989" y="38775"/>
                  <a:pt x="104249" y="36253"/>
                </a:cubicBezTo>
                <a:cubicBezTo>
                  <a:pt x="108509" y="33730"/>
                  <a:pt x="113454" y="32468"/>
                  <a:pt x="119084" y="32468"/>
                </a:cubicBezTo>
                <a:cubicBezTo>
                  <a:pt x="127092" y="32468"/>
                  <a:pt x="133628" y="34918"/>
                  <a:pt x="138692" y="39817"/>
                </a:cubicBezTo>
                <a:cubicBezTo>
                  <a:pt x="143756" y="44717"/>
                  <a:pt x="146580" y="51371"/>
                  <a:pt x="147165" y="59781"/>
                </a:cubicBezTo>
                <a:lnTo>
                  <a:pt x="147275" y="63840"/>
                </a:lnTo>
                <a:cubicBezTo>
                  <a:pt x="147275" y="72944"/>
                  <a:pt x="144734" y="80247"/>
                  <a:pt x="139651" y="85750"/>
                </a:cubicBezTo>
                <a:cubicBezTo>
                  <a:pt x="134569" y="91253"/>
                  <a:pt x="127750" y="94004"/>
                  <a:pt x="119194" y="94004"/>
                </a:cubicBezTo>
                <a:cubicBezTo>
                  <a:pt x="110638" y="94004"/>
                  <a:pt x="103810" y="91262"/>
                  <a:pt x="98710" y="85777"/>
                </a:cubicBezTo>
                <a:cubicBezTo>
                  <a:pt x="93609" y="80293"/>
                  <a:pt x="91059" y="72834"/>
                  <a:pt x="91059" y="63401"/>
                </a:cubicBezTo>
                <a:lnTo>
                  <a:pt x="91059" y="62688"/>
                </a:lnTo>
                <a:moveTo>
                  <a:pt x="106909" y="63840"/>
                </a:moveTo>
                <a:cubicBezTo>
                  <a:pt x="106909" y="69470"/>
                  <a:pt x="107969" y="73776"/>
                  <a:pt x="110090" y="76755"/>
                </a:cubicBezTo>
                <a:cubicBezTo>
                  <a:pt x="112211" y="79735"/>
                  <a:pt x="115245" y="81225"/>
                  <a:pt x="119194" y="81225"/>
                </a:cubicBezTo>
                <a:cubicBezTo>
                  <a:pt x="123033" y="81225"/>
                  <a:pt x="126031" y="79754"/>
                  <a:pt x="128189" y="76810"/>
                </a:cubicBezTo>
                <a:cubicBezTo>
                  <a:pt x="130346" y="73867"/>
                  <a:pt x="131425" y="69159"/>
                  <a:pt x="131425" y="62688"/>
                </a:cubicBezTo>
                <a:cubicBezTo>
                  <a:pt x="131425" y="57167"/>
                  <a:pt x="130346" y="52889"/>
                  <a:pt x="128189" y="49854"/>
                </a:cubicBezTo>
                <a:cubicBezTo>
                  <a:pt x="126031" y="46819"/>
                  <a:pt x="122997" y="45302"/>
                  <a:pt x="119084" y="45302"/>
                </a:cubicBezTo>
                <a:cubicBezTo>
                  <a:pt x="115209" y="45302"/>
                  <a:pt x="112211" y="46810"/>
                  <a:pt x="110090" y="49827"/>
                </a:cubicBezTo>
                <a:cubicBezTo>
                  <a:pt x="107969" y="52843"/>
                  <a:pt x="106909" y="57514"/>
                  <a:pt x="106909" y="63840"/>
                </a:cubicBezTo>
                <a:close/>
                <a:moveTo>
                  <a:pt x="208620" y="71353"/>
                </a:moveTo>
                <a:lnTo>
                  <a:pt x="216408" y="33565"/>
                </a:lnTo>
                <a:lnTo>
                  <a:pt x="231710" y="33565"/>
                </a:lnTo>
                <a:lnTo>
                  <a:pt x="216573" y="92907"/>
                </a:lnTo>
                <a:lnTo>
                  <a:pt x="203300" y="92907"/>
                </a:lnTo>
                <a:lnTo>
                  <a:pt x="192057" y="55558"/>
                </a:lnTo>
                <a:lnTo>
                  <a:pt x="180814" y="92907"/>
                </a:lnTo>
                <a:lnTo>
                  <a:pt x="167596" y="92907"/>
                </a:lnTo>
                <a:lnTo>
                  <a:pt x="152459" y="33565"/>
                </a:lnTo>
                <a:lnTo>
                  <a:pt x="167761" y="33565"/>
                </a:lnTo>
                <a:lnTo>
                  <a:pt x="175494" y="71298"/>
                </a:lnTo>
                <a:lnTo>
                  <a:pt x="186353" y="33565"/>
                </a:lnTo>
                <a:lnTo>
                  <a:pt x="197816" y="33565"/>
                </a:lnTo>
                <a:lnTo>
                  <a:pt x="208620" y="71353"/>
                </a:lnTo>
                <a:close/>
                <a:moveTo>
                  <a:pt x="286454" y="18976"/>
                </a:moveTo>
                <a:lnTo>
                  <a:pt x="286454" y="33565"/>
                </a:lnTo>
                <a:lnTo>
                  <a:pt x="296601" y="33565"/>
                </a:lnTo>
                <a:lnTo>
                  <a:pt x="296601" y="45192"/>
                </a:lnTo>
                <a:lnTo>
                  <a:pt x="286454" y="45192"/>
                </a:lnTo>
                <a:lnTo>
                  <a:pt x="286454" y="74809"/>
                </a:lnTo>
                <a:cubicBezTo>
                  <a:pt x="286454" y="77002"/>
                  <a:pt x="286875" y="78575"/>
                  <a:pt x="287716" y="79525"/>
                </a:cubicBezTo>
                <a:cubicBezTo>
                  <a:pt x="288557" y="80476"/>
                  <a:pt x="290165" y="80951"/>
                  <a:pt x="292542" y="80951"/>
                </a:cubicBezTo>
                <a:cubicBezTo>
                  <a:pt x="294297" y="80951"/>
                  <a:pt x="295851" y="80823"/>
                  <a:pt x="297204" y="80567"/>
                </a:cubicBezTo>
                <a:lnTo>
                  <a:pt x="297204" y="92578"/>
                </a:lnTo>
                <a:cubicBezTo>
                  <a:pt x="294096" y="93529"/>
                  <a:pt x="290897" y="94004"/>
                  <a:pt x="287606" y="94004"/>
                </a:cubicBezTo>
                <a:cubicBezTo>
                  <a:pt x="276491" y="94004"/>
                  <a:pt x="270823" y="88392"/>
                  <a:pt x="270604" y="77167"/>
                </a:cubicBezTo>
                <a:lnTo>
                  <a:pt x="270604" y="45192"/>
                </a:lnTo>
                <a:lnTo>
                  <a:pt x="261939" y="45192"/>
                </a:lnTo>
                <a:lnTo>
                  <a:pt x="261939" y="33565"/>
                </a:lnTo>
                <a:lnTo>
                  <a:pt x="270604" y="33565"/>
                </a:lnTo>
                <a:lnTo>
                  <a:pt x="270604" y="18976"/>
                </a:lnTo>
                <a:lnTo>
                  <a:pt x="286454" y="18976"/>
                </a:lnTo>
                <a:close/>
                <a:moveTo>
                  <a:pt x="301302" y="62688"/>
                </a:moveTo>
                <a:cubicBezTo>
                  <a:pt x="301302" y="56801"/>
                  <a:pt x="302435" y="51554"/>
                  <a:pt x="304702" y="46947"/>
                </a:cubicBezTo>
                <a:cubicBezTo>
                  <a:pt x="306969" y="42340"/>
                  <a:pt x="310232" y="38775"/>
                  <a:pt x="314492" y="36253"/>
                </a:cubicBezTo>
                <a:cubicBezTo>
                  <a:pt x="318751" y="33730"/>
                  <a:pt x="323697" y="32468"/>
                  <a:pt x="329327" y="32468"/>
                </a:cubicBezTo>
                <a:cubicBezTo>
                  <a:pt x="337335" y="32468"/>
                  <a:pt x="343870" y="34918"/>
                  <a:pt x="348934" y="39817"/>
                </a:cubicBezTo>
                <a:cubicBezTo>
                  <a:pt x="353998" y="44717"/>
                  <a:pt x="356823" y="51371"/>
                  <a:pt x="357408" y="59781"/>
                </a:cubicBezTo>
                <a:lnTo>
                  <a:pt x="357518" y="63840"/>
                </a:lnTo>
                <a:cubicBezTo>
                  <a:pt x="357518" y="72944"/>
                  <a:pt x="354976" y="80247"/>
                  <a:pt x="349894" y="85750"/>
                </a:cubicBezTo>
                <a:cubicBezTo>
                  <a:pt x="344812" y="91253"/>
                  <a:pt x="337993" y="94004"/>
                  <a:pt x="329437" y="94004"/>
                </a:cubicBezTo>
                <a:cubicBezTo>
                  <a:pt x="320881" y="94004"/>
                  <a:pt x="314053" y="91262"/>
                  <a:pt x="308952" y="85777"/>
                </a:cubicBezTo>
                <a:cubicBezTo>
                  <a:pt x="303852" y="80293"/>
                  <a:pt x="301302" y="72834"/>
                  <a:pt x="301302" y="63401"/>
                </a:cubicBezTo>
                <a:lnTo>
                  <a:pt x="301302" y="62688"/>
                </a:lnTo>
                <a:moveTo>
                  <a:pt x="317152" y="63840"/>
                </a:moveTo>
                <a:cubicBezTo>
                  <a:pt x="317152" y="69470"/>
                  <a:pt x="318212" y="73776"/>
                  <a:pt x="320333" y="76755"/>
                </a:cubicBezTo>
                <a:cubicBezTo>
                  <a:pt x="322453" y="79735"/>
                  <a:pt x="325488" y="81225"/>
                  <a:pt x="329437" y="81225"/>
                </a:cubicBezTo>
                <a:cubicBezTo>
                  <a:pt x="333276" y="81225"/>
                  <a:pt x="336274" y="79754"/>
                  <a:pt x="338432" y="76810"/>
                </a:cubicBezTo>
                <a:cubicBezTo>
                  <a:pt x="340589" y="73867"/>
                  <a:pt x="341667" y="69159"/>
                  <a:pt x="341667" y="62688"/>
                </a:cubicBezTo>
                <a:cubicBezTo>
                  <a:pt x="341667" y="57167"/>
                  <a:pt x="340589" y="52889"/>
                  <a:pt x="338432" y="49854"/>
                </a:cubicBezTo>
                <a:cubicBezTo>
                  <a:pt x="336274" y="46819"/>
                  <a:pt x="333240" y="45302"/>
                  <a:pt x="329327" y="45302"/>
                </a:cubicBezTo>
                <a:cubicBezTo>
                  <a:pt x="325452" y="45302"/>
                  <a:pt x="322453" y="46810"/>
                  <a:pt x="320333" y="49827"/>
                </a:cubicBezTo>
                <a:cubicBezTo>
                  <a:pt x="318212" y="52843"/>
                  <a:pt x="317152" y="57514"/>
                  <a:pt x="317152" y="63840"/>
                </a:cubicBezTo>
                <a:close/>
                <a:moveTo>
                  <a:pt x="448632" y="63785"/>
                </a:moveTo>
                <a:cubicBezTo>
                  <a:pt x="448632" y="72925"/>
                  <a:pt x="446557" y="80247"/>
                  <a:pt x="442407" y="85750"/>
                </a:cubicBezTo>
                <a:cubicBezTo>
                  <a:pt x="438257" y="91253"/>
                  <a:pt x="432654" y="94004"/>
                  <a:pt x="425597" y="94004"/>
                </a:cubicBezTo>
                <a:cubicBezTo>
                  <a:pt x="419600" y="94004"/>
                  <a:pt x="414756" y="91920"/>
                  <a:pt x="411063" y="87752"/>
                </a:cubicBezTo>
                <a:lnTo>
                  <a:pt x="411063" y="115723"/>
                </a:lnTo>
                <a:lnTo>
                  <a:pt x="395213" y="115723"/>
                </a:lnTo>
                <a:lnTo>
                  <a:pt x="395213" y="33565"/>
                </a:lnTo>
                <a:lnTo>
                  <a:pt x="409911" y="33565"/>
                </a:lnTo>
                <a:lnTo>
                  <a:pt x="410460" y="39379"/>
                </a:lnTo>
                <a:cubicBezTo>
                  <a:pt x="414299" y="34772"/>
                  <a:pt x="419308" y="32468"/>
                  <a:pt x="425487" y="32468"/>
                </a:cubicBezTo>
                <a:cubicBezTo>
                  <a:pt x="432800" y="32468"/>
                  <a:pt x="438485" y="35174"/>
                  <a:pt x="442544" y="40585"/>
                </a:cubicBezTo>
                <a:cubicBezTo>
                  <a:pt x="446602" y="45997"/>
                  <a:pt x="448632" y="53456"/>
                  <a:pt x="448632" y="62962"/>
                </a:cubicBezTo>
                <a:lnTo>
                  <a:pt x="448632" y="63785"/>
                </a:lnTo>
                <a:moveTo>
                  <a:pt x="432781" y="62633"/>
                </a:moveTo>
                <a:cubicBezTo>
                  <a:pt x="432781" y="57112"/>
                  <a:pt x="431803" y="52852"/>
                  <a:pt x="429847" y="49854"/>
                </a:cubicBezTo>
                <a:cubicBezTo>
                  <a:pt x="427891" y="46856"/>
                  <a:pt x="425048" y="45357"/>
                  <a:pt x="421319" y="45357"/>
                </a:cubicBezTo>
                <a:cubicBezTo>
                  <a:pt x="416346" y="45357"/>
                  <a:pt x="412928" y="47258"/>
                  <a:pt x="411063" y="51061"/>
                </a:cubicBezTo>
                <a:lnTo>
                  <a:pt x="411063" y="75357"/>
                </a:lnTo>
                <a:cubicBezTo>
                  <a:pt x="413001" y="79269"/>
                  <a:pt x="416456" y="81225"/>
                  <a:pt x="421429" y="81225"/>
                </a:cubicBezTo>
                <a:cubicBezTo>
                  <a:pt x="428997" y="81225"/>
                  <a:pt x="432781" y="75028"/>
                  <a:pt x="432781" y="62633"/>
                </a:cubicBezTo>
                <a:close/>
                <a:moveTo>
                  <a:pt x="485736" y="94004"/>
                </a:moveTo>
                <a:cubicBezTo>
                  <a:pt x="477034" y="94004"/>
                  <a:pt x="469950" y="91335"/>
                  <a:pt x="464484" y="85997"/>
                </a:cubicBezTo>
                <a:cubicBezTo>
                  <a:pt x="459017" y="80659"/>
                  <a:pt x="456284" y="73547"/>
                  <a:pt x="456284" y="64662"/>
                </a:cubicBezTo>
                <a:lnTo>
                  <a:pt x="456284" y="63127"/>
                </a:lnTo>
                <a:cubicBezTo>
                  <a:pt x="456284" y="57167"/>
                  <a:pt x="457436" y="51838"/>
                  <a:pt x="459739" y="47139"/>
                </a:cubicBezTo>
                <a:cubicBezTo>
                  <a:pt x="462043" y="42441"/>
                  <a:pt x="465306" y="38821"/>
                  <a:pt x="469529" y="36280"/>
                </a:cubicBezTo>
                <a:cubicBezTo>
                  <a:pt x="473752" y="33739"/>
                  <a:pt x="478570" y="32468"/>
                  <a:pt x="483981" y="32468"/>
                </a:cubicBezTo>
                <a:cubicBezTo>
                  <a:pt x="492098" y="32468"/>
                  <a:pt x="498487" y="35028"/>
                  <a:pt x="503149" y="40146"/>
                </a:cubicBezTo>
                <a:cubicBezTo>
                  <a:pt x="507811" y="45265"/>
                  <a:pt x="510142" y="52523"/>
                  <a:pt x="510142" y="61920"/>
                </a:cubicBezTo>
                <a:lnTo>
                  <a:pt x="510142" y="68392"/>
                </a:lnTo>
                <a:lnTo>
                  <a:pt x="472354" y="68392"/>
                </a:lnTo>
                <a:cubicBezTo>
                  <a:pt x="472866" y="72267"/>
                  <a:pt x="474410" y="75375"/>
                  <a:pt x="476988" y="77715"/>
                </a:cubicBezTo>
                <a:cubicBezTo>
                  <a:pt x="479566" y="80055"/>
                  <a:pt x="482829" y="81225"/>
                  <a:pt x="486778" y="81225"/>
                </a:cubicBezTo>
                <a:cubicBezTo>
                  <a:pt x="492884" y="81225"/>
                  <a:pt x="497656" y="79013"/>
                  <a:pt x="501093" y="74589"/>
                </a:cubicBezTo>
                <a:lnTo>
                  <a:pt x="508881" y="83309"/>
                </a:lnTo>
                <a:cubicBezTo>
                  <a:pt x="506504" y="86673"/>
                  <a:pt x="503286" y="89297"/>
                  <a:pt x="499228" y="91180"/>
                </a:cubicBezTo>
                <a:cubicBezTo>
                  <a:pt x="495169" y="93063"/>
                  <a:pt x="490672" y="94004"/>
                  <a:pt x="485736" y="94004"/>
                </a:cubicBezTo>
                <a:moveTo>
                  <a:pt x="483926" y="45302"/>
                </a:moveTo>
                <a:cubicBezTo>
                  <a:pt x="480782" y="45302"/>
                  <a:pt x="478231" y="46362"/>
                  <a:pt x="476275" y="48483"/>
                </a:cubicBezTo>
                <a:cubicBezTo>
                  <a:pt x="474319" y="50604"/>
                  <a:pt x="473067" y="53638"/>
                  <a:pt x="472518" y="57587"/>
                </a:cubicBezTo>
                <a:lnTo>
                  <a:pt x="494566" y="57587"/>
                </a:lnTo>
                <a:lnTo>
                  <a:pt x="494566" y="56326"/>
                </a:lnTo>
                <a:cubicBezTo>
                  <a:pt x="494493" y="52816"/>
                  <a:pt x="493542" y="50101"/>
                  <a:pt x="491714" y="48181"/>
                </a:cubicBezTo>
                <a:cubicBezTo>
                  <a:pt x="489886" y="46262"/>
                  <a:pt x="487290" y="45302"/>
                  <a:pt x="483926" y="45302"/>
                </a:cubicBezTo>
                <a:close/>
                <a:moveTo>
                  <a:pt x="552457" y="48428"/>
                </a:moveTo>
                <a:cubicBezTo>
                  <a:pt x="550300" y="48136"/>
                  <a:pt x="548398" y="47989"/>
                  <a:pt x="546753" y="47989"/>
                </a:cubicBezTo>
                <a:cubicBezTo>
                  <a:pt x="540757" y="47989"/>
                  <a:pt x="536826" y="50019"/>
                  <a:pt x="534961" y="54077"/>
                </a:cubicBezTo>
                <a:lnTo>
                  <a:pt x="534961" y="92907"/>
                </a:lnTo>
                <a:lnTo>
                  <a:pt x="519111" y="92907"/>
                </a:lnTo>
                <a:lnTo>
                  <a:pt x="519111" y="33565"/>
                </a:lnTo>
                <a:lnTo>
                  <a:pt x="534084" y="33565"/>
                </a:lnTo>
                <a:lnTo>
                  <a:pt x="534522" y="40640"/>
                </a:lnTo>
                <a:cubicBezTo>
                  <a:pt x="537703" y="35192"/>
                  <a:pt x="542109" y="32468"/>
                  <a:pt x="547740" y="32468"/>
                </a:cubicBezTo>
                <a:cubicBezTo>
                  <a:pt x="549495" y="32468"/>
                  <a:pt x="551140" y="32706"/>
                  <a:pt x="552676" y="33181"/>
                </a:cubicBezTo>
                <a:lnTo>
                  <a:pt x="552457" y="48428"/>
                </a:lnTo>
                <a:close/>
                <a:moveTo>
                  <a:pt x="592202" y="76509"/>
                </a:moveTo>
                <a:cubicBezTo>
                  <a:pt x="592202" y="74571"/>
                  <a:pt x="591243" y="73044"/>
                  <a:pt x="589323" y="71929"/>
                </a:cubicBezTo>
                <a:cubicBezTo>
                  <a:pt x="587404" y="70814"/>
                  <a:pt x="584323" y="69818"/>
                  <a:pt x="580082" y="68940"/>
                </a:cubicBezTo>
                <a:cubicBezTo>
                  <a:pt x="565968" y="65978"/>
                  <a:pt x="558912" y="59982"/>
                  <a:pt x="558912" y="50951"/>
                </a:cubicBezTo>
                <a:cubicBezTo>
                  <a:pt x="558912" y="45686"/>
                  <a:pt x="561096" y="41289"/>
                  <a:pt x="565466" y="37761"/>
                </a:cubicBezTo>
                <a:cubicBezTo>
                  <a:pt x="569835" y="34232"/>
                  <a:pt x="575548" y="32468"/>
                  <a:pt x="582605" y="32468"/>
                </a:cubicBezTo>
                <a:cubicBezTo>
                  <a:pt x="590137" y="32468"/>
                  <a:pt x="596160" y="34242"/>
                  <a:pt x="600676" y="37788"/>
                </a:cubicBezTo>
                <a:cubicBezTo>
                  <a:pt x="605192" y="41335"/>
                  <a:pt x="607449" y="45942"/>
                  <a:pt x="607449" y="51609"/>
                </a:cubicBezTo>
                <a:lnTo>
                  <a:pt x="591599" y="51609"/>
                </a:lnTo>
                <a:cubicBezTo>
                  <a:pt x="591599" y="49342"/>
                  <a:pt x="590868" y="47468"/>
                  <a:pt x="589405" y="45987"/>
                </a:cubicBezTo>
                <a:cubicBezTo>
                  <a:pt x="587943" y="44507"/>
                  <a:pt x="585658" y="43766"/>
                  <a:pt x="582550" y="43766"/>
                </a:cubicBezTo>
                <a:cubicBezTo>
                  <a:pt x="579881" y="43766"/>
                  <a:pt x="577815" y="44370"/>
                  <a:pt x="576352" y="45576"/>
                </a:cubicBezTo>
                <a:cubicBezTo>
                  <a:pt x="574890" y="46783"/>
                  <a:pt x="574158" y="48318"/>
                  <a:pt x="574158" y="50183"/>
                </a:cubicBezTo>
                <a:cubicBezTo>
                  <a:pt x="574158" y="51938"/>
                  <a:pt x="574990" y="53355"/>
                  <a:pt x="576654" y="54434"/>
                </a:cubicBezTo>
                <a:cubicBezTo>
                  <a:pt x="578318" y="55512"/>
                  <a:pt x="581124" y="56445"/>
                  <a:pt x="585073" y="57231"/>
                </a:cubicBezTo>
                <a:cubicBezTo>
                  <a:pt x="589021" y="58017"/>
                  <a:pt x="592349" y="58903"/>
                  <a:pt x="595054" y="59891"/>
                </a:cubicBezTo>
                <a:cubicBezTo>
                  <a:pt x="603427" y="62962"/>
                  <a:pt x="607614" y="68282"/>
                  <a:pt x="607614" y="75851"/>
                </a:cubicBezTo>
                <a:cubicBezTo>
                  <a:pt x="607614" y="81262"/>
                  <a:pt x="605292" y="85640"/>
                  <a:pt x="600649" y="88986"/>
                </a:cubicBezTo>
                <a:cubicBezTo>
                  <a:pt x="596005" y="92331"/>
                  <a:pt x="590009" y="94004"/>
                  <a:pt x="582659" y="94004"/>
                </a:cubicBezTo>
                <a:cubicBezTo>
                  <a:pt x="577687" y="94004"/>
                  <a:pt x="573272" y="93118"/>
                  <a:pt x="569414" y="91344"/>
                </a:cubicBezTo>
                <a:cubicBezTo>
                  <a:pt x="565557" y="89571"/>
                  <a:pt x="562531" y="87139"/>
                  <a:pt x="560338" y="84050"/>
                </a:cubicBezTo>
                <a:cubicBezTo>
                  <a:pt x="558144" y="80960"/>
                  <a:pt x="557047" y="77624"/>
                  <a:pt x="557047" y="74041"/>
                </a:cubicBezTo>
                <a:lnTo>
                  <a:pt x="572074" y="74041"/>
                </a:lnTo>
                <a:cubicBezTo>
                  <a:pt x="572221" y="76856"/>
                  <a:pt x="573263" y="79013"/>
                  <a:pt x="575201" y="80512"/>
                </a:cubicBezTo>
                <a:cubicBezTo>
                  <a:pt x="577138" y="82011"/>
                  <a:pt x="579734" y="82761"/>
                  <a:pt x="582988" y="82761"/>
                </a:cubicBezTo>
                <a:cubicBezTo>
                  <a:pt x="586023" y="82761"/>
                  <a:pt x="588318" y="82185"/>
                  <a:pt x="589872" y="81033"/>
                </a:cubicBezTo>
                <a:cubicBezTo>
                  <a:pt x="591425" y="79882"/>
                  <a:pt x="592202" y="78373"/>
                  <a:pt x="592202" y="76509"/>
                </a:cubicBezTo>
                <a:close/>
                <a:moveTo>
                  <a:pt x="634519" y="92907"/>
                </a:moveTo>
                <a:lnTo>
                  <a:pt x="618614" y="92907"/>
                </a:lnTo>
                <a:lnTo>
                  <a:pt x="618614" y="33565"/>
                </a:lnTo>
                <a:lnTo>
                  <a:pt x="634519" y="33565"/>
                </a:lnTo>
                <a:lnTo>
                  <a:pt x="634519" y="92907"/>
                </a:lnTo>
                <a:moveTo>
                  <a:pt x="617681" y="18209"/>
                </a:moveTo>
                <a:cubicBezTo>
                  <a:pt x="617681" y="15832"/>
                  <a:pt x="618477" y="13876"/>
                  <a:pt x="620067" y="12340"/>
                </a:cubicBezTo>
                <a:cubicBezTo>
                  <a:pt x="621658" y="10804"/>
                  <a:pt x="623824" y="10037"/>
                  <a:pt x="626566" y="10037"/>
                </a:cubicBezTo>
                <a:cubicBezTo>
                  <a:pt x="629272" y="10037"/>
                  <a:pt x="631429" y="10804"/>
                  <a:pt x="633038" y="12340"/>
                </a:cubicBezTo>
                <a:cubicBezTo>
                  <a:pt x="634647" y="13876"/>
                  <a:pt x="635451" y="15832"/>
                  <a:pt x="635451" y="18209"/>
                </a:cubicBezTo>
                <a:cubicBezTo>
                  <a:pt x="635451" y="20622"/>
                  <a:pt x="634638" y="22596"/>
                  <a:pt x="633011" y="24132"/>
                </a:cubicBezTo>
                <a:cubicBezTo>
                  <a:pt x="631384" y="25667"/>
                  <a:pt x="629235" y="26435"/>
                  <a:pt x="626566" y="26435"/>
                </a:cubicBezTo>
                <a:cubicBezTo>
                  <a:pt x="623897" y="26435"/>
                  <a:pt x="621749" y="25667"/>
                  <a:pt x="620122" y="24132"/>
                </a:cubicBezTo>
                <a:cubicBezTo>
                  <a:pt x="618495" y="22596"/>
                  <a:pt x="617681" y="20622"/>
                  <a:pt x="617681" y="18209"/>
                </a:cubicBezTo>
                <a:close/>
                <a:moveTo>
                  <a:pt x="679699" y="76509"/>
                </a:moveTo>
                <a:cubicBezTo>
                  <a:pt x="679699" y="74571"/>
                  <a:pt x="678739" y="73044"/>
                  <a:pt x="676819" y="71929"/>
                </a:cubicBezTo>
                <a:cubicBezTo>
                  <a:pt x="674900" y="70814"/>
                  <a:pt x="671819" y="69818"/>
                  <a:pt x="667578" y="68940"/>
                </a:cubicBezTo>
                <a:cubicBezTo>
                  <a:pt x="653465" y="65978"/>
                  <a:pt x="646408" y="59982"/>
                  <a:pt x="646408" y="50951"/>
                </a:cubicBezTo>
                <a:cubicBezTo>
                  <a:pt x="646408" y="45686"/>
                  <a:pt x="648593" y="41289"/>
                  <a:pt x="652962" y="37761"/>
                </a:cubicBezTo>
                <a:cubicBezTo>
                  <a:pt x="657331" y="34232"/>
                  <a:pt x="663044" y="32468"/>
                  <a:pt x="670101" y="32468"/>
                </a:cubicBezTo>
                <a:cubicBezTo>
                  <a:pt x="677633" y="32468"/>
                  <a:pt x="683657" y="34242"/>
                  <a:pt x="688172" y="37788"/>
                </a:cubicBezTo>
                <a:cubicBezTo>
                  <a:pt x="692688" y="41335"/>
                  <a:pt x="694946" y="45942"/>
                  <a:pt x="694946" y="51609"/>
                </a:cubicBezTo>
                <a:lnTo>
                  <a:pt x="679096" y="51609"/>
                </a:lnTo>
                <a:cubicBezTo>
                  <a:pt x="679096" y="49342"/>
                  <a:pt x="678364" y="47468"/>
                  <a:pt x="676902" y="45987"/>
                </a:cubicBezTo>
                <a:cubicBezTo>
                  <a:pt x="675439" y="44507"/>
                  <a:pt x="673154" y="43766"/>
                  <a:pt x="670046" y="43766"/>
                </a:cubicBezTo>
                <a:cubicBezTo>
                  <a:pt x="667377" y="43766"/>
                  <a:pt x="665311" y="44370"/>
                  <a:pt x="663849" y="45576"/>
                </a:cubicBezTo>
                <a:cubicBezTo>
                  <a:pt x="662386" y="46783"/>
                  <a:pt x="661655" y="48318"/>
                  <a:pt x="661655" y="50183"/>
                </a:cubicBezTo>
                <a:cubicBezTo>
                  <a:pt x="661655" y="51938"/>
                  <a:pt x="662487" y="53355"/>
                  <a:pt x="664150" y="54434"/>
                </a:cubicBezTo>
                <a:cubicBezTo>
                  <a:pt x="665814" y="55512"/>
                  <a:pt x="668620" y="56445"/>
                  <a:pt x="672569" y="57231"/>
                </a:cubicBezTo>
                <a:cubicBezTo>
                  <a:pt x="676518" y="58017"/>
                  <a:pt x="679845" y="58903"/>
                  <a:pt x="682551" y="59891"/>
                </a:cubicBezTo>
                <a:cubicBezTo>
                  <a:pt x="690924" y="62962"/>
                  <a:pt x="695110" y="68282"/>
                  <a:pt x="695110" y="75851"/>
                </a:cubicBezTo>
                <a:cubicBezTo>
                  <a:pt x="695110" y="81262"/>
                  <a:pt x="692788" y="85640"/>
                  <a:pt x="688145" y="88986"/>
                </a:cubicBezTo>
                <a:cubicBezTo>
                  <a:pt x="683501" y="92331"/>
                  <a:pt x="677505" y="94004"/>
                  <a:pt x="670156" y="94004"/>
                </a:cubicBezTo>
                <a:cubicBezTo>
                  <a:pt x="665183" y="94004"/>
                  <a:pt x="660768" y="93118"/>
                  <a:pt x="656911" y="91344"/>
                </a:cubicBezTo>
                <a:cubicBezTo>
                  <a:pt x="653053" y="89571"/>
                  <a:pt x="650028" y="87139"/>
                  <a:pt x="647834" y="84050"/>
                </a:cubicBezTo>
                <a:cubicBezTo>
                  <a:pt x="645640" y="80960"/>
                  <a:pt x="644543" y="77624"/>
                  <a:pt x="644543" y="74041"/>
                </a:cubicBezTo>
                <a:lnTo>
                  <a:pt x="659571" y="74041"/>
                </a:lnTo>
                <a:cubicBezTo>
                  <a:pt x="659717" y="76856"/>
                  <a:pt x="660759" y="79013"/>
                  <a:pt x="662697" y="80512"/>
                </a:cubicBezTo>
                <a:cubicBezTo>
                  <a:pt x="664635" y="82011"/>
                  <a:pt x="667231" y="82761"/>
                  <a:pt x="670485" y="82761"/>
                </a:cubicBezTo>
                <a:cubicBezTo>
                  <a:pt x="673520" y="82761"/>
                  <a:pt x="675814" y="82185"/>
                  <a:pt x="677368" y="81033"/>
                </a:cubicBezTo>
                <a:cubicBezTo>
                  <a:pt x="678922" y="79882"/>
                  <a:pt x="679699" y="78373"/>
                  <a:pt x="679699" y="76509"/>
                </a:cubicBezTo>
                <a:close/>
                <a:moveTo>
                  <a:pt x="724264" y="18976"/>
                </a:moveTo>
                <a:lnTo>
                  <a:pt x="724264" y="33565"/>
                </a:lnTo>
                <a:lnTo>
                  <a:pt x="734410" y="33565"/>
                </a:lnTo>
                <a:lnTo>
                  <a:pt x="734410" y="45192"/>
                </a:lnTo>
                <a:lnTo>
                  <a:pt x="724264" y="45192"/>
                </a:lnTo>
                <a:lnTo>
                  <a:pt x="724264" y="74809"/>
                </a:lnTo>
                <a:cubicBezTo>
                  <a:pt x="724264" y="77002"/>
                  <a:pt x="724684" y="78575"/>
                  <a:pt x="725525" y="79525"/>
                </a:cubicBezTo>
                <a:cubicBezTo>
                  <a:pt x="726366" y="80476"/>
                  <a:pt x="727975" y="80951"/>
                  <a:pt x="730352" y="80951"/>
                </a:cubicBezTo>
                <a:cubicBezTo>
                  <a:pt x="732107" y="80951"/>
                  <a:pt x="733661" y="80823"/>
                  <a:pt x="735013" y="80567"/>
                </a:cubicBezTo>
                <a:lnTo>
                  <a:pt x="735013" y="92578"/>
                </a:lnTo>
                <a:cubicBezTo>
                  <a:pt x="731906" y="93529"/>
                  <a:pt x="728706" y="94004"/>
                  <a:pt x="725416" y="94004"/>
                </a:cubicBezTo>
                <a:cubicBezTo>
                  <a:pt x="714300" y="94004"/>
                  <a:pt x="708633" y="88392"/>
                  <a:pt x="708414" y="77167"/>
                </a:cubicBezTo>
                <a:lnTo>
                  <a:pt x="708414" y="45192"/>
                </a:lnTo>
                <a:lnTo>
                  <a:pt x="699748" y="45192"/>
                </a:lnTo>
                <a:lnTo>
                  <a:pt x="699748" y="33565"/>
                </a:lnTo>
                <a:lnTo>
                  <a:pt x="708414" y="33565"/>
                </a:lnTo>
                <a:lnTo>
                  <a:pt x="708414" y="18976"/>
                </a:lnTo>
                <a:lnTo>
                  <a:pt x="724264" y="18976"/>
                </a:lnTo>
                <a:close/>
                <a:moveTo>
                  <a:pt x="737849" y="0"/>
                </a:moveTo>
                <a:lnTo>
                  <a:pt x="761542" y="0"/>
                </a:lnTo>
                <a:lnTo>
                  <a:pt x="761542" y="111555"/>
                </a:lnTo>
                <a:lnTo>
                  <a:pt x="737849" y="111555"/>
                </a:lnTo>
                <a:lnTo>
                  <a:pt x="737849" y="99324"/>
                </a:lnTo>
                <a:lnTo>
                  <a:pt x="745692" y="99324"/>
                </a:lnTo>
                <a:lnTo>
                  <a:pt x="745692" y="12230"/>
                </a:lnTo>
                <a:lnTo>
                  <a:pt x="737849" y="12230"/>
                </a:lnTo>
                <a:lnTo>
                  <a:pt x="73784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6F68D0-EF29-432F-9B9E-16DF80A0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8365" y="1855433"/>
            <a:ext cx="2252442" cy="571642"/>
          </a:xfrm>
          <a:custGeom xmlns:a="http://schemas.openxmlformats.org/drawingml/2006/main">
            <a:pathLst>
              <a:path w="2252442" h="571642">
                <a:moveTo>
                  <a:pt x="0" y="281315"/>
                </a:moveTo>
                <a:lnTo>
                  <a:pt x="279688" y="563364"/>
                </a:lnTo>
                <a:lnTo>
                  <a:pt x="2250075" y="571642"/>
                </a:lnTo>
                <a:lnTo>
                  <a:pt x="2252442" y="8279"/>
                </a:lnTo>
                <a:lnTo>
                  <a:pt x="282056" y="0"/>
                </a:lnTo>
                <a:lnTo>
                  <a:pt x="7" y="279689"/>
                </a:lnTo>
                <a:lnTo>
                  <a:pt x="0" y="281315"/>
                </a:lnTo>
                <a:close/>
              </a:path>
            </a:pathLst>
          </a:custGeom>
          <a:solidFill xmlns:a="http://schemas.openxmlformats.org/drawingml/2006/main">
            <a:srgbClr val="D6AA4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ExplorationTime">
            <a:extLst xmlns:a="http://schemas.openxmlformats.org/drawingml/2006/main">
              <a:ext uri="{FF2B5EF4-FFF2-40B4-BE49-F238E27FC236}">
                <a16:creationId xmlns:a16="http://schemas.microsoft.com/office/drawing/2014/main" id="{EB3A6872-B645-4E6D-9C59-8DBC3A70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617" y="2003849"/>
            <a:ext cx="991145" cy="125987"/>
          </a:xfrm>
          <a:custGeom xmlns:a="http://schemas.openxmlformats.org/drawingml/2006/main">
            <a:pathLst>
              <a:path w="991145" h="125987">
                <a:moveTo>
                  <a:pt x="56539" y="58411"/>
                </a:moveTo>
                <a:lnTo>
                  <a:pt x="19363" y="58411"/>
                </a:lnTo>
                <a:lnTo>
                  <a:pt x="19363" y="83583"/>
                </a:lnTo>
                <a:lnTo>
                  <a:pt x="62994" y="83583"/>
                </a:lnTo>
                <a:lnTo>
                  <a:pt x="62994" y="99138"/>
                </a:lnTo>
                <a:lnTo>
                  <a:pt x="0" y="99138"/>
                </a:lnTo>
                <a:lnTo>
                  <a:pt x="0" y="5163"/>
                </a:lnTo>
                <a:lnTo>
                  <a:pt x="62865" y="5163"/>
                </a:lnTo>
                <a:lnTo>
                  <a:pt x="62865" y="20847"/>
                </a:lnTo>
                <a:lnTo>
                  <a:pt x="19363" y="20847"/>
                </a:lnTo>
                <a:lnTo>
                  <a:pt x="19363" y="43244"/>
                </a:lnTo>
                <a:lnTo>
                  <a:pt x="56539" y="43244"/>
                </a:lnTo>
                <a:lnTo>
                  <a:pt x="56539" y="58411"/>
                </a:lnTo>
                <a:close/>
                <a:moveTo>
                  <a:pt x="99700" y="50150"/>
                </a:moveTo>
                <a:lnTo>
                  <a:pt x="111447" y="29302"/>
                </a:lnTo>
                <a:lnTo>
                  <a:pt x="131391" y="29302"/>
                </a:lnTo>
                <a:lnTo>
                  <a:pt x="111512" y="63510"/>
                </a:lnTo>
                <a:lnTo>
                  <a:pt x="132230" y="99138"/>
                </a:lnTo>
                <a:lnTo>
                  <a:pt x="112222" y="99138"/>
                </a:lnTo>
                <a:lnTo>
                  <a:pt x="99765" y="77193"/>
                </a:lnTo>
                <a:lnTo>
                  <a:pt x="87373" y="99138"/>
                </a:lnTo>
                <a:lnTo>
                  <a:pt x="67300" y="99138"/>
                </a:lnTo>
                <a:lnTo>
                  <a:pt x="88018" y="63510"/>
                </a:lnTo>
                <a:lnTo>
                  <a:pt x="68203" y="29302"/>
                </a:lnTo>
                <a:lnTo>
                  <a:pt x="88212" y="29302"/>
                </a:lnTo>
                <a:lnTo>
                  <a:pt x="99700" y="50150"/>
                </a:lnTo>
                <a:close/>
                <a:moveTo>
                  <a:pt x="203210" y="64865"/>
                </a:moveTo>
                <a:cubicBezTo>
                  <a:pt x="203210" y="75623"/>
                  <a:pt x="200768" y="84239"/>
                  <a:pt x="195884" y="90715"/>
                </a:cubicBezTo>
                <a:cubicBezTo>
                  <a:pt x="191001" y="97191"/>
                  <a:pt x="184407" y="100428"/>
                  <a:pt x="176102" y="100428"/>
                </a:cubicBezTo>
                <a:cubicBezTo>
                  <a:pt x="169045" y="100428"/>
                  <a:pt x="163344" y="97976"/>
                  <a:pt x="158998" y="93071"/>
                </a:cubicBezTo>
                <a:lnTo>
                  <a:pt x="158998" y="125987"/>
                </a:lnTo>
                <a:lnTo>
                  <a:pt x="140345" y="125987"/>
                </a:lnTo>
                <a:lnTo>
                  <a:pt x="140345" y="29302"/>
                </a:lnTo>
                <a:lnTo>
                  <a:pt x="157643" y="29302"/>
                </a:lnTo>
                <a:lnTo>
                  <a:pt x="158288" y="36144"/>
                </a:lnTo>
                <a:cubicBezTo>
                  <a:pt x="162806" y="30722"/>
                  <a:pt x="168701" y="28012"/>
                  <a:pt x="175973" y="28012"/>
                </a:cubicBezTo>
                <a:cubicBezTo>
                  <a:pt x="184579" y="28012"/>
                  <a:pt x="191270" y="31196"/>
                  <a:pt x="196046" y="37564"/>
                </a:cubicBezTo>
                <a:cubicBezTo>
                  <a:pt x="200822" y="43932"/>
                  <a:pt x="203210" y="52710"/>
                  <a:pt x="203210" y="63897"/>
                </a:cubicBezTo>
                <a:lnTo>
                  <a:pt x="203210" y="64865"/>
                </a:lnTo>
                <a:moveTo>
                  <a:pt x="184557" y="63510"/>
                </a:moveTo>
                <a:cubicBezTo>
                  <a:pt x="184557" y="57013"/>
                  <a:pt x="183406" y="52000"/>
                  <a:pt x="181104" y="48472"/>
                </a:cubicBezTo>
                <a:cubicBezTo>
                  <a:pt x="178802" y="44943"/>
                  <a:pt x="175457" y="43179"/>
                  <a:pt x="171068" y="43179"/>
                </a:cubicBezTo>
                <a:cubicBezTo>
                  <a:pt x="165216" y="43179"/>
                  <a:pt x="161193" y="45417"/>
                  <a:pt x="158998" y="49891"/>
                </a:cubicBezTo>
                <a:lnTo>
                  <a:pt x="158998" y="78484"/>
                </a:lnTo>
                <a:cubicBezTo>
                  <a:pt x="161279" y="83088"/>
                  <a:pt x="165345" y="85390"/>
                  <a:pt x="171197" y="85390"/>
                </a:cubicBezTo>
                <a:cubicBezTo>
                  <a:pt x="180104" y="85390"/>
                  <a:pt x="184557" y="78097"/>
                  <a:pt x="184557" y="63510"/>
                </a:cubicBezTo>
                <a:close/>
                <a:moveTo>
                  <a:pt x="234430" y="99138"/>
                </a:moveTo>
                <a:lnTo>
                  <a:pt x="215713" y="99138"/>
                </a:lnTo>
                <a:lnTo>
                  <a:pt x="215713" y="0"/>
                </a:lnTo>
                <a:lnTo>
                  <a:pt x="234430" y="0"/>
                </a:lnTo>
                <a:lnTo>
                  <a:pt x="234430" y="99138"/>
                </a:lnTo>
                <a:close/>
                <a:moveTo>
                  <a:pt x="246879" y="63575"/>
                </a:moveTo>
                <a:cubicBezTo>
                  <a:pt x="246879" y="56647"/>
                  <a:pt x="248213" y="50472"/>
                  <a:pt x="250880" y="45051"/>
                </a:cubicBezTo>
                <a:cubicBezTo>
                  <a:pt x="253548" y="39629"/>
                  <a:pt x="257388" y="35434"/>
                  <a:pt x="262401" y="32465"/>
                </a:cubicBezTo>
                <a:cubicBezTo>
                  <a:pt x="267414" y="29496"/>
                  <a:pt x="273234" y="28012"/>
                  <a:pt x="279860" y="28012"/>
                </a:cubicBezTo>
                <a:cubicBezTo>
                  <a:pt x="289283" y="28012"/>
                  <a:pt x="296975" y="30894"/>
                  <a:pt x="302934" y="36660"/>
                </a:cubicBezTo>
                <a:cubicBezTo>
                  <a:pt x="308893" y="42426"/>
                  <a:pt x="312217" y="50257"/>
                  <a:pt x="312906" y="60154"/>
                </a:cubicBezTo>
                <a:lnTo>
                  <a:pt x="313035" y="64930"/>
                </a:lnTo>
                <a:cubicBezTo>
                  <a:pt x="313035" y="75644"/>
                  <a:pt x="310044" y="84239"/>
                  <a:pt x="304063" y="90715"/>
                </a:cubicBezTo>
                <a:cubicBezTo>
                  <a:pt x="298083" y="97191"/>
                  <a:pt x="290058" y="100428"/>
                  <a:pt x="279989" y="100428"/>
                </a:cubicBezTo>
                <a:cubicBezTo>
                  <a:pt x="269920" y="100428"/>
                  <a:pt x="261885" y="97201"/>
                  <a:pt x="255882" y="90747"/>
                </a:cubicBezTo>
                <a:cubicBezTo>
                  <a:pt x="249880" y="84293"/>
                  <a:pt x="246879" y="75515"/>
                  <a:pt x="246879" y="64414"/>
                </a:cubicBezTo>
                <a:lnTo>
                  <a:pt x="246879" y="63575"/>
                </a:lnTo>
                <a:moveTo>
                  <a:pt x="265531" y="64930"/>
                </a:moveTo>
                <a:cubicBezTo>
                  <a:pt x="265531" y="71556"/>
                  <a:pt x="266779" y="76623"/>
                  <a:pt x="269275" y="80130"/>
                </a:cubicBezTo>
                <a:cubicBezTo>
                  <a:pt x="271771" y="83637"/>
                  <a:pt x="275342" y="85390"/>
                  <a:pt x="279989" y="85390"/>
                </a:cubicBezTo>
                <a:cubicBezTo>
                  <a:pt x="284507" y="85390"/>
                  <a:pt x="288035" y="83658"/>
                  <a:pt x="290574" y="80194"/>
                </a:cubicBezTo>
                <a:cubicBezTo>
                  <a:pt x="293113" y="76731"/>
                  <a:pt x="294382" y="71191"/>
                  <a:pt x="294382" y="63575"/>
                </a:cubicBezTo>
                <a:cubicBezTo>
                  <a:pt x="294382" y="57077"/>
                  <a:pt x="293113" y="52043"/>
                  <a:pt x="290574" y="48472"/>
                </a:cubicBezTo>
                <a:cubicBezTo>
                  <a:pt x="288035" y="44900"/>
                  <a:pt x="284464" y="43115"/>
                  <a:pt x="279860" y="43115"/>
                </a:cubicBezTo>
                <a:cubicBezTo>
                  <a:pt x="275299" y="43115"/>
                  <a:pt x="271771" y="44889"/>
                  <a:pt x="269275" y="48439"/>
                </a:cubicBezTo>
                <a:cubicBezTo>
                  <a:pt x="266779" y="51989"/>
                  <a:pt x="265531" y="57486"/>
                  <a:pt x="265531" y="64930"/>
                </a:cubicBezTo>
                <a:close/>
                <a:moveTo>
                  <a:pt x="363747" y="46793"/>
                </a:moveTo>
                <a:cubicBezTo>
                  <a:pt x="361208" y="46449"/>
                  <a:pt x="358971" y="46277"/>
                  <a:pt x="357034" y="46277"/>
                </a:cubicBezTo>
                <a:cubicBezTo>
                  <a:pt x="349978" y="46277"/>
                  <a:pt x="345352" y="48665"/>
                  <a:pt x="343158" y="53441"/>
                </a:cubicBezTo>
                <a:lnTo>
                  <a:pt x="343158" y="99138"/>
                </a:lnTo>
                <a:lnTo>
                  <a:pt x="324505" y="99138"/>
                </a:lnTo>
                <a:lnTo>
                  <a:pt x="324505" y="29302"/>
                </a:lnTo>
                <a:lnTo>
                  <a:pt x="342125" y="29302"/>
                </a:lnTo>
                <a:lnTo>
                  <a:pt x="342641" y="37628"/>
                </a:lnTo>
                <a:cubicBezTo>
                  <a:pt x="346385" y="31217"/>
                  <a:pt x="351570" y="28012"/>
                  <a:pt x="358196" y="28012"/>
                </a:cubicBezTo>
                <a:cubicBezTo>
                  <a:pt x="360262" y="28012"/>
                  <a:pt x="362198" y="28291"/>
                  <a:pt x="364005" y="28851"/>
                </a:cubicBezTo>
                <a:lnTo>
                  <a:pt x="363747" y="46793"/>
                </a:lnTo>
                <a:close/>
                <a:moveTo>
                  <a:pt x="411238" y="99138"/>
                </a:moveTo>
                <a:cubicBezTo>
                  <a:pt x="410378" y="97459"/>
                  <a:pt x="409754" y="95373"/>
                  <a:pt x="409367" y="92877"/>
                </a:cubicBezTo>
                <a:cubicBezTo>
                  <a:pt x="404849" y="97911"/>
                  <a:pt x="398975" y="100428"/>
                  <a:pt x="391747" y="100428"/>
                </a:cubicBezTo>
                <a:cubicBezTo>
                  <a:pt x="384905" y="100428"/>
                  <a:pt x="379236" y="98446"/>
                  <a:pt x="374740" y="94482"/>
                </a:cubicBezTo>
                <a:cubicBezTo>
                  <a:pt x="370243" y="90517"/>
                  <a:pt x="367995" y="85518"/>
                  <a:pt x="367995" y="79486"/>
                </a:cubicBezTo>
                <a:cubicBezTo>
                  <a:pt x="367995" y="72075"/>
                  <a:pt x="370738" y="66387"/>
                  <a:pt x="376224" y="62423"/>
                </a:cubicBezTo>
                <a:cubicBezTo>
                  <a:pt x="381710" y="58458"/>
                  <a:pt x="389638" y="56453"/>
                  <a:pt x="400008" y="56410"/>
                </a:cubicBezTo>
                <a:lnTo>
                  <a:pt x="408592" y="56410"/>
                </a:lnTo>
                <a:lnTo>
                  <a:pt x="408592" y="52427"/>
                </a:lnTo>
                <a:cubicBezTo>
                  <a:pt x="408592" y="49213"/>
                  <a:pt x="407764" y="46643"/>
                  <a:pt x="406107" y="44716"/>
                </a:cubicBezTo>
                <a:cubicBezTo>
                  <a:pt x="404451" y="42788"/>
                  <a:pt x="401837" y="41824"/>
                  <a:pt x="398265" y="41824"/>
                </a:cubicBezTo>
                <a:cubicBezTo>
                  <a:pt x="395124" y="41824"/>
                  <a:pt x="392661" y="42571"/>
                  <a:pt x="390875" y="44067"/>
                </a:cubicBezTo>
                <a:cubicBezTo>
                  <a:pt x="389090" y="45560"/>
                  <a:pt x="388197" y="47610"/>
                  <a:pt x="388197" y="50214"/>
                </a:cubicBezTo>
                <a:lnTo>
                  <a:pt x="369544" y="50214"/>
                </a:lnTo>
                <a:cubicBezTo>
                  <a:pt x="369544" y="46182"/>
                  <a:pt x="370792" y="42450"/>
                  <a:pt x="373287" y="39018"/>
                </a:cubicBezTo>
                <a:cubicBezTo>
                  <a:pt x="375783" y="35585"/>
                  <a:pt x="379311" y="32893"/>
                  <a:pt x="383872" y="30940"/>
                </a:cubicBezTo>
                <a:cubicBezTo>
                  <a:pt x="388433" y="28988"/>
                  <a:pt x="393554" y="28012"/>
                  <a:pt x="399234" y="28012"/>
                </a:cubicBezTo>
                <a:cubicBezTo>
                  <a:pt x="407839" y="28012"/>
                  <a:pt x="414670" y="30174"/>
                  <a:pt x="419726" y="34498"/>
                </a:cubicBezTo>
                <a:cubicBezTo>
                  <a:pt x="424782" y="38822"/>
                  <a:pt x="427310" y="44900"/>
                  <a:pt x="427310" y="52731"/>
                </a:cubicBezTo>
                <a:lnTo>
                  <a:pt x="427310" y="83002"/>
                </a:lnTo>
                <a:cubicBezTo>
                  <a:pt x="427353" y="89628"/>
                  <a:pt x="428278" y="94641"/>
                  <a:pt x="430085" y="98040"/>
                </a:cubicBezTo>
                <a:lnTo>
                  <a:pt x="430085" y="99138"/>
                </a:lnTo>
                <a:lnTo>
                  <a:pt x="411238" y="99138"/>
                </a:lnTo>
                <a:moveTo>
                  <a:pt x="395813" y="86164"/>
                </a:moveTo>
                <a:cubicBezTo>
                  <a:pt x="398567" y="86164"/>
                  <a:pt x="401105" y="85549"/>
                  <a:pt x="403429" y="84319"/>
                </a:cubicBezTo>
                <a:cubicBezTo>
                  <a:pt x="405752" y="83089"/>
                  <a:pt x="407473" y="81437"/>
                  <a:pt x="408592" y="79363"/>
                </a:cubicBezTo>
                <a:lnTo>
                  <a:pt x="408592" y="67318"/>
                </a:lnTo>
                <a:lnTo>
                  <a:pt x="401622" y="67318"/>
                </a:lnTo>
                <a:cubicBezTo>
                  <a:pt x="392284" y="67318"/>
                  <a:pt x="387315" y="70556"/>
                  <a:pt x="386712" y="77032"/>
                </a:cubicBezTo>
                <a:lnTo>
                  <a:pt x="386648" y="78133"/>
                </a:lnTo>
                <a:cubicBezTo>
                  <a:pt x="386648" y="80465"/>
                  <a:pt x="387465" y="82386"/>
                  <a:pt x="389100" y="83897"/>
                </a:cubicBezTo>
                <a:cubicBezTo>
                  <a:pt x="390735" y="85409"/>
                  <a:pt x="392973" y="86164"/>
                  <a:pt x="395813" y="86164"/>
                </a:cubicBezTo>
                <a:close/>
                <a:moveTo>
                  <a:pt x="463953" y="12134"/>
                </a:moveTo>
                <a:lnTo>
                  <a:pt x="463953" y="29302"/>
                </a:lnTo>
                <a:lnTo>
                  <a:pt x="475893" y="29302"/>
                </a:lnTo>
                <a:lnTo>
                  <a:pt x="475893" y="42985"/>
                </a:lnTo>
                <a:lnTo>
                  <a:pt x="463953" y="42985"/>
                </a:lnTo>
                <a:lnTo>
                  <a:pt x="463953" y="77838"/>
                </a:lnTo>
                <a:cubicBezTo>
                  <a:pt x="463953" y="80420"/>
                  <a:pt x="464447" y="82270"/>
                  <a:pt x="465437" y="83389"/>
                </a:cubicBezTo>
                <a:cubicBezTo>
                  <a:pt x="466427" y="84508"/>
                  <a:pt x="468320" y="85067"/>
                  <a:pt x="471117" y="85067"/>
                </a:cubicBezTo>
                <a:cubicBezTo>
                  <a:pt x="473182" y="85067"/>
                  <a:pt x="475011" y="84917"/>
                  <a:pt x="476603" y="84615"/>
                </a:cubicBezTo>
                <a:lnTo>
                  <a:pt x="476603" y="98750"/>
                </a:lnTo>
                <a:cubicBezTo>
                  <a:pt x="472945" y="99869"/>
                  <a:pt x="469180" y="100428"/>
                  <a:pt x="465308" y="100428"/>
                </a:cubicBezTo>
                <a:cubicBezTo>
                  <a:pt x="452227" y="100428"/>
                  <a:pt x="445558" y="93824"/>
                  <a:pt x="445300" y="80614"/>
                </a:cubicBezTo>
                <a:lnTo>
                  <a:pt x="445300" y="42985"/>
                </a:lnTo>
                <a:lnTo>
                  <a:pt x="435102" y="42985"/>
                </a:lnTo>
                <a:lnTo>
                  <a:pt x="435102" y="29302"/>
                </a:lnTo>
                <a:lnTo>
                  <a:pt x="445300" y="29302"/>
                </a:lnTo>
                <a:lnTo>
                  <a:pt x="445300" y="12134"/>
                </a:lnTo>
                <a:lnTo>
                  <a:pt x="463953" y="12134"/>
                </a:lnTo>
                <a:close/>
                <a:moveTo>
                  <a:pt x="505959" y="99138"/>
                </a:moveTo>
                <a:lnTo>
                  <a:pt x="487241" y="99138"/>
                </a:lnTo>
                <a:lnTo>
                  <a:pt x="487241" y="29302"/>
                </a:lnTo>
                <a:lnTo>
                  <a:pt x="505959" y="29302"/>
                </a:lnTo>
                <a:lnTo>
                  <a:pt x="505959" y="99138"/>
                </a:lnTo>
                <a:moveTo>
                  <a:pt x="486144" y="11230"/>
                </a:moveTo>
                <a:cubicBezTo>
                  <a:pt x="486144" y="8434"/>
                  <a:pt x="487080" y="6132"/>
                  <a:pt x="488952" y="4324"/>
                </a:cubicBezTo>
                <a:cubicBezTo>
                  <a:pt x="490823" y="2517"/>
                  <a:pt x="493373" y="1614"/>
                  <a:pt x="496600" y="1614"/>
                </a:cubicBezTo>
                <a:cubicBezTo>
                  <a:pt x="499784" y="1614"/>
                  <a:pt x="502323" y="2517"/>
                  <a:pt x="504216" y="4324"/>
                </a:cubicBezTo>
                <a:cubicBezTo>
                  <a:pt x="506109" y="6132"/>
                  <a:pt x="507056" y="8434"/>
                  <a:pt x="507056" y="11230"/>
                </a:cubicBezTo>
                <a:cubicBezTo>
                  <a:pt x="507056" y="14070"/>
                  <a:pt x="506099" y="16394"/>
                  <a:pt x="504184" y="18201"/>
                </a:cubicBezTo>
                <a:cubicBezTo>
                  <a:pt x="502269" y="20008"/>
                  <a:pt x="499741" y="20912"/>
                  <a:pt x="496600" y="20912"/>
                </a:cubicBezTo>
                <a:cubicBezTo>
                  <a:pt x="493459" y="20912"/>
                  <a:pt x="490931" y="20008"/>
                  <a:pt x="489016" y="18201"/>
                </a:cubicBezTo>
                <a:cubicBezTo>
                  <a:pt x="487101" y="16394"/>
                  <a:pt x="486144" y="14070"/>
                  <a:pt x="486144" y="11230"/>
                </a:cubicBezTo>
                <a:close/>
                <a:moveTo>
                  <a:pt x="518407" y="63575"/>
                </a:moveTo>
                <a:cubicBezTo>
                  <a:pt x="518407" y="56647"/>
                  <a:pt x="519741" y="50472"/>
                  <a:pt x="522409" y="45051"/>
                </a:cubicBezTo>
                <a:cubicBezTo>
                  <a:pt x="525076" y="39629"/>
                  <a:pt x="528917" y="35434"/>
                  <a:pt x="533929" y="32465"/>
                </a:cubicBezTo>
                <a:cubicBezTo>
                  <a:pt x="538942" y="29496"/>
                  <a:pt x="544762" y="28012"/>
                  <a:pt x="551388" y="28012"/>
                </a:cubicBezTo>
                <a:cubicBezTo>
                  <a:pt x="560811" y="28012"/>
                  <a:pt x="568503" y="30894"/>
                  <a:pt x="574462" y="36660"/>
                </a:cubicBezTo>
                <a:cubicBezTo>
                  <a:pt x="580422" y="42426"/>
                  <a:pt x="583746" y="50257"/>
                  <a:pt x="584434" y="60154"/>
                </a:cubicBezTo>
                <a:lnTo>
                  <a:pt x="584563" y="64930"/>
                </a:lnTo>
                <a:cubicBezTo>
                  <a:pt x="584563" y="75644"/>
                  <a:pt x="581573" y="84239"/>
                  <a:pt x="575592" y="90715"/>
                </a:cubicBezTo>
                <a:cubicBezTo>
                  <a:pt x="569611" y="97191"/>
                  <a:pt x="561586" y="100428"/>
                  <a:pt x="551517" y="100428"/>
                </a:cubicBezTo>
                <a:cubicBezTo>
                  <a:pt x="541449" y="100428"/>
                  <a:pt x="533413" y="97201"/>
                  <a:pt x="527411" y="90747"/>
                </a:cubicBezTo>
                <a:cubicBezTo>
                  <a:pt x="521408" y="84293"/>
                  <a:pt x="518407" y="75515"/>
                  <a:pt x="518407" y="64414"/>
                </a:cubicBezTo>
                <a:lnTo>
                  <a:pt x="518407" y="63575"/>
                </a:lnTo>
                <a:moveTo>
                  <a:pt x="537060" y="64930"/>
                </a:moveTo>
                <a:cubicBezTo>
                  <a:pt x="537060" y="71556"/>
                  <a:pt x="538308" y="76623"/>
                  <a:pt x="540803" y="80130"/>
                </a:cubicBezTo>
                <a:cubicBezTo>
                  <a:pt x="543299" y="83637"/>
                  <a:pt x="546870" y="85390"/>
                  <a:pt x="551517" y="85390"/>
                </a:cubicBezTo>
                <a:cubicBezTo>
                  <a:pt x="556035" y="85390"/>
                  <a:pt x="559564" y="83658"/>
                  <a:pt x="562102" y="80194"/>
                </a:cubicBezTo>
                <a:cubicBezTo>
                  <a:pt x="564641" y="76731"/>
                  <a:pt x="565910" y="71191"/>
                  <a:pt x="565910" y="63575"/>
                </a:cubicBezTo>
                <a:cubicBezTo>
                  <a:pt x="565910" y="57077"/>
                  <a:pt x="564641" y="52043"/>
                  <a:pt x="562102" y="48472"/>
                </a:cubicBezTo>
                <a:cubicBezTo>
                  <a:pt x="559564" y="44900"/>
                  <a:pt x="555992" y="43115"/>
                  <a:pt x="551388" y="43115"/>
                </a:cubicBezTo>
                <a:cubicBezTo>
                  <a:pt x="546827" y="43115"/>
                  <a:pt x="543299" y="44889"/>
                  <a:pt x="540803" y="48439"/>
                </a:cubicBezTo>
                <a:cubicBezTo>
                  <a:pt x="538308" y="51989"/>
                  <a:pt x="537060" y="57486"/>
                  <a:pt x="537060" y="64930"/>
                </a:cubicBezTo>
                <a:close/>
                <a:moveTo>
                  <a:pt x="613202" y="29302"/>
                </a:moveTo>
                <a:lnTo>
                  <a:pt x="613783" y="37370"/>
                </a:lnTo>
                <a:cubicBezTo>
                  <a:pt x="618774" y="31131"/>
                  <a:pt x="625465" y="28012"/>
                  <a:pt x="633855" y="28012"/>
                </a:cubicBezTo>
                <a:cubicBezTo>
                  <a:pt x="641256" y="28012"/>
                  <a:pt x="646764" y="30184"/>
                  <a:pt x="650378" y="34530"/>
                </a:cubicBezTo>
                <a:cubicBezTo>
                  <a:pt x="653993" y="38876"/>
                  <a:pt x="655843" y="45374"/>
                  <a:pt x="655929" y="54022"/>
                </a:cubicBezTo>
                <a:lnTo>
                  <a:pt x="655929" y="99138"/>
                </a:lnTo>
                <a:lnTo>
                  <a:pt x="637276" y="99138"/>
                </a:lnTo>
                <a:lnTo>
                  <a:pt x="637276" y="54474"/>
                </a:lnTo>
                <a:cubicBezTo>
                  <a:pt x="637276" y="50515"/>
                  <a:pt x="636416" y="47643"/>
                  <a:pt x="634695" y="45858"/>
                </a:cubicBezTo>
                <a:cubicBezTo>
                  <a:pt x="632973" y="44072"/>
                  <a:pt x="630112" y="43179"/>
                  <a:pt x="626110" y="43179"/>
                </a:cubicBezTo>
                <a:cubicBezTo>
                  <a:pt x="620861" y="43179"/>
                  <a:pt x="616924" y="45417"/>
                  <a:pt x="614299" y="49891"/>
                </a:cubicBezTo>
                <a:lnTo>
                  <a:pt x="614299" y="99138"/>
                </a:lnTo>
                <a:lnTo>
                  <a:pt x="595646" y="99138"/>
                </a:lnTo>
                <a:lnTo>
                  <a:pt x="595646" y="29302"/>
                </a:lnTo>
                <a:lnTo>
                  <a:pt x="613202" y="29302"/>
                </a:lnTo>
                <a:close/>
                <a:moveTo>
                  <a:pt x="771047" y="20847"/>
                </a:moveTo>
                <a:lnTo>
                  <a:pt x="742261" y="20847"/>
                </a:lnTo>
                <a:lnTo>
                  <a:pt x="742261" y="99138"/>
                </a:lnTo>
                <a:lnTo>
                  <a:pt x="722898" y="99138"/>
                </a:lnTo>
                <a:lnTo>
                  <a:pt x="722898" y="20847"/>
                </a:lnTo>
                <a:lnTo>
                  <a:pt x="694499" y="20847"/>
                </a:lnTo>
                <a:lnTo>
                  <a:pt x="694499" y="5163"/>
                </a:lnTo>
                <a:lnTo>
                  <a:pt x="771047" y="5163"/>
                </a:lnTo>
                <a:lnTo>
                  <a:pt x="771047" y="20847"/>
                </a:lnTo>
                <a:close/>
                <a:moveTo>
                  <a:pt x="800523" y="99138"/>
                </a:moveTo>
                <a:lnTo>
                  <a:pt x="781806" y="99138"/>
                </a:lnTo>
                <a:lnTo>
                  <a:pt x="781806" y="29302"/>
                </a:lnTo>
                <a:lnTo>
                  <a:pt x="800523" y="29302"/>
                </a:lnTo>
                <a:lnTo>
                  <a:pt x="800523" y="99138"/>
                </a:lnTo>
                <a:moveTo>
                  <a:pt x="780708" y="11230"/>
                </a:moveTo>
                <a:cubicBezTo>
                  <a:pt x="780708" y="8434"/>
                  <a:pt x="781644" y="6132"/>
                  <a:pt x="783516" y="4324"/>
                </a:cubicBezTo>
                <a:cubicBezTo>
                  <a:pt x="785388" y="2517"/>
                  <a:pt x="787937" y="1614"/>
                  <a:pt x="791164" y="1614"/>
                </a:cubicBezTo>
                <a:cubicBezTo>
                  <a:pt x="794348" y="1614"/>
                  <a:pt x="796887" y="2517"/>
                  <a:pt x="798780" y="4324"/>
                </a:cubicBezTo>
                <a:cubicBezTo>
                  <a:pt x="800674" y="6132"/>
                  <a:pt x="801620" y="8434"/>
                  <a:pt x="801620" y="11230"/>
                </a:cubicBezTo>
                <a:cubicBezTo>
                  <a:pt x="801620" y="14070"/>
                  <a:pt x="800663" y="16394"/>
                  <a:pt x="798748" y="18201"/>
                </a:cubicBezTo>
                <a:cubicBezTo>
                  <a:pt x="796833" y="20008"/>
                  <a:pt x="794305" y="20912"/>
                  <a:pt x="791164" y="20912"/>
                </a:cubicBezTo>
                <a:cubicBezTo>
                  <a:pt x="788023" y="20912"/>
                  <a:pt x="785495" y="20008"/>
                  <a:pt x="783580" y="18201"/>
                </a:cubicBezTo>
                <a:cubicBezTo>
                  <a:pt x="781666" y="16394"/>
                  <a:pt x="780708" y="14070"/>
                  <a:pt x="780708" y="11230"/>
                </a:cubicBezTo>
                <a:close/>
                <a:moveTo>
                  <a:pt x="833367" y="29302"/>
                </a:moveTo>
                <a:lnTo>
                  <a:pt x="833947" y="37112"/>
                </a:lnTo>
                <a:cubicBezTo>
                  <a:pt x="838896" y="31045"/>
                  <a:pt x="845587" y="28012"/>
                  <a:pt x="854020" y="28012"/>
                </a:cubicBezTo>
                <a:cubicBezTo>
                  <a:pt x="863013" y="28012"/>
                  <a:pt x="869188" y="31561"/>
                  <a:pt x="872544" y="38661"/>
                </a:cubicBezTo>
                <a:cubicBezTo>
                  <a:pt x="877449" y="31561"/>
                  <a:pt x="884441" y="28012"/>
                  <a:pt x="893520" y="28012"/>
                </a:cubicBezTo>
                <a:cubicBezTo>
                  <a:pt x="901093" y="28012"/>
                  <a:pt x="906730" y="30217"/>
                  <a:pt x="910431" y="34627"/>
                </a:cubicBezTo>
                <a:cubicBezTo>
                  <a:pt x="914131" y="39038"/>
                  <a:pt x="915981" y="45675"/>
                  <a:pt x="915981" y="54539"/>
                </a:cubicBezTo>
                <a:lnTo>
                  <a:pt x="915981" y="99138"/>
                </a:lnTo>
                <a:lnTo>
                  <a:pt x="897264" y="99138"/>
                </a:lnTo>
                <a:lnTo>
                  <a:pt x="897264" y="54603"/>
                </a:lnTo>
                <a:cubicBezTo>
                  <a:pt x="897264" y="50644"/>
                  <a:pt x="896489" y="47751"/>
                  <a:pt x="894940" y="45922"/>
                </a:cubicBezTo>
                <a:cubicBezTo>
                  <a:pt x="893391" y="44093"/>
                  <a:pt x="890659" y="43179"/>
                  <a:pt x="886743" y="43179"/>
                </a:cubicBezTo>
                <a:cubicBezTo>
                  <a:pt x="881150" y="43179"/>
                  <a:pt x="877277" y="45847"/>
                  <a:pt x="875126" y="51182"/>
                </a:cubicBezTo>
                <a:lnTo>
                  <a:pt x="875190" y="99138"/>
                </a:lnTo>
                <a:lnTo>
                  <a:pt x="856537" y="99138"/>
                </a:lnTo>
                <a:lnTo>
                  <a:pt x="856537" y="54668"/>
                </a:lnTo>
                <a:cubicBezTo>
                  <a:pt x="856537" y="50623"/>
                  <a:pt x="855741" y="47697"/>
                  <a:pt x="854149" y="45890"/>
                </a:cubicBezTo>
                <a:cubicBezTo>
                  <a:pt x="852557" y="44083"/>
                  <a:pt x="849846" y="43179"/>
                  <a:pt x="846017" y="43179"/>
                </a:cubicBezTo>
                <a:cubicBezTo>
                  <a:pt x="840724" y="43179"/>
                  <a:pt x="836895" y="45374"/>
                  <a:pt x="834528" y="49762"/>
                </a:cubicBezTo>
                <a:lnTo>
                  <a:pt x="834528" y="99138"/>
                </a:lnTo>
                <a:lnTo>
                  <a:pt x="815876" y="99138"/>
                </a:lnTo>
                <a:lnTo>
                  <a:pt x="815876" y="29302"/>
                </a:lnTo>
                <a:lnTo>
                  <a:pt x="833367" y="29302"/>
                </a:lnTo>
                <a:close/>
                <a:moveTo>
                  <a:pt x="962424" y="100428"/>
                </a:moveTo>
                <a:cubicBezTo>
                  <a:pt x="952183" y="100428"/>
                  <a:pt x="943846" y="97287"/>
                  <a:pt x="937414" y="91005"/>
                </a:cubicBezTo>
                <a:cubicBezTo>
                  <a:pt x="930981" y="84723"/>
                  <a:pt x="927764" y="76354"/>
                  <a:pt x="927764" y="65898"/>
                </a:cubicBezTo>
                <a:lnTo>
                  <a:pt x="927764" y="64091"/>
                </a:lnTo>
                <a:cubicBezTo>
                  <a:pt x="927764" y="57077"/>
                  <a:pt x="929120" y="50806"/>
                  <a:pt x="931831" y="45277"/>
                </a:cubicBezTo>
                <a:cubicBezTo>
                  <a:pt x="934541" y="39748"/>
                  <a:pt x="938382" y="35488"/>
                  <a:pt x="943351" y="32497"/>
                </a:cubicBezTo>
                <a:cubicBezTo>
                  <a:pt x="948321" y="29507"/>
                  <a:pt x="953990" y="28012"/>
                  <a:pt x="960358" y="28012"/>
                </a:cubicBezTo>
                <a:cubicBezTo>
                  <a:pt x="969911" y="28012"/>
                  <a:pt x="977430" y="31024"/>
                  <a:pt x="982916" y="37048"/>
                </a:cubicBezTo>
                <a:cubicBezTo>
                  <a:pt x="988402" y="43071"/>
                  <a:pt x="991145" y="51613"/>
                  <a:pt x="991145" y="62671"/>
                </a:cubicBezTo>
                <a:lnTo>
                  <a:pt x="991145" y="70287"/>
                </a:lnTo>
                <a:lnTo>
                  <a:pt x="946675" y="70287"/>
                </a:lnTo>
                <a:cubicBezTo>
                  <a:pt x="947278" y="74848"/>
                  <a:pt x="949096" y="78505"/>
                  <a:pt x="952129" y="81259"/>
                </a:cubicBezTo>
                <a:cubicBezTo>
                  <a:pt x="955163" y="84013"/>
                  <a:pt x="959003" y="85390"/>
                  <a:pt x="963650" y="85390"/>
                </a:cubicBezTo>
                <a:cubicBezTo>
                  <a:pt x="970836" y="85390"/>
                  <a:pt x="976451" y="82787"/>
                  <a:pt x="980496" y="77580"/>
                </a:cubicBezTo>
                <a:lnTo>
                  <a:pt x="989661" y="87843"/>
                </a:lnTo>
                <a:cubicBezTo>
                  <a:pt x="986864" y="91801"/>
                  <a:pt x="983077" y="94889"/>
                  <a:pt x="978301" y="97104"/>
                </a:cubicBezTo>
                <a:cubicBezTo>
                  <a:pt x="973525" y="99320"/>
                  <a:pt x="968233" y="100428"/>
                  <a:pt x="962424" y="100428"/>
                </a:cubicBezTo>
                <a:moveTo>
                  <a:pt x="960294" y="43115"/>
                </a:moveTo>
                <a:cubicBezTo>
                  <a:pt x="956593" y="43115"/>
                  <a:pt x="953592" y="44362"/>
                  <a:pt x="951290" y="46858"/>
                </a:cubicBezTo>
                <a:cubicBezTo>
                  <a:pt x="948988" y="49354"/>
                  <a:pt x="947514" y="52925"/>
                  <a:pt x="946869" y="57572"/>
                </a:cubicBezTo>
                <a:lnTo>
                  <a:pt x="972815" y="57572"/>
                </a:lnTo>
                <a:lnTo>
                  <a:pt x="972815" y="56088"/>
                </a:lnTo>
                <a:cubicBezTo>
                  <a:pt x="972729" y="51957"/>
                  <a:pt x="971610" y="48762"/>
                  <a:pt x="969459" y="46503"/>
                </a:cubicBezTo>
                <a:cubicBezTo>
                  <a:pt x="967308" y="44244"/>
                  <a:pt x="964253" y="43115"/>
                  <a:pt x="960294" y="431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[enablesskillbuilding]">
            <a:extLst xmlns:a="http://schemas.openxmlformats.org/drawingml/2006/main">
              <a:ext uri="{FF2B5EF4-FFF2-40B4-BE49-F238E27FC236}">
                <a16:creationId xmlns:a16="http://schemas.microsoft.com/office/drawing/2014/main" id="{7B377469-CEC0-4D61-B112-B2FF277A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323" y="2166289"/>
            <a:ext cx="1112679" cy="116271"/>
          </a:xfrm>
          <a:custGeom xmlns:a="http://schemas.openxmlformats.org/drawingml/2006/main">
            <a:pathLst>
              <a:path w="1112679" h="116271">
                <a:moveTo>
                  <a:pt x="23693" y="12230"/>
                </a:moveTo>
                <a:lnTo>
                  <a:pt x="15905" y="12230"/>
                </a:lnTo>
                <a:lnTo>
                  <a:pt x="15905" y="99324"/>
                </a:lnTo>
                <a:lnTo>
                  <a:pt x="23693" y="99324"/>
                </a:lnTo>
                <a:lnTo>
                  <a:pt x="23693" y="111555"/>
                </a:lnTo>
                <a:lnTo>
                  <a:pt x="0" y="111555"/>
                </a:lnTo>
                <a:lnTo>
                  <a:pt x="0" y="0"/>
                </a:lnTo>
                <a:lnTo>
                  <a:pt x="23693" y="0"/>
                </a:lnTo>
                <a:lnTo>
                  <a:pt x="23693" y="12230"/>
                </a:lnTo>
                <a:close/>
                <a:moveTo>
                  <a:pt x="58013" y="94004"/>
                </a:moveTo>
                <a:cubicBezTo>
                  <a:pt x="49311" y="94004"/>
                  <a:pt x="42227" y="91335"/>
                  <a:pt x="36761" y="85997"/>
                </a:cubicBezTo>
                <a:cubicBezTo>
                  <a:pt x="31294" y="80659"/>
                  <a:pt x="28561" y="73547"/>
                  <a:pt x="28561" y="64662"/>
                </a:cubicBezTo>
                <a:lnTo>
                  <a:pt x="28561" y="63127"/>
                </a:lnTo>
                <a:cubicBezTo>
                  <a:pt x="28561" y="57167"/>
                  <a:pt x="29713" y="51838"/>
                  <a:pt x="32017" y="47139"/>
                </a:cubicBezTo>
                <a:cubicBezTo>
                  <a:pt x="34320" y="42441"/>
                  <a:pt x="37583" y="38821"/>
                  <a:pt x="41806" y="36280"/>
                </a:cubicBezTo>
                <a:cubicBezTo>
                  <a:pt x="46029" y="33739"/>
                  <a:pt x="50847" y="32468"/>
                  <a:pt x="56258" y="32468"/>
                </a:cubicBezTo>
                <a:cubicBezTo>
                  <a:pt x="64375" y="32468"/>
                  <a:pt x="70765" y="35028"/>
                  <a:pt x="75426" y="40146"/>
                </a:cubicBezTo>
                <a:cubicBezTo>
                  <a:pt x="80088" y="45265"/>
                  <a:pt x="82419" y="52523"/>
                  <a:pt x="82419" y="61920"/>
                </a:cubicBezTo>
                <a:lnTo>
                  <a:pt x="82419" y="68392"/>
                </a:lnTo>
                <a:lnTo>
                  <a:pt x="44631" y="68392"/>
                </a:lnTo>
                <a:cubicBezTo>
                  <a:pt x="45143" y="72267"/>
                  <a:pt x="46688" y="75375"/>
                  <a:pt x="49265" y="77715"/>
                </a:cubicBezTo>
                <a:cubicBezTo>
                  <a:pt x="51843" y="80055"/>
                  <a:pt x="55106" y="81225"/>
                  <a:pt x="59055" y="81225"/>
                </a:cubicBezTo>
                <a:cubicBezTo>
                  <a:pt x="65161" y="81225"/>
                  <a:pt x="69933" y="79013"/>
                  <a:pt x="73370" y="74589"/>
                </a:cubicBezTo>
                <a:lnTo>
                  <a:pt x="81158" y="83309"/>
                </a:lnTo>
                <a:cubicBezTo>
                  <a:pt x="78781" y="86673"/>
                  <a:pt x="75563" y="89297"/>
                  <a:pt x="71505" y="91180"/>
                </a:cubicBezTo>
                <a:cubicBezTo>
                  <a:pt x="67446" y="93063"/>
                  <a:pt x="62949" y="94004"/>
                  <a:pt x="58013" y="94004"/>
                </a:cubicBezTo>
                <a:moveTo>
                  <a:pt x="56203" y="45302"/>
                </a:moveTo>
                <a:cubicBezTo>
                  <a:pt x="53059" y="45302"/>
                  <a:pt x="50508" y="46362"/>
                  <a:pt x="48552" y="48483"/>
                </a:cubicBezTo>
                <a:cubicBezTo>
                  <a:pt x="46596" y="50604"/>
                  <a:pt x="45344" y="53638"/>
                  <a:pt x="44795" y="57587"/>
                </a:cubicBezTo>
                <a:lnTo>
                  <a:pt x="66843" y="57587"/>
                </a:lnTo>
                <a:lnTo>
                  <a:pt x="66843" y="56326"/>
                </a:lnTo>
                <a:cubicBezTo>
                  <a:pt x="66770" y="52816"/>
                  <a:pt x="65819" y="50101"/>
                  <a:pt x="63991" y="48181"/>
                </a:cubicBezTo>
                <a:cubicBezTo>
                  <a:pt x="62163" y="46262"/>
                  <a:pt x="59567" y="45302"/>
                  <a:pt x="56203" y="45302"/>
                </a:cubicBezTo>
                <a:close/>
                <a:moveTo>
                  <a:pt x="105977" y="33565"/>
                </a:moveTo>
                <a:lnTo>
                  <a:pt x="106471" y="40421"/>
                </a:lnTo>
                <a:cubicBezTo>
                  <a:pt x="110712" y="35119"/>
                  <a:pt x="116398" y="32468"/>
                  <a:pt x="123528" y="32468"/>
                </a:cubicBezTo>
                <a:cubicBezTo>
                  <a:pt x="129816" y="32468"/>
                  <a:pt x="134497" y="34315"/>
                  <a:pt x="137568" y="38008"/>
                </a:cubicBezTo>
                <a:cubicBezTo>
                  <a:pt x="140639" y="41700"/>
                  <a:pt x="142211" y="47221"/>
                  <a:pt x="142285" y="54571"/>
                </a:cubicBezTo>
                <a:lnTo>
                  <a:pt x="142285" y="92907"/>
                </a:lnTo>
                <a:lnTo>
                  <a:pt x="126434" y="92907"/>
                </a:lnTo>
                <a:lnTo>
                  <a:pt x="126434" y="54955"/>
                </a:lnTo>
                <a:cubicBezTo>
                  <a:pt x="126434" y="51591"/>
                  <a:pt x="125703" y="49150"/>
                  <a:pt x="124241" y="47633"/>
                </a:cubicBezTo>
                <a:cubicBezTo>
                  <a:pt x="122778" y="46115"/>
                  <a:pt x="120347" y="45357"/>
                  <a:pt x="116946" y="45357"/>
                </a:cubicBezTo>
                <a:cubicBezTo>
                  <a:pt x="112485" y="45357"/>
                  <a:pt x="109140" y="47258"/>
                  <a:pt x="106910" y="51061"/>
                </a:cubicBezTo>
                <a:lnTo>
                  <a:pt x="106910" y="92907"/>
                </a:lnTo>
                <a:lnTo>
                  <a:pt x="91059" y="92907"/>
                </a:lnTo>
                <a:lnTo>
                  <a:pt x="91059" y="33565"/>
                </a:lnTo>
                <a:lnTo>
                  <a:pt x="105977" y="33565"/>
                </a:lnTo>
                <a:close/>
                <a:moveTo>
                  <a:pt x="188657" y="92907"/>
                </a:moveTo>
                <a:cubicBezTo>
                  <a:pt x="187926" y="91481"/>
                  <a:pt x="187396" y="89708"/>
                  <a:pt x="187067" y="87587"/>
                </a:cubicBezTo>
                <a:cubicBezTo>
                  <a:pt x="183228" y="91865"/>
                  <a:pt x="178237" y="94004"/>
                  <a:pt x="172094" y="94004"/>
                </a:cubicBezTo>
                <a:cubicBezTo>
                  <a:pt x="166280" y="94004"/>
                  <a:pt x="161463" y="92320"/>
                  <a:pt x="157642" y="88952"/>
                </a:cubicBezTo>
                <a:cubicBezTo>
                  <a:pt x="153822" y="85582"/>
                  <a:pt x="151911" y="81334"/>
                  <a:pt x="151911" y="76209"/>
                </a:cubicBezTo>
                <a:cubicBezTo>
                  <a:pt x="151911" y="69911"/>
                  <a:pt x="154242" y="65078"/>
                  <a:pt x="158904" y="61709"/>
                </a:cubicBezTo>
                <a:cubicBezTo>
                  <a:pt x="163566" y="58340"/>
                  <a:pt x="170302" y="56637"/>
                  <a:pt x="179114" y="56600"/>
                </a:cubicBezTo>
                <a:lnTo>
                  <a:pt x="186409" y="56600"/>
                </a:lnTo>
                <a:lnTo>
                  <a:pt x="186409" y="53215"/>
                </a:lnTo>
                <a:cubicBezTo>
                  <a:pt x="186409" y="50484"/>
                  <a:pt x="185705" y="48300"/>
                  <a:pt x="184297" y="46663"/>
                </a:cubicBezTo>
                <a:cubicBezTo>
                  <a:pt x="182889" y="45024"/>
                  <a:pt x="180668" y="44205"/>
                  <a:pt x="177633" y="44205"/>
                </a:cubicBezTo>
                <a:cubicBezTo>
                  <a:pt x="174964" y="44205"/>
                  <a:pt x="172871" y="44840"/>
                  <a:pt x="171354" y="46111"/>
                </a:cubicBezTo>
                <a:cubicBezTo>
                  <a:pt x="169836" y="47380"/>
                  <a:pt x="169078" y="49122"/>
                  <a:pt x="169078" y="51335"/>
                </a:cubicBezTo>
                <a:lnTo>
                  <a:pt x="153227" y="51335"/>
                </a:lnTo>
                <a:cubicBezTo>
                  <a:pt x="153227" y="47908"/>
                  <a:pt x="154288" y="44737"/>
                  <a:pt x="156408" y="41821"/>
                </a:cubicBezTo>
                <a:cubicBezTo>
                  <a:pt x="158529" y="38904"/>
                  <a:pt x="161527" y="36616"/>
                  <a:pt x="165403" y="34957"/>
                </a:cubicBezTo>
                <a:cubicBezTo>
                  <a:pt x="169279" y="33298"/>
                  <a:pt x="173630" y="32468"/>
                  <a:pt x="178456" y="32468"/>
                </a:cubicBezTo>
                <a:cubicBezTo>
                  <a:pt x="185769" y="32468"/>
                  <a:pt x="191573" y="34306"/>
                  <a:pt x="195869" y="37980"/>
                </a:cubicBezTo>
                <a:cubicBezTo>
                  <a:pt x="200166" y="41655"/>
                  <a:pt x="202314" y="46819"/>
                  <a:pt x="202314" y="53474"/>
                </a:cubicBezTo>
                <a:lnTo>
                  <a:pt x="202314" y="79196"/>
                </a:lnTo>
                <a:cubicBezTo>
                  <a:pt x="202350" y="84827"/>
                  <a:pt x="203136" y="89086"/>
                  <a:pt x="204672" y="91975"/>
                </a:cubicBezTo>
                <a:lnTo>
                  <a:pt x="204672" y="92907"/>
                </a:lnTo>
                <a:lnTo>
                  <a:pt x="188657" y="92907"/>
                </a:lnTo>
                <a:moveTo>
                  <a:pt x="175549" y="81883"/>
                </a:moveTo>
                <a:cubicBezTo>
                  <a:pt x="177889" y="81883"/>
                  <a:pt x="180047" y="81361"/>
                  <a:pt x="182021" y="80315"/>
                </a:cubicBezTo>
                <a:cubicBezTo>
                  <a:pt x="183995" y="79270"/>
                  <a:pt x="185458" y="77866"/>
                  <a:pt x="186409" y="76104"/>
                </a:cubicBezTo>
                <a:lnTo>
                  <a:pt x="186409" y="65869"/>
                </a:lnTo>
                <a:lnTo>
                  <a:pt x="180485" y="65869"/>
                </a:lnTo>
                <a:cubicBezTo>
                  <a:pt x="172551" y="65869"/>
                  <a:pt x="168328" y="68620"/>
                  <a:pt x="167816" y="74123"/>
                </a:cubicBezTo>
                <a:lnTo>
                  <a:pt x="167761" y="75059"/>
                </a:lnTo>
                <a:cubicBezTo>
                  <a:pt x="167761" y="77040"/>
                  <a:pt x="168456" y="78673"/>
                  <a:pt x="169845" y="79957"/>
                </a:cubicBezTo>
                <a:cubicBezTo>
                  <a:pt x="171235" y="81241"/>
                  <a:pt x="173136" y="81883"/>
                  <a:pt x="175549" y="81883"/>
                </a:cubicBezTo>
                <a:close/>
                <a:moveTo>
                  <a:pt x="267938" y="63785"/>
                </a:moveTo>
                <a:cubicBezTo>
                  <a:pt x="267938" y="73291"/>
                  <a:pt x="265909" y="80704"/>
                  <a:pt x="261850" y="86024"/>
                </a:cubicBezTo>
                <a:cubicBezTo>
                  <a:pt x="257792" y="91344"/>
                  <a:pt x="252125" y="94004"/>
                  <a:pt x="244849" y="94004"/>
                </a:cubicBezTo>
                <a:cubicBezTo>
                  <a:pt x="238413" y="94004"/>
                  <a:pt x="233276" y="91536"/>
                  <a:pt x="229437" y="86600"/>
                </a:cubicBezTo>
                <a:lnTo>
                  <a:pt x="228724" y="92907"/>
                </a:lnTo>
                <a:lnTo>
                  <a:pt x="214464" y="92907"/>
                </a:lnTo>
                <a:lnTo>
                  <a:pt x="214464" y="8666"/>
                </a:lnTo>
                <a:lnTo>
                  <a:pt x="230315" y="8666"/>
                </a:lnTo>
                <a:lnTo>
                  <a:pt x="230315" y="38885"/>
                </a:lnTo>
                <a:cubicBezTo>
                  <a:pt x="233971" y="34607"/>
                  <a:pt x="238779" y="32468"/>
                  <a:pt x="244739" y="32468"/>
                </a:cubicBezTo>
                <a:cubicBezTo>
                  <a:pt x="251978" y="32468"/>
                  <a:pt x="257655" y="35128"/>
                  <a:pt x="261768" y="40448"/>
                </a:cubicBezTo>
                <a:cubicBezTo>
                  <a:pt x="265882" y="45768"/>
                  <a:pt x="267938" y="53254"/>
                  <a:pt x="267938" y="62907"/>
                </a:cubicBezTo>
                <a:lnTo>
                  <a:pt x="267938" y="63785"/>
                </a:lnTo>
                <a:moveTo>
                  <a:pt x="252088" y="62633"/>
                </a:moveTo>
                <a:cubicBezTo>
                  <a:pt x="252088" y="56637"/>
                  <a:pt x="251137" y="52258"/>
                  <a:pt x="249236" y="49498"/>
                </a:cubicBezTo>
                <a:cubicBezTo>
                  <a:pt x="247335" y="46737"/>
                  <a:pt x="244501" y="45357"/>
                  <a:pt x="240735" y="45357"/>
                </a:cubicBezTo>
                <a:cubicBezTo>
                  <a:pt x="235689" y="45357"/>
                  <a:pt x="232216" y="47423"/>
                  <a:pt x="230315" y="51554"/>
                </a:cubicBezTo>
                <a:lnTo>
                  <a:pt x="230315" y="74973"/>
                </a:lnTo>
                <a:cubicBezTo>
                  <a:pt x="232252" y="79141"/>
                  <a:pt x="235763" y="81225"/>
                  <a:pt x="240845" y="81225"/>
                </a:cubicBezTo>
                <a:cubicBezTo>
                  <a:pt x="245964" y="81225"/>
                  <a:pt x="249328" y="78702"/>
                  <a:pt x="250936" y="73657"/>
                </a:cubicBezTo>
                <a:cubicBezTo>
                  <a:pt x="251704" y="71244"/>
                  <a:pt x="252088" y="67569"/>
                  <a:pt x="252088" y="62633"/>
                </a:cubicBezTo>
                <a:close/>
                <a:moveTo>
                  <a:pt x="294402" y="92907"/>
                </a:moveTo>
                <a:lnTo>
                  <a:pt x="278497" y="92907"/>
                </a:lnTo>
                <a:lnTo>
                  <a:pt x="278497" y="8666"/>
                </a:lnTo>
                <a:lnTo>
                  <a:pt x="294402" y="8666"/>
                </a:lnTo>
                <a:lnTo>
                  <a:pt x="294402" y="92907"/>
                </a:lnTo>
                <a:close/>
                <a:moveTo>
                  <a:pt x="334756" y="94004"/>
                </a:moveTo>
                <a:cubicBezTo>
                  <a:pt x="326054" y="94004"/>
                  <a:pt x="318969" y="91335"/>
                  <a:pt x="313503" y="85997"/>
                </a:cubicBezTo>
                <a:cubicBezTo>
                  <a:pt x="308037" y="80659"/>
                  <a:pt x="305304" y="73547"/>
                  <a:pt x="305304" y="64662"/>
                </a:cubicBezTo>
                <a:lnTo>
                  <a:pt x="305304" y="63127"/>
                </a:lnTo>
                <a:cubicBezTo>
                  <a:pt x="305304" y="57167"/>
                  <a:pt x="306456" y="51838"/>
                  <a:pt x="308759" y="47139"/>
                </a:cubicBezTo>
                <a:cubicBezTo>
                  <a:pt x="311063" y="42441"/>
                  <a:pt x="314326" y="38821"/>
                  <a:pt x="318549" y="36280"/>
                </a:cubicBezTo>
                <a:cubicBezTo>
                  <a:pt x="322772" y="33739"/>
                  <a:pt x="327589" y="32468"/>
                  <a:pt x="333001" y="32468"/>
                </a:cubicBezTo>
                <a:cubicBezTo>
                  <a:pt x="341118" y="32468"/>
                  <a:pt x="347507" y="35028"/>
                  <a:pt x="352169" y="40146"/>
                </a:cubicBezTo>
                <a:cubicBezTo>
                  <a:pt x="356831" y="45265"/>
                  <a:pt x="359162" y="52523"/>
                  <a:pt x="359162" y="61920"/>
                </a:cubicBezTo>
                <a:lnTo>
                  <a:pt x="359162" y="68392"/>
                </a:lnTo>
                <a:lnTo>
                  <a:pt x="321373" y="68392"/>
                </a:lnTo>
                <a:cubicBezTo>
                  <a:pt x="321885" y="72267"/>
                  <a:pt x="323430" y="75375"/>
                  <a:pt x="326008" y="77715"/>
                </a:cubicBezTo>
                <a:cubicBezTo>
                  <a:pt x="328586" y="80055"/>
                  <a:pt x="331849" y="81225"/>
                  <a:pt x="335798" y="81225"/>
                </a:cubicBezTo>
                <a:cubicBezTo>
                  <a:pt x="341904" y="81225"/>
                  <a:pt x="346675" y="79013"/>
                  <a:pt x="350112" y="74589"/>
                </a:cubicBezTo>
                <a:lnTo>
                  <a:pt x="357900" y="83309"/>
                </a:lnTo>
                <a:cubicBezTo>
                  <a:pt x="355524" y="86673"/>
                  <a:pt x="352306" y="89297"/>
                  <a:pt x="348248" y="91180"/>
                </a:cubicBezTo>
                <a:cubicBezTo>
                  <a:pt x="344189" y="93063"/>
                  <a:pt x="339692" y="94004"/>
                  <a:pt x="334756" y="94004"/>
                </a:cubicBezTo>
                <a:moveTo>
                  <a:pt x="332946" y="45302"/>
                </a:moveTo>
                <a:cubicBezTo>
                  <a:pt x="329801" y="45302"/>
                  <a:pt x="327251" y="46362"/>
                  <a:pt x="325295" y="48483"/>
                </a:cubicBezTo>
                <a:cubicBezTo>
                  <a:pt x="323339" y="50604"/>
                  <a:pt x="322086" y="53638"/>
                  <a:pt x="321538" y="57587"/>
                </a:cubicBezTo>
                <a:lnTo>
                  <a:pt x="343586" y="57587"/>
                </a:lnTo>
                <a:lnTo>
                  <a:pt x="343586" y="56326"/>
                </a:lnTo>
                <a:cubicBezTo>
                  <a:pt x="343513" y="52816"/>
                  <a:pt x="342562" y="50101"/>
                  <a:pt x="340734" y="48181"/>
                </a:cubicBezTo>
                <a:cubicBezTo>
                  <a:pt x="338906" y="46262"/>
                  <a:pt x="336310" y="45302"/>
                  <a:pt x="332946" y="45302"/>
                </a:cubicBezTo>
                <a:close/>
                <a:moveTo>
                  <a:pt x="400270" y="76509"/>
                </a:moveTo>
                <a:cubicBezTo>
                  <a:pt x="400270" y="74571"/>
                  <a:pt x="399311" y="73044"/>
                  <a:pt x="397391" y="71929"/>
                </a:cubicBezTo>
                <a:cubicBezTo>
                  <a:pt x="395472" y="70814"/>
                  <a:pt x="392391" y="69818"/>
                  <a:pt x="388150" y="68940"/>
                </a:cubicBezTo>
                <a:cubicBezTo>
                  <a:pt x="374036" y="65978"/>
                  <a:pt x="366980" y="59982"/>
                  <a:pt x="366980" y="50951"/>
                </a:cubicBezTo>
                <a:cubicBezTo>
                  <a:pt x="366980" y="45686"/>
                  <a:pt x="369164" y="41289"/>
                  <a:pt x="373534" y="37761"/>
                </a:cubicBezTo>
                <a:cubicBezTo>
                  <a:pt x="377903" y="34232"/>
                  <a:pt x="383616" y="32468"/>
                  <a:pt x="390673" y="32468"/>
                </a:cubicBezTo>
                <a:cubicBezTo>
                  <a:pt x="398205" y="32468"/>
                  <a:pt x="404228" y="34242"/>
                  <a:pt x="408744" y="37788"/>
                </a:cubicBezTo>
                <a:cubicBezTo>
                  <a:pt x="413260" y="41335"/>
                  <a:pt x="415517" y="45942"/>
                  <a:pt x="415517" y="51609"/>
                </a:cubicBezTo>
                <a:lnTo>
                  <a:pt x="399667" y="51609"/>
                </a:lnTo>
                <a:cubicBezTo>
                  <a:pt x="399667" y="49342"/>
                  <a:pt x="398936" y="47468"/>
                  <a:pt x="397473" y="45987"/>
                </a:cubicBezTo>
                <a:cubicBezTo>
                  <a:pt x="396011" y="44507"/>
                  <a:pt x="393726" y="43766"/>
                  <a:pt x="390618" y="43766"/>
                </a:cubicBezTo>
                <a:cubicBezTo>
                  <a:pt x="387949" y="43766"/>
                  <a:pt x="385883" y="44370"/>
                  <a:pt x="384420" y="45576"/>
                </a:cubicBezTo>
                <a:cubicBezTo>
                  <a:pt x="382958" y="46783"/>
                  <a:pt x="382226" y="48318"/>
                  <a:pt x="382226" y="50183"/>
                </a:cubicBezTo>
                <a:cubicBezTo>
                  <a:pt x="382226" y="51938"/>
                  <a:pt x="383058" y="53355"/>
                  <a:pt x="384722" y="54434"/>
                </a:cubicBezTo>
                <a:cubicBezTo>
                  <a:pt x="386386" y="55512"/>
                  <a:pt x="389192" y="56445"/>
                  <a:pt x="393141" y="57231"/>
                </a:cubicBezTo>
                <a:cubicBezTo>
                  <a:pt x="397089" y="58017"/>
                  <a:pt x="400417" y="58903"/>
                  <a:pt x="403122" y="59891"/>
                </a:cubicBezTo>
                <a:cubicBezTo>
                  <a:pt x="411495" y="62962"/>
                  <a:pt x="415682" y="68282"/>
                  <a:pt x="415682" y="75851"/>
                </a:cubicBezTo>
                <a:cubicBezTo>
                  <a:pt x="415682" y="81262"/>
                  <a:pt x="413360" y="85640"/>
                  <a:pt x="408717" y="88986"/>
                </a:cubicBezTo>
                <a:cubicBezTo>
                  <a:pt x="404073" y="92331"/>
                  <a:pt x="398077" y="94004"/>
                  <a:pt x="390727" y="94004"/>
                </a:cubicBezTo>
                <a:cubicBezTo>
                  <a:pt x="385755" y="94004"/>
                  <a:pt x="381340" y="93118"/>
                  <a:pt x="377482" y="91344"/>
                </a:cubicBezTo>
                <a:cubicBezTo>
                  <a:pt x="373625" y="89571"/>
                  <a:pt x="370599" y="87139"/>
                  <a:pt x="368406" y="84050"/>
                </a:cubicBezTo>
                <a:cubicBezTo>
                  <a:pt x="366212" y="80960"/>
                  <a:pt x="365115" y="77624"/>
                  <a:pt x="365115" y="74041"/>
                </a:cubicBezTo>
                <a:lnTo>
                  <a:pt x="380142" y="74041"/>
                </a:lnTo>
                <a:cubicBezTo>
                  <a:pt x="380289" y="76856"/>
                  <a:pt x="381331" y="79013"/>
                  <a:pt x="383269" y="80512"/>
                </a:cubicBezTo>
                <a:cubicBezTo>
                  <a:pt x="385206" y="82011"/>
                  <a:pt x="387802" y="82761"/>
                  <a:pt x="391057" y="82761"/>
                </a:cubicBezTo>
                <a:cubicBezTo>
                  <a:pt x="394091" y="82761"/>
                  <a:pt x="396386" y="82185"/>
                  <a:pt x="397940" y="81033"/>
                </a:cubicBezTo>
                <a:cubicBezTo>
                  <a:pt x="399493" y="79882"/>
                  <a:pt x="400270" y="78373"/>
                  <a:pt x="400270" y="76509"/>
                </a:cubicBezTo>
                <a:close/>
                <a:moveTo>
                  <a:pt x="485957" y="76509"/>
                </a:moveTo>
                <a:cubicBezTo>
                  <a:pt x="485957" y="74571"/>
                  <a:pt x="484997" y="73044"/>
                  <a:pt x="483078" y="71929"/>
                </a:cubicBezTo>
                <a:cubicBezTo>
                  <a:pt x="481158" y="70814"/>
                  <a:pt x="478078" y="69818"/>
                  <a:pt x="473836" y="68940"/>
                </a:cubicBezTo>
                <a:cubicBezTo>
                  <a:pt x="459723" y="65978"/>
                  <a:pt x="452666" y="59982"/>
                  <a:pt x="452666" y="50951"/>
                </a:cubicBezTo>
                <a:cubicBezTo>
                  <a:pt x="452666" y="45686"/>
                  <a:pt x="454851" y="41289"/>
                  <a:pt x="459220" y="37761"/>
                </a:cubicBezTo>
                <a:cubicBezTo>
                  <a:pt x="463590" y="34232"/>
                  <a:pt x="469303" y="32468"/>
                  <a:pt x="476359" y="32468"/>
                </a:cubicBezTo>
                <a:cubicBezTo>
                  <a:pt x="483891" y="32468"/>
                  <a:pt x="489915" y="34242"/>
                  <a:pt x="494431" y="37788"/>
                </a:cubicBezTo>
                <a:cubicBezTo>
                  <a:pt x="498946" y="41335"/>
                  <a:pt x="501204" y="45942"/>
                  <a:pt x="501204" y="51609"/>
                </a:cubicBezTo>
                <a:lnTo>
                  <a:pt x="485354" y="51609"/>
                </a:lnTo>
                <a:cubicBezTo>
                  <a:pt x="485354" y="49342"/>
                  <a:pt x="484623" y="47468"/>
                  <a:pt x="483160" y="45987"/>
                </a:cubicBezTo>
                <a:cubicBezTo>
                  <a:pt x="481698" y="44507"/>
                  <a:pt x="479412" y="43766"/>
                  <a:pt x="476304" y="43766"/>
                </a:cubicBezTo>
                <a:cubicBezTo>
                  <a:pt x="473635" y="43766"/>
                  <a:pt x="471570" y="44370"/>
                  <a:pt x="470107" y="45576"/>
                </a:cubicBezTo>
                <a:cubicBezTo>
                  <a:pt x="468644" y="46783"/>
                  <a:pt x="467913" y="48318"/>
                  <a:pt x="467913" y="50183"/>
                </a:cubicBezTo>
                <a:cubicBezTo>
                  <a:pt x="467913" y="51938"/>
                  <a:pt x="468745" y="53355"/>
                  <a:pt x="470409" y="54434"/>
                </a:cubicBezTo>
                <a:cubicBezTo>
                  <a:pt x="472072" y="55512"/>
                  <a:pt x="474878" y="56445"/>
                  <a:pt x="478827" y="57231"/>
                </a:cubicBezTo>
                <a:cubicBezTo>
                  <a:pt x="482776" y="58017"/>
                  <a:pt x="486103" y="58903"/>
                  <a:pt x="488809" y="59891"/>
                </a:cubicBezTo>
                <a:cubicBezTo>
                  <a:pt x="497182" y="62962"/>
                  <a:pt x="501369" y="68282"/>
                  <a:pt x="501369" y="75851"/>
                </a:cubicBezTo>
                <a:cubicBezTo>
                  <a:pt x="501369" y="81262"/>
                  <a:pt x="499047" y="85640"/>
                  <a:pt x="494403" y="88986"/>
                </a:cubicBezTo>
                <a:cubicBezTo>
                  <a:pt x="489760" y="92331"/>
                  <a:pt x="483763" y="94004"/>
                  <a:pt x="476414" y="94004"/>
                </a:cubicBezTo>
                <a:cubicBezTo>
                  <a:pt x="471442" y="94004"/>
                  <a:pt x="467027" y="93118"/>
                  <a:pt x="463169" y="91344"/>
                </a:cubicBezTo>
                <a:cubicBezTo>
                  <a:pt x="459312" y="89571"/>
                  <a:pt x="456286" y="87139"/>
                  <a:pt x="454092" y="84050"/>
                </a:cubicBezTo>
                <a:cubicBezTo>
                  <a:pt x="451898" y="80960"/>
                  <a:pt x="450802" y="77624"/>
                  <a:pt x="450802" y="74041"/>
                </a:cubicBezTo>
                <a:lnTo>
                  <a:pt x="465829" y="74041"/>
                </a:lnTo>
                <a:cubicBezTo>
                  <a:pt x="465975" y="76856"/>
                  <a:pt x="467017" y="79013"/>
                  <a:pt x="468955" y="80512"/>
                </a:cubicBezTo>
                <a:cubicBezTo>
                  <a:pt x="470893" y="82011"/>
                  <a:pt x="473489" y="82761"/>
                  <a:pt x="476743" y="82761"/>
                </a:cubicBezTo>
                <a:cubicBezTo>
                  <a:pt x="479778" y="82761"/>
                  <a:pt x="482072" y="82185"/>
                  <a:pt x="483626" y="81033"/>
                </a:cubicBezTo>
                <a:cubicBezTo>
                  <a:pt x="485180" y="79882"/>
                  <a:pt x="485957" y="78373"/>
                  <a:pt x="485957" y="76509"/>
                </a:cubicBezTo>
                <a:close/>
                <a:moveTo>
                  <a:pt x="533100" y="69105"/>
                </a:moveTo>
                <a:lnTo>
                  <a:pt x="527396" y="74809"/>
                </a:lnTo>
                <a:lnTo>
                  <a:pt x="527396" y="92907"/>
                </a:lnTo>
                <a:lnTo>
                  <a:pt x="511546" y="92907"/>
                </a:lnTo>
                <a:lnTo>
                  <a:pt x="511546" y="8666"/>
                </a:lnTo>
                <a:lnTo>
                  <a:pt x="527396" y="8666"/>
                </a:lnTo>
                <a:lnTo>
                  <a:pt x="527396" y="55339"/>
                </a:lnTo>
                <a:lnTo>
                  <a:pt x="530468" y="51390"/>
                </a:lnTo>
                <a:lnTo>
                  <a:pt x="545660" y="33565"/>
                </a:lnTo>
                <a:lnTo>
                  <a:pt x="564691" y="33565"/>
                </a:lnTo>
                <a:lnTo>
                  <a:pt x="543246" y="58300"/>
                </a:lnTo>
                <a:lnTo>
                  <a:pt x="566556" y="92907"/>
                </a:lnTo>
                <a:lnTo>
                  <a:pt x="548347" y="92907"/>
                </a:lnTo>
                <a:lnTo>
                  <a:pt x="533100" y="69105"/>
                </a:lnTo>
                <a:close/>
                <a:moveTo>
                  <a:pt x="588249" y="92907"/>
                </a:moveTo>
                <a:lnTo>
                  <a:pt x="572344" y="92907"/>
                </a:lnTo>
                <a:lnTo>
                  <a:pt x="572344" y="33565"/>
                </a:lnTo>
                <a:lnTo>
                  <a:pt x="588249" y="33565"/>
                </a:lnTo>
                <a:lnTo>
                  <a:pt x="588249" y="92907"/>
                </a:lnTo>
                <a:moveTo>
                  <a:pt x="571412" y="18209"/>
                </a:moveTo>
                <a:cubicBezTo>
                  <a:pt x="571412" y="15832"/>
                  <a:pt x="572207" y="13876"/>
                  <a:pt x="573797" y="12340"/>
                </a:cubicBezTo>
                <a:cubicBezTo>
                  <a:pt x="575388" y="10804"/>
                  <a:pt x="577554" y="10037"/>
                  <a:pt x="580297" y="10037"/>
                </a:cubicBezTo>
                <a:cubicBezTo>
                  <a:pt x="583002" y="10037"/>
                  <a:pt x="585159" y="10804"/>
                  <a:pt x="586768" y="12340"/>
                </a:cubicBezTo>
                <a:cubicBezTo>
                  <a:pt x="588377" y="13876"/>
                  <a:pt x="589181" y="15832"/>
                  <a:pt x="589181" y="18209"/>
                </a:cubicBezTo>
                <a:cubicBezTo>
                  <a:pt x="589181" y="20622"/>
                  <a:pt x="588368" y="22596"/>
                  <a:pt x="586741" y="24132"/>
                </a:cubicBezTo>
                <a:cubicBezTo>
                  <a:pt x="585114" y="25667"/>
                  <a:pt x="582966" y="26435"/>
                  <a:pt x="580297" y="26435"/>
                </a:cubicBezTo>
                <a:cubicBezTo>
                  <a:pt x="577627" y="26435"/>
                  <a:pt x="575479" y="25667"/>
                  <a:pt x="573852" y="24132"/>
                </a:cubicBezTo>
                <a:cubicBezTo>
                  <a:pt x="572225" y="22596"/>
                  <a:pt x="571412" y="20622"/>
                  <a:pt x="571412" y="18209"/>
                </a:cubicBezTo>
                <a:close/>
                <a:moveTo>
                  <a:pt x="618018" y="92907"/>
                </a:moveTo>
                <a:lnTo>
                  <a:pt x="602113" y="92907"/>
                </a:lnTo>
                <a:lnTo>
                  <a:pt x="602113" y="8666"/>
                </a:lnTo>
                <a:lnTo>
                  <a:pt x="618018" y="8666"/>
                </a:lnTo>
                <a:lnTo>
                  <a:pt x="618018" y="92907"/>
                </a:lnTo>
                <a:close/>
                <a:moveTo>
                  <a:pt x="647786" y="92907"/>
                </a:moveTo>
                <a:lnTo>
                  <a:pt x="631881" y="92907"/>
                </a:lnTo>
                <a:lnTo>
                  <a:pt x="631881" y="8666"/>
                </a:lnTo>
                <a:lnTo>
                  <a:pt x="647786" y="8666"/>
                </a:lnTo>
                <a:lnTo>
                  <a:pt x="647786" y="92907"/>
                </a:lnTo>
                <a:close/>
                <a:moveTo>
                  <a:pt x="742260" y="63785"/>
                </a:moveTo>
                <a:cubicBezTo>
                  <a:pt x="742260" y="73291"/>
                  <a:pt x="740231" y="80704"/>
                  <a:pt x="736172" y="86024"/>
                </a:cubicBezTo>
                <a:cubicBezTo>
                  <a:pt x="732114" y="91344"/>
                  <a:pt x="726446" y="94004"/>
                  <a:pt x="719170" y="94004"/>
                </a:cubicBezTo>
                <a:cubicBezTo>
                  <a:pt x="712735" y="94004"/>
                  <a:pt x="707598" y="91536"/>
                  <a:pt x="703759" y="86600"/>
                </a:cubicBezTo>
                <a:lnTo>
                  <a:pt x="703046" y="92907"/>
                </a:lnTo>
                <a:lnTo>
                  <a:pt x="688786" y="92907"/>
                </a:lnTo>
                <a:lnTo>
                  <a:pt x="688786" y="8666"/>
                </a:lnTo>
                <a:lnTo>
                  <a:pt x="704636" y="8666"/>
                </a:lnTo>
                <a:lnTo>
                  <a:pt x="704636" y="38885"/>
                </a:lnTo>
                <a:cubicBezTo>
                  <a:pt x="708293" y="34607"/>
                  <a:pt x="713101" y="32468"/>
                  <a:pt x="719061" y="32468"/>
                </a:cubicBezTo>
                <a:cubicBezTo>
                  <a:pt x="726300" y="32468"/>
                  <a:pt x="731977" y="35128"/>
                  <a:pt x="736090" y="40448"/>
                </a:cubicBezTo>
                <a:cubicBezTo>
                  <a:pt x="740203" y="45768"/>
                  <a:pt x="742260" y="53254"/>
                  <a:pt x="742260" y="62907"/>
                </a:cubicBezTo>
                <a:lnTo>
                  <a:pt x="742260" y="63785"/>
                </a:lnTo>
                <a:moveTo>
                  <a:pt x="726410" y="62633"/>
                </a:moveTo>
                <a:cubicBezTo>
                  <a:pt x="726410" y="56637"/>
                  <a:pt x="725459" y="52258"/>
                  <a:pt x="723558" y="49498"/>
                </a:cubicBezTo>
                <a:cubicBezTo>
                  <a:pt x="721657" y="46737"/>
                  <a:pt x="718823" y="45357"/>
                  <a:pt x="715057" y="45357"/>
                </a:cubicBezTo>
                <a:cubicBezTo>
                  <a:pt x="710011" y="45357"/>
                  <a:pt x="706538" y="47423"/>
                  <a:pt x="704636" y="51554"/>
                </a:cubicBezTo>
                <a:lnTo>
                  <a:pt x="704636" y="74973"/>
                </a:lnTo>
                <a:cubicBezTo>
                  <a:pt x="706574" y="79141"/>
                  <a:pt x="710084" y="81225"/>
                  <a:pt x="715167" y="81225"/>
                </a:cubicBezTo>
                <a:cubicBezTo>
                  <a:pt x="720286" y="81225"/>
                  <a:pt x="723649" y="78702"/>
                  <a:pt x="725258" y="73657"/>
                </a:cubicBezTo>
                <a:cubicBezTo>
                  <a:pt x="726026" y="71244"/>
                  <a:pt x="726410" y="67569"/>
                  <a:pt x="726410" y="62633"/>
                </a:cubicBezTo>
                <a:close/>
                <a:moveTo>
                  <a:pt x="787536" y="86874"/>
                </a:moveTo>
                <a:cubicBezTo>
                  <a:pt x="783623" y="91628"/>
                  <a:pt x="778212" y="94004"/>
                  <a:pt x="771302" y="94004"/>
                </a:cubicBezTo>
                <a:cubicBezTo>
                  <a:pt x="764940" y="94004"/>
                  <a:pt x="760086" y="92176"/>
                  <a:pt x="756740" y="88520"/>
                </a:cubicBezTo>
                <a:cubicBezTo>
                  <a:pt x="753395" y="84863"/>
                  <a:pt x="751685" y="79507"/>
                  <a:pt x="751612" y="72450"/>
                </a:cubicBezTo>
                <a:lnTo>
                  <a:pt x="751612" y="33565"/>
                </a:lnTo>
                <a:lnTo>
                  <a:pt x="767462" y="33565"/>
                </a:lnTo>
                <a:lnTo>
                  <a:pt x="767462" y="71902"/>
                </a:lnTo>
                <a:cubicBezTo>
                  <a:pt x="767462" y="78081"/>
                  <a:pt x="770278" y="81171"/>
                  <a:pt x="775909" y="81171"/>
                </a:cubicBezTo>
                <a:cubicBezTo>
                  <a:pt x="781283" y="81171"/>
                  <a:pt x="784976" y="79306"/>
                  <a:pt x="786987" y="75576"/>
                </a:cubicBezTo>
                <a:lnTo>
                  <a:pt x="786987" y="33565"/>
                </a:lnTo>
                <a:lnTo>
                  <a:pt x="802892" y="33565"/>
                </a:lnTo>
                <a:lnTo>
                  <a:pt x="802892" y="92907"/>
                </a:lnTo>
                <a:lnTo>
                  <a:pt x="787974" y="92907"/>
                </a:lnTo>
                <a:lnTo>
                  <a:pt x="787536" y="86874"/>
                </a:lnTo>
                <a:close/>
                <a:moveTo>
                  <a:pt x="831551" y="92907"/>
                </a:moveTo>
                <a:lnTo>
                  <a:pt x="815646" y="92907"/>
                </a:lnTo>
                <a:lnTo>
                  <a:pt x="815646" y="33565"/>
                </a:lnTo>
                <a:lnTo>
                  <a:pt x="831551" y="33565"/>
                </a:lnTo>
                <a:lnTo>
                  <a:pt x="831551" y="92907"/>
                </a:lnTo>
                <a:moveTo>
                  <a:pt x="814713" y="18209"/>
                </a:moveTo>
                <a:cubicBezTo>
                  <a:pt x="814713" y="15832"/>
                  <a:pt x="815508" y="13876"/>
                  <a:pt x="817099" y="12340"/>
                </a:cubicBezTo>
                <a:cubicBezTo>
                  <a:pt x="818689" y="10804"/>
                  <a:pt x="820856" y="10037"/>
                  <a:pt x="823598" y="10037"/>
                </a:cubicBezTo>
                <a:cubicBezTo>
                  <a:pt x="826304" y="10037"/>
                  <a:pt x="828461" y="10804"/>
                  <a:pt x="830070" y="12340"/>
                </a:cubicBezTo>
                <a:cubicBezTo>
                  <a:pt x="831679" y="13876"/>
                  <a:pt x="832483" y="15832"/>
                  <a:pt x="832483" y="18209"/>
                </a:cubicBezTo>
                <a:cubicBezTo>
                  <a:pt x="832483" y="20622"/>
                  <a:pt x="831669" y="22596"/>
                  <a:pt x="830042" y="24132"/>
                </a:cubicBezTo>
                <a:cubicBezTo>
                  <a:pt x="828415" y="25667"/>
                  <a:pt x="826267" y="26435"/>
                  <a:pt x="823598" y="26435"/>
                </a:cubicBezTo>
                <a:cubicBezTo>
                  <a:pt x="820929" y="26435"/>
                  <a:pt x="818781" y="25667"/>
                  <a:pt x="817154" y="24132"/>
                </a:cubicBezTo>
                <a:cubicBezTo>
                  <a:pt x="815527" y="22596"/>
                  <a:pt x="814713" y="20622"/>
                  <a:pt x="814713" y="18209"/>
                </a:cubicBezTo>
                <a:close/>
                <a:moveTo>
                  <a:pt x="861319" y="92907"/>
                </a:moveTo>
                <a:lnTo>
                  <a:pt x="845414" y="92907"/>
                </a:lnTo>
                <a:lnTo>
                  <a:pt x="845414" y="8666"/>
                </a:lnTo>
                <a:lnTo>
                  <a:pt x="861319" y="8666"/>
                </a:lnTo>
                <a:lnTo>
                  <a:pt x="861319" y="92907"/>
                </a:lnTo>
                <a:close/>
                <a:moveTo>
                  <a:pt x="871891" y="62797"/>
                </a:moveTo>
                <a:cubicBezTo>
                  <a:pt x="871891" y="53547"/>
                  <a:pt x="873966" y="46179"/>
                  <a:pt x="878116" y="40695"/>
                </a:cubicBezTo>
                <a:cubicBezTo>
                  <a:pt x="882266" y="35210"/>
                  <a:pt x="887943" y="32468"/>
                  <a:pt x="895146" y="32468"/>
                </a:cubicBezTo>
                <a:cubicBezTo>
                  <a:pt x="900923" y="32468"/>
                  <a:pt x="905694" y="34625"/>
                  <a:pt x="909460" y="38940"/>
                </a:cubicBezTo>
                <a:lnTo>
                  <a:pt x="909460" y="8666"/>
                </a:lnTo>
                <a:lnTo>
                  <a:pt x="925365" y="8666"/>
                </a:lnTo>
                <a:lnTo>
                  <a:pt x="925365" y="92907"/>
                </a:lnTo>
                <a:lnTo>
                  <a:pt x="911051" y="92907"/>
                </a:lnTo>
                <a:lnTo>
                  <a:pt x="910283" y="86600"/>
                </a:lnTo>
                <a:cubicBezTo>
                  <a:pt x="906334" y="91536"/>
                  <a:pt x="901252" y="94004"/>
                  <a:pt x="895036" y="94004"/>
                </a:cubicBezTo>
                <a:cubicBezTo>
                  <a:pt x="888052" y="94004"/>
                  <a:pt x="882449" y="91253"/>
                  <a:pt x="878226" y="85750"/>
                </a:cubicBezTo>
                <a:cubicBezTo>
                  <a:pt x="874003" y="80247"/>
                  <a:pt x="871891" y="72596"/>
                  <a:pt x="871891" y="62797"/>
                </a:cubicBezTo>
                <a:moveTo>
                  <a:pt x="887742" y="63949"/>
                </a:moveTo>
                <a:cubicBezTo>
                  <a:pt x="887742" y="69507"/>
                  <a:pt x="888711" y="73766"/>
                  <a:pt x="890648" y="76728"/>
                </a:cubicBezTo>
                <a:cubicBezTo>
                  <a:pt x="892586" y="79690"/>
                  <a:pt x="895402" y="81171"/>
                  <a:pt x="899095" y="81171"/>
                </a:cubicBezTo>
                <a:cubicBezTo>
                  <a:pt x="903994" y="81171"/>
                  <a:pt x="907449" y="79105"/>
                  <a:pt x="909460" y="74973"/>
                </a:cubicBezTo>
                <a:lnTo>
                  <a:pt x="909460" y="51554"/>
                </a:lnTo>
                <a:cubicBezTo>
                  <a:pt x="907486" y="47423"/>
                  <a:pt x="904067" y="45357"/>
                  <a:pt x="899204" y="45357"/>
                </a:cubicBezTo>
                <a:cubicBezTo>
                  <a:pt x="891562" y="45357"/>
                  <a:pt x="887742" y="51554"/>
                  <a:pt x="887742" y="63949"/>
                </a:cubicBezTo>
                <a:close/>
                <a:moveTo>
                  <a:pt x="954352" y="92907"/>
                </a:moveTo>
                <a:lnTo>
                  <a:pt x="938447" y="92907"/>
                </a:lnTo>
                <a:lnTo>
                  <a:pt x="938447" y="33565"/>
                </a:lnTo>
                <a:lnTo>
                  <a:pt x="954352" y="33565"/>
                </a:lnTo>
                <a:lnTo>
                  <a:pt x="954352" y="92907"/>
                </a:lnTo>
                <a:moveTo>
                  <a:pt x="937515" y="18209"/>
                </a:moveTo>
                <a:cubicBezTo>
                  <a:pt x="937515" y="15832"/>
                  <a:pt x="938310" y="13876"/>
                  <a:pt x="939901" y="12340"/>
                </a:cubicBezTo>
                <a:cubicBezTo>
                  <a:pt x="941491" y="10804"/>
                  <a:pt x="943658" y="10037"/>
                  <a:pt x="946400" y="10037"/>
                </a:cubicBezTo>
                <a:cubicBezTo>
                  <a:pt x="949106" y="10037"/>
                  <a:pt x="951263" y="10804"/>
                  <a:pt x="952872" y="12340"/>
                </a:cubicBezTo>
                <a:cubicBezTo>
                  <a:pt x="954480" y="13876"/>
                  <a:pt x="955285" y="15832"/>
                  <a:pt x="955285" y="18209"/>
                </a:cubicBezTo>
                <a:cubicBezTo>
                  <a:pt x="955285" y="20622"/>
                  <a:pt x="954471" y="22596"/>
                  <a:pt x="952844" y="24132"/>
                </a:cubicBezTo>
                <a:cubicBezTo>
                  <a:pt x="951217" y="25667"/>
                  <a:pt x="949069" y="26435"/>
                  <a:pt x="946400" y="26435"/>
                </a:cubicBezTo>
                <a:cubicBezTo>
                  <a:pt x="943731" y="26435"/>
                  <a:pt x="941583" y="25667"/>
                  <a:pt x="939956" y="24132"/>
                </a:cubicBezTo>
                <a:cubicBezTo>
                  <a:pt x="938329" y="22596"/>
                  <a:pt x="937515" y="20622"/>
                  <a:pt x="937515" y="18209"/>
                </a:cubicBezTo>
                <a:close/>
                <a:moveTo>
                  <a:pt x="981982" y="33565"/>
                </a:moveTo>
                <a:lnTo>
                  <a:pt x="982475" y="40421"/>
                </a:lnTo>
                <a:cubicBezTo>
                  <a:pt x="986717" y="35119"/>
                  <a:pt x="992402" y="32468"/>
                  <a:pt x="999532" y="32468"/>
                </a:cubicBezTo>
                <a:cubicBezTo>
                  <a:pt x="1005821" y="32468"/>
                  <a:pt x="1010501" y="34315"/>
                  <a:pt x="1013573" y="38008"/>
                </a:cubicBezTo>
                <a:cubicBezTo>
                  <a:pt x="1016644" y="41700"/>
                  <a:pt x="1018216" y="47221"/>
                  <a:pt x="1018289" y="54571"/>
                </a:cubicBezTo>
                <a:lnTo>
                  <a:pt x="1018289" y="92907"/>
                </a:lnTo>
                <a:lnTo>
                  <a:pt x="1002439" y="92907"/>
                </a:lnTo>
                <a:lnTo>
                  <a:pt x="1002439" y="54955"/>
                </a:lnTo>
                <a:cubicBezTo>
                  <a:pt x="1002439" y="51591"/>
                  <a:pt x="1001708" y="49150"/>
                  <a:pt x="1000245" y="47633"/>
                </a:cubicBezTo>
                <a:cubicBezTo>
                  <a:pt x="998783" y="46115"/>
                  <a:pt x="996351" y="45357"/>
                  <a:pt x="992951" y="45357"/>
                </a:cubicBezTo>
                <a:cubicBezTo>
                  <a:pt x="988490" y="45357"/>
                  <a:pt x="985145" y="47258"/>
                  <a:pt x="982914" y="51061"/>
                </a:cubicBezTo>
                <a:lnTo>
                  <a:pt x="982914" y="92907"/>
                </a:lnTo>
                <a:lnTo>
                  <a:pt x="967064" y="92907"/>
                </a:lnTo>
                <a:lnTo>
                  <a:pt x="967064" y="33565"/>
                </a:lnTo>
                <a:lnTo>
                  <a:pt x="981982" y="33565"/>
                </a:lnTo>
                <a:close/>
                <a:moveTo>
                  <a:pt x="1027971" y="62797"/>
                </a:moveTo>
                <a:cubicBezTo>
                  <a:pt x="1027971" y="53693"/>
                  <a:pt x="1030137" y="46362"/>
                  <a:pt x="1034470" y="40805"/>
                </a:cubicBezTo>
                <a:cubicBezTo>
                  <a:pt x="1038802" y="35247"/>
                  <a:pt x="1044643" y="32468"/>
                  <a:pt x="1051993" y="32468"/>
                </a:cubicBezTo>
                <a:cubicBezTo>
                  <a:pt x="1058501" y="32468"/>
                  <a:pt x="1063565" y="34699"/>
                  <a:pt x="1067185" y="39159"/>
                </a:cubicBezTo>
                <a:lnTo>
                  <a:pt x="1067843" y="33565"/>
                </a:lnTo>
                <a:lnTo>
                  <a:pt x="1082212" y="33565"/>
                </a:lnTo>
                <a:lnTo>
                  <a:pt x="1082212" y="90933"/>
                </a:lnTo>
                <a:cubicBezTo>
                  <a:pt x="1082212" y="96125"/>
                  <a:pt x="1081033" y="100640"/>
                  <a:pt x="1078675" y="104480"/>
                </a:cubicBezTo>
                <a:cubicBezTo>
                  <a:pt x="1076316" y="108319"/>
                  <a:pt x="1072998" y="111244"/>
                  <a:pt x="1068720" y="113255"/>
                </a:cubicBezTo>
                <a:cubicBezTo>
                  <a:pt x="1064442" y="115266"/>
                  <a:pt x="1059433" y="116271"/>
                  <a:pt x="1053693" y="116271"/>
                </a:cubicBezTo>
                <a:cubicBezTo>
                  <a:pt x="1049342" y="116271"/>
                  <a:pt x="1045100" y="115403"/>
                  <a:pt x="1040969" y="113666"/>
                </a:cubicBezTo>
                <a:cubicBezTo>
                  <a:pt x="1036837" y="111929"/>
                  <a:pt x="1033711" y="109690"/>
                  <a:pt x="1031590" y="106948"/>
                </a:cubicBezTo>
                <a:lnTo>
                  <a:pt x="1038611" y="97295"/>
                </a:lnTo>
                <a:cubicBezTo>
                  <a:pt x="1042559" y="101719"/>
                  <a:pt x="1047349" y="103931"/>
                  <a:pt x="1052980" y="103931"/>
                </a:cubicBezTo>
                <a:cubicBezTo>
                  <a:pt x="1057185" y="103931"/>
                  <a:pt x="1060457" y="102807"/>
                  <a:pt x="1062797" y="100558"/>
                </a:cubicBezTo>
                <a:cubicBezTo>
                  <a:pt x="1065137" y="98310"/>
                  <a:pt x="1066307" y="95119"/>
                  <a:pt x="1066307" y="90988"/>
                </a:cubicBezTo>
                <a:lnTo>
                  <a:pt x="1066307" y="87807"/>
                </a:lnTo>
                <a:cubicBezTo>
                  <a:pt x="1062651" y="91938"/>
                  <a:pt x="1057843" y="94004"/>
                  <a:pt x="1051883" y="94004"/>
                </a:cubicBezTo>
                <a:cubicBezTo>
                  <a:pt x="1044753" y="94004"/>
                  <a:pt x="1038985" y="91216"/>
                  <a:pt x="1034579" y="85640"/>
                </a:cubicBezTo>
                <a:cubicBezTo>
                  <a:pt x="1030174" y="80064"/>
                  <a:pt x="1027971" y="72670"/>
                  <a:pt x="1027971" y="63456"/>
                </a:cubicBezTo>
                <a:lnTo>
                  <a:pt x="1027971" y="62797"/>
                </a:lnTo>
                <a:moveTo>
                  <a:pt x="1043821" y="63949"/>
                </a:moveTo>
                <a:cubicBezTo>
                  <a:pt x="1043821" y="69324"/>
                  <a:pt x="1044899" y="73538"/>
                  <a:pt x="1047057" y="76591"/>
                </a:cubicBezTo>
                <a:cubicBezTo>
                  <a:pt x="1049214" y="79644"/>
                  <a:pt x="1052175" y="81171"/>
                  <a:pt x="1055942" y="81171"/>
                </a:cubicBezTo>
                <a:cubicBezTo>
                  <a:pt x="1060768" y="81171"/>
                  <a:pt x="1064223" y="79361"/>
                  <a:pt x="1066307" y="75741"/>
                </a:cubicBezTo>
                <a:lnTo>
                  <a:pt x="1066307" y="50786"/>
                </a:lnTo>
                <a:cubicBezTo>
                  <a:pt x="1064187" y="47167"/>
                  <a:pt x="1060768" y="45357"/>
                  <a:pt x="1056051" y="45357"/>
                </a:cubicBezTo>
                <a:cubicBezTo>
                  <a:pt x="1052249" y="45357"/>
                  <a:pt x="1049260" y="46911"/>
                  <a:pt x="1047084" y="50019"/>
                </a:cubicBezTo>
                <a:cubicBezTo>
                  <a:pt x="1044909" y="53126"/>
                  <a:pt x="1043821" y="57770"/>
                  <a:pt x="1043821" y="63949"/>
                </a:cubicBezTo>
                <a:close/>
                <a:moveTo>
                  <a:pt x="1088986" y="0"/>
                </a:moveTo>
                <a:lnTo>
                  <a:pt x="1112679" y="0"/>
                </a:lnTo>
                <a:lnTo>
                  <a:pt x="1112679" y="111555"/>
                </a:lnTo>
                <a:lnTo>
                  <a:pt x="1088986" y="111555"/>
                </a:lnTo>
                <a:lnTo>
                  <a:pt x="1088986" y="99324"/>
                </a:lnTo>
                <a:lnTo>
                  <a:pt x="1096829" y="99324"/>
                </a:lnTo>
                <a:lnTo>
                  <a:pt x="1096829" y="12230"/>
                </a:lnTo>
                <a:lnTo>
                  <a:pt x="1088986" y="12230"/>
                </a:lnTo>
                <a:lnTo>
                  <a:pt x="108898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ED506A-E16C-4084-B31D-34D9A879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131" y="1742595"/>
            <a:ext cx="1600960" cy="795817"/>
          </a:xfrm>
          <a:custGeom xmlns:a="http://schemas.openxmlformats.org/drawingml/2006/main">
            <a:pathLst>
              <a:path w="1600960" h="795817">
                <a:moveTo>
                  <a:pt x="1600960" y="367712"/>
                </a:moveTo>
                <a:lnTo>
                  <a:pt x="1598974" y="343915"/>
                </a:lnTo>
                <a:lnTo>
                  <a:pt x="1595313" y="317716"/>
                </a:lnTo>
                <a:lnTo>
                  <a:pt x="1590272" y="292129"/>
                </a:lnTo>
                <a:lnTo>
                  <a:pt x="1583899" y="267212"/>
                </a:lnTo>
                <a:lnTo>
                  <a:pt x="1576245" y="243025"/>
                </a:lnTo>
                <a:lnTo>
                  <a:pt x="1567356" y="219626"/>
                </a:lnTo>
                <a:lnTo>
                  <a:pt x="1557283" y="197076"/>
                </a:lnTo>
                <a:lnTo>
                  <a:pt x="1546073" y="175434"/>
                </a:lnTo>
                <a:lnTo>
                  <a:pt x="1533776" y="154759"/>
                </a:lnTo>
                <a:lnTo>
                  <a:pt x="1520440" y="135109"/>
                </a:lnTo>
                <a:lnTo>
                  <a:pt x="1506114" y="116545"/>
                </a:lnTo>
                <a:lnTo>
                  <a:pt x="1490847" y="99125"/>
                </a:lnTo>
                <a:lnTo>
                  <a:pt x="1474687" y="82909"/>
                </a:lnTo>
                <a:lnTo>
                  <a:pt x="1457683" y="67957"/>
                </a:lnTo>
                <a:lnTo>
                  <a:pt x="1439884" y="54326"/>
                </a:lnTo>
                <a:lnTo>
                  <a:pt x="1421339" y="42077"/>
                </a:lnTo>
                <a:lnTo>
                  <a:pt x="1402096" y="31270"/>
                </a:lnTo>
                <a:lnTo>
                  <a:pt x="1382205" y="21962"/>
                </a:lnTo>
                <a:lnTo>
                  <a:pt x="1361713" y="14214"/>
                </a:lnTo>
                <a:lnTo>
                  <a:pt x="1340670" y="8084"/>
                </a:lnTo>
                <a:lnTo>
                  <a:pt x="1319124" y="3632"/>
                </a:lnTo>
                <a:lnTo>
                  <a:pt x="1297124" y="918"/>
                </a:lnTo>
                <a:lnTo>
                  <a:pt x="1274720" y="0"/>
                </a:lnTo>
                <a:lnTo>
                  <a:pt x="327241" y="0"/>
                </a:lnTo>
                <a:lnTo>
                  <a:pt x="304837" y="918"/>
                </a:lnTo>
                <a:lnTo>
                  <a:pt x="282837" y="3632"/>
                </a:lnTo>
                <a:lnTo>
                  <a:pt x="261291" y="8084"/>
                </a:lnTo>
                <a:lnTo>
                  <a:pt x="240248" y="14214"/>
                </a:lnTo>
                <a:lnTo>
                  <a:pt x="219756" y="21962"/>
                </a:lnTo>
                <a:lnTo>
                  <a:pt x="199865" y="31270"/>
                </a:lnTo>
                <a:lnTo>
                  <a:pt x="180622" y="42077"/>
                </a:lnTo>
                <a:lnTo>
                  <a:pt x="162077" y="54326"/>
                </a:lnTo>
                <a:lnTo>
                  <a:pt x="144278" y="67957"/>
                </a:lnTo>
                <a:lnTo>
                  <a:pt x="127274" y="82909"/>
                </a:lnTo>
                <a:lnTo>
                  <a:pt x="111114" y="99125"/>
                </a:lnTo>
                <a:lnTo>
                  <a:pt x="95847" y="116545"/>
                </a:lnTo>
                <a:lnTo>
                  <a:pt x="81521" y="135109"/>
                </a:lnTo>
                <a:lnTo>
                  <a:pt x="68185" y="154759"/>
                </a:lnTo>
                <a:lnTo>
                  <a:pt x="55888" y="175434"/>
                </a:lnTo>
                <a:lnTo>
                  <a:pt x="44678" y="197076"/>
                </a:lnTo>
                <a:lnTo>
                  <a:pt x="34605" y="219626"/>
                </a:lnTo>
                <a:lnTo>
                  <a:pt x="25716" y="243025"/>
                </a:lnTo>
                <a:lnTo>
                  <a:pt x="18062" y="267212"/>
                </a:lnTo>
                <a:lnTo>
                  <a:pt x="11689" y="292129"/>
                </a:lnTo>
                <a:lnTo>
                  <a:pt x="6648" y="317716"/>
                </a:lnTo>
                <a:lnTo>
                  <a:pt x="2987" y="343915"/>
                </a:lnTo>
                <a:lnTo>
                  <a:pt x="755" y="370665"/>
                </a:lnTo>
                <a:lnTo>
                  <a:pt x="0" y="397907"/>
                </a:lnTo>
                <a:lnTo>
                  <a:pt x="0" y="397910"/>
                </a:lnTo>
                <a:lnTo>
                  <a:pt x="755" y="425152"/>
                </a:lnTo>
                <a:lnTo>
                  <a:pt x="2987" y="451902"/>
                </a:lnTo>
                <a:lnTo>
                  <a:pt x="6648" y="478101"/>
                </a:lnTo>
                <a:lnTo>
                  <a:pt x="11689" y="503688"/>
                </a:lnTo>
                <a:lnTo>
                  <a:pt x="18062" y="528605"/>
                </a:lnTo>
                <a:lnTo>
                  <a:pt x="25716" y="552792"/>
                </a:lnTo>
                <a:lnTo>
                  <a:pt x="34605" y="576190"/>
                </a:lnTo>
                <a:lnTo>
                  <a:pt x="44678" y="598740"/>
                </a:lnTo>
                <a:lnTo>
                  <a:pt x="55888" y="620383"/>
                </a:lnTo>
                <a:lnTo>
                  <a:pt x="68185" y="641058"/>
                </a:lnTo>
                <a:lnTo>
                  <a:pt x="81521" y="660708"/>
                </a:lnTo>
                <a:lnTo>
                  <a:pt x="95847" y="679272"/>
                </a:lnTo>
                <a:lnTo>
                  <a:pt x="111114" y="696692"/>
                </a:lnTo>
                <a:lnTo>
                  <a:pt x="127274" y="712908"/>
                </a:lnTo>
                <a:lnTo>
                  <a:pt x="144278" y="727860"/>
                </a:lnTo>
                <a:lnTo>
                  <a:pt x="162077" y="741491"/>
                </a:lnTo>
                <a:lnTo>
                  <a:pt x="180622" y="753739"/>
                </a:lnTo>
                <a:lnTo>
                  <a:pt x="199865" y="764547"/>
                </a:lnTo>
                <a:lnTo>
                  <a:pt x="219756" y="773855"/>
                </a:lnTo>
                <a:lnTo>
                  <a:pt x="240248" y="781603"/>
                </a:lnTo>
                <a:lnTo>
                  <a:pt x="261291" y="787733"/>
                </a:lnTo>
                <a:lnTo>
                  <a:pt x="282837" y="792184"/>
                </a:lnTo>
                <a:lnTo>
                  <a:pt x="304837" y="794899"/>
                </a:lnTo>
                <a:lnTo>
                  <a:pt x="327242" y="795817"/>
                </a:lnTo>
                <a:lnTo>
                  <a:pt x="1274719" y="795817"/>
                </a:lnTo>
                <a:lnTo>
                  <a:pt x="1297124" y="794899"/>
                </a:lnTo>
                <a:lnTo>
                  <a:pt x="1319124" y="792184"/>
                </a:lnTo>
                <a:lnTo>
                  <a:pt x="1340670" y="787733"/>
                </a:lnTo>
                <a:lnTo>
                  <a:pt x="1361713" y="781603"/>
                </a:lnTo>
                <a:lnTo>
                  <a:pt x="1382205" y="773855"/>
                </a:lnTo>
                <a:lnTo>
                  <a:pt x="1402096" y="764547"/>
                </a:lnTo>
                <a:lnTo>
                  <a:pt x="1421339" y="753739"/>
                </a:lnTo>
                <a:lnTo>
                  <a:pt x="1439884" y="741491"/>
                </a:lnTo>
                <a:lnTo>
                  <a:pt x="1457683" y="727860"/>
                </a:lnTo>
                <a:lnTo>
                  <a:pt x="1474687" y="712908"/>
                </a:lnTo>
                <a:lnTo>
                  <a:pt x="1490847" y="696692"/>
                </a:lnTo>
                <a:lnTo>
                  <a:pt x="1506114" y="679272"/>
                </a:lnTo>
                <a:lnTo>
                  <a:pt x="1520440" y="660708"/>
                </a:lnTo>
                <a:lnTo>
                  <a:pt x="1533776" y="641058"/>
                </a:lnTo>
                <a:lnTo>
                  <a:pt x="1546073" y="620383"/>
                </a:lnTo>
                <a:lnTo>
                  <a:pt x="1557283" y="598740"/>
                </a:lnTo>
                <a:lnTo>
                  <a:pt x="1567356" y="576190"/>
                </a:lnTo>
                <a:lnTo>
                  <a:pt x="1576245" y="552792"/>
                </a:lnTo>
                <a:lnTo>
                  <a:pt x="1583899" y="528605"/>
                </a:lnTo>
                <a:lnTo>
                  <a:pt x="1590272" y="503688"/>
                </a:lnTo>
                <a:lnTo>
                  <a:pt x="1595313" y="478101"/>
                </a:lnTo>
                <a:lnTo>
                  <a:pt x="1598974" y="451902"/>
                </a:lnTo>
                <a:lnTo>
                  <a:pt x="1600960" y="428104"/>
                </a:lnTo>
                <a:lnTo>
                  <a:pt x="1600960" y="367712"/>
                </a:lnTo>
                <a:close/>
              </a:path>
            </a:pathLst>
          </a:custGeom>
          <a:solidFill xmlns:a="http://schemas.openxmlformats.org/drawingml/2006/main">
            <a:srgbClr val="572F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1EC0E6-AAEA-4B3E-9826-D64D6222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70" y="1742595"/>
            <a:ext cx="1600960" cy="795817"/>
          </a:xfrm>
          <a:custGeom xmlns:a="http://schemas.openxmlformats.org/drawingml/2006/main">
            <a:pathLst>
              <a:path w="1600960" h="795817">
                <a:moveTo>
                  <a:pt x="1600960" y="367709"/>
                </a:moveTo>
                <a:lnTo>
                  <a:pt x="1598974" y="343915"/>
                </a:lnTo>
                <a:lnTo>
                  <a:pt x="1595313" y="317716"/>
                </a:lnTo>
                <a:lnTo>
                  <a:pt x="1590272" y="292129"/>
                </a:lnTo>
                <a:lnTo>
                  <a:pt x="1583900" y="267212"/>
                </a:lnTo>
                <a:lnTo>
                  <a:pt x="1576245" y="243025"/>
                </a:lnTo>
                <a:lnTo>
                  <a:pt x="1567356" y="219626"/>
                </a:lnTo>
                <a:lnTo>
                  <a:pt x="1557283" y="197076"/>
                </a:lnTo>
                <a:lnTo>
                  <a:pt x="1546073" y="175434"/>
                </a:lnTo>
                <a:lnTo>
                  <a:pt x="1533776" y="154759"/>
                </a:lnTo>
                <a:lnTo>
                  <a:pt x="1520440" y="135109"/>
                </a:lnTo>
                <a:lnTo>
                  <a:pt x="1506114" y="116545"/>
                </a:lnTo>
                <a:lnTo>
                  <a:pt x="1490847" y="99125"/>
                </a:lnTo>
                <a:lnTo>
                  <a:pt x="1474687" y="82909"/>
                </a:lnTo>
                <a:lnTo>
                  <a:pt x="1457683" y="67957"/>
                </a:lnTo>
                <a:lnTo>
                  <a:pt x="1439884" y="54326"/>
                </a:lnTo>
                <a:lnTo>
                  <a:pt x="1421339" y="42077"/>
                </a:lnTo>
                <a:lnTo>
                  <a:pt x="1402097" y="31270"/>
                </a:lnTo>
                <a:lnTo>
                  <a:pt x="1382205" y="21962"/>
                </a:lnTo>
                <a:lnTo>
                  <a:pt x="1361713" y="14214"/>
                </a:lnTo>
                <a:lnTo>
                  <a:pt x="1340670" y="8084"/>
                </a:lnTo>
                <a:lnTo>
                  <a:pt x="1319124" y="3632"/>
                </a:lnTo>
                <a:lnTo>
                  <a:pt x="1297124" y="918"/>
                </a:lnTo>
                <a:lnTo>
                  <a:pt x="1274720" y="0"/>
                </a:lnTo>
                <a:lnTo>
                  <a:pt x="327241" y="0"/>
                </a:lnTo>
                <a:lnTo>
                  <a:pt x="304837" y="918"/>
                </a:lnTo>
                <a:lnTo>
                  <a:pt x="282837" y="3632"/>
                </a:lnTo>
                <a:lnTo>
                  <a:pt x="261291" y="8084"/>
                </a:lnTo>
                <a:lnTo>
                  <a:pt x="240248" y="14214"/>
                </a:lnTo>
                <a:lnTo>
                  <a:pt x="219756" y="21962"/>
                </a:lnTo>
                <a:lnTo>
                  <a:pt x="199865" y="31270"/>
                </a:lnTo>
                <a:lnTo>
                  <a:pt x="180622" y="42077"/>
                </a:lnTo>
                <a:lnTo>
                  <a:pt x="162077" y="54326"/>
                </a:lnTo>
                <a:lnTo>
                  <a:pt x="144278" y="67957"/>
                </a:lnTo>
                <a:lnTo>
                  <a:pt x="127274" y="82909"/>
                </a:lnTo>
                <a:lnTo>
                  <a:pt x="111114" y="99125"/>
                </a:lnTo>
                <a:lnTo>
                  <a:pt x="95847" y="116545"/>
                </a:lnTo>
                <a:lnTo>
                  <a:pt x="81521" y="135109"/>
                </a:lnTo>
                <a:lnTo>
                  <a:pt x="68185" y="154759"/>
                </a:lnTo>
                <a:lnTo>
                  <a:pt x="55888" y="175434"/>
                </a:lnTo>
                <a:lnTo>
                  <a:pt x="44678" y="197076"/>
                </a:lnTo>
                <a:lnTo>
                  <a:pt x="34605" y="219626"/>
                </a:lnTo>
                <a:lnTo>
                  <a:pt x="25716" y="243025"/>
                </a:lnTo>
                <a:lnTo>
                  <a:pt x="18062" y="267212"/>
                </a:lnTo>
                <a:lnTo>
                  <a:pt x="11689" y="292129"/>
                </a:lnTo>
                <a:lnTo>
                  <a:pt x="6648" y="317716"/>
                </a:lnTo>
                <a:lnTo>
                  <a:pt x="2987" y="343915"/>
                </a:lnTo>
                <a:lnTo>
                  <a:pt x="755" y="370665"/>
                </a:lnTo>
                <a:lnTo>
                  <a:pt x="0" y="397908"/>
                </a:lnTo>
                <a:lnTo>
                  <a:pt x="755" y="425152"/>
                </a:lnTo>
                <a:lnTo>
                  <a:pt x="2987" y="451902"/>
                </a:lnTo>
                <a:lnTo>
                  <a:pt x="6648" y="478101"/>
                </a:lnTo>
                <a:lnTo>
                  <a:pt x="11689" y="503688"/>
                </a:lnTo>
                <a:lnTo>
                  <a:pt x="18062" y="528605"/>
                </a:lnTo>
                <a:lnTo>
                  <a:pt x="25716" y="552792"/>
                </a:lnTo>
                <a:lnTo>
                  <a:pt x="34605" y="576190"/>
                </a:lnTo>
                <a:lnTo>
                  <a:pt x="44678" y="598740"/>
                </a:lnTo>
                <a:lnTo>
                  <a:pt x="55888" y="620383"/>
                </a:lnTo>
                <a:lnTo>
                  <a:pt x="68185" y="641058"/>
                </a:lnTo>
                <a:lnTo>
                  <a:pt x="81521" y="660708"/>
                </a:lnTo>
                <a:lnTo>
                  <a:pt x="95847" y="679272"/>
                </a:lnTo>
                <a:lnTo>
                  <a:pt x="111114" y="696692"/>
                </a:lnTo>
                <a:lnTo>
                  <a:pt x="127274" y="712908"/>
                </a:lnTo>
                <a:lnTo>
                  <a:pt x="144278" y="727860"/>
                </a:lnTo>
                <a:lnTo>
                  <a:pt x="162077" y="741491"/>
                </a:lnTo>
                <a:lnTo>
                  <a:pt x="180622" y="753739"/>
                </a:lnTo>
                <a:lnTo>
                  <a:pt x="199865" y="764547"/>
                </a:lnTo>
                <a:lnTo>
                  <a:pt x="219756" y="773855"/>
                </a:lnTo>
                <a:lnTo>
                  <a:pt x="240248" y="781603"/>
                </a:lnTo>
                <a:lnTo>
                  <a:pt x="261291" y="787733"/>
                </a:lnTo>
                <a:lnTo>
                  <a:pt x="282837" y="792184"/>
                </a:lnTo>
                <a:lnTo>
                  <a:pt x="304837" y="794899"/>
                </a:lnTo>
                <a:lnTo>
                  <a:pt x="327242" y="795817"/>
                </a:lnTo>
                <a:lnTo>
                  <a:pt x="1274719" y="795817"/>
                </a:lnTo>
                <a:lnTo>
                  <a:pt x="1297124" y="794899"/>
                </a:lnTo>
                <a:lnTo>
                  <a:pt x="1319124" y="792184"/>
                </a:lnTo>
                <a:lnTo>
                  <a:pt x="1340670" y="787733"/>
                </a:lnTo>
                <a:lnTo>
                  <a:pt x="1361713" y="781603"/>
                </a:lnTo>
                <a:lnTo>
                  <a:pt x="1382205" y="773855"/>
                </a:lnTo>
                <a:lnTo>
                  <a:pt x="1402097" y="764547"/>
                </a:lnTo>
                <a:lnTo>
                  <a:pt x="1421339" y="753739"/>
                </a:lnTo>
                <a:lnTo>
                  <a:pt x="1439884" y="741491"/>
                </a:lnTo>
                <a:lnTo>
                  <a:pt x="1457683" y="727860"/>
                </a:lnTo>
                <a:lnTo>
                  <a:pt x="1474687" y="712908"/>
                </a:lnTo>
                <a:lnTo>
                  <a:pt x="1490847" y="696692"/>
                </a:lnTo>
                <a:lnTo>
                  <a:pt x="1506114" y="679272"/>
                </a:lnTo>
                <a:lnTo>
                  <a:pt x="1520440" y="660708"/>
                </a:lnTo>
                <a:lnTo>
                  <a:pt x="1533776" y="641058"/>
                </a:lnTo>
                <a:lnTo>
                  <a:pt x="1546073" y="620383"/>
                </a:lnTo>
                <a:lnTo>
                  <a:pt x="1557283" y="598740"/>
                </a:lnTo>
                <a:lnTo>
                  <a:pt x="1567356" y="576190"/>
                </a:lnTo>
                <a:lnTo>
                  <a:pt x="1576245" y="552792"/>
                </a:lnTo>
                <a:lnTo>
                  <a:pt x="1583900" y="528605"/>
                </a:lnTo>
                <a:lnTo>
                  <a:pt x="1590272" y="503688"/>
                </a:lnTo>
                <a:lnTo>
                  <a:pt x="1595313" y="478101"/>
                </a:lnTo>
                <a:lnTo>
                  <a:pt x="1598974" y="451902"/>
                </a:lnTo>
                <a:lnTo>
                  <a:pt x="1600960" y="428107"/>
                </a:lnTo>
                <a:lnTo>
                  <a:pt x="1600960" y="367709"/>
                </a:lnTo>
                <a:close/>
              </a:path>
            </a:pathLst>
          </a:custGeom>
          <a:solidFill xmlns:a="http://schemas.openxmlformats.org/drawingml/2006/main">
            <a:srgbClr val="572F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DB9CA1-D46F-4C6E-BAD4-878494B4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332" y="1620036"/>
            <a:ext cx="3935005" cy="1040831"/>
          </a:xfrm>
          <a:custGeom xmlns:a="http://schemas.openxmlformats.org/drawingml/2006/main">
            <a:pathLst>
              <a:path w="3935005" h="1040831">
                <a:moveTo>
                  <a:pt x="104131" y="14876"/>
                </a:moveTo>
                <a:lnTo>
                  <a:pt x="193386" y="14876"/>
                </a:lnTo>
                <a:lnTo>
                  <a:pt x="193386" y="0"/>
                </a:lnTo>
                <a:lnTo>
                  <a:pt x="104131" y="0"/>
                </a:lnTo>
                <a:lnTo>
                  <a:pt x="104131" y="14876"/>
                </a:lnTo>
                <a:close/>
                <a:moveTo>
                  <a:pt x="208261" y="14876"/>
                </a:moveTo>
                <a:lnTo>
                  <a:pt x="297516" y="14876"/>
                </a:lnTo>
                <a:lnTo>
                  <a:pt x="297516" y="0"/>
                </a:lnTo>
                <a:lnTo>
                  <a:pt x="208261" y="0"/>
                </a:lnTo>
                <a:lnTo>
                  <a:pt x="208261" y="14876"/>
                </a:lnTo>
                <a:close/>
                <a:moveTo>
                  <a:pt x="312392" y="14876"/>
                </a:moveTo>
                <a:lnTo>
                  <a:pt x="401647" y="14876"/>
                </a:lnTo>
                <a:lnTo>
                  <a:pt x="401647" y="0"/>
                </a:lnTo>
                <a:lnTo>
                  <a:pt x="312392" y="0"/>
                </a:lnTo>
                <a:lnTo>
                  <a:pt x="312392" y="14876"/>
                </a:lnTo>
                <a:close/>
                <a:moveTo>
                  <a:pt x="416523" y="14876"/>
                </a:moveTo>
                <a:lnTo>
                  <a:pt x="505778" y="14876"/>
                </a:lnTo>
                <a:lnTo>
                  <a:pt x="505778" y="0"/>
                </a:lnTo>
                <a:lnTo>
                  <a:pt x="416523" y="0"/>
                </a:lnTo>
                <a:lnTo>
                  <a:pt x="416523" y="14876"/>
                </a:lnTo>
                <a:close/>
                <a:moveTo>
                  <a:pt x="520654" y="14876"/>
                </a:moveTo>
                <a:lnTo>
                  <a:pt x="609909" y="14876"/>
                </a:lnTo>
                <a:lnTo>
                  <a:pt x="609909" y="0"/>
                </a:lnTo>
                <a:lnTo>
                  <a:pt x="520654" y="0"/>
                </a:lnTo>
                <a:lnTo>
                  <a:pt x="520654" y="14876"/>
                </a:lnTo>
                <a:close/>
                <a:moveTo>
                  <a:pt x="624785" y="14876"/>
                </a:moveTo>
                <a:lnTo>
                  <a:pt x="714040" y="14876"/>
                </a:lnTo>
                <a:lnTo>
                  <a:pt x="714040" y="0"/>
                </a:lnTo>
                <a:lnTo>
                  <a:pt x="624785" y="0"/>
                </a:lnTo>
                <a:lnTo>
                  <a:pt x="624785" y="14876"/>
                </a:lnTo>
                <a:close/>
                <a:moveTo>
                  <a:pt x="728915" y="14876"/>
                </a:moveTo>
                <a:lnTo>
                  <a:pt x="818170" y="14876"/>
                </a:lnTo>
                <a:lnTo>
                  <a:pt x="818170" y="0"/>
                </a:lnTo>
                <a:lnTo>
                  <a:pt x="728915" y="0"/>
                </a:lnTo>
                <a:lnTo>
                  <a:pt x="728915" y="14876"/>
                </a:lnTo>
                <a:close/>
                <a:moveTo>
                  <a:pt x="833046" y="14876"/>
                </a:moveTo>
                <a:lnTo>
                  <a:pt x="922301" y="14876"/>
                </a:lnTo>
                <a:lnTo>
                  <a:pt x="922301" y="0"/>
                </a:lnTo>
                <a:lnTo>
                  <a:pt x="833046" y="0"/>
                </a:lnTo>
                <a:lnTo>
                  <a:pt x="833046" y="14876"/>
                </a:lnTo>
                <a:close/>
                <a:moveTo>
                  <a:pt x="937177" y="14876"/>
                </a:moveTo>
                <a:lnTo>
                  <a:pt x="1026432" y="14876"/>
                </a:lnTo>
                <a:lnTo>
                  <a:pt x="1026432" y="0"/>
                </a:lnTo>
                <a:lnTo>
                  <a:pt x="937177" y="0"/>
                </a:lnTo>
                <a:lnTo>
                  <a:pt x="937177" y="14876"/>
                </a:lnTo>
                <a:close/>
                <a:moveTo>
                  <a:pt x="1041308" y="14876"/>
                </a:moveTo>
                <a:lnTo>
                  <a:pt x="1130563" y="14876"/>
                </a:lnTo>
                <a:lnTo>
                  <a:pt x="1130563" y="0"/>
                </a:lnTo>
                <a:lnTo>
                  <a:pt x="1041308" y="0"/>
                </a:lnTo>
                <a:lnTo>
                  <a:pt x="1041308" y="14876"/>
                </a:lnTo>
                <a:close/>
                <a:moveTo>
                  <a:pt x="1145438" y="14876"/>
                </a:moveTo>
                <a:lnTo>
                  <a:pt x="1234693" y="14876"/>
                </a:lnTo>
                <a:lnTo>
                  <a:pt x="1234693" y="0"/>
                </a:lnTo>
                <a:lnTo>
                  <a:pt x="1145438" y="0"/>
                </a:lnTo>
                <a:lnTo>
                  <a:pt x="1145438" y="14876"/>
                </a:lnTo>
                <a:close/>
                <a:moveTo>
                  <a:pt x="1249569" y="14876"/>
                </a:moveTo>
                <a:lnTo>
                  <a:pt x="1338824" y="14876"/>
                </a:lnTo>
                <a:lnTo>
                  <a:pt x="1338824" y="0"/>
                </a:lnTo>
                <a:lnTo>
                  <a:pt x="1249569" y="0"/>
                </a:lnTo>
                <a:lnTo>
                  <a:pt x="1249569" y="14876"/>
                </a:lnTo>
                <a:close/>
                <a:moveTo>
                  <a:pt x="1353700" y="14876"/>
                </a:moveTo>
                <a:lnTo>
                  <a:pt x="1442955" y="14876"/>
                </a:lnTo>
                <a:lnTo>
                  <a:pt x="1442955" y="0"/>
                </a:lnTo>
                <a:lnTo>
                  <a:pt x="1353700" y="0"/>
                </a:lnTo>
                <a:lnTo>
                  <a:pt x="1353700" y="14876"/>
                </a:lnTo>
                <a:close/>
                <a:moveTo>
                  <a:pt x="1457831" y="14876"/>
                </a:moveTo>
                <a:lnTo>
                  <a:pt x="1547086" y="14876"/>
                </a:lnTo>
                <a:lnTo>
                  <a:pt x="1547086" y="0"/>
                </a:lnTo>
                <a:lnTo>
                  <a:pt x="1457831" y="0"/>
                </a:lnTo>
                <a:lnTo>
                  <a:pt x="1457831" y="14876"/>
                </a:lnTo>
                <a:close/>
                <a:moveTo>
                  <a:pt x="1561962" y="14876"/>
                </a:moveTo>
                <a:lnTo>
                  <a:pt x="1651217" y="14876"/>
                </a:lnTo>
                <a:lnTo>
                  <a:pt x="1651217" y="0"/>
                </a:lnTo>
                <a:lnTo>
                  <a:pt x="1561962" y="0"/>
                </a:lnTo>
                <a:lnTo>
                  <a:pt x="1561962" y="14876"/>
                </a:lnTo>
                <a:close/>
                <a:moveTo>
                  <a:pt x="1666092" y="14876"/>
                </a:moveTo>
                <a:lnTo>
                  <a:pt x="1755347" y="14876"/>
                </a:lnTo>
                <a:lnTo>
                  <a:pt x="1755347" y="0"/>
                </a:lnTo>
                <a:lnTo>
                  <a:pt x="1666092" y="0"/>
                </a:lnTo>
                <a:lnTo>
                  <a:pt x="1666092" y="14876"/>
                </a:lnTo>
                <a:close/>
                <a:moveTo>
                  <a:pt x="1770223" y="14876"/>
                </a:moveTo>
                <a:lnTo>
                  <a:pt x="1859478" y="14876"/>
                </a:lnTo>
                <a:lnTo>
                  <a:pt x="1859478" y="0"/>
                </a:lnTo>
                <a:lnTo>
                  <a:pt x="1770223" y="0"/>
                </a:lnTo>
                <a:lnTo>
                  <a:pt x="1770223" y="14876"/>
                </a:lnTo>
                <a:close/>
                <a:moveTo>
                  <a:pt x="1874354" y="14876"/>
                </a:moveTo>
                <a:lnTo>
                  <a:pt x="1963609" y="14876"/>
                </a:lnTo>
                <a:lnTo>
                  <a:pt x="1963609" y="0"/>
                </a:lnTo>
                <a:lnTo>
                  <a:pt x="1874354" y="0"/>
                </a:lnTo>
                <a:lnTo>
                  <a:pt x="1874354" y="14876"/>
                </a:lnTo>
                <a:close/>
                <a:moveTo>
                  <a:pt x="1978485" y="14876"/>
                </a:moveTo>
                <a:lnTo>
                  <a:pt x="2067740" y="14876"/>
                </a:lnTo>
                <a:lnTo>
                  <a:pt x="2067740" y="0"/>
                </a:lnTo>
                <a:lnTo>
                  <a:pt x="1978485" y="0"/>
                </a:lnTo>
                <a:lnTo>
                  <a:pt x="1978485" y="14876"/>
                </a:lnTo>
                <a:close/>
                <a:moveTo>
                  <a:pt x="2082615" y="14876"/>
                </a:moveTo>
                <a:lnTo>
                  <a:pt x="2171870" y="14876"/>
                </a:lnTo>
                <a:lnTo>
                  <a:pt x="2171870" y="0"/>
                </a:lnTo>
                <a:lnTo>
                  <a:pt x="2082615" y="0"/>
                </a:lnTo>
                <a:lnTo>
                  <a:pt x="2082615" y="14876"/>
                </a:lnTo>
                <a:close/>
                <a:moveTo>
                  <a:pt x="2186746" y="14876"/>
                </a:moveTo>
                <a:lnTo>
                  <a:pt x="2276001" y="14876"/>
                </a:lnTo>
                <a:lnTo>
                  <a:pt x="2276001" y="0"/>
                </a:lnTo>
                <a:lnTo>
                  <a:pt x="2186746" y="0"/>
                </a:lnTo>
                <a:lnTo>
                  <a:pt x="2186746" y="14876"/>
                </a:lnTo>
                <a:close/>
                <a:moveTo>
                  <a:pt x="2290877" y="14876"/>
                </a:moveTo>
                <a:lnTo>
                  <a:pt x="2380132" y="14876"/>
                </a:lnTo>
                <a:lnTo>
                  <a:pt x="2380132" y="0"/>
                </a:lnTo>
                <a:lnTo>
                  <a:pt x="2290877" y="0"/>
                </a:lnTo>
                <a:lnTo>
                  <a:pt x="2290877" y="14876"/>
                </a:lnTo>
                <a:close/>
                <a:moveTo>
                  <a:pt x="2395008" y="14876"/>
                </a:moveTo>
                <a:lnTo>
                  <a:pt x="2484263" y="14876"/>
                </a:lnTo>
                <a:lnTo>
                  <a:pt x="2484263" y="0"/>
                </a:lnTo>
                <a:lnTo>
                  <a:pt x="2395008" y="0"/>
                </a:lnTo>
                <a:lnTo>
                  <a:pt x="2395008" y="14876"/>
                </a:lnTo>
                <a:close/>
                <a:moveTo>
                  <a:pt x="2499139" y="14876"/>
                </a:moveTo>
                <a:lnTo>
                  <a:pt x="2588393" y="14876"/>
                </a:lnTo>
                <a:lnTo>
                  <a:pt x="2588393" y="0"/>
                </a:lnTo>
                <a:lnTo>
                  <a:pt x="2499139" y="0"/>
                </a:lnTo>
                <a:lnTo>
                  <a:pt x="2499139" y="14876"/>
                </a:lnTo>
                <a:close/>
                <a:moveTo>
                  <a:pt x="2603269" y="14876"/>
                </a:moveTo>
                <a:lnTo>
                  <a:pt x="2692524" y="14876"/>
                </a:lnTo>
                <a:lnTo>
                  <a:pt x="2692524" y="0"/>
                </a:lnTo>
                <a:lnTo>
                  <a:pt x="2603269" y="0"/>
                </a:lnTo>
                <a:lnTo>
                  <a:pt x="2603269" y="14876"/>
                </a:lnTo>
                <a:close/>
                <a:moveTo>
                  <a:pt x="2707400" y="14876"/>
                </a:moveTo>
                <a:lnTo>
                  <a:pt x="2796655" y="14876"/>
                </a:lnTo>
                <a:lnTo>
                  <a:pt x="2796655" y="0"/>
                </a:lnTo>
                <a:lnTo>
                  <a:pt x="2707400" y="0"/>
                </a:lnTo>
                <a:lnTo>
                  <a:pt x="2707400" y="14876"/>
                </a:lnTo>
                <a:close/>
                <a:moveTo>
                  <a:pt x="2811531" y="14876"/>
                </a:moveTo>
                <a:lnTo>
                  <a:pt x="2900786" y="14876"/>
                </a:lnTo>
                <a:lnTo>
                  <a:pt x="2900786" y="0"/>
                </a:lnTo>
                <a:lnTo>
                  <a:pt x="2811531" y="0"/>
                </a:lnTo>
                <a:lnTo>
                  <a:pt x="2811531" y="14876"/>
                </a:lnTo>
                <a:close/>
                <a:moveTo>
                  <a:pt x="2915662" y="14876"/>
                </a:moveTo>
                <a:lnTo>
                  <a:pt x="3004917" y="14876"/>
                </a:lnTo>
                <a:lnTo>
                  <a:pt x="3004917" y="0"/>
                </a:lnTo>
                <a:lnTo>
                  <a:pt x="2915662" y="0"/>
                </a:lnTo>
                <a:lnTo>
                  <a:pt x="2915662" y="14876"/>
                </a:lnTo>
                <a:close/>
                <a:moveTo>
                  <a:pt x="3019792" y="14876"/>
                </a:moveTo>
                <a:lnTo>
                  <a:pt x="3109047" y="14876"/>
                </a:lnTo>
                <a:lnTo>
                  <a:pt x="3109047" y="0"/>
                </a:lnTo>
                <a:lnTo>
                  <a:pt x="3019792" y="0"/>
                </a:lnTo>
                <a:lnTo>
                  <a:pt x="3019792" y="14876"/>
                </a:lnTo>
                <a:close/>
                <a:moveTo>
                  <a:pt x="3123923" y="14876"/>
                </a:moveTo>
                <a:lnTo>
                  <a:pt x="3213178" y="14876"/>
                </a:lnTo>
                <a:lnTo>
                  <a:pt x="3213178" y="0"/>
                </a:lnTo>
                <a:lnTo>
                  <a:pt x="3123923" y="0"/>
                </a:lnTo>
                <a:lnTo>
                  <a:pt x="3123923" y="14876"/>
                </a:lnTo>
                <a:close/>
                <a:moveTo>
                  <a:pt x="3228054" y="14876"/>
                </a:moveTo>
                <a:lnTo>
                  <a:pt x="3317309" y="14876"/>
                </a:lnTo>
                <a:lnTo>
                  <a:pt x="3317309" y="0"/>
                </a:lnTo>
                <a:lnTo>
                  <a:pt x="3228054" y="0"/>
                </a:lnTo>
                <a:lnTo>
                  <a:pt x="3228054" y="14876"/>
                </a:lnTo>
                <a:close/>
                <a:moveTo>
                  <a:pt x="3332185" y="14876"/>
                </a:moveTo>
                <a:lnTo>
                  <a:pt x="3421440" y="14876"/>
                </a:lnTo>
                <a:lnTo>
                  <a:pt x="3421440" y="0"/>
                </a:lnTo>
                <a:lnTo>
                  <a:pt x="3332185" y="0"/>
                </a:lnTo>
                <a:lnTo>
                  <a:pt x="3332185" y="14876"/>
                </a:lnTo>
                <a:close/>
                <a:moveTo>
                  <a:pt x="3436316" y="14876"/>
                </a:moveTo>
                <a:lnTo>
                  <a:pt x="3525570" y="14876"/>
                </a:lnTo>
                <a:lnTo>
                  <a:pt x="3525570" y="0"/>
                </a:lnTo>
                <a:lnTo>
                  <a:pt x="3436316" y="0"/>
                </a:lnTo>
                <a:lnTo>
                  <a:pt x="3436316" y="14876"/>
                </a:lnTo>
                <a:close/>
                <a:moveTo>
                  <a:pt x="3540446" y="14876"/>
                </a:moveTo>
                <a:lnTo>
                  <a:pt x="3629701" y="14876"/>
                </a:lnTo>
                <a:lnTo>
                  <a:pt x="3629701" y="0"/>
                </a:lnTo>
                <a:lnTo>
                  <a:pt x="3540446" y="0"/>
                </a:lnTo>
                <a:lnTo>
                  <a:pt x="3540446" y="14876"/>
                </a:lnTo>
                <a:close/>
                <a:moveTo>
                  <a:pt x="3644577" y="14876"/>
                </a:moveTo>
                <a:lnTo>
                  <a:pt x="3733832" y="14876"/>
                </a:lnTo>
                <a:lnTo>
                  <a:pt x="3733832" y="0"/>
                </a:lnTo>
                <a:lnTo>
                  <a:pt x="3644577" y="0"/>
                </a:lnTo>
                <a:lnTo>
                  <a:pt x="3644577" y="14876"/>
                </a:lnTo>
                <a:close/>
                <a:moveTo>
                  <a:pt x="3748708" y="14876"/>
                </a:moveTo>
                <a:lnTo>
                  <a:pt x="3837963" y="14876"/>
                </a:lnTo>
                <a:lnTo>
                  <a:pt x="3837963" y="0"/>
                </a:lnTo>
                <a:lnTo>
                  <a:pt x="3748708" y="0"/>
                </a:lnTo>
                <a:lnTo>
                  <a:pt x="3748708" y="14876"/>
                </a:lnTo>
                <a:close/>
                <a:moveTo>
                  <a:pt x="3935005" y="7089"/>
                </a:moveTo>
                <a:lnTo>
                  <a:pt x="3935005" y="0"/>
                </a:lnTo>
                <a:lnTo>
                  <a:pt x="3935004" y="0"/>
                </a:lnTo>
                <a:lnTo>
                  <a:pt x="3935004" y="7089"/>
                </a:lnTo>
                <a:lnTo>
                  <a:pt x="3935005" y="7089"/>
                </a:lnTo>
                <a:close/>
                <a:moveTo>
                  <a:pt x="3852839" y="14876"/>
                </a:moveTo>
                <a:lnTo>
                  <a:pt x="3935004" y="14876"/>
                </a:lnTo>
                <a:lnTo>
                  <a:pt x="3935004" y="7089"/>
                </a:lnTo>
                <a:lnTo>
                  <a:pt x="3920129" y="7089"/>
                </a:lnTo>
                <a:lnTo>
                  <a:pt x="3920129" y="0"/>
                </a:lnTo>
                <a:lnTo>
                  <a:pt x="3852839" y="0"/>
                </a:lnTo>
                <a:lnTo>
                  <a:pt x="3852839" y="14876"/>
                </a:lnTo>
                <a:close/>
                <a:moveTo>
                  <a:pt x="3920129" y="21965"/>
                </a:moveTo>
                <a:lnTo>
                  <a:pt x="3920129" y="111220"/>
                </a:lnTo>
                <a:lnTo>
                  <a:pt x="3935005" y="111220"/>
                </a:lnTo>
                <a:lnTo>
                  <a:pt x="3935005" y="21965"/>
                </a:lnTo>
                <a:lnTo>
                  <a:pt x="3920129" y="21965"/>
                </a:lnTo>
                <a:close/>
                <a:moveTo>
                  <a:pt x="3920129" y="126096"/>
                </a:moveTo>
                <a:lnTo>
                  <a:pt x="3920129" y="215351"/>
                </a:lnTo>
                <a:lnTo>
                  <a:pt x="3935005" y="215351"/>
                </a:lnTo>
                <a:lnTo>
                  <a:pt x="3935005" y="126096"/>
                </a:lnTo>
                <a:lnTo>
                  <a:pt x="3920129" y="126096"/>
                </a:lnTo>
                <a:close/>
                <a:moveTo>
                  <a:pt x="3920129" y="230226"/>
                </a:moveTo>
                <a:lnTo>
                  <a:pt x="3920129" y="319481"/>
                </a:lnTo>
                <a:lnTo>
                  <a:pt x="3935005" y="319481"/>
                </a:lnTo>
                <a:lnTo>
                  <a:pt x="3935005" y="230226"/>
                </a:lnTo>
                <a:lnTo>
                  <a:pt x="3920129" y="230226"/>
                </a:lnTo>
                <a:close/>
                <a:moveTo>
                  <a:pt x="3920129" y="334357"/>
                </a:moveTo>
                <a:lnTo>
                  <a:pt x="3920129" y="423612"/>
                </a:lnTo>
                <a:lnTo>
                  <a:pt x="3935005" y="423612"/>
                </a:lnTo>
                <a:lnTo>
                  <a:pt x="3935005" y="334357"/>
                </a:lnTo>
                <a:lnTo>
                  <a:pt x="3920129" y="334357"/>
                </a:lnTo>
                <a:close/>
                <a:moveTo>
                  <a:pt x="3920129" y="438488"/>
                </a:moveTo>
                <a:lnTo>
                  <a:pt x="3920129" y="527743"/>
                </a:lnTo>
                <a:lnTo>
                  <a:pt x="3935005" y="527743"/>
                </a:lnTo>
                <a:lnTo>
                  <a:pt x="3935005" y="438488"/>
                </a:lnTo>
                <a:lnTo>
                  <a:pt x="3920129" y="438488"/>
                </a:lnTo>
                <a:close/>
                <a:moveTo>
                  <a:pt x="3920129" y="542619"/>
                </a:moveTo>
                <a:lnTo>
                  <a:pt x="3920129" y="631874"/>
                </a:lnTo>
                <a:lnTo>
                  <a:pt x="3935005" y="631874"/>
                </a:lnTo>
                <a:lnTo>
                  <a:pt x="3935005" y="542619"/>
                </a:lnTo>
                <a:lnTo>
                  <a:pt x="3920129" y="542619"/>
                </a:lnTo>
                <a:close/>
                <a:moveTo>
                  <a:pt x="3920129" y="646750"/>
                </a:moveTo>
                <a:lnTo>
                  <a:pt x="3920129" y="736005"/>
                </a:lnTo>
                <a:lnTo>
                  <a:pt x="3935005" y="736005"/>
                </a:lnTo>
                <a:lnTo>
                  <a:pt x="3935005" y="646750"/>
                </a:lnTo>
                <a:lnTo>
                  <a:pt x="3920129" y="646750"/>
                </a:lnTo>
                <a:close/>
                <a:moveTo>
                  <a:pt x="3920129" y="750880"/>
                </a:moveTo>
                <a:lnTo>
                  <a:pt x="3920129" y="840135"/>
                </a:lnTo>
                <a:lnTo>
                  <a:pt x="3935005" y="840135"/>
                </a:lnTo>
                <a:lnTo>
                  <a:pt x="3935005" y="750880"/>
                </a:lnTo>
                <a:lnTo>
                  <a:pt x="3920129" y="750880"/>
                </a:lnTo>
                <a:close/>
                <a:moveTo>
                  <a:pt x="3920129" y="855011"/>
                </a:moveTo>
                <a:lnTo>
                  <a:pt x="3920129" y="944266"/>
                </a:lnTo>
                <a:lnTo>
                  <a:pt x="3935005" y="944266"/>
                </a:lnTo>
                <a:lnTo>
                  <a:pt x="3935005" y="855011"/>
                </a:lnTo>
                <a:lnTo>
                  <a:pt x="3920129" y="855011"/>
                </a:lnTo>
                <a:close/>
                <a:moveTo>
                  <a:pt x="3927439" y="1040831"/>
                </a:moveTo>
                <a:lnTo>
                  <a:pt x="3935005" y="1040831"/>
                </a:lnTo>
                <a:lnTo>
                  <a:pt x="3935005" y="959142"/>
                </a:lnTo>
                <a:lnTo>
                  <a:pt x="3920129" y="959142"/>
                </a:lnTo>
                <a:lnTo>
                  <a:pt x="3920129" y="1040831"/>
                </a:lnTo>
                <a:lnTo>
                  <a:pt x="3927439" y="1040831"/>
                </a:lnTo>
                <a:lnTo>
                  <a:pt x="3927439" y="1040831"/>
                </a:lnTo>
                <a:close/>
                <a:moveTo>
                  <a:pt x="3927439" y="1025955"/>
                </a:moveTo>
                <a:lnTo>
                  <a:pt x="3935004" y="1025955"/>
                </a:lnTo>
                <a:lnTo>
                  <a:pt x="3935004" y="1040831"/>
                </a:lnTo>
                <a:lnTo>
                  <a:pt x="3927439" y="1040831"/>
                </a:lnTo>
                <a:lnTo>
                  <a:pt x="3927439" y="1025955"/>
                </a:lnTo>
                <a:close/>
                <a:moveTo>
                  <a:pt x="3912563" y="1025955"/>
                </a:moveTo>
                <a:lnTo>
                  <a:pt x="3823308" y="1025955"/>
                </a:lnTo>
                <a:lnTo>
                  <a:pt x="3823308" y="1040831"/>
                </a:lnTo>
                <a:lnTo>
                  <a:pt x="3912563" y="1040831"/>
                </a:lnTo>
                <a:lnTo>
                  <a:pt x="3912563" y="1025955"/>
                </a:lnTo>
                <a:close/>
                <a:moveTo>
                  <a:pt x="3719177" y="1040831"/>
                </a:moveTo>
                <a:lnTo>
                  <a:pt x="3808432" y="1040831"/>
                </a:lnTo>
                <a:lnTo>
                  <a:pt x="3808432" y="1025955"/>
                </a:lnTo>
                <a:lnTo>
                  <a:pt x="3719177" y="1025955"/>
                </a:lnTo>
                <a:lnTo>
                  <a:pt x="3719177" y="1040831"/>
                </a:lnTo>
                <a:close/>
                <a:moveTo>
                  <a:pt x="3615046" y="1025955"/>
                </a:moveTo>
                <a:lnTo>
                  <a:pt x="3615046" y="1040831"/>
                </a:lnTo>
                <a:lnTo>
                  <a:pt x="3704301" y="1040831"/>
                </a:lnTo>
                <a:lnTo>
                  <a:pt x="3704301" y="1025955"/>
                </a:lnTo>
                <a:lnTo>
                  <a:pt x="3615046" y="1025955"/>
                </a:lnTo>
                <a:close/>
                <a:moveTo>
                  <a:pt x="3600170" y="1025955"/>
                </a:moveTo>
                <a:lnTo>
                  <a:pt x="3510915" y="1025955"/>
                </a:lnTo>
                <a:lnTo>
                  <a:pt x="3510915" y="1040831"/>
                </a:lnTo>
                <a:lnTo>
                  <a:pt x="3600170" y="1040831"/>
                </a:lnTo>
                <a:lnTo>
                  <a:pt x="3600170" y="1025955"/>
                </a:lnTo>
                <a:close/>
                <a:moveTo>
                  <a:pt x="3496039" y="1025955"/>
                </a:moveTo>
                <a:lnTo>
                  <a:pt x="3406785" y="1025955"/>
                </a:lnTo>
                <a:lnTo>
                  <a:pt x="3406785" y="1040831"/>
                </a:lnTo>
                <a:lnTo>
                  <a:pt x="3496039" y="1040831"/>
                </a:lnTo>
                <a:lnTo>
                  <a:pt x="3496039" y="1025955"/>
                </a:lnTo>
                <a:close/>
                <a:moveTo>
                  <a:pt x="3302654" y="1040831"/>
                </a:moveTo>
                <a:lnTo>
                  <a:pt x="3391909" y="1040831"/>
                </a:lnTo>
                <a:lnTo>
                  <a:pt x="3391909" y="1025955"/>
                </a:lnTo>
                <a:lnTo>
                  <a:pt x="3302654" y="1025955"/>
                </a:lnTo>
                <a:lnTo>
                  <a:pt x="3302654" y="1040831"/>
                </a:lnTo>
                <a:close/>
                <a:moveTo>
                  <a:pt x="3198523" y="1025955"/>
                </a:moveTo>
                <a:lnTo>
                  <a:pt x="3198523" y="1040831"/>
                </a:lnTo>
                <a:lnTo>
                  <a:pt x="3287778" y="1040831"/>
                </a:lnTo>
                <a:lnTo>
                  <a:pt x="3287778" y="1025955"/>
                </a:lnTo>
                <a:lnTo>
                  <a:pt x="3198523" y="1025955"/>
                </a:lnTo>
                <a:close/>
                <a:moveTo>
                  <a:pt x="3183647" y="1025955"/>
                </a:moveTo>
                <a:lnTo>
                  <a:pt x="3094392" y="1025955"/>
                </a:lnTo>
                <a:lnTo>
                  <a:pt x="3094392" y="1040831"/>
                </a:lnTo>
                <a:lnTo>
                  <a:pt x="3183647" y="1040831"/>
                </a:lnTo>
                <a:lnTo>
                  <a:pt x="3183647" y="1025955"/>
                </a:lnTo>
                <a:close/>
                <a:moveTo>
                  <a:pt x="3079516" y="1025955"/>
                </a:moveTo>
                <a:lnTo>
                  <a:pt x="2990261" y="1025955"/>
                </a:lnTo>
                <a:lnTo>
                  <a:pt x="2990261" y="1040831"/>
                </a:lnTo>
                <a:lnTo>
                  <a:pt x="3079516" y="1040831"/>
                </a:lnTo>
                <a:lnTo>
                  <a:pt x="3079516" y="1025955"/>
                </a:lnTo>
                <a:close/>
                <a:moveTo>
                  <a:pt x="2886131" y="1040831"/>
                </a:moveTo>
                <a:lnTo>
                  <a:pt x="2975386" y="1040831"/>
                </a:lnTo>
                <a:lnTo>
                  <a:pt x="2975386" y="1025955"/>
                </a:lnTo>
                <a:lnTo>
                  <a:pt x="2886131" y="1025955"/>
                </a:lnTo>
                <a:lnTo>
                  <a:pt x="2886131" y="1040831"/>
                </a:lnTo>
                <a:close/>
                <a:moveTo>
                  <a:pt x="2782000" y="1025955"/>
                </a:moveTo>
                <a:lnTo>
                  <a:pt x="2782000" y="1040831"/>
                </a:lnTo>
                <a:lnTo>
                  <a:pt x="2871255" y="1040831"/>
                </a:lnTo>
                <a:lnTo>
                  <a:pt x="2871255" y="1025955"/>
                </a:lnTo>
                <a:lnTo>
                  <a:pt x="2782000" y="1025955"/>
                </a:lnTo>
                <a:close/>
                <a:moveTo>
                  <a:pt x="2767124" y="1025955"/>
                </a:moveTo>
                <a:lnTo>
                  <a:pt x="2677869" y="1025955"/>
                </a:lnTo>
                <a:lnTo>
                  <a:pt x="2677869" y="1040831"/>
                </a:lnTo>
                <a:lnTo>
                  <a:pt x="2767124" y="1040831"/>
                </a:lnTo>
                <a:lnTo>
                  <a:pt x="2767124" y="1025955"/>
                </a:lnTo>
                <a:close/>
                <a:moveTo>
                  <a:pt x="2662993" y="1025955"/>
                </a:moveTo>
                <a:lnTo>
                  <a:pt x="2573738" y="1025955"/>
                </a:lnTo>
                <a:lnTo>
                  <a:pt x="2573738" y="1040831"/>
                </a:lnTo>
                <a:lnTo>
                  <a:pt x="2662993" y="1040831"/>
                </a:lnTo>
                <a:lnTo>
                  <a:pt x="2662993" y="1025955"/>
                </a:lnTo>
                <a:close/>
                <a:moveTo>
                  <a:pt x="2469608" y="1040831"/>
                </a:moveTo>
                <a:lnTo>
                  <a:pt x="2558863" y="1040831"/>
                </a:lnTo>
                <a:lnTo>
                  <a:pt x="2558863" y="1025955"/>
                </a:lnTo>
                <a:lnTo>
                  <a:pt x="2469608" y="1025955"/>
                </a:lnTo>
                <a:lnTo>
                  <a:pt x="2469608" y="1040831"/>
                </a:lnTo>
                <a:close/>
                <a:moveTo>
                  <a:pt x="2365477" y="1025955"/>
                </a:moveTo>
                <a:lnTo>
                  <a:pt x="2365477" y="1040831"/>
                </a:lnTo>
                <a:lnTo>
                  <a:pt x="2454732" y="1040831"/>
                </a:lnTo>
                <a:lnTo>
                  <a:pt x="2454732" y="1025955"/>
                </a:lnTo>
                <a:lnTo>
                  <a:pt x="2365477" y="1025955"/>
                </a:lnTo>
                <a:close/>
                <a:moveTo>
                  <a:pt x="2350601" y="1025955"/>
                </a:moveTo>
                <a:lnTo>
                  <a:pt x="2261346" y="1025955"/>
                </a:lnTo>
                <a:lnTo>
                  <a:pt x="2261346" y="1040831"/>
                </a:lnTo>
                <a:lnTo>
                  <a:pt x="2350601" y="1040831"/>
                </a:lnTo>
                <a:lnTo>
                  <a:pt x="2350601" y="1025955"/>
                </a:lnTo>
                <a:close/>
                <a:moveTo>
                  <a:pt x="2246470" y="1025955"/>
                </a:moveTo>
                <a:lnTo>
                  <a:pt x="2157215" y="1025955"/>
                </a:lnTo>
                <a:lnTo>
                  <a:pt x="2157215" y="1040831"/>
                </a:lnTo>
                <a:lnTo>
                  <a:pt x="2246470" y="1040831"/>
                </a:lnTo>
                <a:lnTo>
                  <a:pt x="2246470" y="1025955"/>
                </a:lnTo>
                <a:close/>
                <a:moveTo>
                  <a:pt x="2053084" y="1040831"/>
                </a:moveTo>
                <a:lnTo>
                  <a:pt x="2142339" y="1040831"/>
                </a:lnTo>
                <a:lnTo>
                  <a:pt x="2142339" y="1025955"/>
                </a:lnTo>
                <a:lnTo>
                  <a:pt x="2053084" y="1025955"/>
                </a:lnTo>
                <a:lnTo>
                  <a:pt x="2053084" y="1040831"/>
                </a:lnTo>
                <a:close/>
                <a:moveTo>
                  <a:pt x="1948954" y="1025955"/>
                </a:moveTo>
                <a:lnTo>
                  <a:pt x="1948954" y="1040831"/>
                </a:lnTo>
                <a:lnTo>
                  <a:pt x="2038209" y="1040831"/>
                </a:lnTo>
                <a:lnTo>
                  <a:pt x="2038209" y="1025955"/>
                </a:lnTo>
                <a:lnTo>
                  <a:pt x="1948954" y="1025955"/>
                </a:lnTo>
                <a:close/>
                <a:moveTo>
                  <a:pt x="1934078" y="1025955"/>
                </a:moveTo>
                <a:lnTo>
                  <a:pt x="1844823" y="1025955"/>
                </a:lnTo>
                <a:lnTo>
                  <a:pt x="1844823" y="1040831"/>
                </a:lnTo>
                <a:lnTo>
                  <a:pt x="1934078" y="1040831"/>
                </a:lnTo>
                <a:lnTo>
                  <a:pt x="1934078" y="1025955"/>
                </a:lnTo>
                <a:close/>
                <a:moveTo>
                  <a:pt x="1829947" y="1025955"/>
                </a:moveTo>
                <a:lnTo>
                  <a:pt x="1740692" y="1025955"/>
                </a:lnTo>
                <a:lnTo>
                  <a:pt x="1740692" y="1040831"/>
                </a:lnTo>
                <a:lnTo>
                  <a:pt x="1829947" y="1040831"/>
                </a:lnTo>
                <a:lnTo>
                  <a:pt x="1829947" y="1025955"/>
                </a:lnTo>
                <a:close/>
                <a:moveTo>
                  <a:pt x="1636561" y="1040831"/>
                </a:moveTo>
                <a:lnTo>
                  <a:pt x="1725816" y="1040831"/>
                </a:lnTo>
                <a:lnTo>
                  <a:pt x="1725816" y="1025955"/>
                </a:lnTo>
                <a:lnTo>
                  <a:pt x="1636561" y="1025955"/>
                </a:lnTo>
                <a:lnTo>
                  <a:pt x="1636561" y="1040831"/>
                </a:lnTo>
                <a:close/>
                <a:moveTo>
                  <a:pt x="1532431" y="1025955"/>
                </a:moveTo>
                <a:lnTo>
                  <a:pt x="1532431" y="1040831"/>
                </a:lnTo>
                <a:lnTo>
                  <a:pt x="1621686" y="1040831"/>
                </a:lnTo>
                <a:lnTo>
                  <a:pt x="1621686" y="1025955"/>
                </a:lnTo>
                <a:lnTo>
                  <a:pt x="1532431" y="1025955"/>
                </a:lnTo>
                <a:close/>
                <a:moveTo>
                  <a:pt x="1517555" y="1025955"/>
                </a:moveTo>
                <a:lnTo>
                  <a:pt x="1428300" y="1025955"/>
                </a:lnTo>
                <a:lnTo>
                  <a:pt x="1428300" y="1040831"/>
                </a:lnTo>
                <a:lnTo>
                  <a:pt x="1517555" y="1040831"/>
                </a:lnTo>
                <a:lnTo>
                  <a:pt x="1517555" y="1025955"/>
                </a:lnTo>
                <a:close/>
                <a:moveTo>
                  <a:pt x="1413424" y="1025955"/>
                </a:moveTo>
                <a:lnTo>
                  <a:pt x="1324169" y="1025955"/>
                </a:lnTo>
                <a:lnTo>
                  <a:pt x="1324169" y="1040831"/>
                </a:lnTo>
                <a:lnTo>
                  <a:pt x="1413424" y="1040831"/>
                </a:lnTo>
                <a:lnTo>
                  <a:pt x="1413424" y="1025955"/>
                </a:lnTo>
                <a:close/>
                <a:moveTo>
                  <a:pt x="1220038" y="1040831"/>
                </a:moveTo>
                <a:lnTo>
                  <a:pt x="1309293" y="1040831"/>
                </a:lnTo>
                <a:lnTo>
                  <a:pt x="1309293" y="1025955"/>
                </a:lnTo>
                <a:lnTo>
                  <a:pt x="1220038" y="1025955"/>
                </a:lnTo>
                <a:lnTo>
                  <a:pt x="1220038" y="1040831"/>
                </a:lnTo>
                <a:close/>
                <a:moveTo>
                  <a:pt x="1115907" y="1025955"/>
                </a:moveTo>
                <a:lnTo>
                  <a:pt x="1115907" y="1040831"/>
                </a:lnTo>
                <a:lnTo>
                  <a:pt x="1205162" y="1040831"/>
                </a:lnTo>
                <a:lnTo>
                  <a:pt x="1205162" y="1025955"/>
                </a:lnTo>
                <a:lnTo>
                  <a:pt x="1115907" y="1025955"/>
                </a:lnTo>
                <a:close/>
                <a:moveTo>
                  <a:pt x="1101032" y="1025955"/>
                </a:moveTo>
                <a:lnTo>
                  <a:pt x="1011777" y="1025955"/>
                </a:lnTo>
                <a:lnTo>
                  <a:pt x="1011777" y="1040831"/>
                </a:lnTo>
                <a:lnTo>
                  <a:pt x="1101032" y="1040831"/>
                </a:lnTo>
                <a:lnTo>
                  <a:pt x="1101032" y="1025955"/>
                </a:lnTo>
                <a:close/>
                <a:moveTo>
                  <a:pt x="996901" y="1025955"/>
                </a:moveTo>
                <a:lnTo>
                  <a:pt x="907646" y="1025955"/>
                </a:lnTo>
                <a:lnTo>
                  <a:pt x="907646" y="1040831"/>
                </a:lnTo>
                <a:lnTo>
                  <a:pt x="996901" y="1040831"/>
                </a:lnTo>
                <a:lnTo>
                  <a:pt x="996901" y="1025955"/>
                </a:lnTo>
                <a:close/>
                <a:moveTo>
                  <a:pt x="803515" y="1040831"/>
                </a:moveTo>
                <a:lnTo>
                  <a:pt x="892770" y="1040831"/>
                </a:lnTo>
                <a:lnTo>
                  <a:pt x="892770" y="1025955"/>
                </a:lnTo>
                <a:lnTo>
                  <a:pt x="803515" y="1025955"/>
                </a:lnTo>
                <a:lnTo>
                  <a:pt x="803515" y="1040831"/>
                </a:lnTo>
                <a:close/>
                <a:moveTo>
                  <a:pt x="699384" y="1025955"/>
                </a:moveTo>
                <a:lnTo>
                  <a:pt x="699384" y="1040831"/>
                </a:lnTo>
                <a:lnTo>
                  <a:pt x="788639" y="1040831"/>
                </a:lnTo>
                <a:lnTo>
                  <a:pt x="788639" y="1025955"/>
                </a:lnTo>
                <a:lnTo>
                  <a:pt x="699384" y="1025955"/>
                </a:lnTo>
                <a:close/>
                <a:moveTo>
                  <a:pt x="684508" y="1025955"/>
                </a:moveTo>
                <a:lnTo>
                  <a:pt x="595254" y="1025955"/>
                </a:lnTo>
                <a:lnTo>
                  <a:pt x="595254" y="1040831"/>
                </a:lnTo>
                <a:lnTo>
                  <a:pt x="684508" y="1040831"/>
                </a:lnTo>
                <a:lnTo>
                  <a:pt x="684508" y="1025955"/>
                </a:lnTo>
                <a:close/>
                <a:moveTo>
                  <a:pt x="580378" y="1025955"/>
                </a:moveTo>
                <a:lnTo>
                  <a:pt x="491123" y="1025955"/>
                </a:lnTo>
                <a:lnTo>
                  <a:pt x="491123" y="1040831"/>
                </a:lnTo>
                <a:lnTo>
                  <a:pt x="580378" y="1040831"/>
                </a:lnTo>
                <a:lnTo>
                  <a:pt x="580378" y="1025955"/>
                </a:lnTo>
                <a:close/>
                <a:moveTo>
                  <a:pt x="386992" y="1040831"/>
                </a:moveTo>
                <a:lnTo>
                  <a:pt x="476247" y="1040831"/>
                </a:lnTo>
                <a:lnTo>
                  <a:pt x="476247" y="1025955"/>
                </a:lnTo>
                <a:lnTo>
                  <a:pt x="386992" y="1025955"/>
                </a:lnTo>
                <a:lnTo>
                  <a:pt x="386992" y="1040831"/>
                </a:lnTo>
                <a:close/>
                <a:moveTo>
                  <a:pt x="282861" y="1025955"/>
                </a:moveTo>
                <a:lnTo>
                  <a:pt x="282861" y="1040831"/>
                </a:lnTo>
                <a:lnTo>
                  <a:pt x="372116" y="1040831"/>
                </a:lnTo>
                <a:lnTo>
                  <a:pt x="372116" y="1025955"/>
                </a:lnTo>
                <a:lnTo>
                  <a:pt x="282861" y="1025955"/>
                </a:lnTo>
                <a:close/>
                <a:moveTo>
                  <a:pt x="267985" y="1025955"/>
                </a:moveTo>
                <a:lnTo>
                  <a:pt x="178730" y="1025955"/>
                </a:lnTo>
                <a:lnTo>
                  <a:pt x="178730" y="1040831"/>
                </a:lnTo>
                <a:lnTo>
                  <a:pt x="267985" y="1040831"/>
                </a:lnTo>
                <a:lnTo>
                  <a:pt x="267985" y="1025955"/>
                </a:lnTo>
                <a:close/>
                <a:moveTo>
                  <a:pt x="163855" y="1025955"/>
                </a:moveTo>
                <a:lnTo>
                  <a:pt x="74600" y="1025955"/>
                </a:lnTo>
                <a:lnTo>
                  <a:pt x="74600" y="1040831"/>
                </a:lnTo>
                <a:lnTo>
                  <a:pt x="163855" y="1040831"/>
                </a:lnTo>
                <a:lnTo>
                  <a:pt x="163855" y="1025955"/>
                </a:lnTo>
                <a:close/>
                <a:moveTo>
                  <a:pt x="14876" y="1025955"/>
                </a:moveTo>
                <a:lnTo>
                  <a:pt x="14876" y="1040831"/>
                </a:lnTo>
                <a:lnTo>
                  <a:pt x="0" y="1040831"/>
                </a:lnTo>
                <a:lnTo>
                  <a:pt x="0" y="1040831"/>
                </a:lnTo>
                <a:lnTo>
                  <a:pt x="59724" y="1040831"/>
                </a:lnTo>
                <a:lnTo>
                  <a:pt x="59724" y="1025955"/>
                </a:lnTo>
                <a:lnTo>
                  <a:pt x="14876" y="1025955"/>
                </a:lnTo>
                <a:close/>
                <a:moveTo>
                  <a:pt x="14876" y="1011300"/>
                </a:moveTo>
                <a:lnTo>
                  <a:pt x="0" y="1011300"/>
                </a:lnTo>
                <a:lnTo>
                  <a:pt x="0" y="1025955"/>
                </a:lnTo>
                <a:lnTo>
                  <a:pt x="14876" y="1025955"/>
                </a:lnTo>
                <a:lnTo>
                  <a:pt x="14876" y="1011300"/>
                </a:lnTo>
                <a:close/>
                <a:moveTo>
                  <a:pt x="0" y="907169"/>
                </a:moveTo>
                <a:lnTo>
                  <a:pt x="0" y="996424"/>
                </a:lnTo>
                <a:lnTo>
                  <a:pt x="14876" y="996424"/>
                </a:lnTo>
                <a:lnTo>
                  <a:pt x="14876" y="907169"/>
                </a:lnTo>
                <a:lnTo>
                  <a:pt x="0" y="907169"/>
                </a:lnTo>
                <a:close/>
                <a:moveTo>
                  <a:pt x="14876" y="803038"/>
                </a:moveTo>
                <a:lnTo>
                  <a:pt x="0" y="803038"/>
                </a:lnTo>
                <a:lnTo>
                  <a:pt x="0" y="892293"/>
                </a:lnTo>
                <a:lnTo>
                  <a:pt x="14876" y="892293"/>
                </a:lnTo>
                <a:lnTo>
                  <a:pt x="14876" y="803038"/>
                </a:lnTo>
                <a:close/>
                <a:moveTo>
                  <a:pt x="14876" y="788163"/>
                </a:moveTo>
                <a:lnTo>
                  <a:pt x="14876" y="698908"/>
                </a:lnTo>
                <a:lnTo>
                  <a:pt x="0" y="698908"/>
                </a:lnTo>
                <a:lnTo>
                  <a:pt x="0" y="788163"/>
                </a:lnTo>
                <a:lnTo>
                  <a:pt x="14876" y="788163"/>
                </a:lnTo>
                <a:close/>
                <a:moveTo>
                  <a:pt x="14876" y="684032"/>
                </a:moveTo>
                <a:lnTo>
                  <a:pt x="14876" y="594777"/>
                </a:lnTo>
                <a:lnTo>
                  <a:pt x="0" y="594777"/>
                </a:lnTo>
                <a:lnTo>
                  <a:pt x="0" y="684032"/>
                </a:lnTo>
                <a:lnTo>
                  <a:pt x="14876" y="684032"/>
                </a:lnTo>
                <a:close/>
                <a:moveTo>
                  <a:pt x="0" y="490646"/>
                </a:moveTo>
                <a:lnTo>
                  <a:pt x="0" y="579901"/>
                </a:lnTo>
                <a:lnTo>
                  <a:pt x="14876" y="579901"/>
                </a:lnTo>
                <a:lnTo>
                  <a:pt x="14876" y="490646"/>
                </a:lnTo>
                <a:lnTo>
                  <a:pt x="0" y="490646"/>
                </a:lnTo>
                <a:close/>
                <a:moveTo>
                  <a:pt x="14876" y="386515"/>
                </a:moveTo>
                <a:lnTo>
                  <a:pt x="0" y="386515"/>
                </a:lnTo>
                <a:lnTo>
                  <a:pt x="0" y="475770"/>
                </a:lnTo>
                <a:lnTo>
                  <a:pt x="14876" y="475770"/>
                </a:lnTo>
                <a:lnTo>
                  <a:pt x="14876" y="386515"/>
                </a:lnTo>
                <a:close/>
                <a:moveTo>
                  <a:pt x="14876" y="371639"/>
                </a:moveTo>
                <a:lnTo>
                  <a:pt x="14876" y="282384"/>
                </a:lnTo>
                <a:lnTo>
                  <a:pt x="0" y="282384"/>
                </a:lnTo>
                <a:lnTo>
                  <a:pt x="0" y="371639"/>
                </a:lnTo>
                <a:lnTo>
                  <a:pt x="14876" y="371639"/>
                </a:lnTo>
                <a:close/>
                <a:moveTo>
                  <a:pt x="14876" y="267509"/>
                </a:moveTo>
                <a:lnTo>
                  <a:pt x="14876" y="178254"/>
                </a:lnTo>
                <a:lnTo>
                  <a:pt x="0" y="178254"/>
                </a:lnTo>
                <a:lnTo>
                  <a:pt x="0" y="267509"/>
                </a:lnTo>
                <a:lnTo>
                  <a:pt x="14876" y="267509"/>
                </a:lnTo>
                <a:close/>
                <a:moveTo>
                  <a:pt x="0" y="74123"/>
                </a:moveTo>
                <a:lnTo>
                  <a:pt x="0" y="163378"/>
                </a:lnTo>
                <a:lnTo>
                  <a:pt x="14876" y="163378"/>
                </a:lnTo>
                <a:lnTo>
                  <a:pt x="14876" y="74123"/>
                </a:lnTo>
                <a:lnTo>
                  <a:pt x="0" y="74123"/>
                </a:lnTo>
                <a:close/>
                <a:moveTo>
                  <a:pt x="14876" y="59247"/>
                </a:moveTo>
                <a:lnTo>
                  <a:pt x="14876" y="14876"/>
                </a:lnTo>
                <a:lnTo>
                  <a:pt x="0" y="14876"/>
                </a:lnTo>
                <a:lnTo>
                  <a:pt x="0" y="59247"/>
                </a:lnTo>
                <a:lnTo>
                  <a:pt x="14876" y="59247"/>
                </a:lnTo>
                <a:close/>
                <a:moveTo>
                  <a:pt x="89255" y="14876"/>
                </a:moveTo>
                <a:lnTo>
                  <a:pt x="89255" y="0"/>
                </a:lnTo>
                <a:lnTo>
                  <a:pt x="14876" y="0"/>
                </a:lnTo>
                <a:lnTo>
                  <a:pt x="14876" y="14876"/>
                </a:lnTo>
                <a:lnTo>
                  <a:pt x="89255" y="148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AdoptionApproach">
            <a:extLst xmlns:a="http://schemas.openxmlformats.org/drawingml/2006/main">
              <a:ext uri="{FF2B5EF4-FFF2-40B4-BE49-F238E27FC236}">
                <a16:creationId xmlns:a16="http://schemas.microsoft.com/office/drawing/2014/main" id="{E03BFA6E-FDFF-4966-8D50-2D27EDD0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91" y="2003849"/>
            <a:ext cx="1135429" cy="125987"/>
          </a:xfrm>
          <a:custGeom xmlns:a="http://schemas.openxmlformats.org/drawingml/2006/main">
            <a:pathLst>
              <a:path w="1135429" h="125987">
                <a:moveTo>
                  <a:pt x="60993" y="79710"/>
                </a:moveTo>
                <a:lnTo>
                  <a:pt x="27043" y="79710"/>
                </a:lnTo>
                <a:lnTo>
                  <a:pt x="20589" y="99138"/>
                </a:lnTo>
                <a:lnTo>
                  <a:pt x="0" y="99138"/>
                </a:lnTo>
                <a:lnTo>
                  <a:pt x="34982" y="5163"/>
                </a:lnTo>
                <a:lnTo>
                  <a:pt x="52925" y="5163"/>
                </a:lnTo>
                <a:lnTo>
                  <a:pt x="88101" y="99138"/>
                </a:lnTo>
                <a:lnTo>
                  <a:pt x="67512" y="99138"/>
                </a:lnTo>
                <a:lnTo>
                  <a:pt x="60993" y="79710"/>
                </a:lnTo>
                <a:moveTo>
                  <a:pt x="32271" y="64026"/>
                </a:moveTo>
                <a:lnTo>
                  <a:pt x="55765" y="64026"/>
                </a:lnTo>
                <a:lnTo>
                  <a:pt x="43954" y="28915"/>
                </a:lnTo>
                <a:lnTo>
                  <a:pt x="32271" y="64026"/>
                </a:lnTo>
                <a:close/>
                <a:moveTo>
                  <a:pt x="92726" y="63704"/>
                </a:moveTo>
                <a:cubicBezTo>
                  <a:pt x="92726" y="52817"/>
                  <a:pt x="95168" y="44147"/>
                  <a:pt x="100052" y="37693"/>
                </a:cubicBezTo>
                <a:cubicBezTo>
                  <a:pt x="104935" y="31239"/>
                  <a:pt x="111616" y="28012"/>
                  <a:pt x="120092" y="28012"/>
                </a:cubicBezTo>
                <a:cubicBezTo>
                  <a:pt x="126891" y="28012"/>
                  <a:pt x="132506" y="30550"/>
                  <a:pt x="136938" y="35628"/>
                </a:cubicBezTo>
                <a:lnTo>
                  <a:pt x="136938" y="0"/>
                </a:lnTo>
                <a:lnTo>
                  <a:pt x="155655" y="0"/>
                </a:lnTo>
                <a:lnTo>
                  <a:pt x="155655" y="99138"/>
                </a:lnTo>
                <a:lnTo>
                  <a:pt x="138809" y="99138"/>
                </a:lnTo>
                <a:lnTo>
                  <a:pt x="137906" y="91715"/>
                </a:lnTo>
                <a:cubicBezTo>
                  <a:pt x="133259" y="97524"/>
                  <a:pt x="127278" y="100428"/>
                  <a:pt x="119963" y="100428"/>
                </a:cubicBezTo>
                <a:cubicBezTo>
                  <a:pt x="111745" y="100428"/>
                  <a:pt x="105150" y="97191"/>
                  <a:pt x="100181" y="90715"/>
                </a:cubicBezTo>
                <a:cubicBezTo>
                  <a:pt x="95211" y="84239"/>
                  <a:pt x="92726" y="75235"/>
                  <a:pt x="92726" y="63704"/>
                </a:cubicBezTo>
                <a:moveTo>
                  <a:pt x="111379" y="65059"/>
                </a:moveTo>
                <a:cubicBezTo>
                  <a:pt x="111379" y="71599"/>
                  <a:pt x="112519" y="76612"/>
                  <a:pt x="114800" y="80097"/>
                </a:cubicBezTo>
                <a:cubicBezTo>
                  <a:pt x="117080" y="83583"/>
                  <a:pt x="120393" y="85325"/>
                  <a:pt x="124739" y="85325"/>
                </a:cubicBezTo>
                <a:cubicBezTo>
                  <a:pt x="130505" y="85325"/>
                  <a:pt x="134571" y="82894"/>
                  <a:pt x="136938" y="78032"/>
                </a:cubicBezTo>
                <a:lnTo>
                  <a:pt x="136938" y="50472"/>
                </a:lnTo>
                <a:cubicBezTo>
                  <a:pt x="134614" y="45610"/>
                  <a:pt x="130591" y="43179"/>
                  <a:pt x="124868" y="43179"/>
                </a:cubicBezTo>
                <a:cubicBezTo>
                  <a:pt x="115875" y="43179"/>
                  <a:pt x="111379" y="50472"/>
                  <a:pt x="111379" y="65059"/>
                </a:cubicBezTo>
                <a:close/>
                <a:moveTo>
                  <a:pt x="167190" y="63575"/>
                </a:moveTo>
                <a:cubicBezTo>
                  <a:pt x="167190" y="56647"/>
                  <a:pt x="168524" y="50472"/>
                  <a:pt x="171192" y="45051"/>
                </a:cubicBezTo>
                <a:cubicBezTo>
                  <a:pt x="173859" y="39629"/>
                  <a:pt x="177700" y="35434"/>
                  <a:pt x="182712" y="32465"/>
                </a:cubicBezTo>
                <a:cubicBezTo>
                  <a:pt x="187725" y="29496"/>
                  <a:pt x="193545" y="28012"/>
                  <a:pt x="200171" y="28012"/>
                </a:cubicBezTo>
                <a:cubicBezTo>
                  <a:pt x="209594" y="28012"/>
                  <a:pt x="217286" y="30894"/>
                  <a:pt x="223245" y="36660"/>
                </a:cubicBezTo>
                <a:cubicBezTo>
                  <a:pt x="229205" y="42426"/>
                  <a:pt x="232529" y="50257"/>
                  <a:pt x="233217" y="60154"/>
                </a:cubicBezTo>
                <a:lnTo>
                  <a:pt x="233346" y="64930"/>
                </a:lnTo>
                <a:cubicBezTo>
                  <a:pt x="233346" y="75644"/>
                  <a:pt x="230356" y="84239"/>
                  <a:pt x="224375" y="90715"/>
                </a:cubicBezTo>
                <a:cubicBezTo>
                  <a:pt x="218394" y="97191"/>
                  <a:pt x="210369" y="100428"/>
                  <a:pt x="200300" y="100428"/>
                </a:cubicBezTo>
                <a:cubicBezTo>
                  <a:pt x="190232" y="100428"/>
                  <a:pt x="182196" y="97201"/>
                  <a:pt x="176194" y="90747"/>
                </a:cubicBezTo>
                <a:cubicBezTo>
                  <a:pt x="170191" y="84293"/>
                  <a:pt x="167190" y="75515"/>
                  <a:pt x="167190" y="64414"/>
                </a:cubicBezTo>
                <a:lnTo>
                  <a:pt x="167190" y="63575"/>
                </a:lnTo>
                <a:moveTo>
                  <a:pt x="185843" y="64930"/>
                </a:moveTo>
                <a:cubicBezTo>
                  <a:pt x="185843" y="71556"/>
                  <a:pt x="187091" y="76623"/>
                  <a:pt x="189586" y="80130"/>
                </a:cubicBezTo>
                <a:cubicBezTo>
                  <a:pt x="192082" y="83637"/>
                  <a:pt x="195653" y="85390"/>
                  <a:pt x="200300" y="85390"/>
                </a:cubicBezTo>
                <a:cubicBezTo>
                  <a:pt x="204818" y="85390"/>
                  <a:pt x="208347" y="83658"/>
                  <a:pt x="210885" y="80194"/>
                </a:cubicBezTo>
                <a:cubicBezTo>
                  <a:pt x="213424" y="76731"/>
                  <a:pt x="214693" y="71191"/>
                  <a:pt x="214693" y="63575"/>
                </a:cubicBezTo>
                <a:cubicBezTo>
                  <a:pt x="214693" y="57077"/>
                  <a:pt x="213424" y="52043"/>
                  <a:pt x="210885" y="48472"/>
                </a:cubicBezTo>
                <a:cubicBezTo>
                  <a:pt x="208347" y="44900"/>
                  <a:pt x="204775" y="43115"/>
                  <a:pt x="200171" y="43115"/>
                </a:cubicBezTo>
                <a:cubicBezTo>
                  <a:pt x="195610" y="43115"/>
                  <a:pt x="192082" y="44889"/>
                  <a:pt x="189586" y="48439"/>
                </a:cubicBezTo>
                <a:cubicBezTo>
                  <a:pt x="187091" y="51989"/>
                  <a:pt x="185843" y="57486"/>
                  <a:pt x="185843" y="64930"/>
                </a:cubicBezTo>
                <a:close/>
                <a:moveTo>
                  <a:pt x="307681" y="64865"/>
                </a:moveTo>
                <a:cubicBezTo>
                  <a:pt x="307681" y="75623"/>
                  <a:pt x="305239" y="84239"/>
                  <a:pt x="300355" y="90715"/>
                </a:cubicBezTo>
                <a:cubicBezTo>
                  <a:pt x="295472" y="97191"/>
                  <a:pt x="288878" y="100428"/>
                  <a:pt x="280573" y="100428"/>
                </a:cubicBezTo>
                <a:cubicBezTo>
                  <a:pt x="273516" y="100428"/>
                  <a:pt x="267815" y="97976"/>
                  <a:pt x="263469" y="93071"/>
                </a:cubicBezTo>
                <a:lnTo>
                  <a:pt x="263469" y="125987"/>
                </a:lnTo>
                <a:lnTo>
                  <a:pt x="244816" y="125987"/>
                </a:lnTo>
                <a:lnTo>
                  <a:pt x="244816" y="29302"/>
                </a:lnTo>
                <a:lnTo>
                  <a:pt x="262114" y="29302"/>
                </a:lnTo>
                <a:lnTo>
                  <a:pt x="262759" y="36144"/>
                </a:lnTo>
                <a:cubicBezTo>
                  <a:pt x="267277" y="30722"/>
                  <a:pt x="273172" y="28012"/>
                  <a:pt x="280444" y="28012"/>
                </a:cubicBezTo>
                <a:cubicBezTo>
                  <a:pt x="289050" y="28012"/>
                  <a:pt x="295741" y="31196"/>
                  <a:pt x="300517" y="37564"/>
                </a:cubicBezTo>
                <a:cubicBezTo>
                  <a:pt x="305293" y="43932"/>
                  <a:pt x="307681" y="52710"/>
                  <a:pt x="307681" y="63897"/>
                </a:cubicBezTo>
                <a:lnTo>
                  <a:pt x="307681" y="64865"/>
                </a:lnTo>
                <a:moveTo>
                  <a:pt x="289028" y="63510"/>
                </a:moveTo>
                <a:cubicBezTo>
                  <a:pt x="289028" y="57013"/>
                  <a:pt x="287877" y="52000"/>
                  <a:pt x="285575" y="48472"/>
                </a:cubicBezTo>
                <a:cubicBezTo>
                  <a:pt x="283273" y="44943"/>
                  <a:pt x="279928" y="43179"/>
                  <a:pt x="275539" y="43179"/>
                </a:cubicBezTo>
                <a:cubicBezTo>
                  <a:pt x="269687" y="43179"/>
                  <a:pt x="265664" y="45417"/>
                  <a:pt x="263469" y="49891"/>
                </a:cubicBezTo>
                <a:lnTo>
                  <a:pt x="263469" y="78484"/>
                </a:lnTo>
                <a:cubicBezTo>
                  <a:pt x="265750" y="83088"/>
                  <a:pt x="269816" y="85390"/>
                  <a:pt x="275668" y="85390"/>
                </a:cubicBezTo>
                <a:cubicBezTo>
                  <a:pt x="284575" y="85390"/>
                  <a:pt x="289028" y="78097"/>
                  <a:pt x="289028" y="63510"/>
                </a:cubicBezTo>
                <a:close/>
                <a:moveTo>
                  <a:pt x="341548" y="12134"/>
                </a:moveTo>
                <a:lnTo>
                  <a:pt x="341548" y="29302"/>
                </a:lnTo>
                <a:lnTo>
                  <a:pt x="353488" y="29302"/>
                </a:lnTo>
                <a:lnTo>
                  <a:pt x="353488" y="42985"/>
                </a:lnTo>
                <a:lnTo>
                  <a:pt x="341548" y="42985"/>
                </a:lnTo>
                <a:lnTo>
                  <a:pt x="341548" y="77838"/>
                </a:lnTo>
                <a:cubicBezTo>
                  <a:pt x="341548" y="80420"/>
                  <a:pt x="342042" y="82270"/>
                  <a:pt x="343032" y="83389"/>
                </a:cubicBezTo>
                <a:cubicBezTo>
                  <a:pt x="344022" y="84508"/>
                  <a:pt x="345915" y="85067"/>
                  <a:pt x="348712" y="85067"/>
                </a:cubicBezTo>
                <a:cubicBezTo>
                  <a:pt x="350777" y="85067"/>
                  <a:pt x="352606" y="84917"/>
                  <a:pt x="354198" y="84615"/>
                </a:cubicBezTo>
                <a:lnTo>
                  <a:pt x="354198" y="98750"/>
                </a:lnTo>
                <a:cubicBezTo>
                  <a:pt x="350540" y="99869"/>
                  <a:pt x="346775" y="100428"/>
                  <a:pt x="342903" y="100428"/>
                </a:cubicBezTo>
                <a:cubicBezTo>
                  <a:pt x="329822" y="100428"/>
                  <a:pt x="323153" y="93824"/>
                  <a:pt x="322895" y="80614"/>
                </a:cubicBezTo>
                <a:lnTo>
                  <a:pt x="322895" y="42985"/>
                </a:lnTo>
                <a:lnTo>
                  <a:pt x="312697" y="42985"/>
                </a:lnTo>
                <a:lnTo>
                  <a:pt x="312697" y="29302"/>
                </a:lnTo>
                <a:lnTo>
                  <a:pt x="322895" y="29302"/>
                </a:lnTo>
                <a:lnTo>
                  <a:pt x="322895" y="12134"/>
                </a:lnTo>
                <a:lnTo>
                  <a:pt x="341548" y="12134"/>
                </a:lnTo>
                <a:close/>
                <a:moveTo>
                  <a:pt x="383554" y="99138"/>
                </a:moveTo>
                <a:lnTo>
                  <a:pt x="364836" y="99138"/>
                </a:lnTo>
                <a:lnTo>
                  <a:pt x="364836" y="29302"/>
                </a:lnTo>
                <a:lnTo>
                  <a:pt x="383554" y="29302"/>
                </a:lnTo>
                <a:lnTo>
                  <a:pt x="383554" y="99138"/>
                </a:lnTo>
                <a:moveTo>
                  <a:pt x="363739" y="11230"/>
                </a:moveTo>
                <a:cubicBezTo>
                  <a:pt x="363739" y="8434"/>
                  <a:pt x="364675" y="6132"/>
                  <a:pt x="366547" y="4324"/>
                </a:cubicBezTo>
                <a:cubicBezTo>
                  <a:pt x="368419" y="2517"/>
                  <a:pt x="370968" y="1614"/>
                  <a:pt x="374195" y="1614"/>
                </a:cubicBezTo>
                <a:cubicBezTo>
                  <a:pt x="377379" y="1614"/>
                  <a:pt x="379918" y="2517"/>
                  <a:pt x="381811" y="4324"/>
                </a:cubicBezTo>
                <a:cubicBezTo>
                  <a:pt x="383704" y="6132"/>
                  <a:pt x="384651" y="8434"/>
                  <a:pt x="384651" y="11230"/>
                </a:cubicBezTo>
                <a:cubicBezTo>
                  <a:pt x="384651" y="14070"/>
                  <a:pt x="383694" y="16394"/>
                  <a:pt x="381779" y="18201"/>
                </a:cubicBezTo>
                <a:cubicBezTo>
                  <a:pt x="379864" y="20008"/>
                  <a:pt x="377336" y="20912"/>
                  <a:pt x="374195" y="20912"/>
                </a:cubicBezTo>
                <a:cubicBezTo>
                  <a:pt x="371054" y="20912"/>
                  <a:pt x="368526" y="20008"/>
                  <a:pt x="366611" y="18201"/>
                </a:cubicBezTo>
                <a:cubicBezTo>
                  <a:pt x="364697" y="16394"/>
                  <a:pt x="363739" y="14070"/>
                  <a:pt x="363739" y="11230"/>
                </a:cubicBezTo>
                <a:close/>
                <a:moveTo>
                  <a:pt x="396002" y="63575"/>
                </a:moveTo>
                <a:cubicBezTo>
                  <a:pt x="396002" y="56647"/>
                  <a:pt x="397336" y="50472"/>
                  <a:pt x="400004" y="45051"/>
                </a:cubicBezTo>
                <a:cubicBezTo>
                  <a:pt x="402671" y="39629"/>
                  <a:pt x="406512" y="35434"/>
                  <a:pt x="411525" y="32465"/>
                </a:cubicBezTo>
                <a:cubicBezTo>
                  <a:pt x="416537" y="29496"/>
                  <a:pt x="422357" y="28012"/>
                  <a:pt x="428983" y="28012"/>
                </a:cubicBezTo>
                <a:cubicBezTo>
                  <a:pt x="438407" y="28012"/>
                  <a:pt x="446098" y="30894"/>
                  <a:pt x="452057" y="36660"/>
                </a:cubicBezTo>
                <a:cubicBezTo>
                  <a:pt x="458017" y="42426"/>
                  <a:pt x="461341" y="50257"/>
                  <a:pt x="462029" y="60154"/>
                </a:cubicBezTo>
                <a:lnTo>
                  <a:pt x="462158" y="64930"/>
                </a:lnTo>
                <a:cubicBezTo>
                  <a:pt x="462158" y="75644"/>
                  <a:pt x="459168" y="84239"/>
                  <a:pt x="453187" y="90715"/>
                </a:cubicBezTo>
                <a:cubicBezTo>
                  <a:pt x="447206" y="97191"/>
                  <a:pt x="439181" y="100428"/>
                  <a:pt x="429112" y="100428"/>
                </a:cubicBezTo>
                <a:cubicBezTo>
                  <a:pt x="419044" y="100428"/>
                  <a:pt x="411008" y="97201"/>
                  <a:pt x="405006" y="90747"/>
                </a:cubicBezTo>
                <a:cubicBezTo>
                  <a:pt x="399003" y="84293"/>
                  <a:pt x="396002" y="75515"/>
                  <a:pt x="396002" y="64414"/>
                </a:cubicBezTo>
                <a:lnTo>
                  <a:pt x="396002" y="63575"/>
                </a:lnTo>
                <a:moveTo>
                  <a:pt x="414655" y="64930"/>
                </a:moveTo>
                <a:cubicBezTo>
                  <a:pt x="414655" y="71556"/>
                  <a:pt x="415903" y="76623"/>
                  <a:pt x="418398" y="80130"/>
                </a:cubicBezTo>
                <a:cubicBezTo>
                  <a:pt x="420894" y="83637"/>
                  <a:pt x="424465" y="85390"/>
                  <a:pt x="429112" y="85390"/>
                </a:cubicBezTo>
                <a:cubicBezTo>
                  <a:pt x="433630" y="85390"/>
                  <a:pt x="437159" y="83658"/>
                  <a:pt x="439697" y="80194"/>
                </a:cubicBezTo>
                <a:cubicBezTo>
                  <a:pt x="442236" y="76731"/>
                  <a:pt x="443505" y="71191"/>
                  <a:pt x="443505" y="63575"/>
                </a:cubicBezTo>
                <a:cubicBezTo>
                  <a:pt x="443505" y="57077"/>
                  <a:pt x="442236" y="52043"/>
                  <a:pt x="439697" y="48472"/>
                </a:cubicBezTo>
                <a:cubicBezTo>
                  <a:pt x="437159" y="44900"/>
                  <a:pt x="433587" y="43115"/>
                  <a:pt x="428983" y="43115"/>
                </a:cubicBezTo>
                <a:cubicBezTo>
                  <a:pt x="424422" y="43115"/>
                  <a:pt x="420894" y="44889"/>
                  <a:pt x="418398" y="48439"/>
                </a:cubicBezTo>
                <a:cubicBezTo>
                  <a:pt x="415903" y="51989"/>
                  <a:pt x="414655" y="57486"/>
                  <a:pt x="414655" y="64930"/>
                </a:cubicBezTo>
                <a:close/>
                <a:moveTo>
                  <a:pt x="490797" y="29302"/>
                </a:moveTo>
                <a:lnTo>
                  <a:pt x="491378" y="37370"/>
                </a:lnTo>
                <a:cubicBezTo>
                  <a:pt x="496369" y="31131"/>
                  <a:pt x="503060" y="28012"/>
                  <a:pt x="511451" y="28012"/>
                </a:cubicBezTo>
                <a:cubicBezTo>
                  <a:pt x="518851" y="28012"/>
                  <a:pt x="524359" y="30184"/>
                  <a:pt x="527973" y="34530"/>
                </a:cubicBezTo>
                <a:cubicBezTo>
                  <a:pt x="531588" y="38876"/>
                  <a:pt x="533438" y="45374"/>
                  <a:pt x="533524" y="54022"/>
                </a:cubicBezTo>
                <a:lnTo>
                  <a:pt x="533524" y="99138"/>
                </a:lnTo>
                <a:lnTo>
                  <a:pt x="514871" y="99138"/>
                </a:lnTo>
                <a:lnTo>
                  <a:pt x="514871" y="54474"/>
                </a:lnTo>
                <a:cubicBezTo>
                  <a:pt x="514871" y="50515"/>
                  <a:pt x="514011" y="47643"/>
                  <a:pt x="512290" y="45858"/>
                </a:cubicBezTo>
                <a:cubicBezTo>
                  <a:pt x="510568" y="44072"/>
                  <a:pt x="507707" y="43179"/>
                  <a:pt x="503705" y="43179"/>
                </a:cubicBezTo>
                <a:cubicBezTo>
                  <a:pt x="498456" y="43179"/>
                  <a:pt x="494519" y="45417"/>
                  <a:pt x="491894" y="49891"/>
                </a:cubicBezTo>
                <a:lnTo>
                  <a:pt x="491894" y="99138"/>
                </a:lnTo>
                <a:lnTo>
                  <a:pt x="473241" y="99138"/>
                </a:lnTo>
                <a:lnTo>
                  <a:pt x="473241" y="29302"/>
                </a:lnTo>
                <a:lnTo>
                  <a:pt x="490797" y="29302"/>
                </a:lnTo>
                <a:close/>
                <a:moveTo>
                  <a:pt x="634830" y="79710"/>
                </a:moveTo>
                <a:lnTo>
                  <a:pt x="600880" y="79710"/>
                </a:lnTo>
                <a:lnTo>
                  <a:pt x="594426" y="99138"/>
                </a:lnTo>
                <a:lnTo>
                  <a:pt x="573837" y="99138"/>
                </a:lnTo>
                <a:lnTo>
                  <a:pt x="608819" y="5163"/>
                </a:lnTo>
                <a:lnTo>
                  <a:pt x="626762" y="5163"/>
                </a:lnTo>
                <a:lnTo>
                  <a:pt x="661938" y="99138"/>
                </a:lnTo>
                <a:lnTo>
                  <a:pt x="641349" y="99138"/>
                </a:lnTo>
                <a:lnTo>
                  <a:pt x="634830" y="79710"/>
                </a:lnTo>
                <a:moveTo>
                  <a:pt x="606108" y="64026"/>
                </a:moveTo>
                <a:lnTo>
                  <a:pt x="629602" y="64026"/>
                </a:lnTo>
                <a:lnTo>
                  <a:pt x="617791" y="28915"/>
                </a:lnTo>
                <a:lnTo>
                  <a:pt x="606108" y="64026"/>
                </a:lnTo>
                <a:close/>
                <a:moveTo>
                  <a:pt x="729234" y="64865"/>
                </a:moveTo>
                <a:cubicBezTo>
                  <a:pt x="729234" y="75623"/>
                  <a:pt x="726792" y="84239"/>
                  <a:pt x="721908" y="90715"/>
                </a:cubicBezTo>
                <a:cubicBezTo>
                  <a:pt x="717025" y="97191"/>
                  <a:pt x="710430" y="100428"/>
                  <a:pt x="702126" y="100428"/>
                </a:cubicBezTo>
                <a:cubicBezTo>
                  <a:pt x="695069" y="100428"/>
                  <a:pt x="689368" y="97976"/>
                  <a:pt x="685022" y="93071"/>
                </a:cubicBezTo>
                <a:lnTo>
                  <a:pt x="685022" y="125987"/>
                </a:lnTo>
                <a:lnTo>
                  <a:pt x="666369" y="125987"/>
                </a:lnTo>
                <a:lnTo>
                  <a:pt x="666369" y="29302"/>
                </a:lnTo>
                <a:lnTo>
                  <a:pt x="683667" y="29302"/>
                </a:lnTo>
                <a:lnTo>
                  <a:pt x="684312" y="36144"/>
                </a:lnTo>
                <a:cubicBezTo>
                  <a:pt x="688830" y="30722"/>
                  <a:pt x="694725" y="28012"/>
                  <a:pt x="701997" y="28012"/>
                </a:cubicBezTo>
                <a:cubicBezTo>
                  <a:pt x="710603" y="28012"/>
                  <a:pt x="717293" y="31196"/>
                  <a:pt x="722070" y="37564"/>
                </a:cubicBezTo>
                <a:cubicBezTo>
                  <a:pt x="726846" y="43932"/>
                  <a:pt x="729234" y="52710"/>
                  <a:pt x="729234" y="63897"/>
                </a:cubicBezTo>
                <a:lnTo>
                  <a:pt x="729234" y="64865"/>
                </a:lnTo>
                <a:moveTo>
                  <a:pt x="710581" y="63510"/>
                </a:moveTo>
                <a:cubicBezTo>
                  <a:pt x="710581" y="57013"/>
                  <a:pt x="709430" y="52000"/>
                  <a:pt x="707128" y="48472"/>
                </a:cubicBezTo>
                <a:cubicBezTo>
                  <a:pt x="704826" y="44943"/>
                  <a:pt x="701480" y="43179"/>
                  <a:pt x="697092" y="43179"/>
                </a:cubicBezTo>
                <a:cubicBezTo>
                  <a:pt x="691240" y="43179"/>
                  <a:pt x="687217" y="45417"/>
                  <a:pt x="685022" y="49891"/>
                </a:cubicBezTo>
                <a:lnTo>
                  <a:pt x="685022" y="78484"/>
                </a:lnTo>
                <a:cubicBezTo>
                  <a:pt x="687303" y="83088"/>
                  <a:pt x="691369" y="85390"/>
                  <a:pt x="697221" y="85390"/>
                </a:cubicBezTo>
                <a:cubicBezTo>
                  <a:pt x="706128" y="85390"/>
                  <a:pt x="710581" y="78097"/>
                  <a:pt x="710581" y="63510"/>
                </a:cubicBezTo>
                <a:close/>
                <a:moveTo>
                  <a:pt x="803633" y="64865"/>
                </a:moveTo>
                <a:cubicBezTo>
                  <a:pt x="803633" y="75623"/>
                  <a:pt x="801191" y="84239"/>
                  <a:pt x="796308" y="90715"/>
                </a:cubicBezTo>
                <a:cubicBezTo>
                  <a:pt x="791424" y="97191"/>
                  <a:pt x="784830" y="100428"/>
                  <a:pt x="776525" y="100428"/>
                </a:cubicBezTo>
                <a:cubicBezTo>
                  <a:pt x="769469" y="100428"/>
                  <a:pt x="763767" y="97976"/>
                  <a:pt x="759422" y="93071"/>
                </a:cubicBezTo>
                <a:lnTo>
                  <a:pt x="759422" y="125987"/>
                </a:lnTo>
                <a:lnTo>
                  <a:pt x="740769" y="125987"/>
                </a:lnTo>
                <a:lnTo>
                  <a:pt x="740769" y="29302"/>
                </a:lnTo>
                <a:lnTo>
                  <a:pt x="758066" y="29302"/>
                </a:lnTo>
                <a:lnTo>
                  <a:pt x="758712" y="36144"/>
                </a:lnTo>
                <a:cubicBezTo>
                  <a:pt x="763230" y="30722"/>
                  <a:pt x="769125" y="28012"/>
                  <a:pt x="776396" y="28012"/>
                </a:cubicBezTo>
                <a:cubicBezTo>
                  <a:pt x="785002" y="28012"/>
                  <a:pt x="791693" y="31196"/>
                  <a:pt x="796469" y="37564"/>
                </a:cubicBezTo>
                <a:cubicBezTo>
                  <a:pt x="801245" y="43932"/>
                  <a:pt x="803633" y="52710"/>
                  <a:pt x="803633" y="63897"/>
                </a:cubicBezTo>
                <a:lnTo>
                  <a:pt x="803633" y="64865"/>
                </a:lnTo>
                <a:moveTo>
                  <a:pt x="784981" y="63510"/>
                </a:moveTo>
                <a:cubicBezTo>
                  <a:pt x="784981" y="57013"/>
                  <a:pt x="783829" y="52000"/>
                  <a:pt x="781527" y="48472"/>
                </a:cubicBezTo>
                <a:cubicBezTo>
                  <a:pt x="779225" y="44943"/>
                  <a:pt x="775880" y="43179"/>
                  <a:pt x="771491" y="43179"/>
                </a:cubicBezTo>
                <a:cubicBezTo>
                  <a:pt x="765639" y="43179"/>
                  <a:pt x="761616" y="45417"/>
                  <a:pt x="759422" y="49891"/>
                </a:cubicBezTo>
                <a:lnTo>
                  <a:pt x="759422" y="78484"/>
                </a:lnTo>
                <a:cubicBezTo>
                  <a:pt x="761702" y="83088"/>
                  <a:pt x="765768" y="85390"/>
                  <a:pt x="771620" y="85390"/>
                </a:cubicBezTo>
                <a:cubicBezTo>
                  <a:pt x="780527" y="85390"/>
                  <a:pt x="784981" y="78097"/>
                  <a:pt x="784981" y="63510"/>
                </a:cubicBezTo>
                <a:close/>
                <a:moveTo>
                  <a:pt x="854410" y="46793"/>
                </a:moveTo>
                <a:cubicBezTo>
                  <a:pt x="851871" y="46449"/>
                  <a:pt x="849634" y="46277"/>
                  <a:pt x="847698" y="46277"/>
                </a:cubicBezTo>
                <a:cubicBezTo>
                  <a:pt x="840641" y="46277"/>
                  <a:pt x="836015" y="48665"/>
                  <a:pt x="833821" y="53441"/>
                </a:cubicBezTo>
                <a:lnTo>
                  <a:pt x="833821" y="99138"/>
                </a:lnTo>
                <a:lnTo>
                  <a:pt x="815168" y="99138"/>
                </a:lnTo>
                <a:lnTo>
                  <a:pt x="815168" y="29302"/>
                </a:lnTo>
                <a:lnTo>
                  <a:pt x="832788" y="29302"/>
                </a:lnTo>
                <a:lnTo>
                  <a:pt x="833305" y="37628"/>
                </a:lnTo>
                <a:cubicBezTo>
                  <a:pt x="837048" y="31217"/>
                  <a:pt x="842233" y="28012"/>
                  <a:pt x="848859" y="28012"/>
                </a:cubicBezTo>
                <a:cubicBezTo>
                  <a:pt x="850925" y="28012"/>
                  <a:pt x="852861" y="28291"/>
                  <a:pt x="854668" y="28851"/>
                </a:cubicBezTo>
                <a:lnTo>
                  <a:pt x="854410" y="46793"/>
                </a:lnTo>
                <a:close/>
                <a:moveTo>
                  <a:pt x="858142" y="63575"/>
                </a:moveTo>
                <a:cubicBezTo>
                  <a:pt x="858142" y="56647"/>
                  <a:pt x="859476" y="50472"/>
                  <a:pt x="862143" y="45051"/>
                </a:cubicBezTo>
                <a:cubicBezTo>
                  <a:pt x="864811" y="39629"/>
                  <a:pt x="868652" y="35434"/>
                  <a:pt x="873664" y="32465"/>
                </a:cubicBezTo>
                <a:cubicBezTo>
                  <a:pt x="878677" y="29496"/>
                  <a:pt x="884497" y="28012"/>
                  <a:pt x="891123" y="28012"/>
                </a:cubicBezTo>
                <a:cubicBezTo>
                  <a:pt x="900546" y="28012"/>
                  <a:pt x="908238" y="30894"/>
                  <a:pt x="914197" y="36660"/>
                </a:cubicBezTo>
                <a:cubicBezTo>
                  <a:pt x="920157" y="42426"/>
                  <a:pt x="923481" y="50257"/>
                  <a:pt x="924169" y="60154"/>
                </a:cubicBezTo>
                <a:lnTo>
                  <a:pt x="924298" y="64930"/>
                </a:lnTo>
                <a:cubicBezTo>
                  <a:pt x="924298" y="75644"/>
                  <a:pt x="921308" y="84239"/>
                  <a:pt x="915327" y="90715"/>
                </a:cubicBezTo>
                <a:cubicBezTo>
                  <a:pt x="909346" y="97191"/>
                  <a:pt x="901321" y="100428"/>
                  <a:pt x="891252" y="100428"/>
                </a:cubicBezTo>
                <a:cubicBezTo>
                  <a:pt x="881184" y="100428"/>
                  <a:pt x="873148" y="97201"/>
                  <a:pt x="867146" y="90747"/>
                </a:cubicBezTo>
                <a:cubicBezTo>
                  <a:pt x="861143" y="84293"/>
                  <a:pt x="858142" y="75515"/>
                  <a:pt x="858142" y="64414"/>
                </a:cubicBezTo>
                <a:lnTo>
                  <a:pt x="858142" y="63575"/>
                </a:lnTo>
                <a:moveTo>
                  <a:pt x="876795" y="64930"/>
                </a:moveTo>
                <a:cubicBezTo>
                  <a:pt x="876795" y="71556"/>
                  <a:pt x="878042" y="76623"/>
                  <a:pt x="880538" y="80130"/>
                </a:cubicBezTo>
                <a:cubicBezTo>
                  <a:pt x="883034" y="83637"/>
                  <a:pt x="886605" y="85390"/>
                  <a:pt x="891252" y="85390"/>
                </a:cubicBezTo>
                <a:cubicBezTo>
                  <a:pt x="895770" y="85390"/>
                  <a:pt x="899299" y="83658"/>
                  <a:pt x="901837" y="80194"/>
                </a:cubicBezTo>
                <a:cubicBezTo>
                  <a:pt x="904376" y="76731"/>
                  <a:pt x="905645" y="71191"/>
                  <a:pt x="905645" y="63575"/>
                </a:cubicBezTo>
                <a:cubicBezTo>
                  <a:pt x="905645" y="57077"/>
                  <a:pt x="904376" y="52043"/>
                  <a:pt x="901837" y="48472"/>
                </a:cubicBezTo>
                <a:cubicBezTo>
                  <a:pt x="899299" y="44900"/>
                  <a:pt x="895727" y="43115"/>
                  <a:pt x="891123" y="43115"/>
                </a:cubicBezTo>
                <a:cubicBezTo>
                  <a:pt x="886562" y="43115"/>
                  <a:pt x="883034" y="44889"/>
                  <a:pt x="880538" y="48439"/>
                </a:cubicBezTo>
                <a:cubicBezTo>
                  <a:pt x="878042" y="51989"/>
                  <a:pt x="876795" y="57486"/>
                  <a:pt x="876795" y="64930"/>
                </a:cubicBezTo>
                <a:close/>
                <a:moveTo>
                  <a:pt x="976236" y="99138"/>
                </a:moveTo>
                <a:cubicBezTo>
                  <a:pt x="975376" y="97459"/>
                  <a:pt x="974752" y="95373"/>
                  <a:pt x="974365" y="92877"/>
                </a:cubicBezTo>
                <a:cubicBezTo>
                  <a:pt x="969847" y="97911"/>
                  <a:pt x="963973" y="100428"/>
                  <a:pt x="956745" y="100428"/>
                </a:cubicBezTo>
                <a:cubicBezTo>
                  <a:pt x="949903" y="100428"/>
                  <a:pt x="944234" y="98446"/>
                  <a:pt x="939738" y="94482"/>
                </a:cubicBezTo>
                <a:cubicBezTo>
                  <a:pt x="935241" y="90517"/>
                  <a:pt x="932993" y="85518"/>
                  <a:pt x="932993" y="79486"/>
                </a:cubicBezTo>
                <a:cubicBezTo>
                  <a:pt x="932993" y="72075"/>
                  <a:pt x="935736" y="66387"/>
                  <a:pt x="941222" y="62423"/>
                </a:cubicBezTo>
                <a:cubicBezTo>
                  <a:pt x="946708" y="58458"/>
                  <a:pt x="954636" y="56453"/>
                  <a:pt x="965006" y="56410"/>
                </a:cubicBezTo>
                <a:lnTo>
                  <a:pt x="973590" y="56410"/>
                </a:lnTo>
                <a:lnTo>
                  <a:pt x="973590" y="52427"/>
                </a:lnTo>
                <a:cubicBezTo>
                  <a:pt x="973590" y="49213"/>
                  <a:pt x="972762" y="46643"/>
                  <a:pt x="971105" y="44716"/>
                </a:cubicBezTo>
                <a:cubicBezTo>
                  <a:pt x="969449" y="42788"/>
                  <a:pt x="966835" y="41824"/>
                  <a:pt x="963263" y="41824"/>
                </a:cubicBezTo>
                <a:cubicBezTo>
                  <a:pt x="960122" y="41824"/>
                  <a:pt x="957659" y="42571"/>
                  <a:pt x="955873" y="44067"/>
                </a:cubicBezTo>
                <a:cubicBezTo>
                  <a:pt x="954088" y="45560"/>
                  <a:pt x="953195" y="47610"/>
                  <a:pt x="953195" y="50214"/>
                </a:cubicBezTo>
                <a:lnTo>
                  <a:pt x="934542" y="50214"/>
                </a:lnTo>
                <a:cubicBezTo>
                  <a:pt x="934542" y="46182"/>
                  <a:pt x="935790" y="42450"/>
                  <a:pt x="938285" y="39018"/>
                </a:cubicBezTo>
                <a:cubicBezTo>
                  <a:pt x="940781" y="35585"/>
                  <a:pt x="944309" y="32893"/>
                  <a:pt x="948870" y="30940"/>
                </a:cubicBezTo>
                <a:cubicBezTo>
                  <a:pt x="953431" y="28988"/>
                  <a:pt x="958552" y="28012"/>
                  <a:pt x="964231" y="28012"/>
                </a:cubicBezTo>
                <a:cubicBezTo>
                  <a:pt x="972837" y="28012"/>
                  <a:pt x="979668" y="30174"/>
                  <a:pt x="984724" y="34498"/>
                </a:cubicBezTo>
                <a:cubicBezTo>
                  <a:pt x="989780" y="38822"/>
                  <a:pt x="992308" y="44900"/>
                  <a:pt x="992308" y="52731"/>
                </a:cubicBezTo>
                <a:lnTo>
                  <a:pt x="992308" y="83002"/>
                </a:lnTo>
                <a:cubicBezTo>
                  <a:pt x="992351" y="89628"/>
                  <a:pt x="993276" y="94641"/>
                  <a:pt x="995083" y="98040"/>
                </a:cubicBezTo>
                <a:lnTo>
                  <a:pt x="995083" y="99138"/>
                </a:lnTo>
                <a:lnTo>
                  <a:pt x="976236" y="99138"/>
                </a:lnTo>
                <a:moveTo>
                  <a:pt x="960811" y="86164"/>
                </a:moveTo>
                <a:cubicBezTo>
                  <a:pt x="963565" y="86164"/>
                  <a:pt x="966103" y="85549"/>
                  <a:pt x="968427" y="84319"/>
                </a:cubicBezTo>
                <a:cubicBezTo>
                  <a:pt x="970750" y="83089"/>
                  <a:pt x="972471" y="81437"/>
                  <a:pt x="973590" y="79363"/>
                </a:cubicBezTo>
                <a:lnTo>
                  <a:pt x="973590" y="67318"/>
                </a:lnTo>
                <a:lnTo>
                  <a:pt x="966620" y="67318"/>
                </a:lnTo>
                <a:cubicBezTo>
                  <a:pt x="957282" y="67318"/>
                  <a:pt x="952313" y="70556"/>
                  <a:pt x="951710" y="77032"/>
                </a:cubicBezTo>
                <a:lnTo>
                  <a:pt x="951646" y="78133"/>
                </a:lnTo>
                <a:cubicBezTo>
                  <a:pt x="951646" y="80465"/>
                  <a:pt x="952463" y="82386"/>
                  <a:pt x="954098" y="83897"/>
                </a:cubicBezTo>
                <a:cubicBezTo>
                  <a:pt x="955733" y="85409"/>
                  <a:pt x="957971" y="86164"/>
                  <a:pt x="960811" y="86164"/>
                </a:cubicBezTo>
                <a:close/>
                <a:moveTo>
                  <a:pt x="1035663" y="85390"/>
                </a:moveTo>
                <a:cubicBezTo>
                  <a:pt x="1039105" y="85390"/>
                  <a:pt x="1041902" y="84443"/>
                  <a:pt x="1044053" y="82550"/>
                </a:cubicBezTo>
                <a:cubicBezTo>
                  <a:pt x="1046205" y="80657"/>
                  <a:pt x="1047323" y="78140"/>
                  <a:pt x="1047409" y="74999"/>
                </a:cubicBezTo>
                <a:lnTo>
                  <a:pt x="1064900" y="74999"/>
                </a:lnTo>
                <a:cubicBezTo>
                  <a:pt x="1064857" y="79732"/>
                  <a:pt x="1063567" y="84067"/>
                  <a:pt x="1061028" y="88004"/>
                </a:cubicBezTo>
                <a:cubicBezTo>
                  <a:pt x="1058489" y="91941"/>
                  <a:pt x="1055015" y="94996"/>
                  <a:pt x="1050604" y="97169"/>
                </a:cubicBezTo>
                <a:cubicBezTo>
                  <a:pt x="1046194" y="99342"/>
                  <a:pt x="1041321" y="100428"/>
                  <a:pt x="1035985" y="100428"/>
                </a:cubicBezTo>
                <a:cubicBezTo>
                  <a:pt x="1026003" y="100428"/>
                  <a:pt x="1018129" y="97255"/>
                  <a:pt x="1012363" y="90908"/>
                </a:cubicBezTo>
                <a:cubicBezTo>
                  <a:pt x="1006597" y="84562"/>
                  <a:pt x="1003714" y="75795"/>
                  <a:pt x="1003714" y="64607"/>
                </a:cubicBezTo>
                <a:lnTo>
                  <a:pt x="1003714" y="63381"/>
                </a:lnTo>
                <a:cubicBezTo>
                  <a:pt x="1003714" y="52624"/>
                  <a:pt x="1006575" y="44040"/>
                  <a:pt x="1012298" y="37628"/>
                </a:cubicBezTo>
                <a:cubicBezTo>
                  <a:pt x="1018021" y="31217"/>
                  <a:pt x="1025874" y="28012"/>
                  <a:pt x="1035856" y="28012"/>
                </a:cubicBezTo>
                <a:cubicBezTo>
                  <a:pt x="1044591" y="28012"/>
                  <a:pt x="1051594" y="30496"/>
                  <a:pt x="1056865" y="35466"/>
                </a:cubicBezTo>
                <a:cubicBezTo>
                  <a:pt x="1062136" y="40436"/>
                  <a:pt x="1064814" y="47052"/>
                  <a:pt x="1064900" y="55313"/>
                </a:cubicBezTo>
                <a:lnTo>
                  <a:pt x="1047409" y="55313"/>
                </a:lnTo>
                <a:cubicBezTo>
                  <a:pt x="1047323" y="51699"/>
                  <a:pt x="1046205" y="48762"/>
                  <a:pt x="1044053" y="46503"/>
                </a:cubicBezTo>
                <a:cubicBezTo>
                  <a:pt x="1041902" y="44244"/>
                  <a:pt x="1039062" y="43115"/>
                  <a:pt x="1035534" y="43115"/>
                </a:cubicBezTo>
                <a:cubicBezTo>
                  <a:pt x="1031188" y="43115"/>
                  <a:pt x="1027907" y="44696"/>
                  <a:pt x="1025691" y="47858"/>
                </a:cubicBezTo>
                <a:cubicBezTo>
                  <a:pt x="1023475" y="51021"/>
                  <a:pt x="1022367" y="56152"/>
                  <a:pt x="1022367" y="63252"/>
                </a:cubicBezTo>
                <a:lnTo>
                  <a:pt x="1022367" y="65188"/>
                </a:lnTo>
                <a:cubicBezTo>
                  <a:pt x="1022367" y="72374"/>
                  <a:pt x="1023464" y="77537"/>
                  <a:pt x="1025659" y="80678"/>
                </a:cubicBezTo>
                <a:cubicBezTo>
                  <a:pt x="1027853" y="83819"/>
                  <a:pt x="1031188" y="85390"/>
                  <a:pt x="1035663" y="85390"/>
                </a:cubicBezTo>
                <a:close/>
                <a:moveTo>
                  <a:pt x="1093734" y="36918"/>
                </a:moveTo>
                <a:cubicBezTo>
                  <a:pt x="1098683" y="30980"/>
                  <a:pt x="1104900" y="28012"/>
                  <a:pt x="1112387" y="28012"/>
                </a:cubicBezTo>
                <a:cubicBezTo>
                  <a:pt x="1127533" y="28012"/>
                  <a:pt x="1135214" y="36811"/>
                  <a:pt x="1135429" y="54409"/>
                </a:cubicBezTo>
                <a:lnTo>
                  <a:pt x="1135429" y="99138"/>
                </a:lnTo>
                <a:lnTo>
                  <a:pt x="1116776" y="99138"/>
                </a:lnTo>
                <a:lnTo>
                  <a:pt x="1116776" y="54926"/>
                </a:lnTo>
                <a:cubicBezTo>
                  <a:pt x="1116776" y="50924"/>
                  <a:pt x="1115916" y="47966"/>
                  <a:pt x="1114194" y="46051"/>
                </a:cubicBezTo>
                <a:cubicBezTo>
                  <a:pt x="1112473" y="44136"/>
                  <a:pt x="1109612" y="43179"/>
                  <a:pt x="1105610" y="43179"/>
                </a:cubicBezTo>
                <a:cubicBezTo>
                  <a:pt x="1100146" y="43179"/>
                  <a:pt x="1096187" y="45287"/>
                  <a:pt x="1093734" y="49504"/>
                </a:cubicBezTo>
                <a:lnTo>
                  <a:pt x="1093734" y="99138"/>
                </a:lnTo>
                <a:lnTo>
                  <a:pt x="1075082" y="99138"/>
                </a:lnTo>
                <a:lnTo>
                  <a:pt x="1075082" y="0"/>
                </a:lnTo>
                <a:lnTo>
                  <a:pt x="1093734" y="0"/>
                </a:lnTo>
                <a:lnTo>
                  <a:pt x="1093734" y="3691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[experimental/conservative]">
            <a:extLst xmlns:a="http://schemas.openxmlformats.org/drawingml/2006/main">
              <a:ext uri="{FF2B5EF4-FFF2-40B4-BE49-F238E27FC236}">
                <a16:creationId xmlns:a16="http://schemas.microsoft.com/office/drawing/2014/main" id="{C4013F6B-FD8C-4978-9E0A-D94D3DE5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30" y="2166289"/>
            <a:ext cx="1397864" cy="115723"/>
          </a:xfrm>
          <a:custGeom xmlns:a="http://schemas.openxmlformats.org/drawingml/2006/main">
            <a:pathLst>
              <a:path w="1397864" h="115723">
                <a:moveTo>
                  <a:pt x="23693" y="12230"/>
                </a:moveTo>
                <a:lnTo>
                  <a:pt x="15905" y="12230"/>
                </a:lnTo>
                <a:lnTo>
                  <a:pt x="15905" y="99324"/>
                </a:lnTo>
                <a:lnTo>
                  <a:pt x="23693" y="99324"/>
                </a:lnTo>
                <a:lnTo>
                  <a:pt x="23693" y="111555"/>
                </a:lnTo>
                <a:lnTo>
                  <a:pt x="0" y="111555"/>
                </a:lnTo>
                <a:lnTo>
                  <a:pt x="0" y="0"/>
                </a:lnTo>
                <a:lnTo>
                  <a:pt x="23693" y="0"/>
                </a:lnTo>
                <a:lnTo>
                  <a:pt x="23693" y="12230"/>
                </a:lnTo>
                <a:close/>
                <a:moveTo>
                  <a:pt x="58013" y="94004"/>
                </a:moveTo>
                <a:cubicBezTo>
                  <a:pt x="49311" y="94004"/>
                  <a:pt x="42227" y="91335"/>
                  <a:pt x="36761" y="85997"/>
                </a:cubicBezTo>
                <a:cubicBezTo>
                  <a:pt x="31294" y="80659"/>
                  <a:pt x="28561" y="73547"/>
                  <a:pt x="28561" y="64662"/>
                </a:cubicBezTo>
                <a:lnTo>
                  <a:pt x="28561" y="63127"/>
                </a:lnTo>
                <a:cubicBezTo>
                  <a:pt x="28561" y="57167"/>
                  <a:pt x="29713" y="51838"/>
                  <a:pt x="32017" y="47139"/>
                </a:cubicBezTo>
                <a:cubicBezTo>
                  <a:pt x="34320" y="42441"/>
                  <a:pt x="37583" y="38821"/>
                  <a:pt x="41806" y="36280"/>
                </a:cubicBezTo>
                <a:cubicBezTo>
                  <a:pt x="46029" y="33739"/>
                  <a:pt x="50847" y="32468"/>
                  <a:pt x="56258" y="32468"/>
                </a:cubicBezTo>
                <a:cubicBezTo>
                  <a:pt x="64375" y="32468"/>
                  <a:pt x="70764" y="35028"/>
                  <a:pt x="75426" y="40146"/>
                </a:cubicBezTo>
                <a:cubicBezTo>
                  <a:pt x="80088" y="45265"/>
                  <a:pt x="82419" y="52523"/>
                  <a:pt x="82419" y="61920"/>
                </a:cubicBezTo>
                <a:lnTo>
                  <a:pt x="82419" y="68392"/>
                </a:lnTo>
                <a:lnTo>
                  <a:pt x="44631" y="68392"/>
                </a:lnTo>
                <a:cubicBezTo>
                  <a:pt x="45143" y="72267"/>
                  <a:pt x="46688" y="75375"/>
                  <a:pt x="49265" y="77715"/>
                </a:cubicBezTo>
                <a:cubicBezTo>
                  <a:pt x="51843" y="80055"/>
                  <a:pt x="55106" y="81225"/>
                  <a:pt x="59055" y="81225"/>
                </a:cubicBezTo>
                <a:cubicBezTo>
                  <a:pt x="65161" y="81225"/>
                  <a:pt x="69933" y="79013"/>
                  <a:pt x="73370" y="74589"/>
                </a:cubicBezTo>
                <a:lnTo>
                  <a:pt x="81158" y="83309"/>
                </a:lnTo>
                <a:cubicBezTo>
                  <a:pt x="78781" y="86673"/>
                  <a:pt x="75563" y="89297"/>
                  <a:pt x="71505" y="91180"/>
                </a:cubicBezTo>
                <a:cubicBezTo>
                  <a:pt x="67446" y="93063"/>
                  <a:pt x="62949" y="94004"/>
                  <a:pt x="58013" y="94004"/>
                </a:cubicBezTo>
                <a:moveTo>
                  <a:pt x="56203" y="45302"/>
                </a:moveTo>
                <a:cubicBezTo>
                  <a:pt x="53059" y="45302"/>
                  <a:pt x="50508" y="46362"/>
                  <a:pt x="48552" y="48483"/>
                </a:cubicBezTo>
                <a:cubicBezTo>
                  <a:pt x="46596" y="50604"/>
                  <a:pt x="45344" y="53638"/>
                  <a:pt x="44795" y="57587"/>
                </a:cubicBezTo>
                <a:lnTo>
                  <a:pt x="66843" y="57587"/>
                </a:lnTo>
                <a:lnTo>
                  <a:pt x="66843" y="56326"/>
                </a:lnTo>
                <a:cubicBezTo>
                  <a:pt x="66770" y="52816"/>
                  <a:pt x="65819" y="50101"/>
                  <a:pt x="63991" y="48181"/>
                </a:cubicBezTo>
                <a:cubicBezTo>
                  <a:pt x="62163" y="46262"/>
                  <a:pt x="59567" y="45302"/>
                  <a:pt x="56203" y="45302"/>
                </a:cubicBezTo>
                <a:close/>
                <a:moveTo>
                  <a:pt x="113985" y="51280"/>
                </a:moveTo>
                <a:lnTo>
                  <a:pt x="123966" y="33565"/>
                </a:lnTo>
                <a:lnTo>
                  <a:pt x="140913" y="33565"/>
                </a:lnTo>
                <a:lnTo>
                  <a:pt x="124021" y="62633"/>
                </a:lnTo>
                <a:lnTo>
                  <a:pt x="141626" y="92907"/>
                </a:lnTo>
                <a:lnTo>
                  <a:pt x="124624" y="92907"/>
                </a:lnTo>
                <a:lnTo>
                  <a:pt x="114039" y="74260"/>
                </a:lnTo>
                <a:lnTo>
                  <a:pt x="103509" y="92907"/>
                </a:lnTo>
                <a:lnTo>
                  <a:pt x="86452" y="92907"/>
                </a:lnTo>
                <a:lnTo>
                  <a:pt x="104058" y="62633"/>
                </a:lnTo>
                <a:lnTo>
                  <a:pt x="87220" y="33565"/>
                </a:lnTo>
                <a:lnTo>
                  <a:pt x="104222" y="33565"/>
                </a:lnTo>
                <a:lnTo>
                  <a:pt x="113985" y="51280"/>
                </a:lnTo>
                <a:close/>
                <a:moveTo>
                  <a:pt x="201932" y="63785"/>
                </a:moveTo>
                <a:cubicBezTo>
                  <a:pt x="201932" y="72925"/>
                  <a:pt x="199857" y="80247"/>
                  <a:pt x="195707" y="85750"/>
                </a:cubicBezTo>
                <a:cubicBezTo>
                  <a:pt x="191557" y="91253"/>
                  <a:pt x="185954" y="94004"/>
                  <a:pt x="178897" y="94004"/>
                </a:cubicBezTo>
                <a:cubicBezTo>
                  <a:pt x="172901" y="94004"/>
                  <a:pt x="168056" y="91920"/>
                  <a:pt x="164363" y="87752"/>
                </a:cubicBezTo>
                <a:lnTo>
                  <a:pt x="164363" y="115723"/>
                </a:lnTo>
                <a:lnTo>
                  <a:pt x="148513" y="115723"/>
                </a:lnTo>
                <a:lnTo>
                  <a:pt x="148513" y="33565"/>
                </a:lnTo>
                <a:lnTo>
                  <a:pt x="163212" y="33565"/>
                </a:lnTo>
                <a:lnTo>
                  <a:pt x="163760" y="39379"/>
                </a:lnTo>
                <a:cubicBezTo>
                  <a:pt x="167599" y="34772"/>
                  <a:pt x="172608" y="32468"/>
                  <a:pt x="178788" y="32468"/>
                </a:cubicBezTo>
                <a:cubicBezTo>
                  <a:pt x="186100" y="32468"/>
                  <a:pt x="191786" y="35174"/>
                  <a:pt x="195844" y="40585"/>
                </a:cubicBezTo>
                <a:cubicBezTo>
                  <a:pt x="199903" y="45997"/>
                  <a:pt x="201932" y="53456"/>
                  <a:pt x="201932" y="62962"/>
                </a:cubicBezTo>
                <a:lnTo>
                  <a:pt x="201932" y="63785"/>
                </a:lnTo>
                <a:moveTo>
                  <a:pt x="186082" y="62633"/>
                </a:moveTo>
                <a:cubicBezTo>
                  <a:pt x="186082" y="57112"/>
                  <a:pt x="185104" y="52852"/>
                  <a:pt x="183148" y="49854"/>
                </a:cubicBezTo>
                <a:cubicBezTo>
                  <a:pt x="181192" y="46856"/>
                  <a:pt x="178349" y="45357"/>
                  <a:pt x="174619" y="45357"/>
                </a:cubicBezTo>
                <a:cubicBezTo>
                  <a:pt x="169647" y="45357"/>
                  <a:pt x="166228" y="47258"/>
                  <a:pt x="164363" y="51061"/>
                </a:cubicBezTo>
                <a:lnTo>
                  <a:pt x="164363" y="75357"/>
                </a:lnTo>
                <a:cubicBezTo>
                  <a:pt x="166301" y="79269"/>
                  <a:pt x="169757" y="81225"/>
                  <a:pt x="174729" y="81225"/>
                </a:cubicBezTo>
                <a:cubicBezTo>
                  <a:pt x="182298" y="81225"/>
                  <a:pt x="186082" y="75028"/>
                  <a:pt x="186082" y="62633"/>
                </a:cubicBezTo>
                <a:close/>
                <a:moveTo>
                  <a:pt x="239036" y="94004"/>
                </a:moveTo>
                <a:cubicBezTo>
                  <a:pt x="230334" y="94004"/>
                  <a:pt x="223250" y="91335"/>
                  <a:pt x="217784" y="85997"/>
                </a:cubicBezTo>
                <a:cubicBezTo>
                  <a:pt x="212317" y="80659"/>
                  <a:pt x="209584" y="73547"/>
                  <a:pt x="209584" y="64662"/>
                </a:cubicBezTo>
                <a:lnTo>
                  <a:pt x="209584" y="63127"/>
                </a:lnTo>
                <a:cubicBezTo>
                  <a:pt x="209584" y="57167"/>
                  <a:pt x="210736" y="51838"/>
                  <a:pt x="213040" y="47139"/>
                </a:cubicBezTo>
                <a:cubicBezTo>
                  <a:pt x="215343" y="42441"/>
                  <a:pt x="218606" y="38821"/>
                  <a:pt x="222829" y="36280"/>
                </a:cubicBezTo>
                <a:cubicBezTo>
                  <a:pt x="227052" y="33739"/>
                  <a:pt x="231870" y="32468"/>
                  <a:pt x="237281" y="32468"/>
                </a:cubicBezTo>
                <a:cubicBezTo>
                  <a:pt x="245398" y="32468"/>
                  <a:pt x="251788" y="35028"/>
                  <a:pt x="256449" y="40146"/>
                </a:cubicBezTo>
                <a:cubicBezTo>
                  <a:pt x="261111" y="45265"/>
                  <a:pt x="263442" y="52523"/>
                  <a:pt x="263442" y="61920"/>
                </a:cubicBezTo>
                <a:lnTo>
                  <a:pt x="263442" y="68392"/>
                </a:lnTo>
                <a:lnTo>
                  <a:pt x="225654" y="68392"/>
                </a:lnTo>
                <a:cubicBezTo>
                  <a:pt x="226166" y="72267"/>
                  <a:pt x="227711" y="75375"/>
                  <a:pt x="230288" y="77715"/>
                </a:cubicBezTo>
                <a:cubicBezTo>
                  <a:pt x="232866" y="80055"/>
                  <a:pt x="236129" y="81225"/>
                  <a:pt x="240078" y="81225"/>
                </a:cubicBezTo>
                <a:cubicBezTo>
                  <a:pt x="246184" y="81225"/>
                  <a:pt x="250956" y="79013"/>
                  <a:pt x="254393" y="74589"/>
                </a:cubicBezTo>
                <a:lnTo>
                  <a:pt x="262181" y="83309"/>
                </a:lnTo>
                <a:cubicBezTo>
                  <a:pt x="259804" y="86673"/>
                  <a:pt x="256586" y="89297"/>
                  <a:pt x="252528" y="91180"/>
                </a:cubicBezTo>
                <a:cubicBezTo>
                  <a:pt x="248469" y="93063"/>
                  <a:pt x="243972" y="94004"/>
                  <a:pt x="239036" y="94004"/>
                </a:cubicBezTo>
                <a:moveTo>
                  <a:pt x="237226" y="45302"/>
                </a:moveTo>
                <a:cubicBezTo>
                  <a:pt x="234082" y="45302"/>
                  <a:pt x="231531" y="46362"/>
                  <a:pt x="229575" y="48483"/>
                </a:cubicBezTo>
                <a:cubicBezTo>
                  <a:pt x="227619" y="50604"/>
                  <a:pt x="226367" y="53638"/>
                  <a:pt x="225818" y="57587"/>
                </a:cubicBezTo>
                <a:lnTo>
                  <a:pt x="247866" y="57587"/>
                </a:lnTo>
                <a:lnTo>
                  <a:pt x="247866" y="56326"/>
                </a:lnTo>
                <a:cubicBezTo>
                  <a:pt x="247793" y="52816"/>
                  <a:pt x="246842" y="50101"/>
                  <a:pt x="245014" y="48181"/>
                </a:cubicBezTo>
                <a:cubicBezTo>
                  <a:pt x="243186" y="46262"/>
                  <a:pt x="240590" y="45302"/>
                  <a:pt x="237226" y="45302"/>
                </a:cubicBezTo>
                <a:close/>
                <a:moveTo>
                  <a:pt x="305757" y="48428"/>
                </a:moveTo>
                <a:cubicBezTo>
                  <a:pt x="303600" y="48136"/>
                  <a:pt x="301699" y="47989"/>
                  <a:pt x="300053" y="47989"/>
                </a:cubicBezTo>
                <a:cubicBezTo>
                  <a:pt x="294057" y="47989"/>
                  <a:pt x="290126" y="50019"/>
                  <a:pt x="288262" y="54077"/>
                </a:cubicBezTo>
                <a:lnTo>
                  <a:pt x="288262" y="92907"/>
                </a:lnTo>
                <a:lnTo>
                  <a:pt x="272412" y="92907"/>
                </a:lnTo>
                <a:lnTo>
                  <a:pt x="272412" y="33565"/>
                </a:lnTo>
                <a:lnTo>
                  <a:pt x="287384" y="33565"/>
                </a:lnTo>
                <a:lnTo>
                  <a:pt x="287823" y="40640"/>
                </a:lnTo>
                <a:cubicBezTo>
                  <a:pt x="291004" y="35192"/>
                  <a:pt x="295410" y="32468"/>
                  <a:pt x="301041" y="32468"/>
                </a:cubicBezTo>
                <a:cubicBezTo>
                  <a:pt x="302796" y="32468"/>
                  <a:pt x="304441" y="32706"/>
                  <a:pt x="305977" y="33181"/>
                </a:cubicBezTo>
                <a:lnTo>
                  <a:pt x="305757" y="48428"/>
                </a:lnTo>
                <a:close/>
                <a:moveTo>
                  <a:pt x="330091" y="92907"/>
                </a:moveTo>
                <a:lnTo>
                  <a:pt x="314186" y="92907"/>
                </a:lnTo>
                <a:lnTo>
                  <a:pt x="314186" y="33565"/>
                </a:lnTo>
                <a:lnTo>
                  <a:pt x="330091" y="33565"/>
                </a:lnTo>
                <a:lnTo>
                  <a:pt x="330091" y="92907"/>
                </a:lnTo>
                <a:moveTo>
                  <a:pt x="313254" y="18209"/>
                </a:moveTo>
                <a:cubicBezTo>
                  <a:pt x="313254" y="15832"/>
                  <a:pt x="314049" y="13876"/>
                  <a:pt x="315640" y="12340"/>
                </a:cubicBezTo>
                <a:cubicBezTo>
                  <a:pt x="317230" y="10804"/>
                  <a:pt x="319397" y="10037"/>
                  <a:pt x="322139" y="10037"/>
                </a:cubicBezTo>
                <a:cubicBezTo>
                  <a:pt x="324845" y="10037"/>
                  <a:pt x="327002" y="10804"/>
                  <a:pt x="328611" y="12340"/>
                </a:cubicBezTo>
                <a:cubicBezTo>
                  <a:pt x="330219" y="13876"/>
                  <a:pt x="331024" y="15832"/>
                  <a:pt x="331024" y="18209"/>
                </a:cubicBezTo>
                <a:cubicBezTo>
                  <a:pt x="331024" y="20622"/>
                  <a:pt x="330210" y="22596"/>
                  <a:pt x="328583" y="24132"/>
                </a:cubicBezTo>
                <a:cubicBezTo>
                  <a:pt x="326956" y="25667"/>
                  <a:pt x="324808" y="26435"/>
                  <a:pt x="322139" y="26435"/>
                </a:cubicBezTo>
                <a:cubicBezTo>
                  <a:pt x="319470" y="26435"/>
                  <a:pt x="317322" y="25667"/>
                  <a:pt x="315695" y="24132"/>
                </a:cubicBezTo>
                <a:cubicBezTo>
                  <a:pt x="314068" y="22596"/>
                  <a:pt x="313254" y="20622"/>
                  <a:pt x="313254" y="18209"/>
                </a:cubicBezTo>
                <a:close/>
                <a:moveTo>
                  <a:pt x="357995" y="33565"/>
                </a:moveTo>
                <a:lnTo>
                  <a:pt x="358489" y="40201"/>
                </a:lnTo>
                <a:cubicBezTo>
                  <a:pt x="362694" y="35046"/>
                  <a:pt x="368379" y="32468"/>
                  <a:pt x="375546" y="32468"/>
                </a:cubicBezTo>
                <a:cubicBezTo>
                  <a:pt x="383187" y="32468"/>
                  <a:pt x="388434" y="35485"/>
                  <a:pt x="391286" y="41518"/>
                </a:cubicBezTo>
                <a:cubicBezTo>
                  <a:pt x="395454" y="35485"/>
                  <a:pt x="401396" y="32468"/>
                  <a:pt x="409111" y="32468"/>
                </a:cubicBezTo>
                <a:cubicBezTo>
                  <a:pt x="415546" y="32468"/>
                  <a:pt x="420336" y="34342"/>
                  <a:pt x="423480" y="38090"/>
                </a:cubicBezTo>
                <a:cubicBezTo>
                  <a:pt x="426624" y="41838"/>
                  <a:pt x="428197" y="47477"/>
                  <a:pt x="428197" y="55009"/>
                </a:cubicBezTo>
                <a:lnTo>
                  <a:pt x="428197" y="92907"/>
                </a:lnTo>
                <a:lnTo>
                  <a:pt x="412292" y="92907"/>
                </a:lnTo>
                <a:lnTo>
                  <a:pt x="412292" y="55064"/>
                </a:lnTo>
                <a:cubicBezTo>
                  <a:pt x="412292" y="51700"/>
                  <a:pt x="411634" y="49242"/>
                  <a:pt x="410317" y="47688"/>
                </a:cubicBezTo>
                <a:cubicBezTo>
                  <a:pt x="409001" y="46134"/>
                  <a:pt x="406679" y="45357"/>
                  <a:pt x="403352" y="45357"/>
                </a:cubicBezTo>
                <a:cubicBezTo>
                  <a:pt x="398599" y="45357"/>
                  <a:pt x="395308" y="47624"/>
                  <a:pt x="393480" y="52158"/>
                </a:cubicBezTo>
                <a:lnTo>
                  <a:pt x="393535" y="92907"/>
                </a:lnTo>
                <a:lnTo>
                  <a:pt x="377684" y="92907"/>
                </a:lnTo>
                <a:lnTo>
                  <a:pt x="377684" y="55119"/>
                </a:lnTo>
                <a:cubicBezTo>
                  <a:pt x="377684" y="51682"/>
                  <a:pt x="377008" y="49196"/>
                  <a:pt x="375655" y="47660"/>
                </a:cubicBezTo>
                <a:cubicBezTo>
                  <a:pt x="374302" y="46125"/>
                  <a:pt x="371999" y="45357"/>
                  <a:pt x="368745" y="45357"/>
                </a:cubicBezTo>
                <a:cubicBezTo>
                  <a:pt x="364247" y="45357"/>
                  <a:pt x="360993" y="47221"/>
                  <a:pt x="358982" y="50951"/>
                </a:cubicBezTo>
                <a:lnTo>
                  <a:pt x="358982" y="92907"/>
                </a:lnTo>
                <a:lnTo>
                  <a:pt x="343132" y="92907"/>
                </a:lnTo>
                <a:lnTo>
                  <a:pt x="343132" y="33565"/>
                </a:lnTo>
                <a:lnTo>
                  <a:pt x="357995" y="33565"/>
                </a:lnTo>
                <a:close/>
                <a:moveTo>
                  <a:pt x="467645" y="94004"/>
                </a:moveTo>
                <a:cubicBezTo>
                  <a:pt x="458943" y="94004"/>
                  <a:pt x="451859" y="91335"/>
                  <a:pt x="446392" y="85997"/>
                </a:cubicBezTo>
                <a:cubicBezTo>
                  <a:pt x="440926" y="80659"/>
                  <a:pt x="438193" y="73547"/>
                  <a:pt x="438193" y="64662"/>
                </a:cubicBezTo>
                <a:lnTo>
                  <a:pt x="438193" y="63127"/>
                </a:lnTo>
                <a:cubicBezTo>
                  <a:pt x="438193" y="57167"/>
                  <a:pt x="439345" y="51838"/>
                  <a:pt x="441648" y="47139"/>
                </a:cubicBezTo>
                <a:cubicBezTo>
                  <a:pt x="443952" y="42441"/>
                  <a:pt x="447215" y="38821"/>
                  <a:pt x="451438" y="36280"/>
                </a:cubicBezTo>
                <a:cubicBezTo>
                  <a:pt x="455661" y="33739"/>
                  <a:pt x="460478" y="32468"/>
                  <a:pt x="465890" y="32468"/>
                </a:cubicBezTo>
                <a:cubicBezTo>
                  <a:pt x="474007" y="32468"/>
                  <a:pt x="480396" y="35028"/>
                  <a:pt x="485058" y="40146"/>
                </a:cubicBezTo>
                <a:cubicBezTo>
                  <a:pt x="489720" y="45265"/>
                  <a:pt x="492051" y="52523"/>
                  <a:pt x="492051" y="61920"/>
                </a:cubicBezTo>
                <a:lnTo>
                  <a:pt x="492051" y="68392"/>
                </a:lnTo>
                <a:lnTo>
                  <a:pt x="454263" y="68392"/>
                </a:lnTo>
                <a:cubicBezTo>
                  <a:pt x="454775" y="72267"/>
                  <a:pt x="456319" y="75375"/>
                  <a:pt x="458897" y="77715"/>
                </a:cubicBezTo>
                <a:cubicBezTo>
                  <a:pt x="461475" y="80055"/>
                  <a:pt x="464738" y="81225"/>
                  <a:pt x="468687" y="81225"/>
                </a:cubicBezTo>
                <a:cubicBezTo>
                  <a:pt x="474793" y="81225"/>
                  <a:pt x="479564" y="79013"/>
                  <a:pt x="483001" y="74589"/>
                </a:cubicBezTo>
                <a:lnTo>
                  <a:pt x="490789" y="83309"/>
                </a:lnTo>
                <a:cubicBezTo>
                  <a:pt x="488413" y="86673"/>
                  <a:pt x="485195" y="89297"/>
                  <a:pt x="481137" y="91180"/>
                </a:cubicBezTo>
                <a:cubicBezTo>
                  <a:pt x="477078" y="93063"/>
                  <a:pt x="472581" y="94004"/>
                  <a:pt x="467645" y="94004"/>
                </a:cubicBezTo>
                <a:moveTo>
                  <a:pt x="465835" y="45302"/>
                </a:moveTo>
                <a:cubicBezTo>
                  <a:pt x="462690" y="45302"/>
                  <a:pt x="460140" y="46362"/>
                  <a:pt x="458184" y="48483"/>
                </a:cubicBezTo>
                <a:cubicBezTo>
                  <a:pt x="456228" y="50604"/>
                  <a:pt x="454976" y="53638"/>
                  <a:pt x="454427" y="57587"/>
                </a:cubicBezTo>
                <a:lnTo>
                  <a:pt x="476475" y="57587"/>
                </a:lnTo>
                <a:lnTo>
                  <a:pt x="476475" y="56326"/>
                </a:lnTo>
                <a:cubicBezTo>
                  <a:pt x="476402" y="52816"/>
                  <a:pt x="475451" y="50101"/>
                  <a:pt x="473623" y="48181"/>
                </a:cubicBezTo>
                <a:cubicBezTo>
                  <a:pt x="471795" y="46262"/>
                  <a:pt x="469199" y="45302"/>
                  <a:pt x="465835" y="45302"/>
                </a:cubicBezTo>
                <a:close/>
                <a:moveTo>
                  <a:pt x="515609" y="33565"/>
                </a:moveTo>
                <a:lnTo>
                  <a:pt x="516103" y="40421"/>
                </a:lnTo>
                <a:cubicBezTo>
                  <a:pt x="520344" y="35119"/>
                  <a:pt x="526029" y="32468"/>
                  <a:pt x="533159" y="32468"/>
                </a:cubicBezTo>
                <a:cubicBezTo>
                  <a:pt x="539448" y="32468"/>
                  <a:pt x="544128" y="34315"/>
                  <a:pt x="547200" y="38008"/>
                </a:cubicBezTo>
                <a:cubicBezTo>
                  <a:pt x="550271" y="41700"/>
                  <a:pt x="551843" y="47221"/>
                  <a:pt x="551916" y="54571"/>
                </a:cubicBezTo>
                <a:lnTo>
                  <a:pt x="551916" y="92907"/>
                </a:lnTo>
                <a:lnTo>
                  <a:pt x="536066" y="92907"/>
                </a:lnTo>
                <a:lnTo>
                  <a:pt x="536066" y="54955"/>
                </a:lnTo>
                <a:cubicBezTo>
                  <a:pt x="536066" y="51591"/>
                  <a:pt x="535335" y="49150"/>
                  <a:pt x="533872" y="47633"/>
                </a:cubicBezTo>
                <a:cubicBezTo>
                  <a:pt x="532410" y="46115"/>
                  <a:pt x="529978" y="45357"/>
                  <a:pt x="526578" y="45357"/>
                </a:cubicBezTo>
                <a:cubicBezTo>
                  <a:pt x="522117" y="45357"/>
                  <a:pt x="518772" y="47258"/>
                  <a:pt x="516541" y="51061"/>
                </a:cubicBezTo>
                <a:lnTo>
                  <a:pt x="516541" y="92907"/>
                </a:lnTo>
                <a:lnTo>
                  <a:pt x="500691" y="92907"/>
                </a:lnTo>
                <a:lnTo>
                  <a:pt x="500691" y="33565"/>
                </a:lnTo>
                <a:lnTo>
                  <a:pt x="515609" y="33565"/>
                </a:lnTo>
                <a:close/>
                <a:moveTo>
                  <a:pt x="582878" y="18976"/>
                </a:moveTo>
                <a:lnTo>
                  <a:pt x="582878" y="33565"/>
                </a:lnTo>
                <a:lnTo>
                  <a:pt x="593024" y="33565"/>
                </a:lnTo>
                <a:lnTo>
                  <a:pt x="593024" y="45192"/>
                </a:lnTo>
                <a:lnTo>
                  <a:pt x="582878" y="45192"/>
                </a:lnTo>
                <a:lnTo>
                  <a:pt x="582878" y="74809"/>
                </a:lnTo>
                <a:cubicBezTo>
                  <a:pt x="582878" y="77002"/>
                  <a:pt x="583298" y="78575"/>
                  <a:pt x="584139" y="79525"/>
                </a:cubicBezTo>
                <a:cubicBezTo>
                  <a:pt x="584980" y="80476"/>
                  <a:pt x="586589" y="80951"/>
                  <a:pt x="588966" y="80951"/>
                </a:cubicBezTo>
                <a:cubicBezTo>
                  <a:pt x="590721" y="80951"/>
                  <a:pt x="592275" y="80823"/>
                  <a:pt x="593627" y="80567"/>
                </a:cubicBezTo>
                <a:lnTo>
                  <a:pt x="593627" y="92578"/>
                </a:lnTo>
                <a:cubicBezTo>
                  <a:pt x="590519" y="93529"/>
                  <a:pt x="587320" y="94004"/>
                  <a:pt x="584029" y="94004"/>
                </a:cubicBezTo>
                <a:cubicBezTo>
                  <a:pt x="572914" y="94004"/>
                  <a:pt x="567247" y="88392"/>
                  <a:pt x="567028" y="77167"/>
                </a:cubicBezTo>
                <a:lnTo>
                  <a:pt x="567028" y="45192"/>
                </a:lnTo>
                <a:lnTo>
                  <a:pt x="558362" y="45192"/>
                </a:lnTo>
                <a:lnTo>
                  <a:pt x="558362" y="33565"/>
                </a:lnTo>
                <a:lnTo>
                  <a:pt x="567028" y="33565"/>
                </a:lnTo>
                <a:lnTo>
                  <a:pt x="567028" y="18976"/>
                </a:lnTo>
                <a:lnTo>
                  <a:pt x="582878" y="18976"/>
                </a:lnTo>
                <a:close/>
                <a:moveTo>
                  <a:pt x="636226" y="92907"/>
                </a:moveTo>
                <a:cubicBezTo>
                  <a:pt x="635495" y="91481"/>
                  <a:pt x="634965" y="89708"/>
                  <a:pt x="634635" y="87587"/>
                </a:cubicBezTo>
                <a:cubicBezTo>
                  <a:pt x="630796" y="91865"/>
                  <a:pt x="625805" y="94004"/>
                  <a:pt x="619663" y="94004"/>
                </a:cubicBezTo>
                <a:cubicBezTo>
                  <a:pt x="613849" y="94004"/>
                  <a:pt x="609032" y="92320"/>
                  <a:pt x="605211" y="88952"/>
                </a:cubicBezTo>
                <a:cubicBezTo>
                  <a:pt x="601390" y="85582"/>
                  <a:pt x="599480" y="81334"/>
                  <a:pt x="599480" y="76209"/>
                </a:cubicBezTo>
                <a:cubicBezTo>
                  <a:pt x="599480" y="69911"/>
                  <a:pt x="601811" y="65078"/>
                  <a:pt x="606473" y="61709"/>
                </a:cubicBezTo>
                <a:cubicBezTo>
                  <a:pt x="611134" y="58340"/>
                  <a:pt x="617871" y="56637"/>
                  <a:pt x="626683" y="56600"/>
                </a:cubicBezTo>
                <a:lnTo>
                  <a:pt x="633977" y="56600"/>
                </a:lnTo>
                <a:lnTo>
                  <a:pt x="633977" y="53215"/>
                </a:lnTo>
                <a:cubicBezTo>
                  <a:pt x="633977" y="50484"/>
                  <a:pt x="633274" y="48300"/>
                  <a:pt x="631866" y="46663"/>
                </a:cubicBezTo>
                <a:cubicBezTo>
                  <a:pt x="630458" y="45024"/>
                  <a:pt x="628237" y="44205"/>
                  <a:pt x="625202" y="44205"/>
                </a:cubicBezTo>
                <a:cubicBezTo>
                  <a:pt x="622533" y="44205"/>
                  <a:pt x="620440" y="44840"/>
                  <a:pt x="618922" y="46111"/>
                </a:cubicBezTo>
                <a:cubicBezTo>
                  <a:pt x="617405" y="47380"/>
                  <a:pt x="616646" y="49122"/>
                  <a:pt x="616646" y="51335"/>
                </a:cubicBezTo>
                <a:lnTo>
                  <a:pt x="600796" y="51335"/>
                </a:lnTo>
                <a:cubicBezTo>
                  <a:pt x="600796" y="47908"/>
                  <a:pt x="601857" y="44737"/>
                  <a:pt x="603977" y="41821"/>
                </a:cubicBezTo>
                <a:cubicBezTo>
                  <a:pt x="606098" y="38904"/>
                  <a:pt x="609096" y="36616"/>
                  <a:pt x="612972" y="34957"/>
                </a:cubicBezTo>
                <a:cubicBezTo>
                  <a:pt x="616847" y="33298"/>
                  <a:pt x="621198" y="32468"/>
                  <a:pt x="626025" y="32468"/>
                </a:cubicBezTo>
                <a:cubicBezTo>
                  <a:pt x="633337" y="32468"/>
                  <a:pt x="639142" y="34306"/>
                  <a:pt x="643438" y="37980"/>
                </a:cubicBezTo>
                <a:cubicBezTo>
                  <a:pt x="647734" y="41655"/>
                  <a:pt x="649882" y="46819"/>
                  <a:pt x="649882" y="53474"/>
                </a:cubicBezTo>
                <a:lnTo>
                  <a:pt x="649882" y="79196"/>
                </a:lnTo>
                <a:cubicBezTo>
                  <a:pt x="649919" y="84827"/>
                  <a:pt x="650705" y="89086"/>
                  <a:pt x="652241" y="91975"/>
                </a:cubicBezTo>
                <a:lnTo>
                  <a:pt x="652241" y="92907"/>
                </a:lnTo>
                <a:lnTo>
                  <a:pt x="636226" y="92907"/>
                </a:lnTo>
                <a:moveTo>
                  <a:pt x="623118" y="81883"/>
                </a:moveTo>
                <a:cubicBezTo>
                  <a:pt x="625458" y="81883"/>
                  <a:pt x="627615" y="81361"/>
                  <a:pt x="629590" y="80315"/>
                </a:cubicBezTo>
                <a:cubicBezTo>
                  <a:pt x="631564" y="79270"/>
                  <a:pt x="633027" y="77866"/>
                  <a:pt x="633977" y="76104"/>
                </a:cubicBezTo>
                <a:lnTo>
                  <a:pt x="633977" y="65869"/>
                </a:lnTo>
                <a:lnTo>
                  <a:pt x="628054" y="65869"/>
                </a:lnTo>
                <a:cubicBezTo>
                  <a:pt x="620120" y="65869"/>
                  <a:pt x="615897" y="68620"/>
                  <a:pt x="615385" y="74123"/>
                </a:cubicBezTo>
                <a:lnTo>
                  <a:pt x="615330" y="75059"/>
                </a:lnTo>
                <a:cubicBezTo>
                  <a:pt x="615330" y="77040"/>
                  <a:pt x="616025" y="78673"/>
                  <a:pt x="617414" y="79957"/>
                </a:cubicBezTo>
                <a:cubicBezTo>
                  <a:pt x="618804" y="81241"/>
                  <a:pt x="620705" y="81883"/>
                  <a:pt x="623118" y="81883"/>
                </a:cubicBezTo>
                <a:close/>
                <a:moveTo>
                  <a:pt x="678761" y="92907"/>
                </a:moveTo>
                <a:lnTo>
                  <a:pt x="662856" y="92907"/>
                </a:lnTo>
                <a:lnTo>
                  <a:pt x="662856" y="8666"/>
                </a:lnTo>
                <a:lnTo>
                  <a:pt x="678761" y="8666"/>
                </a:lnTo>
                <a:lnTo>
                  <a:pt x="678761" y="92907"/>
                </a:lnTo>
                <a:close/>
                <a:moveTo>
                  <a:pt x="696792" y="99818"/>
                </a:moveTo>
                <a:lnTo>
                  <a:pt x="685001" y="99818"/>
                </a:lnTo>
                <a:lnTo>
                  <a:pt x="714398" y="13053"/>
                </a:lnTo>
                <a:lnTo>
                  <a:pt x="726189" y="13053"/>
                </a:lnTo>
                <a:lnTo>
                  <a:pt x="696792" y="99818"/>
                </a:lnTo>
                <a:close/>
                <a:moveTo>
                  <a:pt x="758421" y="81225"/>
                </a:moveTo>
                <a:cubicBezTo>
                  <a:pt x="761346" y="81225"/>
                  <a:pt x="763723" y="80421"/>
                  <a:pt x="765551" y="78812"/>
                </a:cubicBezTo>
                <a:cubicBezTo>
                  <a:pt x="767379" y="77203"/>
                  <a:pt x="768329" y="75064"/>
                  <a:pt x="768403" y="72395"/>
                </a:cubicBezTo>
                <a:lnTo>
                  <a:pt x="783266" y="72395"/>
                </a:lnTo>
                <a:cubicBezTo>
                  <a:pt x="783229" y="76417"/>
                  <a:pt x="782132" y="80101"/>
                  <a:pt x="779975" y="83447"/>
                </a:cubicBezTo>
                <a:cubicBezTo>
                  <a:pt x="777818" y="86792"/>
                  <a:pt x="774865" y="89388"/>
                  <a:pt x="771117" y="91235"/>
                </a:cubicBezTo>
                <a:cubicBezTo>
                  <a:pt x="767370" y="93081"/>
                  <a:pt x="763229" y="94004"/>
                  <a:pt x="758695" y="94004"/>
                </a:cubicBezTo>
                <a:cubicBezTo>
                  <a:pt x="750212" y="94004"/>
                  <a:pt x="743521" y="91308"/>
                  <a:pt x="738622" y="85915"/>
                </a:cubicBezTo>
                <a:cubicBezTo>
                  <a:pt x="733722" y="80522"/>
                  <a:pt x="731273" y="73072"/>
                  <a:pt x="731273" y="63565"/>
                </a:cubicBezTo>
                <a:lnTo>
                  <a:pt x="731273" y="62523"/>
                </a:lnTo>
                <a:cubicBezTo>
                  <a:pt x="731273" y="53382"/>
                  <a:pt x="733704" y="46088"/>
                  <a:pt x="738567" y="40640"/>
                </a:cubicBezTo>
                <a:cubicBezTo>
                  <a:pt x="743430" y="35192"/>
                  <a:pt x="750103" y="32468"/>
                  <a:pt x="758585" y="32468"/>
                </a:cubicBezTo>
                <a:cubicBezTo>
                  <a:pt x="766008" y="32468"/>
                  <a:pt x="771958" y="34580"/>
                  <a:pt x="776437" y="38803"/>
                </a:cubicBezTo>
                <a:cubicBezTo>
                  <a:pt x="780916" y="43026"/>
                  <a:pt x="783192" y="48647"/>
                  <a:pt x="783266" y="55668"/>
                </a:cubicBezTo>
                <a:lnTo>
                  <a:pt x="768403" y="55668"/>
                </a:lnTo>
                <a:cubicBezTo>
                  <a:pt x="768329" y="52596"/>
                  <a:pt x="767379" y="50101"/>
                  <a:pt x="765551" y="48181"/>
                </a:cubicBezTo>
                <a:cubicBezTo>
                  <a:pt x="763723" y="46262"/>
                  <a:pt x="761309" y="45302"/>
                  <a:pt x="758311" y="45302"/>
                </a:cubicBezTo>
                <a:cubicBezTo>
                  <a:pt x="754618" y="45302"/>
                  <a:pt x="751830" y="46646"/>
                  <a:pt x="749947" y="49333"/>
                </a:cubicBezTo>
                <a:cubicBezTo>
                  <a:pt x="748064" y="52020"/>
                  <a:pt x="747123" y="56381"/>
                  <a:pt x="747123" y="62414"/>
                </a:cubicBezTo>
                <a:lnTo>
                  <a:pt x="747123" y="64059"/>
                </a:lnTo>
                <a:cubicBezTo>
                  <a:pt x="747123" y="70165"/>
                  <a:pt x="748055" y="74553"/>
                  <a:pt x="749920" y="77222"/>
                </a:cubicBezTo>
                <a:cubicBezTo>
                  <a:pt x="751785" y="79891"/>
                  <a:pt x="754618" y="81225"/>
                  <a:pt x="758421" y="81225"/>
                </a:cubicBezTo>
                <a:close/>
                <a:moveTo>
                  <a:pt x="789823" y="62688"/>
                </a:moveTo>
                <a:cubicBezTo>
                  <a:pt x="789823" y="56801"/>
                  <a:pt x="790956" y="51554"/>
                  <a:pt x="793223" y="46947"/>
                </a:cubicBezTo>
                <a:cubicBezTo>
                  <a:pt x="795490" y="42340"/>
                  <a:pt x="798753" y="38775"/>
                  <a:pt x="803013" y="36253"/>
                </a:cubicBezTo>
                <a:cubicBezTo>
                  <a:pt x="807273" y="33730"/>
                  <a:pt x="812218" y="32468"/>
                  <a:pt x="817849" y="32468"/>
                </a:cubicBezTo>
                <a:cubicBezTo>
                  <a:pt x="825856" y="32468"/>
                  <a:pt x="832392" y="34918"/>
                  <a:pt x="837456" y="39817"/>
                </a:cubicBezTo>
                <a:cubicBezTo>
                  <a:pt x="842520" y="44717"/>
                  <a:pt x="845344" y="51371"/>
                  <a:pt x="845929" y="59781"/>
                </a:cubicBezTo>
                <a:lnTo>
                  <a:pt x="846039" y="63840"/>
                </a:lnTo>
                <a:cubicBezTo>
                  <a:pt x="846039" y="72944"/>
                  <a:pt x="843498" y="80247"/>
                  <a:pt x="838415" y="85750"/>
                </a:cubicBezTo>
                <a:cubicBezTo>
                  <a:pt x="833333" y="91253"/>
                  <a:pt x="826514" y="94004"/>
                  <a:pt x="817958" y="94004"/>
                </a:cubicBezTo>
                <a:cubicBezTo>
                  <a:pt x="809402" y="94004"/>
                  <a:pt x="802574" y="91262"/>
                  <a:pt x="797474" y="85777"/>
                </a:cubicBezTo>
                <a:cubicBezTo>
                  <a:pt x="792373" y="80293"/>
                  <a:pt x="789823" y="72834"/>
                  <a:pt x="789823" y="63401"/>
                </a:cubicBezTo>
                <a:lnTo>
                  <a:pt x="789823" y="62688"/>
                </a:lnTo>
                <a:moveTo>
                  <a:pt x="805673" y="63840"/>
                </a:moveTo>
                <a:cubicBezTo>
                  <a:pt x="805673" y="69470"/>
                  <a:pt x="806733" y="73776"/>
                  <a:pt x="808854" y="76755"/>
                </a:cubicBezTo>
                <a:cubicBezTo>
                  <a:pt x="810975" y="79735"/>
                  <a:pt x="814009" y="81225"/>
                  <a:pt x="817958" y="81225"/>
                </a:cubicBezTo>
                <a:cubicBezTo>
                  <a:pt x="821797" y="81225"/>
                  <a:pt x="824796" y="79754"/>
                  <a:pt x="826953" y="76810"/>
                </a:cubicBezTo>
                <a:cubicBezTo>
                  <a:pt x="829110" y="73867"/>
                  <a:pt x="830189" y="69159"/>
                  <a:pt x="830189" y="62688"/>
                </a:cubicBezTo>
                <a:cubicBezTo>
                  <a:pt x="830189" y="57167"/>
                  <a:pt x="829110" y="52889"/>
                  <a:pt x="826953" y="49854"/>
                </a:cubicBezTo>
                <a:cubicBezTo>
                  <a:pt x="824796" y="46819"/>
                  <a:pt x="821761" y="45302"/>
                  <a:pt x="817849" y="45302"/>
                </a:cubicBezTo>
                <a:cubicBezTo>
                  <a:pt x="813973" y="45302"/>
                  <a:pt x="810975" y="46810"/>
                  <a:pt x="808854" y="49827"/>
                </a:cubicBezTo>
                <a:cubicBezTo>
                  <a:pt x="806733" y="52843"/>
                  <a:pt x="805673" y="57514"/>
                  <a:pt x="805673" y="63840"/>
                </a:cubicBezTo>
                <a:close/>
                <a:moveTo>
                  <a:pt x="870364" y="33565"/>
                </a:moveTo>
                <a:lnTo>
                  <a:pt x="870857" y="40421"/>
                </a:lnTo>
                <a:cubicBezTo>
                  <a:pt x="875099" y="35119"/>
                  <a:pt x="880784" y="32468"/>
                  <a:pt x="887914" y="32468"/>
                </a:cubicBezTo>
                <a:cubicBezTo>
                  <a:pt x="894203" y="32468"/>
                  <a:pt x="898883" y="34315"/>
                  <a:pt x="901954" y="38008"/>
                </a:cubicBezTo>
                <a:cubicBezTo>
                  <a:pt x="905026" y="41700"/>
                  <a:pt x="906598" y="47221"/>
                  <a:pt x="906671" y="54571"/>
                </a:cubicBezTo>
                <a:lnTo>
                  <a:pt x="906671" y="92907"/>
                </a:lnTo>
                <a:lnTo>
                  <a:pt x="890821" y="92907"/>
                </a:lnTo>
                <a:lnTo>
                  <a:pt x="890821" y="54955"/>
                </a:lnTo>
                <a:cubicBezTo>
                  <a:pt x="890821" y="51591"/>
                  <a:pt x="890090" y="49150"/>
                  <a:pt x="888627" y="47633"/>
                </a:cubicBezTo>
                <a:cubicBezTo>
                  <a:pt x="887165" y="46115"/>
                  <a:pt x="884733" y="45357"/>
                  <a:pt x="881333" y="45357"/>
                </a:cubicBezTo>
                <a:cubicBezTo>
                  <a:pt x="876872" y="45357"/>
                  <a:pt x="873526" y="47258"/>
                  <a:pt x="871296" y="51061"/>
                </a:cubicBezTo>
                <a:lnTo>
                  <a:pt x="871296" y="92907"/>
                </a:lnTo>
                <a:lnTo>
                  <a:pt x="855446" y="92907"/>
                </a:lnTo>
                <a:lnTo>
                  <a:pt x="855446" y="33565"/>
                </a:lnTo>
                <a:lnTo>
                  <a:pt x="870364" y="33565"/>
                </a:lnTo>
                <a:close/>
                <a:moveTo>
                  <a:pt x="950795" y="76509"/>
                </a:moveTo>
                <a:cubicBezTo>
                  <a:pt x="950795" y="74571"/>
                  <a:pt x="949835" y="73044"/>
                  <a:pt x="947916" y="71929"/>
                </a:cubicBezTo>
                <a:cubicBezTo>
                  <a:pt x="945996" y="70814"/>
                  <a:pt x="942916" y="69818"/>
                  <a:pt x="938675" y="68940"/>
                </a:cubicBezTo>
                <a:cubicBezTo>
                  <a:pt x="924561" y="65978"/>
                  <a:pt x="917504" y="59982"/>
                  <a:pt x="917504" y="50951"/>
                </a:cubicBezTo>
                <a:cubicBezTo>
                  <a:pt x="917504" y="45686"/>
                  <a:pt x="919689" y="41289"/>
                  <a:pt x="924058" y="37761"/>
                </a:cubicBezTo>
                <a:cubicBezTo>
                  <a:pt x="928428" y="34232"/>
                  <a:pt x="934141" y="32468"/>
                  <a:pt x="941197" y="32468"/>
                </a:cubicBezTo>
                <a:cubicBezTo>
                  <a:pt x="948729" y="32468"/>
                  <a:pt x="954753" y="34242"/>
                  <a:pt x="959269" y="37788"/>
                </a:cubicBezTo>
                <a:cubicBezTo>
                  <a:pt x="963784" y="41335"/>
                  <a:pt x="966042" y="45942"/>
                  <a:pt x="966042" y="51609"/>
                </a:cubicBezTo>
                <a:lnTo>
                  <a:pt x="950192" y="51609"/>
                </a:lnTo>
                <a:cubicBezTo>
                  <a:pt x="950192" y="49342"/>
                  <a:pt x="949461" y="47468"/>
                  <a:pt x="947998" y="45987"/>
                </a:cubicBezTo>
                <a:cubicBezTo>
                  <a:pt x="946536" y="44507"/>
                  <a:pt x="944250" y="43766"/>
                  <a:pt x="941143" y="43766"/>
                </a:cubicBezTo>
                <a:cubicBezTo>
                  <a:pt x="938473" y="43766"/>
                  <a:pt x="936408" y="44370"/>
                  <a:pt x="934945" y="45576"/>
                </a:cubicBezTo>
                <a:cubicBezTo>
                  <a:pt x="933483" y="46783"/>
                  <a:pt x="932751" y="48318"/>
                  <a:pt x="932751" y="50183"/>
                </a:cubicBezTo>
                <a:cubicBezTo>
                  <a:pt x="932751" y="51938"/>
                  <a:pt x="933583" y="53355"/>
                  <a:pt x="935247" y="54434"/>
                </a:cubicBezTo>
                <a:cubicBezTo>
                  <a:pt x="936910" y="55512"/>
                  <a:pt x="939717" y="56445"/>
                  <a:pt x="943665" y="57231"/>
                </a:cubicBezTo>
                <a:cubicBezTo>
                  <a:pt x="947614" y="58017"/>
                  <a:pt x="950941" y="58903"/>
                  <a:pt x="953647" y="59891"/>
                </a:cubicBezTo>
                <a:cubicBezTo>
                  <a:pt x="962020" y="62962"/>
                  <a:pt x="966207" y="68282"/>
                  <a:pt x="966207" y="75851"/>
                </a:cubicBezTo>
                <a:cubicBezTo>
                  <a:pt x="966207" y="81262"/>
                  <a:pt x="963885" y="85640"/>
                  <a:pt x="959241" y="88986"/>
                </a:cubicBezTo>
                <a:cubicBezTo>
                  <a:pt x="954598" y="92331"/>
                  <a:pt x="948601" y="94004"/>
                  <a:pt x="941252" y="94004"/>
                </a:cubicBezTo>
                <a:cubicBezTo>
                  <a:pt x="936280" y="94004"/>
                  <a:pt x="931865" y="93118"/>
                  <a:pt x="928007" y="91344"/>
                </a:cubicBezTo>
                <a:cubicBezTo>
                  <a:pt x="924150" y="89571"/>
                  <a:pt x="921124" y="87139"/>
                  <a:pt x="918930" y="84050"/>
                </a:cubicBezTo>
                <a:cubicBezTo>
                  <a:pt x="916737" y="80960"/>
                  <a:pt x="915640" y="77624"/>
                  <a:pt x="915640" y="74041"/>
                </a:cubicBezTo>
                <a:lnTo>
                  <a:pt x="930667" y="74041"/>
                </a:lnTo>
                <a:cubicBezTo>
                  <a:pt x="930813" y="76856"/>
                  <a:pt x="931855" y="79013"/>
                  <a:pt x="933793" y="80512"/>
                </a:cubicBezTo>
                <a:cubicBezTo>
                  <a:pt x="935731" y="82011"/>
                  <a:pt x="938327" y="82761"/>
                  <a:pt x="941581" y="82761"/>
                </a:cubicBezTo>
                <a:cubicBezTo>
                  <a:pt x="944616" y="82761"/>
                  <a:pt x="946910" y="82185"/>
                  <a:pt x="948464" y="81033"/>
                </a:cubicBezTo>
                <a:cubicBezTo>
                  <a:pt x="950018" y="79882"/>
                  <a:pt x="950795" y="78373"/>
                  <a:pt x="950795" y="76509"/>
                </a:cubicBezTo>
                <a:close/>
                <a:moveTo>
                  <a:pt x="1003697" y="94004"/>
                </a:moveTo>
                <a:cubicBezTo>
                  <a:pt x="994995" y="94004"/>
                  <a:pt x="987910" y="91335"/>
                  <a:pt x="982444" y="85997"/>
                </a:cubicBezTo>
                <a:cubicBezTo>
                  <a:pt x="976978" y="80659"/>
                  <a:pt x="974245" y="73547"/>
                  <a:pt x="974245" y="64662"/>
                </a:cubicBezTo>
                <a:lnTo>
                  <a:pt x="974245" y="63127"/>
                </a:lnTo>
                <a:cubicBezTo>
                  <a:pt x="974245" y="57167"/>
                  <a:pt x="975397" y="51838"/>
                  <a:pt x="977700" y="47139"/>
                </a:cubicBezTo>
                <a:cubicBezTo>
                  <a:pt x="980004" y="42441"/>
                  <a:pt x="983267" y="38821"/>
                  <a:pt x="987490" y="36280"/>
                </a:cubicBezTo>
                <a:cubicBezTo>
                  <a:pt x="991713" y="33739"/>
                  <a:pt x="996530" y="32468"/>
                  <a:pt x="1001942" y="32468"/>
                </a:cubicBezTo>
                <a:cubicBezTo>
                  <a:pt x="1010059" y="32468"/>
                  <a:pt x="1016448" y="35028"/>
                  <a:pt x="1021110" y="40146"/>
                </a:cubicBezTo>
                <a:cubicBezTo>
                  <a:pt x="1025772" y="45265"/>
                  <a:pt x="1028103" y="52523"/>
                  <a:pt x="1028103" y="61920"/>
                </a:cubicBezTo>
                <a:lnTo>
                  <a:pt x="1028103" y="68392"/>
                </a:lnTo>
                <a:lnTo>
                  <a:pt x="990314" y="68392"/>
                </a:lnTo>
                <a:cubicBezTo>
                  <a:pt x="990826" y="72267"/>
                  <a:pt x="992371" y="75375"/>
                  <a:pt x="994949" y="77715"/>
                </a:cubicBezTo>
                <a:cubicBezTo>
                  <a:pt x="997527" y="80055"/>
                  <a:pt x="1000790" y="81225"/>
                  <a:pt x="1004739" y="81225"/>
                </a:cubicBezTo>
                <a:cubicBezTo>
                  <a:pt x="1010845" y="81225"/>
                  <a:pt x="1015616" y="79013"/>
                  <a:pt x="1019053" y="74589"/>
                </a:cubicBezTo>
                <a:lnTo>
                  <a:pt x="1026841" y="83309"/>
                </a:lnTo>
                <a:cubicBezTo>
                  <a:pt x="1024465" y="86673"/>
                  <a:pt x="1021247" y="89297"/>
                  <a:pt x="1017188" y="91180"/>
                </a:cubicBezTo>
                <a:cubicBezTo>
                  <a:pt x="1013130" y="93063"/>
                  <a:pt x="1008633" y="94004"/>
                  <a:pt x="1003697" y="94004"/>
                </a:cubicBezTo>
                <a:moveTo>
                  <a:pt x="1001887" y="45302"/>
                </a:moveTo>
                <a:cubicBezTo>
                  <a:pt x="998742" y="45302"/>
                  <a:pt x="996192" y="46362"/>
                  <a:pt x="994236" y="48483"/>
                </a:cubicBezTo>
                <a:cubicBezTo>
                  <a:pt x="992280" y="50604"/>
                  <a:pt x="991027" y="53638"/>
                  <a:pt x="990479" y="57587"/>
                </a:cubicBezTo>
                <a:lnTo>
                  <a:pt x="1012527" y="57587"/>
                </a:lnTo>
                <a:lnTo>
                  <a:pt x="1012527" y="56326"/>
                </a:lnTo>
                <a:cubicBezTo>
                  <a:pt x="1012454" y="52816"/>
                  <a:pt x="1011503" y="50101"/>
                  <a:pt x="1009675" y="48181"/>
                </a:cubicBezTo>
                <a:cubicBezTo>
                  <a:pt x="1007847" y="46262"/>
                  <a:pt x="1005251" y="45302"/>
                  <a:pt x="1001887" y="45302"/>
                </a:cubicBezTo>
                <a:close/>
                <a:moveTo>
                  <a:pt x="1070418" y="48428"/>
                </a:moveTo>
                <a:cubicBezTo>
                  <a:pt x="1068261" y="48136"/>
                  <a:pt x="1066359" y="47989"/>
                  <a:pt x="1064714" y="47989"/>
                </a:cubicBezTo>
                <a:cubicBezTo>
                  <a:pt x="1058718" y="47989"/>
                  <a:pt x="1054787" y="50019"/>
                  <a:pt x="1052922" y="54077"/>
                </a:cubicBezTo>
                <a:lnTo>
                  <a:pt x="1052922" y="92907"/>
                </a:lnTo>
                <a:lnTo>
                  <a:pt x="1037072" y="92907"/>
                </a:lnTo>
                <a:lnTo>
                  <a:pt x="1037072" y="33565"/>
                </a:lnTo>
                <a:lnTo>
                  <a:pt x="1052045" y="33565"/>
                </a:lnTo>
                <a:lnTo>
                  <a:pt x="1052483" y="40640"/>
                </a:lnTo>
                <a:cubicBezTo>
                  <a:pt x="1055664" y="35192"/>
                  <a:pt x="1060070" y="32468"/>
                  <a:pt x="1065701" y="32468"/>
                </a:cubicBezTo>
                <a:cubicBezTo>
                  <a:pt x="1067456" y="32468"/>
                  <a:pt x="1069101" y="32706"/>
                  <a:pt x="1070637" y="33181"/>
                </a:cubicBezTo>
                <a:lnTo>
                  <a:pt x="1070418" y="48428"/>
                </a:lnTo>
                <a:close/>
                <a:moveTo>
                  <a:pt x="1101224" y="73547"/>
                </a:moveTo>
                <a:lnTo>
                  <a:pt x="1112248" y="33565"/>
                </a:lnTo>
                <a:lnTo>
                  <a:pt x="1128811" y="33565"/>
                </a:lnTo>
                <a:lnTo>
                  <a:pt x="1108792" y="92907"/>
                </a:lnTo>
                <a:lnTo>
                  <a:pt x="1093655" y="92907"/>
                </a:lnTo>
                <a:lnTo>
                  <a:pt x="1073637" y="33565"/>
                </a:lnTo>
                <a:lnTo>
                  <a:pt x="1090200" y="33565"/>
                </a:lnTo>
                <a:lnTo>
                  <a:pt x="1101224" y="73547"/>
                </a:lnTo>
                <a:close/>
                <a:moveTo>
                  <a:pt x="1169318" y="92907"/>
                </a:moveTo>
                <a:cubicBezTo>
                  <a:pt x="1168586" y="91481"/>
                  <a:pt x="1168056" y="89708"/>
                  <a:pt x="1167727" y="87587"/>
                </a:cubicBezTo>
                <a:cubicBezTo>
                  <a:pt x="1163888" y="91865"/>
                  <a:pt x="1158897" y="94004"/>
                  <a:pt x="1152755" y="94004"/>
                </a:cubicBezTo>
                <a:cubicBezTo>
                  <a:pt x="1146941" y="94004"/>
                  <a:pt x="1142124" y="92320"/>
                  <a:pt x="1138303" y="88952"/>
                </a:cubicBezTo>
                <a:cubicBezTo>
                  <a:pt x="1134482" y="85582"/>
                  <a:pt x="1132572" y="81334"/>
                  <a:pt x="1132572" y="76209"/>
                </a:cubicBezTo>
                <a:cubicBezTo>
                  <a:pt x="1132572" y="69911"/>
                  <a:pt x="1134903" y="65078"/>
                  <a:pt x="1139564" y="61709"/>
                </a:cubicBezTo>
                <a:cubicBezTo>
                  <a:pt x="1144226" y="58340"/>
                  <a:pt x="1150963" y="56637"/>
                  <a:pt x="1159775" y="56600"/>
                </a:cubicBezTo>
                <a:lnTo>
                  <a:pt x="1167069" y="56600"/>
                </a:lnTo>
                <a:lnTo>
                  <a:pt x="1167069" y="53215"/>
                </a:lnTo>
                <a:cubicBezTo>
                  <a:pt x="1167069" y="50484"/>
                  <a:pt x="1166365" y="48300"/>
                  <a:pt x="1164958" y="46663"/>
                </a:cubicBezTo>
                <a:cubicBezTo>
                  <a:pt x="1163550" y="45024"/>
                  <a:pt x="1161329" y="44205"/>
                  <a:pt x="1158294" y="44205"/>
                </a:cubicBezTo>
                <a:cubicBezTo>
                  <a:pt x="1155625" y="44205"/>
                  <a:pt x="1153532" y="44840"/>
                  <a:pt x="1152014" y="46111"/>
                </a:cubicBezTo>
                <a:cubicBezTo>
                  <a:pt x="1150497" y="47380"/>
                  <a:pt x="1149738" y="49122"/>
                  <a:pt x="1149738" y="51335"/>
                </a:cubicBezTo>
                <a:lnTo>
                  <a:pt x="1133888" y="51335"/>
                </a:lnTo>
                <a:cubicBezTo>
                  <a:pt x="1133888" y="47908"/>
                  <a:pt x="1134948" y="44737"/>
                  <a:pt x="1137069" y="41821"/>
                </a:cubicBezTo>
                <a:cubicBezTo>
                  <a:pt x="1139190" y="38904"/>
                  <a:pt x="1142188" y="36616"/>
                  <a:pt x="1146063" y="34957"/>
                </a:cubicBezTo>
                <a:cubicBezTo>
                  <a:pt x="1149939" y="33298"/>
                  <a:pt x="1154290" y="32468"/>
                  <a:pt x="1159117" y="32468"/>
                </a:cubicBezTo>
                <a:cubicBezTo>
                  <a:pt x="1166429" y="32468"/>
                  <a:pt x="1172234" y="34306"/>
                  <a:pt x="1176530" y="37980"/>
                </a:cubicBezTo>
                <a:cubicBezTo>
                  <a:pt x="1180826" y="41655"/>
                  <a:pt x="1182974" y="46819"/>
                  <a:pt x="1182974" y="53474"/>
                </a:cubicBezTo>
                <a:lnTo>
                  <a:pt x="1182974" y="79196"/>
                </a:lnTo>
                <a:cubicBezTo>
                  <a:pt x="1183011" y="84827"/>
                  <a:pt x="1183797" y="89086"/>
                  <a:pt x="1185332" y="91975"/>
                </a:cubicBezTo>
                <a:lnTo>
                  <a:pt x="1185332" y="92907"/>
                </a:lnTo>
                <a:lnTo>
                  <a:pt x="1169318" y="92907"/>
                </a:lnTo>
                <a:moveTo>
                  <a:pt x="1156210" y="81883"/>
                </a:moveTo>
                <a:cubicBezTo>
                  <a:pt x="1158550" y="81883"/>
                  <a:pt x="1160707" y="81361"/>
                  <a:pt x="1162681" y="80315"/>
                </a:cubicBezTo>
                <a:cubicBezTo>
                  <a:pt x="1164656" y="79270"/>
                  <a:pt x="1166118" y="77866"/>
                  <a:pt x="1167069" y="76104"/>
                </a:cubicBezTo>
                <a:lnTo>
                  <a:pt x="1167069" y="65869"/>
                </a:lnTo>
                <a:lnTo>
                  <a:pt x="1161146" y="65869"/>
                </a:lnTo>
                <a:cubicBezTo>
                  <a:pt x="1153212" y="65869"/>
                  <a:pt x="1148989" y="68620"/>
                  <a:pt x="1148477" y="74123"/>
                </a:cubicBezTo>
                <a:lnTo>
                  <a:pt x="1148422" y="75059"/>
                </a:lnTo>
                <a:cubicBezTo>
                  <a:pt x="1148422" y="77040"/>
                  <a:pt x="1149116" y="78673"/>
                  <a:pt x="1150506" y="79957"/>
                </a:cubicBezTo>
                <a:cubicBezTo>
                  <a:pt x="1151895" y="81241"/>
                  <a:pt x="1153797" y="81883"/>
                  <a:pt x="1156210" y="81883"/>
                </a:cubicBezTo>
                <a:close/>
                <a:moveTo>
                  <a:pt x="1214101" y="18976"/>
                </a:moveTo>
                <a:lnTo>
                  <a:pt x="1214101" y="33565"/>
                </a:lnTo>
                <a:lnTo>
                  <a:pt x="1224247" y="33565"/>
                </a:lnTo>
                <a:lnTo>
                  <a:pt x="1224247" y="45192"/>
                </a:lnTo>
                <a:lnTo>
                  <a:pt x="1214101" y="45192"/>
                </a:lnTo>
                <a:lnTo>
                  <a:pt x="1214101" y="74809"/>
                </a:lnTo>
                <a:cubicBezTo>
                  <a:pt x="1214101" y="77002"/>
                  <a:pt x="1214521" y="78575"/>
                  <a:pt x="1215362" y="79525"/>
                </a:cubicBezTo>
                <a:cubicBezTo>
                  <a:pt x="1216203" y="80476"/>
                  <a:pt x="1217812" y="80951"/>
                  <a:pt x="1220189" y="80951"/>
                </a:cubicBezTo>
                <a:cubicBezTo>
                  <a:pt x="1221944" y="80951"/>
                  <a:pt x="1223498" y="80823"/>
                  <a:pt x="1224851" y="80567"/>
                </a:cubicBezTo>
                <a:lnTo>
                  <a:pt x="1224851" y="92578"/>
                </a:lnTo>
                <a:cubicBezTo>
                  <a:pt x="1221743" y="93529"/>
                  <a:pt x="1218543" y="94004"/>
                  <a:pt x="1215253" y="94004"/>
                </a:cubicBezTo>
                <a:cubicBezTo>
                  <a:pt x="1204138" y="94004"/>
                  <a:pt x="1198470" y="88392"/>
                  <a:pt x="1198251" y="77167"/>
                </a:cubicBezTo>
                <a:lnTo>
                  <a:pt x="1198251" y="45192"/>
                </a:lnTo>
                <a:lnTo>
                  <a:pt x="1189585" y="45192"/>
                </a:lnTo>
                <a:lnTo>
                  <a:pt x="1189585" y="33565"/>
                </a:lnTo>
                <a:lnTo>
                  <a:pt x="1198251" y="33565"/>
                </a:lnTo>
                <a:lnTo>
                  <a:pt x="1198251" y="18976"/>
                </a:lnTo>
                <a:lnTo>
                  <a:pt x="1214101" y="18976"/>
                </a:lnTo>
                <a:close/>
                <a:moveTo>
                  <a:pt x="1249789" y="92907"/>
                </a:moveTo>
                <a:lnTo>
                  <a:pt x="1233884" y="92907"/>
                </a:lnTo>
                <a:lnTo>
                  <a:pt x="1233884" y="33565"/>
                </a:lnTo>
                <a:lnTo>
                  <a:pt x="1249789" y="33565"/>
                </a:lnTo>
                <a:lnTo>
                  <a:pt x="1249789" y="92907"/>
                </a:lnTo>
                <a:moveTo>
                  <a:pt x="1232952" y="18209"/>
                </a:moveTo>
                <a:cubicBezTo>
                  <a:pt x="1232952" y="15832"/>
                  <a:pt x="1233747" y="13876"/>
                  <a:pt x="1235338" y="12340"/>
                </a:cubicBezTo>
                <a:cubicBezTo>
                  <a:pt x="1236928" y="10804"/>
                  <a:pt x="1239095" y="10037"/>
                  <a:pt x="1241837" y="10037"/>
                </a:cubicBezTo>
                <a:cubicBezTo>
                  <a:pt x="1244543" y="10037"/>
                  <a:pt x="1246700" y="10804"/>
                  <a:pt x="1248309" y="12340"/>
                </a:cubicBezTo>
                <a:cubicBezTo>
                  <a:pt x="1249917" y="13876"/>
                  <a:pt x="1250722" y="15832"/>
                  <a:pt x="1250722" y="18209"/>
                </a:cubicBezTo>
                <a:cubicBezTo>
                  <a:pt x="1250722" y="20622"/>
                  <a:pt x="1249908" y="22596"/>
                  <a:pt x="1248281" y="24132"/>
                </a:cubicBezTo>
                <a:cubicBezTo>
                  <a:pt x="1246654" y="25667"/>
                  <a:pt x="1244506" y="26435"/>
                  <a:pt x="1241837" y="26435"/>
                </a:cubicBezTo>
                <a:cubicBezTo>
                  <a:pt x="1239168" y="26435"/>
                  <a:pt x="1237020" y="25667"/>
                  <a:pt x="1235393" y="24132"/>
                </a:cubicBezTo>
                <a:cubicBezTo>
                  <a:pt x="1233766" y="22596"/>
                  <a:pt x="1232952" y="20622"/>
                  <a:pt x="1232952" y="18209"/>
                </a:cubicBezTo>
                <a:close/>
                <a:moveTo>
                  <a:pt x="1285042" y="73547"/>
                </a:moveTo>
                <a:lnTo>
                  <a:pt x="1296066" y="33565"/>
                </a:lnTo>
                <a:lnTo>
                  <a:pt x="1312629" y="33565"/>
                </a:lnTo>
                <a:lnTo>
                  <a:pt x="1292611" y="92907"/>
                </a:lnTo>
                <a:lnTo>
                  <a:pt x="1277474" y="92907"/>
                </a:lnTo>
                <a:lnTo>
                  <a:pt x="1257455" y="33565"/>
                </a:lnTo>
                <a:lnTo>
                  <a:pt x="1274019" y="33565"/>
                </a:lnTo>
                <a:lnTo>
                  <a:pt x="1285042" y="73547"/>
                </a:lnTo>
                <a:close/>
                <a:moveTo>
                  <a:pt x="1346171" y="94004"/>
                </a:moveTo>
                <a:cubicBezTo>
                  <a:pt x="1337469" y="94004"/>
                  <a:pt x="1330385" y="91335"/>
                  <a:pt x="1324918" y="85997"/>
                </a:cubicBezTo>
                <a:cubicBezTo>
                  <a:pt x="1319452" y="80659"/>
                  <a:pt x="1316719" y="73547"/>
                  <a:pt x="1316719" y="64662"/>
                </a:cubicBezTo>
                <a:lnTo>
                  <a:pt x="1316719" y="63127"/>
                </a:lnTo>
                <a:cubicBezTo>
                  <a:pt x="1316719" y="57167"/>
                  <a:pt x="1317871" y="51838"/>
                  <a:pt x="1320174" y="47139"/>
                </a:cubicBezTo>
                <a:cubicBezTo>
                  <a:pt x="1322478" y="42441"/>
                  <a:pt x="1325741" y="38821"/>
                  <a:pt x="1329964" y="36280"/>
                </a:cubicBezTo>
                <a:cubicBezTo>
                  <a:pt x="1334187" y="33739"/>
                  <a:pt x="1339004" y="32468"/>
                  <a:pt x="1344416" y="32468"/>
                </a:cubicBezTo>
                <a:cubicBezTo>
                  <a:pt x="1352533" y="32468"/>
                  <a:pt x="1358922" y="35028"/>
                  <a:pt x="1363584" y="40146"/>
                </a:cubicBezTo>
                <a:cubicBezTo>
                  <a:pt x="1368246" y="45265"/>
                  <a:pt x="1370577" y="52523"/>
                  <a:pt x="1370577" y="61920"/>
                </a:cubicBezTo>
                <a:lnTo>
                  <a:pt x="1370577" y="68392"/>
                </a:lnTo>
                <a:lnTo>
                  <a:pt x="1332789" y="68392"/>
                </a:lnTo>
                <a:cubicBezTo>
                  <a:pt x="1333301" y="72267"/>
                  <a:pt x="1334845" y="75375"/>
                  <a:pt x="1337423" y="77715"/>
                </a:cubicBezTo>
                <a:cubicBezTo>
                  <a:pt x="1340001" y="80055"/>
                  <a:pt x="1343264" y="81225"/>
                  <a:pt x="1347213" y="81225"/>
                </a:cubicBezTo>
                <a:cubicBezTo>
                  <a:pt x="1353319" y="81225"/>
                  <a:pt x="1358091" y="79013"/>
                  <a:pt x="1361527" y="74589"/>
                </a:cubicBezTo>
                <a:lnTo>
                  <a:pt x="1369315" y="83309"/>
                </a:lnTo>
                <a:cubicBezTo>
                  <a:pt x="1366939" y="86673"/>
                  <a:pt x="1363721" y="89297"/>
                  <a:pt x="1359663" y="91180"/>
                </a:cubicBezTo>
                <a:cubicBezTo>
                  <a:pt x="1355604" y="93063"/>
                  <a:pt x="1351107" y="94004"/>
                  <a:pt x="1346171" y="94004"/>
                </a:cubicBezTo>
                <a:moveTo>
                  <a:pt x="1344361" y="45302"/>
                </a:moveTo>
                <a:cubicBezTo>
                  <a:pt x="1341217" y="45302"/>
                  <a:pt x="1338666" y="46362"/>
                  <a:pt x="1336710" y="48483"/>
                </a:cubicBezTo>
                <a:cubicBezTo>
                  <a:pt x="1334754" y="50604"/>
                  <a:pt x="1333502" y="53638"/>
                  <a:pt x="1332953" y="57587"/>
                </a:cubicBezTo>
                <a:lnTo>
                  <a:pt x="1355001" y="57587"/>
                </a:lnTo>
                <a:lnTo>
                  <a:pt x="1355001" y="56326"/>
                </a:lnTo>
                <a:cubicBezTo>
                  <a:pt x="1354928" y="52816"/>
                  <a:pt x="1353977" y="50101"/>
                  <a:pt x="1352149" y="48181"/>
                </a:cubicBezTo>
                <a:cubicBezTo>
                  <a:pt x="1350321" y="46262"/>
                  <a:pt x="1347725" y="45302"/>
                  <a:pt x="1344361" y="45302"/>
                </a:cubicBezTo>
                <a:close/>
                <a:moveTo>
                  <a:pt x="1374171" y="0"/>
                </a:moveTo>
                <a:lnTo>
                  <a:pt x="1397864" y="0"/>
                </a:lnTo>
                <a:lnTo>
                  <a:pt x="1397864" y="111555"/>
                </a:lnTo>
                <a:lnTo>
                  <a:pt x="1374171" y="111555"/>
                </a:lnTo>
                <a:lnTo>
                  <a:pt x="1374171" y="99324"/>
                </a:lnTo>
                <a:lnTo>
                  <a:pt x="1382014" y="99324"/>
                </a:lnTo>
                <a:lnTo>
                  <a:pt x="1382014" y="12230"/>
                </a:lnTo>
                <a:lnTo>
                  <a:pt x="1374171" y="12230"/>
                </a:lnTo>
                <a:lnTo>
                  <a:pt x="1374171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IntegrationStrategy">
            <a:extLst xmlns:a="http://schemas.openxmlformats.org/drawingml/2006/main">
              <a:ext uri="{FF2B5EF4-FFF2-40B4-BE49-F238E27FC236}">
                <a16:creationId xmlns:a16="http://schemas.microsoft.com/office/drawing/2014/main" id="{ACBF1583-C0FF-47E9-B7E2-958FAD69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057" y="2005462"/>
            <a:ext cx="1177435" cy="125794"/>
          </a:xfrm>
          <a:custGeom xmlns:a="http://schemas.openxmlformats.org/drawingml/2006/main">
            <a:pathLst>
              <a:path w="1177435" h="125794">
                <a:moveTo>
                  <a:pt x="19363" y="97524"/>
                </a:moveTo>
                <a:lnTo>
                  <a:pt x="0" y="97524"/>
                </a:lnTo>
                <a:lnTo>
                  <a:pt x="0" y="3550"/>
                </a:lnTo>
                <a:lnTo>
                  <a:pt x="19363" y="3550"/>
                </a:lnTo>
                <a:lnTo>
                  <a:pt x="19363" y="97524"/>
                </a:lnTo>
                <a:close/>
                <a:moveTo>
                  <a:pt x="53238" y="27689"/>
                </a:moveTo>
                <a:lnTo>
                  <a:pt x="53819" y="35757"/>
                </a:lnTo>
                <a:cubicBezTo>
                  <a:pt x="58810" y="29518"/>
                  <a:pt x="65501" y="26398"/>
                  <a:pt x="73892" y="26398"/>
                </a:cubicBezTo>
                <a:cubicBezTo>
                  <a:pt x="81293" y="26398"/>
                  <a:pt x="86800" y="28571"/>
                  <a:pt x="90415" y="32917"/>
                </a:cubicBezTo>
                <a:cubicBezTo>
                  <a:pt x="94029" y="37263"/>
                  <a:pt x="95879" y="43760"/>
                  <a:pt x="95966" y="52409"/>
                </a:cubicBezTo>
                <a:lnTo>
                  <a:pt x="95966" y="97524"/>
                </a:lnTo>
                <a:lnTo>
                  <a:pt x="77313" y="97524"/>
                </a:lnTo>
                <a:lnTo>
                  <a:pt x="77313" y="52860"/>
                </a:lnTo>
                <a:cubicBezTo>
                  <a:pt x="77313" y="48902"/>
                  <a:pt x="76452" y="46030"/>
                  <a:pt x="74731" y="44244"/>
                </a:cubicBezTo>
                <a:cubicBezTo>
                  <a:pt x="73010" y="42458"/>
                  <a:pt x="70148" y="41565"/>
                  <a:pt x="66147" y="41565"/>
                </a:cubicBezTo>
                <a:cubicBezTo>
                  <a:pt x="60897" y="41565"/>
                  <a:pt x="56960" y="43803"/>
                  <a:pt x="54335" y="48278"/>
                </a:cubicBezTo>
                <a:lnTo>
                  <a:pt x="54335" y="97524"/>
                </a:lnTo>
                <a:lnTo>
                  <a:pt x="35683" y="97524"/>
                </a:lnTo>
                <a:lnTo>
                  <a:pt x="35683" y="27689"/>
                </a:lnTo>
                <a:lnTo>
                  <a:pt x="53238" y="27689"/>
                </a:lnTo>
                <a:close/>
                <a:moveTo>
                  <a:pt x="132414" y="10520"/>
                </a:moveTo>
                <a:lnTo>
                  <a:pt x="132414" y="27689"/>
                </a:lnTo>
                <a:lnTo>
                  <a:pt x="144354" y="27689"/>
                </a:lnTo>
                <a:lnTo>
                  <a:pt x="144354" y="41372"/>
                </a:lnTo>
                <a:lnTo>
                  <a:pt x="132414" y="41372"/>
                </a:lnTo>
                <a:lnTo>
                  <a:pt x="132414" y="76225"/>
                </a:lnTo>
                <a:cubicBezTo>
                  <a:pt x="132414" y="78807"/>
                  <a:pt x="132909" y="80657"/>
                  <a:pt x="133898" y="81776"/>
                </a:cubicBezTo>
                <a:cubicBezTo>
                  <a:pt x="134888" y="82894"/>
                  <a:pt x="136781" y="83454"/>
                  <a:pt x="139578" y="83454"/>
                </a:cubicBezTo>
                <a:cubicBezTo>
                  <a:pt x="141644" y="83454"/>
                  <a:pt x="143472" y="83303"/>
                  <a:pt x="145064" y="83002"/>
                </a:cubicBezTo>
                <a:lnTo>
                  <a:pt x="145064" y="97137"/>
                </a:lnTo>
                <a:cubicBezTo>
                  <a:pt x="141407" y="98255"/>
                  <a:pt x="137642" y="98815"/>
                  <a:pt x="133769" y="98815"/>
                </a:cubicBezTo>
                <a:cubicBezTo>
                  <a:pt x="120689" y="98815"/>
                  <a:pt x="114019" y="92210"/>
                  <a:pt x="113761" y="79000"/>
                </a:cubicBezTo>
                <a:lnTo>
                  <a:pt x="113761" y="41372"/>
                </a:lnTo>
                <a:lnTo>
                  <a:pt x="103563" y="41372"/>
                </a:lnTo>
                <a:lnTo>
                  <a:pt x="103563" y="27689"/>
                </a:lnTo>
                <a:lnTo>
                  <a:pt x="113761" y="27689"/>
                </a:lnTo>
                <a:lnTo>
                  <a:pt x="113761" y="10520"/>
                </a:lnTo>
                <a:lnTo>
                  <a:pt x="132414" y="10520"/>
                </a:lnTo>
                <a:close/>
                <a:moveTo>
                  <a:pt x="186877" y="98815"/>
                </a:moveTo>
                <a:cubicBezTo>
                  <a:pt x="176636" y="98815"/>
                  <a:pt x="168299" y="95674"/>
                  <a:pt x="161867" y="89392"/>
                </a:cubicBezTo>
                <a:cubicBezTo>
                  <a:pt x="155434" y="83109"/>
                  <a:pt x="152218" y="74740"/>
                  <a:pt x="152218" y="64285"/>
                </a:cubicBezTo>
                <a:lnTo>
                  <a:pt x="152218" y="62477"/>
                </a:lnTo>
                <a:cubicBezTo>
                  <a:pt x="152218" y="55464"/>
                  <a:pt x="153573" y="49192"/>
                  <a:pt x="156284" y="43663"/>
                </a:cubicBezTo>
                <a:cubicBezTo>
                  <a:pt x="158995" y="38134"/>
                  <a:pt x="162835" y="33874"/>
                  <a:pt x="167805" y="30884"/>
                </a:cubicBezTo>
                <a:cubicBezTo>
                  <a:pt x="172774" y="27893"/>
                  <a:pt x="178443" y="26398"/>
                  <a:pt x="184812" y="26398"/>
                </a:cubicBezTo>
                <a:cubicBezTo>
                  <a:pt x="194364" y="26398"/>
                  <a:pt x="201883" y="29410"/>
                  <a:pt x="207369" y="35434"/>
                </a:cubicBezTo>
                <a:cubicBezTo>
                  <a:pt x="212855" y="41458"/>
                  <a:pt x="215598" y="49999"/>
                  <a:pt x="215598" y="61057"/>
                </a:cubicBezTo>
                <a:lnTo>
                  <a:pt x="215598" y="68673"/>
                </a:lnTo>
                <a:lnTo>
                  <a:pt x="171129" y="68673"/>
                </a:lnTo>
                <a:cubicBezTo>
                  <a:pt x="171731" y="73234"/>
                  <a:pt x="173549" y="76892"/>
                  <a:pt x="176582" y="79646"/>
                </a:cubicBezTo>
                <a:cubicBezTo>
                  <a:pt x="179616" y="82400"/>
                  <a:pt x="183456" y="83776"/>
                  <a:pt x="188103" y="83776"/>
                </a:cubicBezTo>
                <a:cubicBezTo>
                  <a:pt x="195289" y="83776"/>
                  <a:pt x="200904" y="81173"/>
                  <a:pt x="204949" y="75967"/>
                </a:cubicBezTo>
                <a:lnTo>
                  <a:pt x="214114" y="86229"/>
                </a:lnTo>
                <a:cubicBezTo>
                  <a:pt x="211317" y="90188"/>
                  <a:pt x="207531" y="93275"/>
                  <a:pt x="202755" y="95491"/>
                </a:cubicBezTo>
                <a:cubicBezTo>
                  <a:pt x="197978" y="97707"/>
                  <a:pt x="192686" y="98815"/>
                  <a:pt x="186877" y="98815"/>
                </a:cubicBezTo>
                <a:moveTo>
                  <a:pt x="184747" y="41501"/>
                </a:moveTo>
                <a:cubicBezTo>
                  <a:pt x="181047" y="41501"/>
                  <a:pt x="178045" y="42749"/>
                  <a:pt x="175743" y="45244"/>
                </a:cubicBezTo>
                <a:cubicBezTo>
                  <a:pt x="173441" y="47740"/>
                  <a:pt x="171968" y="51311"/>
                  <a:pt x="171322" y="55959"/>
                </a:cubicBezTo>
                <a:lnTo>
                  <a:pt x="197268" y="55959"/>
                </a:lnTo>
                <a:lnTo>
                  <a:pt x="197268" y="54474"/>
                </a:lnTo>
                <a:cubicBezTo>
                  <a:pt x="197182" y="50343"/>
                  <a:pt x="196064" y="47148"/>
                  <a:pt x="193912" y="44889"/>
                </a:cubicBezTo>
                <a:cubicBezTo>
                  <a:pt x="191761" y="42630"/>
                  <a:pt x="188706" y="41501"/>
                  <a:pt x="184747" y="41501"/>
                </a:cubicBezTo>
                <a:close/>
                <a:moveTo>
                  <a:pt x="223455" y="62090"/>
                </a:moveTo>
                <a:cubicBezTo>
                  <a:pt x="223455" y="51376"/>
                  <a:pt x="226005" y="42749"/>
                  <a:pt x="231103" y="36208"/>
                </a:cubicBezTo>
                <a:cubicBezTo>
                  <a:pt x="236202" y="29668"/>
                  <a:pt x="243076" y="26398"/>
                  <a:pt x="251725" y="26398"/>
                </a:cubicBezTo>
                <a:cubicBezTo>
                  <a:pt x="259384" y="26398"/>
                  <a:pt x="265343" y="29023"/>
                  <a:pt x="269603" y="34272"/>
                </a:cubicBezTo>
                <a:lnTo>
                  <a:pt x="270378" y="27689"/>
                </a:lnTo>
                <a:lnTo>
                  <a:pt x="287288" y="27689"/>
                </a:lnTo>
                <a:lnTo>
                  <a:pt x="287288" y="95200"/>
                </a:lnTo>
                <a:cubicBezTo>
                  <a:pt x="287288" y="101311"/>
                  <a:pt x="285900" y="106625"/>
                  <a:pt x="283125" y="111143"/>
                </a:cubicBezTo>
                <a:cubicBezTo>
                  <a:pt x="280350" y="115661"/>
                  <a:pt x="276445" y="119103"/>
                  <a:pt x="271410" y="121469"/>
                </a:cubicBezTo>
                <a:cubicBezTo>
                  <a:pt x="266376" y="123836"/>
                  <a:pt x="260481" y="125019"/>
                  <a:pt x="253726" y="125019"/>
                </a:cubicBezTo>
                <a:cubicBezTo>
                  <a:pt x="248605" y="125019"/>
                  <a:pt x="243614" y="123997"/>
                  <a:pt x="238752" y="121953"/>
                </a:cubicBezTo>
                <a:cubicBezTo>
                  <a:pt x="233890" y="119910"/>
                  <a:pt x="230211" y="117274"/>
                  <a:pt x="227715" y="114047"/>
                </a:cubicBezTo>
                <a:lnTo>
                  <a:pt x="235976" y="102687"/>
                </a:lnTo>
                <a:cubicBezTo>
                  <a:pt x="240624" y="107894"/>
                  <a:pt x="246260" y="110497"/>
                  <a:pt x="252887" y="110497"/>
                </a:cubicBezTo>
                <a:cubicBezTo>
                  <a:pt x="257835" y="110497"/>
                  <a:pt x="261686" y="109174"/>
                  <a:pt x="264440" y="106528"/>
                </a:cubicBezTo>
                <a:cubicBezTo>
                  <a:pt x="267194" y="103881"/>
                  <a:pt x="268570" y="100127"/>
                  <a:pt x="268570" y="95265"/>
                </a:cubicBezTo>
                <a:lnTo>
                  <a:pt x="268570" y="91522"/>
                </a:lnTo>
                <a:cubicBezTo>
                  <a:pt x="264268" y="96384"/>
                  <a:pt x="258609" y="98815"/>
                  <a:pt x="251596" y="98815"/>
                </a:cubicBezTo>
                <a:cubicBezTo>
                  <a:pt x="243205" y="98815"/>
                  <a:pt x="236417" y="95534"/>
                  <a:pt x="231233" y="88972"/>
                </a:cubicBezTo>
                <a:cubicBezTo>
                  <a:pt x="226048" y="82410"/>
                  <a:pt x="223455" y="73708"/>
                  <a:pt x="223455" y="62865"/>
                </a:cubicBezTo>
                <a:lnTo>
                  <a:pt x="223455" y="62090"/>
                </a:lnTo>
                <a:moveTo>
                  <a:pt x="242108" y="63445"/>
                </a:moveTo>
                <a:cubicBezTo>
                  <a:pt x="242108" y="69771"/>
                  <a:pt x="243377" y="74730"/>
                  <a:pt x="245916" y="78323"/>
                </a:cubicBezTo>
                <a:cubicBezTo>
                  <a:pt x="248455" y="81915"/>
                  <a:pt x="251940" y="83712"/>
                  <a:pt x="256372" y="83712"/>
                </a:cubicBezTo>
                <a:cubicBezTo>
                  <a:pt x="262052" y="83712"/>
                  <a:pt x="266118" y="81582"/>
                  <a:pt x="268570" y="77322"/>
                </a:cubicBezTo>
                <a:lnTo>
                  <a:pt x="268570" y="47955"/>
                </a:lnTo>
                <a:cubicBezTo>
                  <a:pt x="266075" y="43695"/>
                  <a:pt x="262052" y="41565"/>
                  <a:pt x="256501" y="41565"/>
                </a:cubicBezTo>
                <a:cubicBezTo>
                  <a:pt x="252026" y="41565"/>
                  <a:pt x="248508" y="43394"/>
                  <a:pt x="245948" y="47052"/>
                </a:cubicBezTo>
                <a:cubicBezTo>
                  <a:pt x="243388" y="50709"/>
                  <a:pt x="242108" y="56174"/>
                  <a:pt x="242108" y="63445"/>
                </a:cubicBezTo>
                <a:close/>
                <a:moveTo>
                  <a:pt x="340840" y="45180"/>
                </a:moveTo>
                <a:cubicBezTo>
                  <a:pt x="338301" y="44836"/>
                  <a:pt x="336064" y="44664"/>
                  <a:pt x="334127" y="44664"/>
                </a:cubicBezTo>
                <a:cubicBezTo>
                  <a:pt x="327071" y="44664"/>
                  <a:pt x="322445" y="47052"/>
                  <a:pt x="320251" y="51828"/>
                </a:cubicBezTo>
                <a:lnTo>
                  <a:pt x="320251" y="97524"/>
                </a:lnTo>
                <a:lnTo>
                  <a:pt x="301598" y="97524"/>
                </a:lnTo>
                <a:lnTo>
                  <a:pt x="301598" y="27689"/>
                </a:lnTo>
                <a:lnTo>
                  <a:pt x="319218" y="27689"/>
                </a:lnTo>
                <a:lnTo>
                  <a:pt x="319734" y="36015"/>
                </a:lnTo>
                <a:cubicBezTo>
                  <a:pt x="323478" y="29604"/>
                  <a:pt x="328663" y="26398"/>
                  <a:pt x="335289" y="26398"/>
                </a:cubicBezTo>
                <a:cubicBezTo>
                  <a:pt x="337355" y="26398"/>
                  <a:pt x="339291" y="26678"/>
                  <a:pt x="341098" y="27237"/>
                </a:cubicBezTo>
                <a:lnTo>
                  <a:pt x="340840" y="45180"/>
                </a:lnTo>
                <a:close/>
                <a:moveTo>
                  <a:pt x="390268" y="97524"/>
                </a:moveTo>
                <a:cubicBezTo>
                  <a:pt x="389407" y="95846"/>
                  <a:pt x="388783" y="93759"/>
                  <a:pt x="388396" y="91263"/>
                </a:cubicBezTo>
                <a:cubicBezTo>
                  <a:pt x="383878" y="96298"/>
                  <a:pt x="378005" y="98815"/>
                  <a:pt x="370776" y="98815"/>
                </a:cubicBezTo>
                <a:cubicBezTo>
                  <a:pt x="363934" y="98815"/>
                  <a:pt x="358265" y="96833"/>
                  <a:pt x="353769" y="92869"/>
                </a:cubicBezTo>
                <a:cubicBezTo>
                  <a:pt x="349272" y="88904"/>
                  <a:pt x="347024" y="83905"/>
                  <a:pt x="347024" y="77873"/>
                </a:cubicBezTo>
                <a:cubicBezTo>
                  <a:pt x="347024" y="70461"/>
                  <a:pt x="349767" y="64773"/>
                  <a:pt x="355253" y="60809"/>
                </a:cubicBezTo>
                <a:cubicBezTo>
                  <a:pt x="360739" y="56844"/>
                  <a:pt x="368667" y="54840"/>
                  <a:pt x="379037" y="54797"/>
                </a:cubicBezTo>
                <a:lnTo>
                  <a:pt x="387621" y="54797"/>
                </a:lnTo>
                <a:lnTo>
                  <a:pt x="387621" y="50813"/>
                </a:lnTo>
                <a:cubicBezTo>
                  <a:pt x="387621" y="47600"/>
                  <a:pt x="386793" y="45029"/>
                  <a:pt x="385137" y="43102"/>
                </a:cubicBezTo>
                <a:cubicBezTo>
                  <a:pt x="383480" y="41174"/>
                  <a:pt x="380866" y="40210"/>
                  <a:pt x="377295" y="40210"/>
                </a:cubicBezTo>
                <a:cubicBezTo>
                  <a:pt x="374154" y="40210"/>
                  <a:pt x="371690" y="40958"/>
                  <a:pt x="369904" y="42453"/>
                </a:cubicBezTo>
                <a:cubicBezTo>
                  <a:pt x="368119" y="43947"/>
                  <a:pt x="367226" y="45996"/>
                  <a:pt x="367226" y="48601"/>
                </a:cubicBezTo>
                <a:lnTo>
                  <a:pt x="348573" y="48601"/>
                </a:lnTo>
                <a:cubicBezTo>
                  <a:pt x="348573" y="44568"/>
                  <a:pt x="349821" y="40836"/>
                  <a:pt x="352317" y="37405"/>
                </a:cubicBezTo>
                <a:cubicBezTo>
                  <a:pt x="354812" y="33972"/>
                  <a:pt x="358341" y="31279"/>
                  <a:pt x="362902" y="29327"/>
                </a:cubicBezTo>
                <a:cubicBezTo>
                  <a:pt x="367463" y="27374"/>
                  <a:pt x="372583" y="26398"/>
                  <a:pt x="378263" y="26398"/>
                </a:cubicBezTo>
                <a:cubicBezTo>
                  <a:pt x="386868" y="26398"/>
                  <a:pt x="393699" y="28560"/>
                  <a:pt x="398755" y="32885"/>
                </a:cubicBezTo>
                <a:cubicBezTo>
                  <a:pt x="403811" y="37209"/>
                  <a:pt x="406339" y="43287"/>
                  <a:pt x="406339" y="51118"/>
                </a:cubicBezTo>
                <a:lnTo>
                  <a:pt x="406339" y="81388"/>
                </a:lnTo>
                <a:cubicBezTo>
                  <a:pt x="406382" y="88015"/>
                  <a:pt x="407307" y="93028"/>
                  <a:pt x="409114" y="96427"/>
                </a:cubicBezTo>
                <a:lnTo>
                  <a:pt x="409114" y="97524"/>
                </a:lnTo>
                <a:lnTo>
                  <a:pt x="390268" y="97524"/>
                </a:lnTo>
                <a:moveTo>
                  <a:pt x="374842" y="84551"/>
                </a:moveTo>
                <a:cubicBezTo>
                  <a:pt x="377596" y="84551"/>
                  <a:pt x="380134" y="83936"/>
                  <a:pt x="382458" y="82705"/>
                </a:cubicBezTo>
                <a:cubicBezTo>
                  <a:pt x="384782" y="81475"/>
                  <a:pt x="386503" y="79823"/>
                  <a:pt x="387621" y="77750"/>
                </a:cubicBezTo>
                <a:lnTo>
                  <a:pt x="387621" y="65704"/>
                </a:lnTo>
                <a:lnTo>
                  <a:pt x="380651" y="65704"/>
                </a:lnTo>
                <a:cubicBezTo>
                  <a:pt x="371314" y="65704"/>
                  <a:pt x="366344" y="68942"/>
                  <a:pt x="365741" y="75418"/>
                </a:cubicBezTo>
                <a:lnTo>
                  <a:pt x="365677" y="76519"/>
                </a:lnTo>
                <a:cubicBezTo>
                  <a:pt x="365677" y="78851"/>
                  <a:pt x="366494" y="80772"/>
                  <a:pt x="368130" y="82284"/>
                </a:cubicBezTo>
                <a:cubicBezTo>
                  <a:pt x="369765" y="83795"/>
                  <a:pt x="372002" y="84551"/>
                  <a:pt x="374842" y="84551"/>
                </a:cubicBezTo>
                <a:close/>
                <a:moveTo>
                  <a:pt x="442982" y="10520"/>
                </a:moveTo>
                <a:lnTo>
                  <a:pt x="442982" y="27689"/>
                </a:lnTo>
                <a:lnTo>
                  <a:pt x="454922" y="27689"/>
                </a:lnTo>
                <a:lnTo>
                  <a:pt x="454922" y="41372"/>
                </a:lnTo>
                <a:lnTo>
                  <a:pt x="442982" y="41372"/>
                </a:lnTo>
                <a:lnTo>
                  <a:pt x="442982" y="76225"/>
                </a:lnTo>
                <a:cubicBezTo>
                  <a:pt x="442982" y="78807"/>
                  <a:pt x="443477" y="80657"/>
                  <a:pt x="444466" y="81776"/>
                </a:cubicBezTo>
                <a:cubicBezTo>
                  <a:pt x="445456" y="82894"/>
                  <a:pt x="447349" y="83454"/>
                  <a:pt x="450146" y="83454"/>
                </a:cubicBezTo>
                <a:cubicBezTo>
                  <a:pt x="452211" y="83454"/>
                  <a:pt x="454040" y="83303"/>
                  <a:pt x="455632" y="83002"/>
                </a:cubicBezTo>
                <a:lnTo>
                  <a:pt x="455632" y="97137"/>
                </a:lnTo>
                <a:cubicBezTo>
                  <a:pt x="451975" y="98255"/>
                  <a:pt x="448210" y="98815"/>
                  <a:pt x="444337" y="98815"/>
                </a:cubicBezTo>
                <a:cubicBezTo>
                  <a:pt x="431256" y="98815"/>
                  <a:pt x="424587" y="92210"/>
                  <a:pt x="424329" y="79000"/>
                </a:cubicBezTo>
                <a:lnTo>
                  <a:pt x="424329" y="41372"/>
                </a:lnTo>
                <a:lnTo>
                  <a:pt x="414131" y="41372"/>
                </a:lnTo>
                <a:lnTo>
                  <a:pt x="414131" y="27689"/>
                </a:lnTo>
                <a:lnTo>
                  <a:pt x="424329" y="27689"/>
                </a:lnTo>
                <a:lnTo>
                  <a:pt x="424329" y="10520"/>
                </a:lnTo>
                <a:lnTo>
                  <a:pt x="442982" y="10520"/>
                </a:lnTo>
                <a:close/>
                <a:moveTo>
                  <a:pt x="484988" y="97524"/>
                </a:moveTo>
                <a:lnTo>
                  <a:pt x="466271" y="97524"/>
                </a:lnTo>
                <a:lnTo>
                  <a:pt x="466271" y="27689"/>
                </a:lnTo>
                <a:lnTo>
                  <a:pt x="484988" y="27689"/>
                </a:lnTo>
                <a:lnTo>
                  <a:pt x="484988" y="97524"/>
                </a:lnTo>
                <a:moveTo>
                  <a:pt x="465173" y="9617"/>
                </a:moveTo>
                <a:cubicBezTo>
                  <a:pt x="465173" y="6820"/>
                  <a:pt x="466109" y="4518"/>
                  <a:pt x="467981" y="2711"/>
                </a:cubicBezTo>
                <a:cubicBezTo>
                  <a:pt x="469853" y="904"/>
                  <a:pt x="472402" y="0"/>
                  <a:pt x="475629" y="0"/>
                </a:cubicBezTo>
                <a:cubicBezTo>
                  <a:pt x="478813" y="0"/>
                  <a:pt x="481352" y="904"/>
                  <a:pt x="483245" y="2711"/>
                </a:cubicBezTo>
                <a:cubicBezTo>
                  <a:pt x="485139" y="4518"/>
                  <a:pt x="486085" y="6820"/>
                  <a:pt x="486085" y="9617"/>
                </a:cubicBezTo>
                <a:cubicBezTo>
                  <a:pt x="486085" y="12457"/>
                  <a:pt x="485128" y="14780"/>
                  <a:pt x="483213" y="16587"/>
                </a:cubicBezTo>
                <a:cubicBezTo>
                  <a:pt x="481298" y="18395"/>
                  <a:pt x="478770" y="19298"/>
                  <a:pt x="475629" y="19298"/>
                </a:cubicBezTo>
                <a:cubicBezTo>
                  <a:pt x="472488" y="19298"/>
                  <a:pt x="469960" y="18395"/>
                  <a:pt x="468045" y="16587"/>
                </a:cubicBezTo>
                <a:cubicBezTo>
                  <a:pt x="466131" y="14780"/>
                  <a:pt x="465173" y="12457"/>
                  <a:pt x="465173" y="9617"/>
                </a:cubicBezTo>
                <a:close/>
                <a:moveTo>
                  <a:pt x="497436" y="61961"/>
                </a:moveTo>
                <a:cubicBezTo>
                  <a:pt x="497436" y="55033"/>
                  <a:pt x="498770" y="48859"/>
                  <a:pt x="501438" y="43437"/>
                </a:cubicBezTo>
                <a:cubicBezTo>
                  <a:pt x="504105" y="38016"/>
                  <a:pt x="507946" y="33820"/>
                  <a:pt x="512959" y="30851"/>
                </a:cubicBezTo>
                <a:cubicBezTo>
                  <a:pt x="517971" y="27882"/>
                  <a:pt x="523791" y="26398"/>
                  <a:pt x="530417" y="26398"/>
                </a:cubicBezTo>
                <a:cubicBezTo>
                  <a:pt x="539841" y="26398"/>
                  <a:pt x="547532" y="29281"/>
                  <a:pt x="553491" y="35047"/>
                </a:cubicBezTo>
                <a:cubicBezTo>
                  <a:pt x="559451" y="40812"/>
                  <a:pt x="562775" y="48644"/>
                  <a:pt x="563463" y="58540"/>
                </a:cubicBezTo>
                <a:lnTo>
                  <a:pt x="563592" y="63316"/>
                </a:lnTo>
                <a:cubicBezTo>
                  <a:pt x="563592" y="74030"/>
                  <a:pt x="560602" y="82625"/>
                  <a:pt x="554621" y="89101"/>
                </a:cubicBezTo>
                <a:cubicBezTo>
                  <a:pt x="548640" y="95577"/>
                  <a:pt x="540615" y="98815"/>
                  <a:pt x="530546" y="98815"/>
                </a:cubicBezTo>
                <a:cubicBezTo>
                  <a:pt x="520478" y="98815"/>
                  <a:pt x="512442" y="95588"/>
                  <a:pt x="506440" y="89133"/>
                </a:cubicBezTo>
                <a:cubicBezTo>
                  <a:pt x="500437" y="82679"/>
                  <a:pt x="497436" y="73901"/>
                  <a:pt x="497436" y="62800"/>
                </a:cubicBezTo>
                <a:lnTo>
                  <a:pt x="497436" y="61961"/>
                </a:lnTo>
                <a:moveTo>
                  <a:pt x="516089" y="63316"/>
                </a:moveTo>
                <a:cubicBezTo>
                  <a:pt x="516089" y="69943"/>
                  <a:pt x="517337" y="75009"/>
                  <a:pt x="519832" y="78516"/>
                </a:cubicBezTo>
                <a:cubicBezTo>
                  <a:pt x="522328" y="82023"/>
                  <a:pt x="525899" y="83776"/>
                  <a:pt x="530546" y="83776"/>
                </a:cubicBezTo>
                <a:cubicBezTo>
                  <a:pt x="535064" y="83776"/>
                  <a:pt x="538593" y="82045"/>
                  <a:pt x="541131" y="78581"/>
                </a:cubicBezTo>
                <a:cubicBezTo>
                  <a:pt x="543670" y="75117"/>
                  <a:pt x="544940" y="69577"/>
                  <a:pt x="544940" y="61961"/>
                </a:cubicBezTo>
                <a:cubicBezTo>
                  <a:pt x="544940" y="55464"/>
                  <a:pt x="543670" y="50429"/>
                  <a:pt x="541131" y="46858"/>
                </a:cubicBezTo>
                <a:cubicBezTo>
                  <a:pt x="538593" y="43287"/>
                  <a:pt x="535021" y="41501"/>
                  <a:pt x="530417" y="41501"/>
                </a:cubicBezTo>
                <a:cubicBezTo>
                  <a:pt x="525856" y="41501"/>
                  <a:pt x="522328" y="43276"/>
                  <a:pt x="519832" y="46826"/>
                </a:cubicBezTo>
                <a:cubicBezTo>
                  <a:pt x="517337" y="50376"/>
                  <a:pt x="516089" y="55872"/>
                  <a:pt x="516089" y="63316"/>
                </a:cubicBezTo>
                <a:close/>
                <a:moveTo>
                  <a:pt x="592231" y="27689"/>
                </a:moveTo>
                <a:lnTo>
                  <a:pt x="592812" y="35757"/>
                </a:lnTo>
                <a:cubicBezTo>
                  <a:pt x="597803" y="29518"/>
                  <a:pt x="604494" y="26398"/>
                  <a:pt x="612884" y="26398"/>
                </a:cubicBezTo>
                <a:cubicBezTo>
                  <a:pt x="620285" y="26398"/>
                  <a:pt x="625793" y="28571"/>
                  <a:pt x="629407" y="32917"/>
                </a:cubicBezTo>
                <a:cubicBezTo>
                  <a:pt x="633022" y="37263"/>
                  <a:pt x="634872" y="43760"/>
                  <a:pt x="634958" y="52409"/>
                </a:cubicBezTo>
                <a:lnTo>
                  <a:pt x="634958" y="97524"/>
                </a:lnTo>
                <a:lnTo>
                  <a:pt x="616305" y="97524"/>
                </a:lnTo>
                <a:lnTo>
                  <a:pt x="616305" y="52860"/>
                </a:lnTo>
                <a:cubicBezTo>
                  <a:pt x="616305" y="48902"/>
                  <a:pt x="615445" y="46030"/>
                  <a:pt x="613723" y="44244"/>
                </a:cubicBezTo>
                <a:cubicBezTo>
                  <a:pt x="612002" y="42458"/>
                  <a:pt x="609141" y="41565"/>
                  <a:pt x="605139" y="41565"/>
                </a:cubicBezTo>
                <a:cubicBezTo>
                  <a:pt x="599890" y="41565"/>
                  <a:pt x="595953" y="43803"/>
                  <a:pt x="593328" y="48278"/>
                </a:cubicBezTo>
                <a:lnTo>
                  <a:pt x="593328" y="97524"/>
                </a:lnTo>
                <a:lnTo>
                  <a:pt x="574675" y="97524"/>
                </a:lnTo>
                <a:lnTo>
                  <a:pt x="574675" y="27689"/>
                </a:lnTo>
                <a:lnTo>
                  <a:pt x="592231" y="27689"/>
                </a:lnTo>
                <a:close/>
                <a:moveTo>
                  <a:pt x="731940" y="72869"/>
                </a:moveTo>
                <a:cubicBezTo>
                  <a:pt x="731940" y="69211"/>
                  <a:pt x="730649" y="66404"/>
                  <a:pt x="728067" y="64446"/>
                </a:cubicBezTo>
                <a:cubicBezTo>
                  <a:pt x="725485" y="62488"/>
                  <a:pt x="720838" y="60423"/>
                  <a:pt x="714126" y="58250"/>
                </a:cubicBezTo>
                <a:cubicBezTo>
                  <a:pt x="707413" y="56077"/>
                  <a:pt x="702099" y="53936"/>
                  <a:pt x="698184" y="51828"/>
                </a:cubicBezTo>
                <a:cubicBezTo>
                  <a:pt x="687513" y="46062"/>
                  <a:pt x="682177" y="38295"/>
                  <a:pt x="682177" y="28528"/>
                </a:cubicBezTo>
                <a:cubicBezTo>
                  <a:pt x="682177" y="23451"/>
                  <a:pt x="683608" y="18922"/>
                  <a:pt x="686469" y="14942"/>
                </a:cubicBezTo>
                <a:cubicBezTo>
                  <a:pt x="689331" y="10962"/>
                  <a:pt x="693440" y="7853"/>
                  <a:pt x="698797" y="5615"/>
                </a:cubicBezTo>
                <a:cubicBezTo>
                  <a:pt x="704154" y="3378"/>
                  <a:pt x="710167" y="2259"/>
                  <a:pt x="716837" y="2259"/>
                </a:cubicBezTo>
                <a:cubicBezTo>
                  <a:pt x="723549" y="2259"/>
                  <a:pt x="729530" y="3475"/>
                  <a:pt x="734779" y="5906"/>
                </a:cubicBezTo>
                <a:cubicBezTo>
                  <a:pt x="740029" y="8337"/>
                  <a:pt x="744106" y="11768"/>
                  <a:pt x="747010" y="16200"/>
                </a:cubicBezTo>
                <a:cubicBezTo>
                  <a:pt x="749915" y="20632"/>
                  <a:pt x="751367" y="25666"/>
                  <a:pt x="751367" y="31303"/>
                </a:cubicBezTo>
                <a:lnTo>
                  <a:pt x="732004" y="31303"/>
                </a:lnTo>
                <a:cubicBezTo>
                  <a:pt x="732004" y="27000"/>
                  <a:pt x="730649" y="23655"/>
                  <a:pt x="727938" y="21267"/>
                </a:cubicBezTo>
                <a:cubicBezTo>
                  <a:pt x="725227" y="18879"/>
                  <a:pt x="721419" y="17685"/>
                  <a:pt x="716514" y="17685"/>
                </a:cubicBezTo>
                <a:cubicBezTo>
                  <a:pt x="711781" y="17685"/>
                  <a:pt x="708102" y="18685"/>
                  <a:pt x="705477" y="20686"/>
                </a:cubicBezTo>
                <a:cubicBezTo>
                  <a:pt x="702852" y="22687"/>
                  <a:pt x="701540" y="25322"/>
                  <a:pt x="701540" y="28592"/>
                </a:cubicBezTo>
                <a:cubicBezTo>
                  <a:pt x="701540" y="31647"/>
                  <a:pt x="703078" y="34208"/>
                  <a:pt x="706155" y="36273"/>
                </a:cubicBezTo>
                <a:cubicBezTo>
                  <a:pt x="709231" y="38338"/>
                  <a:pt x="713760" y="40275"/>
                  <a:pt x="719741" y="42082"/>
                </a:cubicBezTo>
                <a:cubicBezTo>
                  <a:pt x="730756" y="45395"/>
                  <a:pt x="738781" y="49504"/>
                  <a:pt x="743815" y="54409"/>
                </a:cubicBezTo>
                <a:cubicBezTo>
                  <a:pt x="748850" y="59315"/>
                  <a:pt x="751367" y="65425"/>
                  <a:pt x="751367" y="72740"/>
                </a:cubicBezTo>
                <a:cubicBezTo>
                  <a:pt x="751367" y="80872"/>
                  <a:pt x="748290" y="87251"/>
                  <a:pt x="742137" y="91877"/>
                </a:cubicBezTo>
                <a:cubicBezTo>
                  <a:pt x="735984" y="96502"/>
                  <a:pt x="727701" y="98815"/>
                  <a:pt x="717288" y="98815"/>
                </a:cubicBezTo>
                <a:cubicBezTo>
                  <a:pt x="710060" y="98815"/>
                  <a:pt x="703476" y="97492"/>
                  <a:pt x="697538" y="94845"/>
                </a:cubicBezTo>
                <a:cubicBezTo>
                  <a:pt x="691600" y="92199"/>
                  <a:pt x="687072" y="88574"/>
                  <a:pt x="683952" y="83970"/>
                </a:cubicBezTo>
                <a:cubicBezTo>
                  <a:pt x="680832" y="79366"/>
                  <a:pt x="679273" y="74030"/>
                  <a:pt x="679273" y="67963"/>
                </a:cubicBezTo>
                <a:lnTo>
                  <a:pt x="698700" y="67963"/>
                </a:lnTo>
                <a:cubicBezTo>
                  <a:pt x="698700" y="78333"/>
                  <a:pt x="704896" y="83518"/>
                  <a:pt x="717288" y="83518"/>
                </a:cubicBezTo>
                <a:cubicBezTo>
                  <a:pt x="721892" y="83518"/>
                  <a:pt x="725485" y="82582"/>
                  <a:pt x="728067" y="80711"/>
                </a:cubicBezTo>
                <a:cubicBezTo>
                  <a:pt x="730649" y="78839"/>
                  <a:pt x="731940" y="76225"/>
                  <a:pt x="731940" y="72869"/>
                </a:cubicBezTo>
                <a:close/>
                <a:moveTo>
                  <a:pt x="785555" y="10520"/>
                </a:moveTo>
                <a:lnTo>
                  <a:pt x="785555" y="27689"/>
                </a:lnTo>
                <a:lnTo>
                  <a:pt x="797495" y="27689"/>
                </a:lnTo>
                <a:lnTo>
                  <a:pt x="797495" y="41372"/>
                </a:lnTo>
                <a:lnTo>
                  <a:pt x="785555" y="41372"/>
                </a:lnTo>
                <a:lnTo>
                  <a:pt x="785555" y="76225"/>
                </a:lnTo>
                <a:cubicBezTo>
                  <a:pt x="785555" y="78807"/>
                  <a:pt x="786050" y="80657"/>
                  <a:pt x="787039" y="81776"/>
                </a:cubicBezTo>
                <a:cubicBezTo>
                  <a:pt x="788029" y="82894"/>
                  <a:pt x="789922" y="83454"/>
                  <a:pt x="792719" y="83454"/>
                </a:cubicBezTo>
                <a:cubicBezTo>
                  <a:pt x="794784" y="83454"/>
                  <a:pt x="796613" y="83303"/>
                  <a:pt x="798205" y="83002"/>
                </a:cubicBezTo>
                <a:lnTo>
                  <a:pt x="798205" y="97137"/>
                </a:lnTo>
                <a:cubicBezTo>
                  <a:pt x="794548" y="98255"/>
                  <a:pt x="790783" y="98815"/>
                  <a:pt x="786910" y="98815"/>
                </a:cubicBezTo>
                <a:cubicBezTo>
                  <a:pt x="773830" y="98815"/>
                  <a:pt x="767160" y="92210"/>
                  <a:pt x="766902" y="79000"/>
                </a:cubicBezTo>
                <a:lnTo>
                  <a:pt x="766902" y="41372"/>
                </a:lnTo>
                <a:lnTo>
                  <a:pt x="756704" y="41372"/>
                </a:lnTo>
                <a:lnTo>
                  <a:pt x="756704" y="27689"/>
                </a:lnTo>
                <a:lnTo>
                  <a:pt x="766902" y="27689"/>
                </a:lnTo>
                <a:lnTo>
                  <a:pt x="766902" y="10520"/>
                </a:lnTo>
                <a:lnTo>
                  <a:pt x="785555" y="10520"/>
                </a:lnTo>
                <a:close/>
                <a:moveTo>
                  <a:pt x="847117" y="45180"/>
                </a:moveTo>
                <a:cubicBezTo>
                  <a:pt x="844579" y="44836"/>
                  <a:pt x="842341" y="44664"/>
                  <a:pt x="840405" y="44664"/>
                </a:cubicBezTo>
                <a:cubicBezTo>
                  <a:pt x="833348" y="44664"/>
                  <a:pt x="828723" y="47052"/>
                  <a:pt x="826528" y="51828"/>
                </a:cubicBezTo>
                <a:lnTo>
                  <a:pt x="826528" y="97524"/>
                </a:lnTo>
                <a:lnTo>
                  <a:pt x="807875" y="97524"/>
                </a:lnTo>
                <a:lnTo>
                  <a:pt x="807875" y="27689"/>
                </a:lnTo>
                <a:lnTo>
                  <a:pt x="825495" y="27689"/>
                </a:lnTo>
                <a:lnTo>
                  <a:pt x="826012" y="36015"/>
                </a:lnTo>
                <a:cubicBezTo>
                  <a:pt x="829755" y="29604"/>
                  <a:pt x="834940" y="26398"/>
                  <a:pt x="841567" y="26398"/>
                </a:cubicBezTo>
                <a:cubicBezTo>
                  <a:pt x="843632" y="26398"/>
                  <a:pt x="845568" y="26678"/>
                  <a:pt x="847375" y="27237"/>
                </a:cubicBezTo>
                <a:lnTo>
                  <a:pt x="847117" y="45180"/>
                </a:lnTo>
                <a:close/>
                <a:moveTo>
                  <a:pt x="896545" y="97524"/>
                </a:moveTo>
                <a:cubicBezTo>
                  <a:pt x="895685" y="95846"/>
                  <a:pt x="895061" y="93759"/>
                  <a:pt x="894673" y="91263"/>
                </a:cubicBezTo>
                <a:cubicBezTo>
                  <a:pt x="890156" y="96298"/>
                  <a:pt x="884282" y="98815"/>
                  <a:pt x="877053" y="98815"/>
                </a:cubicBezTo>
                <a:cubicBezTo>
                  <a:pt x="870212" y="98815"/>
                  <a:pt x="864543" y="96833"/>
                  <a:pt x="860046" y="92869"/>
                </a:cubicBezTo>
                <a:cubicBezTo>
                  <a:pt x="855550" y="88904"/>
                  <a:pt x="853302" y="83905"/>
                  <a:pt x="853302" y="77873"/>
                </a:cubicBezTo>
                <a:cubicBezTo>
                  <a:pt x="853302" y="70461"/>
                  <a:pt x="856045" y="64773"/>
                  <a:pt x="861531" y="60809"/>
                </a:cubicBezTo>
                <a:cubicBezTo>
                  <a:pt x="867017" y="56844"/>
                  <a:pt x="874945" y="54840"/>
                  <a:pt x="885315" y="54797"/>
                </a:cubicBezTo>
                <a:lnTo>
                  <a:pt x="893899" y="54797"/>
                </a:lnTo>
                <a:lnTo>
                  <a:pt x="893899" y="50813"/>
                </a:lnTo>
                <a:cubicBezTo>
                  <a:pt x="893899" y="47600"/>
                  <a:pt x="893071" y="45029"/>
                  <a:pt x="891414" y="43102"/>
                </a:cubicBezTo>
                <a:cubicBezTo>
                  <a:pt x="889757" y="41174"/>
                  <a:pt x="887144" y="40210"/>
                  <a:pt x="883572" y="40210"/>
                </a:cubicBezTo>
                <a:cubicBezTo>
                  <a:pt x="880431" y="40210"/>
                  <a:pt x="877968" y="40958"/>
                  <a:pt x="876182" y="42453"/>
                </a:cubicBezTo>
                <a:cubicBezTo>
                  <a:pt x="874396" y="43947"/>
                  <a:pt x="873503" y="45996"/>
                  <a:pt x="873503" y="48601"/>
                </a:cubicBezTo>
                <a:lnTo>
                  <a:pt x="854851" y="48601"/>
                </a:lnTo>
                <a:cubicBezTo>
                  <a:pt x="854851" y="44568"/>
                  <a:pt x="856098" y="40836"/>
                  <a:pt x="858594" y="37405"/>
                </a:cubicBezTo>
                <a:cubicBezTo>
                  <a:pt x="861090" y="33972"/>
                  <a:pt x="864618" y="31279"/>
                  <a:pt x="869179" y="29327"/>
                </a:cubicBezTo>
                <a:cubicBezTo>
                  <a:pt x="873740" y="27374"/>
                  <a:pt x="878861" y="26398"/>
                  <a:pt x="884540" y="26398"/>
                </a:cubicBezTo>
                <a:cubicBezTo>
                  <a:pt x="893146" y="26398"/>
                  <a:pt x="899977" y="28560"/>
                  <a:pt x="905033" y="32885"/>
                </a:cubicBezTo>
                <a:cubicBezTo>
                  <a:pt x="910088" y="37209"/>
                  <a:pt x="912616" y="43287"/>
                  <a:pt x="912616" y="51118"/>
                </a:cubicBezTo>
                <a:lnTo>
                  <a:pt x="912616" y="81388"/>
                </a:lnTo>
                <a:cubicBezTo>
                  <a:pt x="912659" y="88015"/>
                  <a:pt x="913585" y="93028"/>
                  <a:pt x="915392" y="96427"/>
                </a:cubicBezTo>
                <a:lnTo>
                  <a:pt x="915392" y="97524"/>
                </a:lnTo>
                <a:lnTo>
                  <a:pt x="896545" y="97524"/>
                </a:lnTo>
                <a:moveTo>
                  <a:pt x="881120" y="84551"/>
                </a:moveTo>
                <a:cubicBezTo>
                  <a:pt x="883873" y="84551"/>
                  <a:pt x="886412" y="83936"/>
                  <a:pt x="888736" y="82705"/>
                </a:cubicBezTo>
                <a:cubicBezTo>
                  <a:pt x="891059" y="81475"/>
                  <a:pt x="892780" y="79823"/>
                  <a:pt x="893899" y="77750"/>
                </a:cubicBezTo>
                <a:lnTo>
                  <a:pt x="893899" y="65704"/>
                </a:lnTo>
                <a:lnTo>
                  <a:pt x="886928" y="65704"/>
                </a:lnTo>
                <a:cubicBezTo>
                  <a:pt x="877591" y="65704"/>
                  <a:pt x="872621" y="68942"/>
                  <a:pt x="872019" y="75418"/>
                </a:cubicBezTo>
                <a:lnTo>
                  <a:pt x="871954" y="76519"/>
                </a:lnTo>
                <a:cubicBezTo>
                  <a:pt x="871954" y="78851"/>
                  <a:pt x="872772" y="80772"/>
                  <a:pt x="874407" y="82284"/>
                </a:cubicBezTo>
                <a:cubicBezTo>
                  <a:pt x="876042" y="83795"/>
                  <a:pt x="878280" y="84551"/>
                  <a:pt x="881120" y="84551"/>
                </a:cubicBezTo>
                <a:close/>
                <a:moveTo>
                  <a:pt x="949259" y="10520"/>
                </a:moveTo>
                <a:lnTo>
                  <a:pt x="949259" y="27689"/>
                </a:lnTo>
                <a:lnTo>
                  <a:pt x="961200" y="27689"/>
                </a:lnTo>
                <a:lnTo>
                  <a:pt x="961200" y="41372"/>
                </a:lnTo>
                <a:lnTo>
                  <a:pt x="949259" y="41372"/>
                </a:lnTo>
                <a:lnTo>
                  <a:pt x="949259" y="76225"/>
                </a:lnTo>
                <a:cubicBezTo>
                  <a:pt x="949259" y="78807"/>
                  <a:pt x="949754" y="80657"/>
                  <a:pt x="950744" y="81776"/>
                </a:cubicBezTo>
                <a:cubicBezTo>
                  <a:pt x="951733" y="82894"/>
                  <a:pt x="953627" y="83454"/>
                  <a:pt x="956424" y="83454"/>
                </a:cubicBezTo>
                <a:cubicBezTo>
                  <a:pt x="958489" y="83454"/>
                  <a:pt x="960318" y="83303"/>
                  <a:pt x="961910" y="83002"/>
                </a:cubicBezTo>
                <a:lnTo>
                  <a:pt x="961910" y="97137"/>
                </a:lnTo>
                <a:cubicBezTo>
                  <a:pt x="958252" y="98255"/>
                  <a:pt x="954487" y="98815"/>
                  <a:pt x="950615" y="98815"/>
                </a:cubicBezTo>
                <a:cubicBezTo>
                  <a:pt x="937534" y="98815"/>
                  <a:pt x="930865" y="92210"/>
                  <a:pt x="930606" y="79000"/>
                </a:cubicBezTo>
                <a:lnTo>
                  <a:pt x="930606" y="41372"/>
                </a:lnTo>
                <a:lnTo>
                  <a:pt x="920409" y="41372"/>
                </a:lnTo>
                <a:lnTo>
                  <a:pt x="920409" y="27689"/>
                </a:lnTo>
                <a:lnTo>
                  <a:pt x="930606" y="27689"/>
                </a:lnTo>
                <a:lnTo>
                  <a:pt x="930606" y="10520"/>
                </a:lnTo>
                <a:lnTo>
                  <a:pt x="949259" y="10520"/>
                </a:lnTo>
                <a:close/>
                <a:moveTo>
                  <a:pt x="1003722" y="98815"/>
                </a:moveTo>
                <a:cubicBezTo>
                  <a:pt x="993481" y="98815"/>
                  <a:pt x="985145" y="95674"/>
                  <a:pt x="978712" y="89392"/>
                </a:cubicBezTo>
                <a:cubicBezTo>
                  <a:pt x="972279" y="83109"/>
                  <a:pt x="969063" y="74740"/>
                  <a:pt x="969063" y="64285"/>
                </a:cubicBezTo>
                <a:lnTo>
                  <a:pt x="969063" y="62477"/>
                </a:lnTo>
                <a:cubicBezTo>
                  <a:pt x="969063" y="55464"/>
                  <a:pt x="970418" y="49192"/>
                  <a:pt x="973129" y="43663"/>
                </a:cubicBezTo>
                <a:cubicBezTo>
                  <a:pt x="975840" y="38134"/>
                  <a:pt x="979680" y="33874"/>
                  <a:pt x="984650" y="30884"/>
                </a:cubicBezTo>
                <a:cubicBezTo>
                  <a:pt x="989620" y="27893"/>
                  <a:pt x="995289" y="26398"/>
                  <a:pt x="1001657" y="26398"/>
                </a:cubicBezTo>
                <a:cubicBezTo>
                  <a:pt x="1011209" y="26398"/>
                  <a:pt x="1018728" y="29410"/>
                  <a:pt x="1024215" y="35434"/>
                </a:cubicBezTo>
                <a:cubicBezTo>
                  <a:pt x="1029701" y="41458"/>
                  <a:pt x="1032444" y="49999"/>
                  <a:pt x="1032444" y="61057"/>
                </a:cubicBezTo>
                <a:lnTo>
                  <a:pt x="1032444" y="68673"/>
                </a:lnTo>
                <a:lnTo>
                  <a:pt x="987974" y="68673"/>
                </a:lnTo>
                <a:cubicBezTo>
                  <a:pt x="988576" y="73234"/>
                  <a:pt x="990394" y="76892"/>
                  <a:pt x="993428" y="79646"/>
                </a:cubicBezTo>
                <a:cubicBezTo>
                  <a:pt x="996461" y="82400"/>
                  <a:pt x="1000301" y="83776"/>
                  <a:pt x="1004949" y="83776"/>
                </a:cubicBezTo>
                <a:cubicBezTo>
                  <a:pt x="1012134" y="83776"/>
                  <a:pt x="1017750" y="81173"/>
                  <a:pt x="1021794" y="75967"/>
                </a:cubicBezTo>
                <a:lnTo>
                  <a:pt x="1030959" y="86229"/>
                </a:lnTo>
                <a:cubicBezTo>
                  <a:pt x="1028162" y="90188"/>
                  <a:pt x="1024376" y="93275"/>
                  <a:pt x="1019600" y="95491"/>
                </a:cubicBezTo>
                <a:cubicBezTo>
                  <a:pt x="1014824" y="97707"/>
                  <a:pt x="1009531" y="98815"/>
                  <a:pt x="1003722" y="98815"/>
                </a:cubicBezTo>
                <a:moveTo>
                  <a:pt x="1001592" y="41501"/>
                </a:moveTo>
                <a:cubicBezTo>
                  <a:pt x="997892" y="41501"/>
                  <a:pt x="994891" y="42749"/>
                  <a:pt x="992589" y="45244"/>
                </a:cubicBezTo>
                <a:cubicBezTo>
                  <a:pt x="990287" y="47740"/>
                  <a:pt x="988813" y="51311"/>
                  <a:pt x="988167" y="55959"/>
                </a:cubicBezTo>
                <a:lnTo>
                  <a:pt x="1014114" y="55959"/>
                </a:lnTo>
                <a:lnTo>
                  <a:pt x="1014114" y="54474"/>
                </a:lnTo>
                <a:cubicBezTo>
                  <a:pt x="1014028" y="50343"/>
                  <a:pt x="1012909" y="47148"/>
                  <a:pt x="1010757" y="44889"/>
                </a:cubicBezTo>
                <a:cubicBezTo>
                  <a:pt x="1008606" y="42630"/>
                  <a:pt x="1005551" y="41501"/>
                  <a:pt x="1001592" y="41501"/>
                </a:cubicBezTo>
                <a:close/>
                <a:moveTo>
                  <a:pt x="1040300" y="62090"/>
                </a:moveTo>
                <a:cubicBezTo>
                  <a:pt x="1040300" y="51376"/>
                  <a:pt x="1042850" y="42749"/>
                  <a:pt x="1047949" y="36208"/>
                </a:cubicBezTo>
                <a:cubicBezTo>
                  <a:pt x="1053048" y="29668"/>
                  <a:pt x="1059921" y="26398"/>
                  <a:pt x="1068570" y="26398"/>
                </a:cubicBezTo>
                <a:cubicBezTo>
                  <a:pt x="1076229" y="26398"/>
                  <a:pt x="1082189" y="29023"/>
                  <a:pt x="1086448" y="34272"/>
                </a:cubicBezTo>
                <a:lnTo>
                  <a:pt x="1087223" y="27689"/>
                </a:lnTo>
                <a:lnTo>
                  <a:pt x="1104133" y="27689"/>
                </a:lnTo>
                <a:lnTo>
                  <a:pt x="1104133" y="95200"/>
                </a:lnTo>
                <a:cubicBezTo>
                  <a:pt x="1104133" y="101311"/>
                  <a:pt x="1102745" y="106625"/>
                  <a:pt x="1099970" y="111143"/>
                </a:cubicBezTo>
                <a:cubicBezTo>
                  <a:pt x="1097195" y="115661"/>
                  <a:pt x="1093290" y="119103"/>
                  <a:pt x="1088256" y="121469"/>
                </a:cubicBezTo>
                <a:cubicBezTo>
                  <a:pt x="1083221" y="123836"/>
                  <a:pt x="1077326" y="125019"/>
                  <a:pt x="1070571" y="125019"/>
                </a:cubicBezTo>
                <a:cubicBezTo>
                  <a:pt x="1065451" y="125019"/>
                  <a:pt x="1060459" y="123997"/>
                  <a:pt x="1055597" y="121953"/>
                </a:cubicBezTo>
                <a:cubicBezTo>
                  <a:pt x="1050735" y="119910"/>
                  <a:pt x="1047056" y="117274"/>
                  <a:pt x="1044560" y="114047"/>
                </a:cubicBezTo>
                <a:lnTo>
                  <a:pt x="1052822" y="102687"/>
                </a:lnTo>
                <a:cubicBezTo>
                  <a:pt x="1057469" y="107894"/>
                  <a:pt x="1063105" y="110497"/>
                  <a:pt x="1069732" y="110497"/>
                </a:cubicBezTo>
                <a:cubicBezTo>
                  <a:pt x="1074680" y="110497"/>
                  <a:pt x="1078531" y="109174"/>
                  <a:pt x="1081285" y="106528"/>
                </a:cubicBezTo>
                <a:cubicBezTo>
                  <a:pt x="1084039" y="103881"/>
                  <a:pt x="1085416" y="100127"/>
                  <a:pt x="1085416" y="95265"/>
                </a:cubicBezTo>
                <a:lnTo>
                  <a:pt x="1085416" y="91522"/>
                </a:lnTo>
                <a:cubicBezTo>
                  <a:pt x="1081113" y="96384"/>
                  <a:pt x="1075455" y="98815"/>
                  <a:pt x="1068441" y="98815"/>
                </a:cubicBezTo>
                <a:cubicBezTo>
                  <a:pt x="1060050" y="98815"/>
                  <a:pt x="1053263" y="95534"/>
                  <a:pt x="1048078" y="88972"/>
                </a:cubicBezTo>
                <a:cubicBezTo>
                  <a:pt x="1042893" y="82410"/>
                  <a:pt x="1040300" y="73708"/>
                  <a:pt x="1040300" y="62865"/>
                </a:cubicBezTo>
                <a:lnTo>
                  <a:pt x="1040300" y="62090"/>
                </a:lnTo>
                <a:moveTo>
                  <a:pt x="1058953" y="63445"/>
                </a:moveTo>
                <a:cubicBezTo>
                  <a:pt x="1058953" y="69771"/>
                  <a:pt x="1060223" y="74730"/>
                  <a:pt x="1062761" y="78323"/>
                </a:cubicBezTo>
                <a:cubicBezTo>
                  <a:pt x="1065300" y="81915"/>
                  <a:pt x="1068785" y="83712"/>
                  <a:pt x="1073217" y="83712"/>
                </a:cubicBezTo>
                <a:cubicBezTo>
                  <a:pt x="1078897" y="83712"/>
                  <a:pt x="1082963" y="81582"/>
                  <a:pt x="1085416" y="77322"/>
                </a:cubicBezTo>
                <a:lnTo>
                  <a:pt x="1085416" y="47955"/>
                </a:lnTo>
                <a:cubicBezTo>
                  <a:pt x="1082920" y="43695"/>
                  <a:pt x="1078897" y="41565"/>
                  <a:pt x="1073346" y="41565"/>
                </a:cubicBezTo>
                <a:cubicBezTo>
                  <a:pt x="1068871" y="41565"/>
                  <a:pt x="1065354" y="43394"/>
                  <a:pt x="1062794" y="47052"/>
                </a:cubicBezTo>
                <a:cubicBezTo>
                  <a:pt x="1060233" y="50709"/>
                  <a:pt x="1058953" y="56174"/>
                  <a:pt x="1058953" y="63445"/>
                </a:cubicBezTo>
                <a:close/>
                <a:moveTo>
                  <a:pt x="1144518" y="71154"/>
                </a:moveTo>
                <a:lnTo>
                  <a:pt x="1157427" y="27689"/>
                </a:lnTo>
                <a:lnTo>
                  <a:pt x="1177435" y="27689"/>
                </a:lnTo>
                <a:lnTo>
                  <a:pt x="1149359" y="108420"/>
                </a:lnTo>
                <a:lnTo>
                  <a:pt x="1147810" y="112103"/>
                </a:lnTo>
                <a:cubicBezTo>
                  <a:pt x="1143636" y="121230"/>
                  <a:pt x="1136752" y="125794"/>
                  <a:pt x="1127156" y="125794"/>
                </a:cubicBezTo>
                <a:cubicBezTo>
                  <a:pt x="1124446" y="125794"/>
                  <a:pt x="1121692" y="125385"/>
                  <a:pt x="1118895" y="124567"/>
                </a:cubicBezTo>
                <a:lnTo>
                  <a:pt x="1118895" y="110433"/>
                </a:lnTo>
                <a:lnTo>
                  <a:pt x="1121735" y="110497"/>
                </a:lnTo>
                <a:cubicBezTo>
                  <a:pt x="1125263" y="110497"/>
                  <a:pt x="1127899" y="109959"/>
                  <a:pt x="1129641" y="108882"/>
                </a:cubicBezTo>
                <a:cubicBezTo>
                  <a:pt x="1131384" y="107806"/>
                  <a:pt x="1132750" y="106019"/>
                  <a:pt x="1133740" y="103520"/>
                </a:cubicBezTo>
                <a:lnTo>
                  <a:pt x="1135934" y="97772"/>
                </a:lnTo>
                <a:lnTo>
                  <a:pt x="1111473" y="27689"/>
                </a:lnTo>
                <a:lnTo>
                  <a:pt x="1131545" y="27689"/>
                </a:lnTo>
                <a:lnTo>
                  <a:pt x="1144518" y="711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[continuous/task-specific]">
            <a:extLst xmlns:a="http://schemas.openxmlformats.org/drawingml/2006/main">
              <a:ext uri="{FF2B5EF4-FFF2-40B4-BE49-F238E27FC236}">
                <a16:creationId xmlns:a16="http://schemas.microsoft.com/office/drawing/2014/main" id="{F324CCD1-3A61-472A-A0FF-092CF500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2330" y="2166289"/>
            <a:ext cx="1311191" cy="115723"/>
          </a:xfrm>
          <a:custGeom xmlns:a="http://schemas.openxmlformats.org/drawingml/2006/main">
            <a:pathLst>
              <a:path w="1311191" h="115723">
                <a:moveTo>
                  <a:pt x="23693" y="12230"/>
                </a:moveTo>
                <a:lnTo>
                  <a:pt x="15905" y="12230"/>
                </a:lnTo>
                <a:lnTo>
                  <a:pt x="15905" y="99324"/>
                </a:lnTo>
                <a:lnTo>
                  <a:pt x="23693" y="99324"/>
                </a:lnTo>
                <a:lnTo>
                  <a:pt x="23693" y="111555"/>
                </a:lnTo>
                <a:lnTo>
                  <a:pt x="0" y="111555"/>
                </a:lnTo>
                <a:lnTo>
                  <a:pt x="0" y="0"/>
                </a:lnTo>
                <a:lnTo>
                  <a:pt x="23693" y="0"/>
                </a:lnTo>
                <a:lnTo>
                  <a:pt x="23693" y="12230"/>
                </a:lnTo>
                <a:close/>
                <a:moveTo>
                  <a:pt x="55381" y="81225"/>
                </a:moveTo>
                <a:cubicBezTo>
                  <a:pt x="58306" y="81225"/>
                  <a:pt x="60682" y="80421"/>
                  <a:pt x="62510" y="78812"/>
                </a:cubicBezTo>
                <a:cubicBezTo>
                  <a:pt x="64339" y="77203"/>
                  <a:pt x="65289" y="75064"/>
                  <a:pt x="65362" y="72395"/>
                </a:cubicBezTo>
                <a:lnTo>
                  <a:pt x="80225" y="72395"/>
                </a:lnTo>
                <a:cubicBezTo>
                  <a:pt x="80189" y="76417"/>
                  <a:pt x="79092" y="80101"/>
                  <a:pt x="76935" y="83447"/>
                </a:cubicBezTo>
                <a:cubicBezTo>
                  <a:pt x="74777" y="86792"/>
                  <a:pt x="71825" y="89388"/>
                  <a:pt x="68077" y="91235"/>
                </a:cubicBezTo>
                <a:cubicBezTo>
                  <a:pt x="64329" y="93081"/>
                  <a:pt x="60189" y="94004"/>
                  <a:pt x="55655" y="94004"/>
                </a:cubicBezTo>
                <a:cubicBezTo>
                  <a:pt x="47172" y="94004"/>
                  <a:pt x="40481" y="91308"/>
                  <a:pt x="35581" y="85915"/>
                </a:cubicBezTo>
                <a:cubicBezTo>
                  <a:pt x="30682" y="80522"/>
                  <a:pt x="28232" y="73072"/>
                  <a:pt x="28232" y="63565"/>
                </a:cubicBezTo>
                <a:lnTo>
                  <a:pt x="28232" y="62523"/>
                </a:lnTo>
                <a:cubicBezTo>
                  <a:pt x="28232" y="53382"/>
                  <a:pt x="30664" y="46088"/>
                  <a:pt x="35527" y="40640"/>
                </a:cubicBezTo>
                <a:cubicBezTo>
                  <a:pt x="40390" y="35192"/>
                  <a:pt x="47062" y="32468"/>
                  <a:pt x="55545" y="32468"/>
                </a:cubicBezTo>
                <a:cubicBezTo>
                  <a:pt x="62967" y="32468"/>
                  <a:pt x="68918" y="34580"/>
                  <a:pt x="73397" y="38803"/>
                </a:cubicBezTo>
                <a:cubicBezTo>
                  <a:pt x="77876" y="43026"/>
                  <a:pt x="80152" y="48647"/>
                  <a:pt x="80225" y="55668"/>
                </a:cubicBezTo>
                <a:lnTo>
                  <a:pt x="65362" y="55668"/>
                </a:lnTo>
                <a:cubicBezTo>
                  <a:pt x="65289" y="52596"/>
                  <a:pt x="64339" y="50101"/>
                  <a:pt x="62510" y="48181"/>
                </a:cubicBezTo>
                <a:cubicBezTo>
                  <a:pt x="60682" y="46262"/>
                  <a:pt x="58269" y="45302"/>
                  <a:pt x="55271" y="45302"/>
                </a:cubicBezTo>
                <a:cubicBezTo>
                  <a:pt x="51578" y="45302"/>
                  <a:pt x="48790" y="46646"/>
                  <a:pt x="46907" y="49333"/>
                </a:cubicBezTo>
                <a:cubicBezTo>
                  <a:pt x="45024" y="52020"/>
                  <a:pt x="44082" y="56381"/>
                  <a:pt x="44082" y="62414"/>
                </a:cubicBezTo>
                <a:lnTo>
                  <a:pt x="44082" y="64059"/>
                </a:lnTo>
                <a:cubicBezTo>
                  <a:pt x="44082" y="70165"/>
                  <a:pt x="45015" y="74553"/>
                  <a:pt x="46880" y="77222"/>
                </a:cubicBezTo>
                <a:cubicBezTo>
                  <a:pt x="48744" y="79891"/>
                  <a:pt x="51578" y="81225"/>
                  <a:pt x="55381" y="81225"/>
                </a:cubicBezTo>
                <a:close/>
                <a:moveTo>
                  <a:pt x="86782" y="62688"/>
                </a:moveTo>
                <a:cubicBezTo>
                  <a:pt x="86782" y="56801"/>
                  <a:pt x="87916" y="51554"/>
                  <a:pt x="90183" y="46947"/>
                </a:cubicBezTo>
                <a:cubicBezTo>
                  <a:pt x="92450" y="42340"/>
                  <a:pt x="95713" y="38775"/>
                  <a:pt x="99973" y="36253"/>
                </a:cubicBezTo>
                <a:cubicBezTo>
                  <a:pt x="104232" y="33730"/>
                  <a:pt x="109177" y="32468"/>
                  <a:pt x="114808" y="32468"/>
                </a:cubicBezTo>
                <a:cubicBezTo>
                  <a:pt x="122816" y="32468"/>
                  <a:pt x="129351" y="34918"/>
                  <a:pt x="134415" y="39817"/>
                </a:cubicBezTo>
                <a:cubicBezTo>
                  <a:pt x="139479" y="44717"/>
                  <a:pt x="142304" y="51371"/>
                  <a:pt x="142889" y="59781"/>
                </a:cubicBezTo>
                <a:lnTo>
                  <a:pt x="142999" y="63840"/>
                </a:lnTo>
                <a:cubicBezTo>
                  <a:pt x="142999" y="72944"/>
                  <a:pt x="140457" y="80247"/>
                  <a:pt x="135375" y="85750"/>
                </a:cubicBezTo>
                <a:cubicBezTo>
                  <a:pt x="130293" y="91253"/>
                  <a:pt x="123474" y="94004"/>
                  <a:pt x="114918" y="94004"/>
                </a:cubicBezTo>
                <a:cubicBezTo>
                  <a:pt x="106362" y="94004"/>
                  <a:pt x="99534" y="91262"/>
                  <a:pt x="94433" y="85777"/>
                </a:cubicBezTo>
                <a:cubicBezTo>
                  <a:pt x="89333" y="80293"/>
                  <a:pt x="86782" y="72834"/>
                  <a:pt x="86782" y="63401"/>
                </a:cubicBezTo>
                <a:lnTo>
                  <a:pt x="86782" y="62688"/>
                </a:lnTo>
                <a:moveTo>
                  <a:pt x="102633" y="63840"/>
                </a:moveTo>
                <a:cubicBezTo>
                  <a:pt x="102633" y="69470"/>
                  <a:pt x="103693" y="73776"/>
                  <a:pt x="105814" y="76755"/>
                </a:cubicBezTo>
                <a:cubicBezTo>
                  <a:pt x="107934" y="79735"/>
                  <a:pt x="110969" y="81225"/>
                  <a:pt x="114918" y="81225"/>
                </a:cubicBezTo>
                <a:cubicBezTo>
                  <a:pt x="118757" y="81225"/>
                  <a:pt x="121755" y="79754"/>
                  <a:pt x="123912" y="76810"/>
                </a:cubicBezTo>
                <a:cubicBezTo>
                  <a:pt x="126070" y="73867"/>
                  <a:pt x="127148" y="69159"/>
                  <a:pt x="127148" y="62688"/>
                </a:cubicBezTo>
                <a:cubicBezTo>
                  <a:pt x="127148" y="57167"/>
                  <a:pt x="126070" y="52889"/>
                  <a:pt x="123912" y="49854"/>
                </a:cubicBezTo>
                <a:cubicBezTo>
                  <a:pt x="121755" y="46819"/>
                  <a:pt x="118720" y="45302"/>
                  <a:pt x="114808" y="45302"/>
                </a:cubicBezTo>
                <a:cubicBezTo>
                  <a:pt x="110933" y="45302"/>
                  <a:pt x="107934" y="46810"/>
                  <a:pt x="105814" y="49827"/>
                </a:cubicBezTo>
                <a:cubicBezTo>
                  <a:pt x="103693" y="52843"/>
                  <a:pt x="102633" y="57514"/>
                  <a:pt x="102633" y="63840"/>
                </a:cubicBezTo>
                <a:close/>
                <a:moveTo>
                  <a:pt x="167323" y="33565"/>
                </a:moveTo>
                <a:lnTo>
                  <a:pt x="167817" y="40421"/>
                </a:lnTo>
                <a:cubicBezTo>
                  <a:pt x="172058" y="35119"/>
                  <a:pt x="177744" y="32468"/>
                  <a:pt x="184874" y="32468"/>
                </a:cubicBezTo>
                <a:cubicBezTo>
                  <a:pt x="191163" y="32468"/>
                  <a:pt x="195843" y="34315"/>
                  <a:pt x="198914" y="38008"/>
                </a:cubicBezTo>
                <a:cubicBezTo>
                  <a:pt x="201985" y="41700"/>
                  <a:pt x="203558" y="47221"/>
                  <a:pt x="203631" y="54571"/>
                </a:cubicBezTo>
                <a:lnTo>
                  <a:pt x="203631" y="92907"/>
                </a:lnTo>
                <a:lnTo>
                  <a:pt x="187781" y="92907"/>
                </a:lnTo>
                <a:lnTo>
                  <a:pt x="187781" y="54955"/>
                </a:lnTo>
                <a:cubicBezTo>
                  <a:pt x="187781" y="51591"/>
                  <a:pt x="187049" y="49150"/>
                  <a:pt x="185587" y="47633"/>
                </a:cubicBezTo>
                <a:cubicBezTo>
                  <a:pt x="184124" y="46115"/>
                  <a:pt x="181693" y="45357"/>
                  <a:pt x="178292" y="45357"/>
                </a:cubicBezTo>
                <a:cubicBezTo>
                  <a:pt x="173832" y="45357"/>
                  <a:pt x="170486" y="47258"/>
                  <a:pt x="168256" y="51061"/>
                </a:cubicBezTo>
                <a:lnTo>
                  <a:pt x="168256" y="92907"/>
                </a:lnTo>
                <a:lnTo>
                  <a:pt x="152406" y="92907"/>
                </a:lnTo>
                <a:lnTo>
                  <a:pt x="152406" y="33565"/>
                </a:lnTo>
                <a:lnTo>
                  <a:pt x="167323" y="33565"/>
                </a:lnTo>
                <a:close/>
                <a:moveTo>
                  <a:pt x="234592" y="18976"/>
                </a:moveTo>
                <a:lnTo>
                  <a:pt x="234592" y="33565"/>
                </a:lnTo>
                <a:lnTo>
                  <a:pt x="244738" y="33565"/>
                </a:lnTo>
                <a:lnTo>
                  <a:pt x="244738" y="45192"/>
                </a:lnTo>
                <a:lnTo>
                  <a:pt x="234592" y="45192"/>
                </a:lnTo>
                <a:lnTo>
                  <a:pt x="234592" y="74809"/>
                </a:lnTo>
                <a:cubicBezTo>
                  <a:pt x="234592" y="77002"/>
                  <a:pt x="235013" y="78575"/>
                  <a:pt x="235853" y="79525"/>
                </a:cubicBezTo>
                <a:cubicBezTo>
                  <a:pt x="236694" y="80476"/>
                  <a:pt x="238303" y="80951"/>
                  <a:pt x="240680" y="80951"/>
                </a:cubicBezTo>
                <a:cubicBezTo>
                  <a:pt x="242435" y="80951"/>
                  <a:pt x="243989" y="80823"/>
                  <a:pt x="245342" y="80567"/>
                </a:cubicBezTo>
                <a:lnTo>
                  <a:pt x="245342" y="92578"/>
                </a:lnTo>
                <a:cubicBezTo>
                  <a:pt x="242234" y="93529"/>
                  <a:pt x="239034" y="94004"/>
                  <a:pt x="235744" y="94004"/>
                </a:cubicBezTo>
                <a:cubicBezTo>
                  <a:pt x="224629" y="94004"/>
                  <a:pt x="218961" y="88392"/>
                  <a:pt x="218742" y="77167"/>
                </a:cubicBezTo>
                <a:lnTo>
                  <a:pt x="218742" y="45192"/>
                </a:lnTo>
                <a:lnTo>
                  <a:pt x="210076" y="45192"/>
                </a:lnTo>
                <a:lnTo>
                  <a:pt x="210076" y="33565"/>
                </a:lnTo>
                <a:lnTo>
                  <a:pt x="218742" y="33565"/>
                </a:lnTo>
                <a:lnTo>
                  <a:pt x="218742" y="18976"/>
                </a:lnTo>
                <a:lnTo>
                  <a:pt x="234592" y="18976"/>
                </a:lnTo>
                <a:close/>
                <a:moveTo>
                  <a:pt x="270280" y="92907"/>
                </a:moveTo>
                <a:lnTo>
                  <a:pt x="254375" y="92907"/>
                </a:lnTo>
                <a:lnTo>
                  <a:pt x="254375" y="33565"/>
                </a:lnTo>
                <a:lnTo>
                  <a:pt x="270280" y="33565"/>
                </a:lnTo>
                <a:lnTo>
                  <a:pt x="270280" y="92907"/>
                </a:lnTo>
                <a:moveTo>
                  <a:pt x="253443" y="18209"/>
                </a:moveTo>
                <a:cubicBezTo>
                  <a:pt x="253443" y="15832"/>
                  <a:pt x="254238" y="13876"/>
                  <a:pt x="255829" y="12340"/>
                </a:cubicBezTo>
                <a:cubicBezTo>
                  <a:pt x="257419" y="10804"/>
                  <a:pt x="259586" y="10037"/>
                  <a:pt x="262328" y="10037"/>
                </a:cubicBezTo>
                <a:cubicBezTo>
                  <a:pt x="265034" y="10037"/>
                  <a:pt x="267191" y="10804"/>
                  <a:pt x="268800" y="12340"/>
                </a:cubicBezTo>
                <a:cubicBezTo>
                  <a:pt x="270408" y="13876"/>
                  <a:pt x="271213" y="15832"/>
                  <a:pt x="271213" y="18209"/>
                </a:cubicBezTo>
                <a:cubicBezTo>
                  <a:pt x="271213" y="20622"/>
                  <a:pt x="270399" y="22596"/>
                  <a:pt x="268772" y="24132"/>
                </a:cubicBezTo>
                <a:cubicBezTo>
                  <a:pt x="267145" y="25667"/>
                  <a:pt x="264997" y="26435"/>
                  <a:pt x="262328" y="26435"/>
                </a:cubicBezTo>
                <a:cubicBezTo>
                  <a:pt x="259659" y="26435"/>
                  <a:pt x="257511" y="25667"/>
                  <a:pt x="255884" y="24132"/>
                </a:cubicBezTo>
                <a:cubicBezTo>
                  <a:pt x="254257" y="22596"/>
                  <a:pt x="253443" y="20622"/>
                  <a:pt x="253443" y="18209"/>
                </a:cubicBezTo>
                <a:close/>
                <a:moveTo>
                  <a:pt x="297910" y="33565"/>
                </a:moveTo>
                <a:lnTo>
                  <a:pt x="298404" y="40421"/>
                </a:lnTo>
                <a:cubicBezTo>
                  <a:pt x="302645" y="35119"/>
                  <a:pt x="308331" y="32468"/>
                  <a:pt x="315460" y="32468"/>
                </a:cubicBezTo>
                <a:cubicBezTo>
                  <a:pt x="321749" y="32468"/>
                  <a:pt x="326429" y="34315"/>
                  <a:pt x="329501" y="38008"/>
                </a:cubicBezTo>
                <a:cubicBezTo>
                  <a:pt x="332572" y="41700"/>
                  <a:pt x="334144" y="47221"/>
                  <a:pt x="334217" y="54571"/>
                </a:cubicBezTo>
                <a:lnTo>
                  <a:pt x="334217" y="92907"/>
                </a:lnTo>
                <a:lnTo>
                  <a:pt x="318367" y="92907"/>
                </a:lnTo>
                <a:lnTo>
                  <a:pt x="318367" y="54955"/>
                </a:lnTo>
                <a:cubicBezTo>
                  <a:pt x="318367" y="51591"/>
                  <a:pt x="317636" y="49150"/>
                  <a:pt x="316173" y="47633"/>
                </a:cubicBezTo>
                <a:cubicBezTo>
                  <a:pt x="314711" y="46115"/>
                  <a:pt x="312279" y="45357"/>
                  <a:pt x="308879" y="45357"/>
                </a:cubicBezTo>
                <a:cubicBezTo>
                  <a:pt x="304418" y="45357"/>
                  <a:pt x="301073" y="47258"/>
                  <a:pt x="298842" y="51061"/>
                </a:cubicBezTo>
                <a:lnTo>
                  <a:pt x="298842" y="92907"/>
                </a:lnTo>
                <a:lnTo>
                  <a:pt x="282992" y="92907"/>
                </a:lnTo>
                <a:lnTo>
                  <a:pt x="282992" y="33565"/>
                </a:lnTo>
                <a:lnTo>
                  <a:pt x="297910" y="33565"/>
                </a:lnTo>
                <a:close/>
                <a:moveTo>
                  <a:pt x="381742" y="86874"/>
                </a:moveTo>
                <a:cubicBezTo>
                  <a:pt x="377830" y="91628"/>
                  <a:pt x="372418" y="94004"/>
                  <a:pt x="365508" y="94004"/>
                </a:cubicBezTo>
                <a:cubicBezTo>
                  <a:pt x="359146" y="94004"/>
                  <a:pt x="354292" y="92176"/>
                  <a:pt x="350946" y="88520"/>
                </a:cubicBezTo>
                <a:cubicBezTo>
                  <a:pt x="347601" y="84863"/>
                  <a:pt x="345891" y="79507"/>
                  <a:pt x="345818" y="72450"/>
                </a:cubicBezTo>
                <a:lnTo>
                  <a:pt x="345818" y="33565"/>
                </a:lnTo>
                <a:lnTo>
                  <a:pt x="361669" y="33565"/>
                </a:lnTo>
                <a:lnTo>
                  <a:pt x="361669" y="71902"/>
                </a:lnTo>
                <a:cubicBezTo>
                  <a:pt x="361669" y="78081"/>
                  <a:pt x="364484" y="81171"/>
                  <a:pt x="370115" y="81171"/>
                </a:cubicBezTo>
                <a:cubicBezTo>
                  <a:pt x="375489" y="81171"/>
                  <a:pt x="379182" y="79306"/>
                  <a:pt x="381193" y="75576"/>
                </a:cubicBezTo>
                <a:lnTo>
                  <a:pt x="381193" y="33565"/>
                </a:lnTo>
                <a:lnTo>
                  <a:pt x="397098" y="33565"/>
                </a:lnTo>
                <a:lnTo>
                  <a:pt x="397098" y="92907"/>
                </a:lnTo>
                <a:lnTo>
                  <a:pt x="382181" y="92907"/>
                </a:lnTo>
                <a:lnTo>
                  <a:pt x="381742" y="86874"/>
                </a:lnTo>
                <a:close/>
                <a:moveTo>
                  <a:pt x="406560" y="62688"/>
                </a:moveTo>
                <a:cubicBezTo>
                  <a:pt x="406560" y="56801"/>
                  <a:pt x="407694" y="51554"/>
                  <a:pt x="409961" y="46947"/>
                </a:cubicBezTo>
                <a:cubicBezTo>
                  <a:pt x="412228" y="42340"/>
                  <a:pt x="415491" y="38775"/>
                  <a:pt x="419751" y="36253"/>
                </a:cubicBezTo>
                <a:cubicBezTo>
                  <a:pt x="424010" y="33730"/>
                  <a:pt x="428955" y="32468"/>
                  <a:pt x="434586" y="32468"/>
                </a:cubicBezTo>
                <a:cubicBezTo>
                  <a:pt x="442594" y="32468"/>
                  <a:pt x="449129" y="34918"/>
                  <a:pt x="454193" y="39817"/>
                </a:cubicBezTo>
                <a:cubicBezTo>
                  <a:pt x="459257" y="44717"/>
                  <a:pt x="462082" y="51371"/>
                  <a:pt x="462667" y="59781"/>
                </a:cubicBezTo>
                <a:lnTo>
                  <a:pt x="462776" y="63840"/>
                </a:lnTo>
                <a:cubicBezTo>
                  <a:pt x="462776" y="72944"/>
                  <a:pt x="460235" y="80247"/>
                  <a:pt x="455153" y="85750"/>
                </a:cubicBezTo>
                <a:cubicBezTo>
                  <a:pt x="450071" y="91253"/>
                  <a:pt x="443252" y="94004"/>
                  <a:pt x="434696" y="94004"/>
                </a:cubicBezTo>
                <a:cubicBezTo>
                  <a:pt x="426140" y="94004"/>
                  <a:pt x="419312" y="91262"/>
                  <a:pt x="414211" y="85777"/>
                </a:cubicBezTo>
                <a:cubicBezTo>
                  <a:pt x="409111" y="80293"/>
                  <a:pt x="406560" y="72834"/>
                  <a:pt x="406560" y="63401"/>
                </a:cubicBezTo>
                <a:lnTo>
                  <a:pt x="406560" y="62688"/>
                </a:lnTo>
                <a:moveTo>
                  <a:pt x="422411" y="63840"/>
                </a:moveTo>
                <a:cubicBezTo>
                  <a:pt x="422411" y="69470"/>
                  <a:pt x="423471" y="73776"/>
                  <a:pt x="425592" y="76755"/>
                </a:cubicBezTo>
                <a:cubicBezTo>
                  <a:pt x="427712" y="79735"/>
                  <a:pt x="430747" y="81225"/>
                  <a:pt x="434696" y="81225"/>
                </a:cubicBezTo>
                <a:cubicBezTo>
                  <a:pt x="438535" y="81225"/>
                  <a:pt x="441533" y="79754"/>
                  <a:pt x="443690" y="76810"/>
                </a:cubicBezTo>
                <a:cubicBezTo>
                  <a:pt x="445848" y="73867"/>
                  <a:pt x="446926" y="69159"/>
                  <a:pt x="446926" y="62688"/>
                </a:cubicBezTo>
                <a:cubicBezTo>
                  <a:pt x="446926" y="57167"/>
                  <a:pt x="445848" y="52889"/>
                  <a:pt x="443690" y="49854"/>
                </a:cubicBezTo>
                <a:cubicBezTo>
                  <a:pt x="441533" y="46819"/>
                  <a:pt x="438498" y="45302"/>
                  <a:pt x="434586" y="45302"/>
                </a:cubicBezTo>
                <a:cubicBezTo>
                  <a:pt x="430710" y="45302"/>
                  <a:pt x="427712" y="46810"/>
                  <a:pt x="425592" y="49827"/>
                </a:cubicBezTo>
                <a:cubicBezTo>
                  <a:pt x="423471" y="52843"/>
                  <a:pt x="422411" y="57514"/>
                  <a:pt x="422411" y="63840"/>
                </a:cubicBezTo>
                <a:close/>
                <a:moveTo>
                  <a:pt x="508052" y="86874"/>
                </a:moveTo>
                <a:cubicBezTo>
                  <a:pt x="504140" y="91628"/>
                  <a:pt x="498729" y="94004"/>
                  <a:pt x="491818" y="94004"/>
                </a:cubicBezTo>
                <a:cubicBezTo>
                  <a:pt x="485456" y="94004"/>
                  <a:pt x="480602" y="92176"/>
                  <a:pt x="477257" y="88520"/>
                </a:cubicBezTo>
                <a:cubicBezTo>
                  <a:pt x="473911" y="84863"/>
                  <a:pt x="472202" y="79507"/>
                  <a:pt x="472129" y="72450"/>
                </a:cubicBezTo>
                <a:lnTo>
                  <a:pt x="472129" y="33565"/>
                </a:lnTo>
                <a:lnTo>
                  <a:pt x="487979" y="33565"/>
                </a:lnTo>
                <a:lnTo>
                  <a:pt x="487979" y="71902"/>
                </a:lnTo>
                <a:cubicBezTo>
                  <a:pt x="487979" y="78081"/>
                  <a:pt x="490795" y="81171"/>
                  <a:pt x="496425" y="81171"/>
                </a:cubicBezTo>
                <a:cubicBezTo>
                  <a:pt x="501800" y="81171"/>
                  <a:pt x="505493" y="79306"/>
                  <a:pt x="507504" y="75576"/>
                </a:cubicBezTo>
                <a:lnTo>
                  <a:pt x="507504" y="33565"/>
                </a:lnTo>
                <a:lnTo>
                  <a:pt x="523409" y="33565"/>
                </a:lnTo>
                <a:lnTo>
                  <a:pt x="523409" y="92907"/>
                </a:lnTo>
                <a:lnTo>
                  <a:pt x="508491" y="92907"/>
                </a:lnTo>
                <a:lnTo>
                  <a:pt x="508052" y="86874"/>
                </a:lnTo>
                <a:close/>
                <a:moveTo>
                  <a:pt x="567478" y="76509"/>
                </a:moveTo>
                <a:cubicBezTo>
                  <a:pt x="567478" y="74571"/>
                  <a:pt x="566518" y="73044"/>
                  <a:pt x="564599" y="71929"/>
                </a:cubicBezTo>
                <a:cubicBezTo>
                  <a:pt x="562679" y="70814"/>
                  <a:pt x="559599" y="69818"/>
                  <a:pt x="555357" y="68940"/>
                </a:cubicBezTo>
                <a:cubicBezTo>
                  <a:pt x="541244" y="65978"/>
                  <a:pt x="534187" y="59982"/>
                  <a:pt x="534187" y="50951"/>
                </a:cubicBezTo>
                <a:cubicBezTo>
                  <a:pt x="534187" y="45686"/>
                  <a:pt x="536372" y="41289"/>
                  <a:pt x="540741" y="37761"/>
                </a:cubicBezTo>
                <a:cubicBezTo>
                  <a:pt x="545110" y="34232"/>
                  <a:pt x="550823" y="32468"/>
                  <a:pt x="557880" y="32468"/>
                </a:cubicBezTo>
                <a:cubicBezTo>
                  <a:pt x="565412" y="32468"/>
                  <a:pt x="571436" y="34242"/>
                  <a:pt x="575951" y="37788"/>
                </a:cubicBezTo>
                <a:cubicBezTo>
                  <a:pt x="580467" y="41335"/>
                  <a:pt x="582725" y="45942"/>
                  <a:pt x="582725" y="51609"/>
                </a:cubicBezTo>
                <a:lnTo>
                  <a:pt x="566875" y="51609"/>
                </a:lnTo>
                <a:cubicBezTo>
                  <a:pt x="566875" y="49342"/>
                  <a:pt x="566143" y="47468"/>
                  <a:pt x="564681" y="45987"/>
                </a:cubicBezTo>
                <a:cubicBezTo>
                  <a:pt x="563218" y="44507"/>
                  <a:pt x="560933" y="43766"/>
                  <a:pt x="557825" y="43766"/>
                </a:cubicBezTo>
                <a:cubicBezTo>
                  <a:pt x="555156" y="43766"/>
                  <a:pt x="553090" y="44370"/>
                  <a:pt x="551628" y="45576"/>
                </a:cubicBezTo>
                <a:cubicBezTo>
                  <a:pt x="550165" y="46783"/>
                  <a:pt x="549434" y="48318"/>
                  <a:pt x="549434" y="50183"/>
                </a:cubicBezTo>
                <a:cubicBezTo>
                  <a:pt x="549434" y="51938"/>
                  <a:pt x="550266" y="53355"/>
                  <a:pt x="551929" y="54434"/>
                </a:cubicBezTo>
                <a:cubicBezTo>
                  <a:pt x="553593" y="55512"/>
                  <a:pt x="556399" y="56445"/>
                  <a:pt x="560348" y="57231"/>
                </a:cubicBezTo>
                <a:cubicBezTo>
                  <a:pt x="564297" y="58017"/>
                  <a:pt x="567624" y="58903"/>
                  <a:pt x="570330" y="59891"/>
                </a:cubicBezTo>
                <a:cubicBezTo>
                  <a:pt x="578703" y="62962"/>
                  <a:pt x="582889" y="68282"/>
                  <a:pt x="582889" y="75851"/>
                </a:cubicBezTo>
                <a:cubicBezTo>
                  <a:pt x="582889" y="81262"/>
                  <a:pt x="580568" y="85640"/>
                  <a:pt x="575924" y="88986"/>
                </a:cubicBezTo>
                <a:cubicBezTo>
                  <a:pt x="571281" y="92331"/>
                  <a:pt x="565284" y="94004"/>
                  <a:pt x="557935" y="94004"/>
                </a:cubicBezTo>
                <a:cubicBezTo>
                  <a:pt x="552962" y="94004"/>
                  <a:pt x="548547" y="93118"/>
                  <a:pt x="544690" y="91344"/>
                </a:cubicBezTo>
                <a:cubicBezTo>
                  <a:pt x="540832" y="89571"/>
                  <a:pt x="537807" y="87139"/>
                  <a:pt x="535613" y="84050"/>
                </a:cubicBezTo>
                <a:cubicBezTo>
                  <a:pt x="533419" y="80960"/>
                  <a:pt x="532322" y="77624"/>
                  <a:pt x="532322" y="74041"/>
                </a:cubicBezTo>
                <a:lnTo>
                  <a:pt x="547350" y="74041"/>
                </a:lnTo>
                <a:cubicBezTo>
                  <a:pt x="547496" y="76856"/>
                  <a:pt x="548538" y="79013"/>
                  <a:pt x="550476" y="80512"/>
                </a:cubicBezTo>
                <a:cubicBezTo>
                  <a:pt x="552414" y="82011"/>
                  <a:pt x="555010" y="82761"/>
                  <a:pt x="558264" y="82761"/>
                </a:cubicBezTo>
                <a:cubicBezTo>
                  <a:pt x="561299" y="82761"/>
                  <a:pt x="563593" y="82185"/>
                  <a:pt x="565147" y="81033"/>
                </a:cubicBezTo>
                <a:cubicBezTo>
                  <a:pt x="566701" y="79882"/>
                  <a:pt x="567478" y="78373"/>
                  <a:pt x="567478" y="76509"/>
                </a:cubicBezTo>
                <a:close/>
                <a:moveTo>
                  <a:pt x="598058" y="99818"/>
                </a:moveTo>
                <a:lnTo>
                  <a:pt x="586266" y="99818"/>
                </a:lnTo>
                <a:lnTo>
                  <a:pt x="615663" y="13053"/>
                </a:lnTo>
                <a:lnTo>
                  <a:pt x="627455" y="13053"/>
                </a:lnTo>
                <a:lnTo>
                  <a:pt x="598058" y="99818"/>
                </a:lnTo>
                <a:close/>
                <a:moveTo>
                  <a:pt x="653982" y="18976"/>
                </a:moveTo>
                <a:lnTo>
                  <a:pt x="653982" y="33565"/>
                </a:lnTo>
                <a:lnTo>
                  <a:pt x="664128" y="33565"/>
                </a:lnTo>
                <a:lnTo>
                  <a:pt x="664128" y="45192"/>
                </a:lnTo>
                <a:lnTo>
                  <a:pt x="653982" y="45192"/>
                </a:lnTo>
                <a:lnTo>
                  <a:pt x="653982" y="74809"/>
                </a:lnTo>
                <a:cubicBezTo>
                  <a:pt x="653982" y="77002"/>
                  <a:pt x="654403" y="78575"/>
                  <a:pt x="655244" y="79525"/>
                </a:cubicBezTo>
                <a:cubicBezTo>
                  <a:pt x="656085" y="80476"/>
                  <a:pt x="657693" y="80951"/>
                  <a:pt x="660070" y="80951"/>
                </a:cubicBezTo>
                <a:cubicBezTo>
                  <a:pt x="661825" y="80951"/>
                  <a:pt x="663379" y="80823"/>
                  <a:pt x="664732" y="80567"/>
                </a:cubicBezTo>
                <a:lnTo>
                  <a:pt x="664732" y="92578"/>
                </a:lnTo>
                <a:cubicBezTo>
                  <a:pt x="661624" y="93529"/>
                  <a:pt x="658425" y="94004"/>
                  <a:pt x="655134" y="94004"/>
                </a:cubicBezTo>
                <a:cubicBezTo>
                  <a:pt x="644019" y="94004"/>
                  <a:pt x="638351" y="88392"/>
                  <a:pt x="638132" y="77167"/>
                </a:cubicBezTo>
                <a:lnTo>
                  <a:pt x="638132" y="45192"/>
                </a:lnTo>
                <a:lnTo>
                  <a:pt x="629466" y="45192"/>
                </a:lnTo>
                <a:lnTo>
                  <a:pt x="629466" y="33565"/>
                </a:lnTo>
                <a:lnTo>
                  <a:pt x="638132" y="33565"/>
                </a:lnTo>
                <a:lnTo>
                  <a:pt x="638132" y="18976"/>
                </a:lnTo>
                <a:lnTo>
                  <a:pt x="653982" y="18976"/>
                </a:lnTo>
                <a:close/>
                <a:moveTo>
                  <a:pt x="707331" y="92907"/>
                </a:moveTo>
                <a:cubicBezTo>
                  <a:pt x="706599" y="91481"/>
                  <a:pt x="706069" y="89708"/>
                  <a:pt x="705740" y="87587"/>
                </a:cubicBezTo>
                <a:cubicBezTo>
                  <a:pt x="701901" y="91865"/>
                  <a:pt x="696910" y="94004"/>
                  <a:pt x="690767" y="94004"/>
                </a:cubicBezTo>
                <a:cubicBezTo>
                  <a:pt x="684954" y="94004"/>
                  <a:pt x="680137" y="92320"/>
                  <a:pt x="676316" y="88952"/>
                </a:cubicBezTo>
                <a:cubicBezTo>
                  <a:pt x="672495" y="85582"/>
                  <a:pt x="670585" y="81334"/>
                  <a:pt x="670585" y="76209"/>
                </a:cubicBezTo>
                <a:cubicBezTo>
                  <a:pt x="670585" y="69911"/>
                  <a:pt x="672915" y="65078"/>
                  <a:pt x="677577" y="61709"/>
                </a:cubicBezTo>
                <a:cubicBezTo>
                  <a:pt x="682239" y="58340"/>
                  <a:pt x="688976" y="56637"/>
                  <a:pt x="697788" y="56600"/>
                </a:cubicBezTo>
                <a:lnTo>
                  <a:pt x="705082" y="56600"/>
                </a:lnTo>
                <a:lnTo>
                  <a:pt x="705082" y="53215"/>
                </a:lnTo>
                <a:cubicBezTo>
                  <a:pt x="705082" y="50484"/>
                  <a:pt x="704378" y="48300"/>
                  <a:pt x="702970" y="46663"/>
                </a:cubicBezTo>
                <a:cubicBezTo>
                  <a:pt x="701563" y="45024"/>
                  <a:pt x="699342" y="44205"/>
                  <a:pt x="696307" y="44205"/>
                </a:cubicBezTo>
                <a:cubicBezTo>
                  <a:pt x="693638" y="44205"/>
                  <a:pt x="691544" y="44840"/>
                  <a:pt x="690027" y="46111"/>
                </a:cubicBezTo>
                <a:cubicBezTo>
                  <a:pt x="688510" y="47380"/>
                  <a:pt x="687751" y="49122"/>
                  <a:pt x="687751" y="51335"/>
                </a:cubicBezTo>
                <a:lnTo>
                  <a:pt x="671901" y="51335"/>
                </a:lnTo>
                <a:cubicBezTo>
                  <a:pt x="671901" y="47908"/>
                  <a:pt x="672961" y="44737"/>
                  <a:pt x="675082" y="41821"/>
                </a:cubicBezTo>
                <a:cubicBezTo>
                  <a:pt x="677202" y="38904"/>
                  <a:pt x="680201" y="36616"/>
                  <a:pt x="684076" y="34957"/>
                </a:cubicBezTo>
                <a:cubicBezTo>
                  <a:pt x="687952" y="33298"/>
                  <a:pt x="692303" y="32468"/>
                  <a:pt x="697129" y="32468"/>
                </a:cubicBezTo>
                <a:cubicBezTo>
                  <a:pt x="704442" y="32468"/>
                  <a:pt x="710247" y="34306"/>
                  <a:pt x="714543" y="37980"/>
                </a:cubicBezTo>
                <a:cubicBezTo>
                  <a:pt x="718839" y="41655"/>
                  <a:pt x="720987" y="46819"/>
                  <a:pt x="720987" y="53474"/>
                </a:cubicBezTo>
                <a:lnTo>
                  <a:pt x="720987" y="79196"/>
                </a:lnTo>
                <a:cubicBezTo>
                  <a:pt x="721024" y="84827"/>
                  <a:pt x="721810" y="89086"/>
                  <a:pt x="723345" y="91975"/>
                </a:cubicBezTo>
                <a:lnTo>
                  <a:pt x="723345" y="92907"/>
                </a:lnTo>
                <a:lnTo>
                  <a:pt x="707331" y="92907"/>
                </a:lnTo>
                <a:moveTo>
                  <a:pt x="694223" y="81883"/>
                </a:moveTo>
                <a:cubicBezTo>
                  <a:pt x="696563" y="81883"/>
                  <a:pt x="698720" y="81361"/>
                  <a:pt x="700694" y="80315"/>
                </a:cubicBezTo>
                <a:cubicBezTo>
                  <a:pt x="702669" y="79270"/>
                  <a:pt x="704131" y="77866"/>
                  <a:pt x="705082" y="76104"/>
                </a:cubicBezTo>
                <a:lnTo>
                  <a:pt x="705082" y="65869"/>
                </a:lnTo>
                <a:lnTo>
                  <a:pt x="699159" y="65869"/>
                </a:lnTo>
                <a:cubicBezTo>
                  <a:pt x="691224" y="65869"/>
                  <a:pt x="687001" y="68620"/>
                  <a:pt x="686490" y="74123"/>
                </a:cubicBezTo>
                <a:lnTo>
                  <a:pt x="686435" y="75059"/>
                </a:lnTo>
                <a:cubicBezTo>
                  <a:pt x="686435" y="77040"/>
                  <a:pt x="687129" y="78673"/>
                  <a:pt x="688519" y="79957"/>
                </a:cubicBezTo>
                <a:cubicBezTo>
                  <a:pt x="689908" y="81241"/>
                  <a:pt x="691810" y="81883"/>
                  <a:pt x="694223" y="81883"/>
                </a:cubicBezTo>
                <a:close/>
                <a:moveTo>
                  <a:pt x="765277" y="76509"/>
                </a:moveTo>
                <a:cubicBezTo>
                  <a:pt x="765277" y="74571"/>
                  <a:pt x="764317" y="73044"/>
                  <a:pt x="762397" y="71929"/>
                </a:cubicBezTo>
                <a:cubicBezTo>
                  <a:pt x="760478" y="70814"/>
                  <a:pt x="757397" y="69818"/>
                  <a:pt x="753156" y="68940"/>
                </a:cubicBezTo>
                <a:cubicBezTo>
                  <a:pt x="739042" y="65978"/>
                  <a:pt x="731986" y="59982"/>
                  <a:pt x="731986" y="50951"/>
                </a:cubicBezTo>
                <a:cubicBezTo>
                  <a:pt x="731986" y="45686"/>
                  <a:pt x="734170" y="41289"/>
                  <a:pt x="738540" y="37761"/>
                </a:cubicBezTo>
                <a:cubicBezTo>
                  <a:pt x="742909" y="34232"/>
                  <a:pt x="748622" y="32468"/>
                  <a:pt x="755679" y="32468"/>
                </a:cubicBezTo>
                <a:cubicBezTo>
                  <a:pt x="763211" y="32468"/>
                  <a:pt x="769235" y="34242"/>
                  <a:pt x="773750" y="37788"/>
                </a:cubicBezTo>
                <a:cubicBezTo>
                  <a:pt x="778266" y="41335"/>
                  <a:pt x="780524" y="45942"/>
                  <a:pt x="780524" y="51609"/>
                </a:cubicBezTo>
                <a:lnTo>
                  <a:pt x="764673" y="51609"/>
                </a:lnTo>
                <a:cubicBezTo>
                  <a:pt x="764673" y="49342"/>
                  <a:pt x="763942" y="47468"/>
                  <a:pt x="762480" y="45987"/>
                </a:cubicBezTo>
                <a:cubicBezTo>
                  <a:pt x="761017" y="44507"/>
                  <a:pt x="758732" y="43766"/>
                  <a:pt x="755624" y="43766"/>
                </a:cubicBezTo>
                <a:cubicBezTo>
                  <a:pt x="752955" y="43766"/>
                  <a:pt x="750889" y="44370"/>
                  <a:pt x="749426" y="45576"/>
                </a:cubicBezTo>
                <a:cubicBezTo>
                  <a:pt x="747964" y="46783"/>
                  <a:pt x="747233" y="48318"/>
                  <a:pt x="747233" y="50183"/>
                </a:cubicBezTo>
                <a:cubicBezTo>
                  <a:pt x="747233" y="51938"/>
                  <a:pt x="748064" y="53355"/>
                  <a:pt x="749728" y="54434"/>
                </a:cubicBezTo>
                <a:cubicBezTo>
                  <a:pt x="751392" y="55512"/>
                  <a:pt x="754198" y="56445"/>
                  <a:pt x="758147" y="57231"/>
                </a:cubicBezTo>
                <a:cubicBezTo>
                  <a:pt x="762096" y="58017"/>
                  <a:pt x="765423" y="58903"/>
                  <a:pt x="768129" y="59891"/>
                </a:cubicBezTo>
                <a:cubicBezTo>
                  <a:pt x="776502" y="62962"/>
                  <a:pt x="780688" y="68282"/>
                  <a:pt x="780688" y="75851"/>
                </a:cubicBezTo>
                <a:cubicBezTo>
                  <a:pt x="780688" y="81262"/>
                  <a:pt x="778366" y="85640"/>
                  <a:pt x="773723" y="88986"/>
                </a:cubicBezTo>
                <a:cubicBezTo>
                  <a:pt x="769079" y="92331"/>
                  <a:pt x="763083" y="94004"/>
                  <a:pt x="755734" y="94004"/>
                </a:cubicBezTo>
                <a:cubicBezTo>
                  <a:pt x="750761" y="94004"/>
                  <a:pt x="746346" y="93118"/>
                  <a:pt x="742489" y="91344"/>
                </a:cubicBezTo>
                <a:cubicBezTo>
                  <a:pt x="738631" y="89571"/>
                  <a:pt x="735606" y="87139"/>
                  <a:pt x="733412" y="84050"/>
                </a:cubicBezTo>
                <a:cubicBezTo>
                  <a:pt x="731218" y="80960"/>
                  <a:pt x="730121" y="77624"/>
                  <a:pt x="730121" y="74041"/>
                </a:cubicBezTo>
                <a:lnTo>
                  <a:pt x="745149" y="74041"/>
                </a:lnTo>
                <a:cubicBezTo>
                  <a:pt x="745295" y="76856"/>
                  <a:pt x="746337" y="79013"/>
                  <a:pt x="748275" y="80512"/>
                </a:cubicBezTo>
                <a:cubicBezTo>
                  <a:pt x="750213" y="82011"/>
                  <a:pt x="752809" y="82761"/>
                  <a:pt x="756063" y="82761"/>
                </a:cubicBezTo>
                <a:cubicBezTo>
                  <a:pt x="759097" y="82761"/>
                  <a:pt x="761392" y="82185"/>
                  <a:pt x="762946" y="81033"/>
                </a:cubicBezTo>
                <a:cubicBezTo>
                  <a:pt x="764500" y="79882"/>
                  <a:pt x="765277" y="78373"/>
                  <a:pt x="765277" y="76509"/>
                </a:cubicBezTo>
                <a:close/>
                <a:moveTo>
                  <a:pt x="812419" y="69105"/>
                </a:moveTo>
                <a:lnTo>
                  <a:pt x="806715" y="74809"/>
                </a:lnTo>
                <a:lnTo>
                  <a:pt x="806715" y="92907"/>
                </a:lnTo>
                <a:lnTo>
                  <a:pt x="790865" y="92907"/>
                </a:lnTo>
                <a:lnTo>
                  <a:pt x="790865" y="8666"/>
                </a:lnTo>
                <a:lnTo>
                  <a:pt x="806715" y="8666"/>
                </a:lnTo>
                <a:lnTo>
                  <a:pt x="806715" y="55339"/>
                </a:lnTo>
                <a:lnTo>
                  <a:pt x="809787" y="51390"/>
                </a:lnTo>
                <a:lnTo>
                  <a:pt x="824979" y="33565"/>
                </a:lnTo>
                <a:lnTo>
                  <a:pt x="844010" y="33565"/>
                </a:lnTo>
                <a:lnTo>
                  <a:pt x="822566" y="58300"/>
                </a:lnTo>
                <a:lnTo>
                  <a:pt x="845875" y="92907"/>
                </a:lnTo>
                <a:lnTo>
                  <a:pt x="827666" y="92907"/>
                </a:lnTo>
                <a:lnTo>
                  <a:pt x="812419" y="69105"/>
                </a:lnTo>
                <a:close/>
                <a:moveTo>
                  <a:pt x="881664" y="65101"/>
                </a:moveTo>
                <a:lnTo>
                  <a:pt x="850786" y="65101"/>
                </a:lnTo>
                <a:lnTo>
                  <a:pt x="850786" y="52322"/>
                </a:lnTo>
                <a:lnTo>
                  <a:pt x="881664" y="52322"/>
                </a:lnTo>
                <a:lnTo>
                  <a:pt x="881664" y="65101"/>
                </a:lnTo>
                <a:close/>
                <a:moveTo>
                  <a:pt x="926509" y="76509"/>
                </a:moveTo>
                <a:cubicBezTo>
                  <a:pt x="926509" y="74571"/>
                  <a:pt x="925549" y="73044"/>
                  <a:pt x="923630" y="71929"/>
                </a:cubicBezTo>
                <a:cubicBezTo>
                  <a:pt x="921710" y="70814"/>
                  <a:pt x="918630" y="69818"/>
                  <a:pt x="914388" y="68940"/>
                </a:cubicBezTo>
                <a:cubicBezTo>
                  <a:pt x="900275" y="65978"/>
                  <a:pt x="893218" y="59982"/>
                  <a:pt x="893218" y="50951"/>
                </a:cubicBezTo>
                <a:cubicBezTo>
                  <a:pt x="893218" y="45686"/>
                  <a:pt x="895403" y="41289"/>
                  <a:pt x="899772" y="37761"/>
                </a:cubicBezTo>
                <a:cubicBezTo>
                  <a:pt x="904141" y="34232"/>
                  <a:pt x="909855" y="32468"/>
                  <a:pt x="916911" y="32468"/>
                </a:cubicBezTo>
                <a:cubicBezTo>
                  <a:pt x="924443" y="32468"/>
                  <a:pt x="930467" y="34242"/>
                  <a:pt x="934983" y="37788"/>
                </a:cubicBezTo>
                <a:cubicBezTo>
                  <a:pt x="939498" y="41335"/>
                  <a:pt x="941756" y="45942"/>
                  <a:pt x="941756" y="51609"/>
                </a:cubicBezTo>
                <a:lnTo>
                  <a:pt x="925906" y="51609"/>
                </a:lnTo>
                <a:cubicBezTo>
                  <a:pt x="925906" y="49342"/>
                  <a:pt x="925175" y="47468"/>
                  <a:pt x="923712" y="45987"/>
                </a:cubicBezTo>
                <a:cubicBezTo>
                  <a:pt x="922249" y="44507"/>
                  <a:pt x="919964" y="43766"/>
                  <a:pt x="916856" y="43766"/>
                </a:cubicBezTo>
                <a:cubicBezTo>
                  <a:pt x="914187" y="43766"/>
                  <a:pt x="912121" y="44370"/>
                  <a:pt x="910659" y="45576"/>
                </a:cubicBezTo>
                <a:cubicBezTo>
                  <a:pt x="909196" y="46783"/>
                  <a:pt x="908465" y="48318"/>
                  <a:pt x="908465" y="50183"/>
                </a:cubicBezTo>
                <a:cubicBezTo>
                  <a:pt x="908465" y="51938"/>
                  <a:pt x="909297" y="53355"/>
                  <a:pt x="910961" y="54434"/>
                </a:cubicBezTo>
                <a:cubicBezTo>
                  <a:pt x="912624" y="55512"/>
                  <a:pt x="915430" y="56445"/>
                  <a:pt x="919379" y="57231"/>
                </a:cubicBezTo>
                <a:cubicBezTo>
                  <a:pt x="923328" y="58017"/>
                  <a:pt x="926655" y="58903"/>
                  <a:pt x="929361" y="59891"/>
                </a:cubicBezTo>
                <a:cubicBezTo>
                  <a:pt x="937734" y="62962"/>
                  <a:pt x="941921" y="68282"/>
                  <a:pt x="941921" y="75851"/>
                </a:cubicBezTo>
                <a:cubicBezTo>
                  <a:pt x="941921" y="81262"/>
                  <a:pt x="939599" y="85640"/>
                  <a:pt x="934955" y="88986"/>
                </a:cubicBezTo>
                <a:cubicBezTo>
                  <a:pt x="930312" y="92331"/>
                  <a:pt x="924315" y="94004"/>
                  <a:pt x="916966" y="94004"/>
                </a:cubicBezTo>
                <a:cubicBezTo>
                  <a:pt x="911993" y="94004"/>
                  <a:pt x="907578" y="93118"/>
                  <a:pt x="903721" y="91344"/>
                </a:cubicBezTo>
                <a:cubicBezTo>
                  <a:pt x="899864" y="89571"/>
                  <a:pt x="896838" y="87139"/>
                  <a:pt x="894644" y="84050"/>
                </a:cubicBezTo>
                <a:cubicBezTo>
                  <a:pt x="892450" y="80960"/>
                  <a:pt x="891353" y="77624"/>
                  <a:pt x="891353" y="74041"/>
                </a:cubicBezTo>
                <a:lnTo>
                  <a:pt x="906381" y="74041"/>
                </a:lnTo>
                <a:cubicBezTo>
                  <a:pt x="906527" y="76856"/>
                  <a:pt x="907569" y="79013"/>
                  <a:pt x="909507" y="80512"/>
                </a:cubicBezTo>
                <a:cubicBezTo>
                  <a:pt x="911445" y="82011"/>
                  <a:pt x="914041" y="82761"/>
                  <a:pt x="917295" y="82761"/>
                </a:cubicBezTo>
                <a:cubicBezTo>
                  <a:pt x="920330" y="82761"/>
                  <a:pt x="922624" y="82185"/>
                  <a:pt x="924178" y="81033"/>
                </a:cubicBezTo>
                <a:cubicBezTo>
                  <a:pt x="925732" y="79882"/>
                  <a:pt x="926509" y="78373"/>
                  <a:pt x="926509" y="76509"/>
                </a:cubicBezTo>
                <a:close/>
                <a:moveTo>
                  <a:pt x="1005517" y="63785"/>
                </a:moveTo>
                <a:cubicBezTo>
                  <a:pt x="1005517" y="72925"/>
                  <a:pt x="1003442" y="80247"/>
                  <a:pt x="999292" y="85750"/>
                </a:cubicBezTo>
                <a:cubicBezTo>
                  <a:pt x="995142" y="91253"/>
                  <a:pt x="989539" y="94004"/>
                  <a:pt x="982482" y="94004"/>
                </a:cubicBezTo>
                <a:cubicBezTo>
                  <a:pt x="976485" y="94004"/>
                  <a:pt x="971641" y="91920"/>
                  <a:pt x="967948" y="87752"/>
                </a:cubicBezTo>
                <a:lnTo>
                  <a:pt x="967948" y="115723"/>
                </a:lnTo>
                <a:lnTo>
                  <a:pt x="952098" y="115723"/>
                </a:lnTo>
                <a:lnTo>
                  <a:pt x="952098" y="33565"/>
                </a:lnTo>
                <a:lnTo>
                  <a:pt x="966796" y="33565"/>
                </a:lnTo>
                <a:lnTo>
                  <a:pt x="967345" y="39379"/>
                </a:lnTo>
                <a:cubicBezTo>
                  <a:pt x="971184" y="34772"/>
                  <a:pt x="976193" y="32468"/>
                  <a:pt x="982372" y="32468"/>
                </a:cubicBezTo>
                <a:cubicBezTo>
                  <a:pt x="989685" y="32468"/>
                  <a:pt x="995370" y="35174"/>
                  <a:pt x="999429" y="40585"/>
                </a:cubicBezTo>
                <a:cubicBezTo>
                  <a:pt x="1003487" y="45997"/>
                  <a:pt x="1005517" y="53456"/>
                  <a:pt x="1005517" y="62962"/>
                </a:cubicBezTo>
                <a:lnTo>
                  <a:pt x="1005517" y="63785"/>
                </a:lnTo>
                <a:moveTo>
                  <a:pt x="989667" y="62633"/>
                </a:moveTo>
                <a:cubicBezTo>
                  <a:pt x="989667" y="57112"/>
                  <a:pt x="988688" y="52852"/>
                  <a:pt x="986732" y="49854"/>
                </a:cubicBezTo>
                <a:cubicBezTo>
                  <a:pt x="984776" y="46856"/>
                  <a:pt x="981933" y="45357"/>
                  <a:pt x="978204" y="45357"/>
                </a:cubicBezTo>
                <a:cubicBezTo>
                  <a:pt x="973231" y="45357"/>
                  <a:pt x="969813" y="47258"/>
                  <a:pt x="967948" y="51061"/>
                </a:cubicBezTo>
                <a:lnTo>
                  <a:pt x="967948" y="75357"/>
                </a:lnTo>
                <a:cubicBezTo>
                  <a:pt x="969886" y="79269"/>
                  <a:pt x="973341" y="81225"/>
                  <a:pt x="978314" y="81225"/>
                </a:cubicBezTo>
                <a:cubicBezTo>
                  <a:pt x="985882" y="81225"/>
                  <a:pt x="989667" y="75028"/>
                  <a:pt x="989667" y="62633"/>
                </a:cubicBezTo>
                <a:close/>
                <a:moveTo>
                  <a:pt x="1042621" y="94004"/>
                </a:moveTo>
                <a:cubicBezTo>
                  <a:pt x="1033919" y="94004"/>
                  <a:pt x="1026835" y="91335"/>
                  <a:pt x="1021368" y="85997"/>
                </a:cubicBezTo>
                <a:cubicBezTo>
                  <a:pt x="1015902" y="80659"/>
                  <a:pt x="1013169" y="73547"/>
                  <a:pt x="1013169" y="64662"/>
                </a:cubicBezTo>
                <a:lnTo>
                  <a:pt x="1013169" y="63127"/>
                </a:lnTo>
                <a:cubicBezTo>
                  <a:pt x="1013169" y="57167"/>
                  <a:pt x="1014321" y="51838"/>
                  <a:pt x="1016624" y="47139"/>
                </a:cubicBezTo>
                <a:cubicBezTo>
                  <a:pt x="1018928" y="42441"/>
                  <a:pt x="1022191" y="38821"/>
                  <a:pt x="1026414" y="36280"/>
                </a:cubicBezTo>
                <a:cubicBezTo>
                  <a:pt x="1030637" y="33739"/>
                  <a:pt x="1035454" y="32468"/>
                  <a:pt x="1040866" y="32468"/>
                </a:cubicBezTo>
                <a:cubicBezTo>
                  <a:pt x="1048983" y="32468"/>
                  <a:pt x="1055372" y="35028"/>
                  <a:pt x="1060034" y="40146"/>
                </a:cubicBezTo>
                <a:cubicBezTo>
                  <a:pt x="1064696" y="45265"/>
                  <a:pt x="1067027" y="52523"/>
                  <a:pt x="1067027" y="61920"/>
                </a:cubicBezTo>
                <a:lnTo>
                  <a:pt x="1067027" y="68392"/>
                </a:lnTo>
                <a:lnTo>
                  <a:pt x="1029239" y="68392"/>
                </a:lnTo>
                <a:cubicBezTo>
                  <a:pt x="1029750" y="72267"/>
                  <a:pt x="1031295" y="75375"/>
                  <a:pt x="1033873" y="77715"/>
                </a:cubicBezTo>
                <a:cubicBezTo>
                  <a:pt x="1036451" y="80055"/>
                  <a:pt x="1039714" y="81225"/>
                  <a:pt x="1043663" y="81225"/>
                </a:cubicBezTo>
                <a:cubicBezTo>
                  <a:pt x="1049769" y="81225"/>
                  <a:pt x="1054540" y="79013"/>
                  <a:pt x="1057977" y="74589"/>
                </a:cubicBezTo>
                <a:lnTo>
                  <a:pt x="1065765" y="83309"/>
                </a:lnTo>
                <a:cubicBezTo>
                  <a:pt x="1063389" y="86673"/>
                  <a:pt x="1060171" y="89297"/>
                  <a:pt x="1056113" y="91180"/>
                </a:cubicBezTo>
                <a:cubicBezTo>
                  <a:pt x="1052054" y="93063"/>
                  <a:pt x="1047557" y="94004"/>
                  <a:pt x="1042621" y="94004"/>
                </a:cubicBezTo>
                <a:moveTo>
                  <a:pt x="1040811" y="45302"/>
                </a:moveTo>
                <a:cubicBezTo>
                  <a:pt x="1037666" y="45302"/>
                  <a:pt x="1035116" y="46362"/>
                  <a:pt x="1033160" y="48483"/>
                </a:cubicBezTo>
                <a:cubicBezTo>
                  <a:pt x="1031204" y="50604"/>
                  <a:pt x="1029952" y="53638"/>
                  <a:pt x="1029403" y="57587"/>
                </a:cubicBezTo>
                <a:lnTo>
                  <a:pt x="1051451" y="57587"/>
                </a:lnTo>
                <a:lnTo>
                  <a:pt x="1051451" y="56326"/>
                </a:lnTo>
                <a:cubicBezTo>
                  <a:pt x="1051378" y="52816"/>
                  <a:pt x="1050427" y="50101"/>
                  <a:pt x="1048599" y="48181"/>
                </a:cubicBezTo>
                <a:cubicBezTo>
                  <a:pt x="1046771" y="46262"/>
                  <a:pt x="1044175" y="45302"/>
                  <a:pt x="1040811" y="45302"/>
                </a:cubicBezTo>
                <a:close/>
                <a:moveTo>
                  <a:pt x="1100676" y="81225"/>
                </a:moveTo>
                <a:cubicBezTo>
                  <a:pt x="1103601" y="81225"/>
                  <a:pt x="1105978" y="80421"/>
                  <a:pt x="1107806" y="78812"/>
                </a:cubicBezTo>
                <a:cubicBezTo>
                  <a:pt x="1109634" y="77203"/>
                  <a:pt x="1110585" y="75064"/>
                  <a:pt x="1110658" y="72395"/>
                </a:cubicBezTo>
                <a:lnTo>
                  <a:pt x="1125521" y="72395"/>
                </a:lnTo>
                <a:cubicBezTo>
                  <a:pt x="1125485" y="76417"/>
                  <a:pt x="1124388" y="80101"/>
                  <a:pt x="1122230" y="83447"/>
                </a:cubicBezTo>
                <a:cubicBezTo>
                  <a:pt x="1120073" y="86792"/>
                  <a:pt x="1117121" y="89388"/>
                  <a:pt x="1113373" y="91235"/>
                </a:cubicBezTo>
                <a:cubicBezTo>
                  <a:pt x="1109625" y="93081"/>
                  <a:pt x="1105484" y="94004"/>
                  <a:pt x="1100951" y="94004"/>
                </a:cubicBezTo>
                <a:cubicBezTo>
                  <a:pt x="1092468" y="94004"/>
                  <a:pt x="1085777" y="91308"/>
                  <a:pt x="1080877" y="85915"/>
                </a:cubicBezTo>
                <a:cubicBezTo>
                  <a:pt x="1075978" y="80522"/>
                  <a:pt x="1073528" y="73072"/>
                  <a:pt x="1073528" y="63565"/>
                </a:cubicBezTo>
                <a:lnTo>
                  <a:pt x="1073528" y="62523"/>
                </a:lnTo>
                <a:cubicBezTo>
                  <a:pt x="1073528" y="53382"/>
                  <a:pt x="1075960" y="46088"/>
                  <a:pt x="1080822" y="40640"/>
                </a:cubicBezTo>
                <a:cubicBezTo>
                  <a:pt x="1085685" y="35192"/>
                  <a:pt x="1092358" y="32468"/>
                  <a:pt x="1100841" y="32468"/>
                </a:cubicBezTo>
                <a:cubicBezTo>
                  <a:pt x="1108263" y="32468"/>
                  <a:pt x="1114214" y="34580"/>
                  <a:pt x="1118693" y="38803"/>
                </a:cubicBezTo>
                <a:cubicBezTo>
                  <a:pt x="1123172" y="43026"/>
                  <a:pt x="1125448" y="48647"/>
                  <a:pt x="1125521" y="55668"/>
                </a:cubicBezTo>
                <a:lnTo>
                  <a:pt x="1110658" y="55668"/>
                </a:lnTo>
                <a:cubicBezTo>
                  <a:pt x="1110585" y="52596"/>
                  <a:pt x="1109634" y="50101"/>
                  <a:pt x="1107806" y="48181"/>
                </a:cubicBezTo>
                <a:cubicBezTo>
                  <a:pt x="1105978" y="46262"/>
                  <a:pt x="1103565" y="45302"/>
                  <a:pt x="1100567" y="45302"/>
                </a:cubicBezTo>
                <a:cubicBezTo>
                  <a:pt x="1096874" y="45302"/>
                  <a:pt x="1094086" y="46646"/>
                  <a:pt x="1092203" y="49333"/>
                </a:cubicBezTo>
                <a:cubicBezTo>
                  <a:pt x="1090320" y="52020"/>
                  <a:pt x="1089378" y="56381"/>
                  <a:pt x="1089378" y="62414"/>
                </a:cubicBezTo>
                <a:lnTo>
                  <a:pt x="1089378" y="64059"/>
                </a:lnTo>
                <a:cubicBezTo>
                  <a:pt x="1089378" y="70165"/>
                  <a:pt x="1090311" y="74553"/>
                  <a:pt x="1092175" y="77222"/>
                </a:cubicBezTo>
                <a:cubicBezTo>
                  <a:pt x="1094040" y="79891"/>
                  <a:pt x="1096874" y="81225"/>
                  <a:pt x="1100676" y="81225"/>
                </a:cubicBezTo>
                <a:close/>
                <a:moveTo>
                  <a:pt x="1151274" y="92907"/>
                </a:moveTo>
                <a:lnTo>
                  <a:pt x="1135369" y="92907"/>
                </a:lnTo>
                <a:lnTo>
                  <a:pt x="1135369" y="33565"/>
                </a:lnTo>
                <a:lnTo>
                  <a:pt x="1151274" y="33565"/>
                </a:lnTo>
                <a:lnTo>
                  <a:pt x="1151274" y="92907"/>
                </a:lnTo>
                <a:moveTo>
                  <a:pt x="1134437" y="18209"/>
                </a:moveTo>
                <a:cubicBezTo>
                  <a:pt x="1134437" y="15832"/>
                  <a:pt x="1135232" y="13876"/>
                  <a:pt x="1136822" y="12340"/>
                </a:cubicBezTo>
                <a:cubicBezTo>
                  <a:pt x="1138413" y="10804"/>
                  <a:pt x="1140579" y="10037"/>
                  <a:pt x="1143321" y="10037"/>
                </a:cubicBezTo>
                <a:cubicBezTo>
                  <a:pt x="1146027" y="10037"/>
                  <a:pt x="1148184" y="10804"/>
                  <a:pt x="1149793" y="12340"/>
                </a:cubicBezTo>
                <a:cubicBezTo>
                  <a:pt x="1151402" y="13876"/>
                  <a:pt x="1152206" y="15832"/>
                  <a:pt x="1152206" y="18209"/>
                </a:cubicBezTo>
                <a:cubicBezTo>
                  <a:pt x="1152206" y="20622"/>
                  <a:pt x="1151393" y="22596"/>
                  <a:pt x="1149766" y="24132"/>
                </a:cubicBezTo>
                <a:cubicBezTo>
                  <a:pt x="1148139" y="25667"/>
                  <a:pt x="1145991" y="26435"/>
                  <a:pt x="1143321" y="26435"/>
                </a:cubicBezTo>
                <a:cubicBezTo>
                  <a:pt x="1140652" y="26435"/>
                  <a:pt x="1138504" y="25667"/>
                  <a:pt x="1136877" y="24132"/>
                </a:cubicBezTo>
                <a:cubicBezTo>
                  <a:pt x="1135250" y="22596"/>
                  <a:pt x="1134437" y="20622"/>
                  <a:pt x="1134437" y="18209"/>
                </a:cubicBezTo>
                <a:close/>
                <a:moveTo>
                  <a:pt x="1168647" y="92907"/>
                </a:moveTo>
                <a:lnTo>
                  <a:pt x="1168647" y="45192"/>
                </a:lnTo>
                <a:lnTo>
                  <a:pt x="1159817" y="45192"/>
                </a:lnTo>
                <a:lnTo>
                  <a:pt x="1159817" y="33565"/>
                </a:lnTo>
                <a:lnTo>
                  <a:pt x="1168647" y="33565"/>
                </a:lnTo>
                <a:lnTo>
                  <a:pt x="1168647" y="28509"/>
                </a:lnTo>
                <a:cubicBezTo>
                  <a:pt x="1168647" y="21841"/>
                  <a:pt x="1170558" y="16665"/>
                  <a:pt x="1174379" y="12983"/>
                </a:cubicBezTo>
                <a:cubicBezTo>
                  <a:pt x="1178199" y="9300"/>
                  <a:pt x="1183547" y="7459"/>
                  <a:pt x="1190421" y="7459"/>
                </a:cubicBezTo>
                <a:cubicBezTo>
                  <a:pt x="1192615" y="7459"/>
                  <a:pt x="1195302" y="7825"/>
                  <a:pt x="1198483" y="8556"/>
                </a:cubicBezTo>
                <a:lnTo>
                  <a:pt x="1198318" y="20841"/>
                </a:lnTo>
                <a:cubicBezTo>
                  <a:pt x="1197002" y="20512"/>
                  <a:pt x="1195393" y="20347"/>
                  <a:pt x="1193492" y="20347"/>
                </a:cubicBezTo>
                <a:cubicBezTo>
                  <a:pt x="1187532" y="20347"/>
                  <a:pt x="1184552" y="23156"/>
                  <a:pt x="1184552" y="28773"/>
                </a:cubicBezTo>
                <a:lnTo>
                  <a:pt x="1184552" y="33565"/>
                </a:lnTo>
                <a:lnTo>
                  <a:pt x="1196344" y="33565"/>
                </a:lnTo>
                <a:lnTo>
                  <a:pt x="1196344" y="45192"/>
                </a:lnTo>
                <a:lnTo>
                  <a:pt x="1184552" y="45192"/>
                </a:lnTo>
                <a:lnTo>
                  <a:pt x="1184552" y="92907"/>
                </a:lnTo>
                <a:lnTo>
                  <a:pt x="1168647" y="92907"/>
                </a:lnTo>
                <a:close/>
                <a:moveTo>
                  <a:pt x="1221282" y="92907"/>
                </a:moveTo>
                <a:lnTo>
                  <a:pt x="1205377" y="92907"/>
                </a:lnTo>
                <a:lnTo>
                  <a:pt x="1205377" y="33565"/>
                </a:lnTo>
                <a:lnTo>
                  <a:pt x="1221282" y="33565"/>
                </a:lnTo>
                <a:lnTo>
                  <a:pt x="1221282" y="92907"/>
                </a:lnTo>
                <a:moveTo>
                  <a:pt x="1204444" y="18209"/>
                </a:moveTo>
                <a:cubicBezTo>
                  <a:pt x="1204444" y="15832"/>
                  <a:pt x="1205240" y="13876"/>
                  <a:pt x="1206830" y="12340"/>
                </a:cubicBezTo>
                <a:cubicBezTo>
                  <a:pt x="1208421" y="10804"/>
                  <a:pt x="1210587" y="10037"/>
                  <a:pt x="1213329" y="10037"/>
                </a:cubicBezTo>
                <a:cubicBezTo>
                  <a:pt x="1216035" y="10037"/>
                  <a:pt x="1218192" y="10804"/>
                  <a:pt x="1219801" y="12340"/>
                </a:cubicBezTo>
                <a:cubicBezTo>
                  <a:pt x="1221410" y="13876"/>
                  <a:pt x="1222214" y="15832"/>
                  <a:pt x="1222214" y="18209"/>
                </a:cubicBezTo>
                <a:cubicBezTo>
                  <a:pt x="1222214" y="20622"/>
                  <a:pt x="1221401" y="22596"/>
                  <a:pt x="1219774" y="24132"/>
                </a:cubicBezTo>
                <a:cubicBezTo>
                  <a:pt x="1218147" y="25667"/>
                  <a:pt x="1215998" y="26435"/>
                  <a:pt x="1213329" y="26435"/>
                </a:cubicBezTo>
                <a:cubicBezTo>
                  <a:pt x="1210660" y="26435"/>
                  <a:pt x="1208512" y="25667"/>
                  <a:pt x="1206885" y="24132"/>
                </a:cubicBezTo>
                <a:cubicBezTo>
                  <a:pt x="1205258" y="22596"/>
                  <a:pt x="1204444" y="20622"/>
                  <a:pt x="1204444" y="18209"/>
                </a:cubicBezTo>
                <a:close/>
                <a:moveTo>
                  <a:pt x="1259003" y="81225"/>
                </a:moveTo>
                <a:cubicBezTo>
                  <a:pt x="1261928" y="81225"/>
                  <a:pt x="1264304" y="80421"/>
                  <a:pt x="1266133" y="78812"/>
                </a:cubicBezTo>
                <a:cubicBezTo>
                  <a:pt x="1267961" y="77203"/>
                  <a:pt x="1268911" y="75064"/>
                  <a:pt x="1268984" y="72395"/>
                </a:cubicBezTo>
                <a:lnTo>
                  <a:pt x="1283847" y="72395"/>
                </a:lnTo>
                <a:cubicBezTo>
                  <a:pt x="1283811" y="76417"/>
                  <a:pt x="1282714" y="80101"/>
                  <a:pt x="1280557" y="83447"/>
                </a:cubicBezTo>
                <a:cubicBezTo>
                  <a:pt x="1278399" y="86792"/>
                  <a:pt x="1275447" y="89388"/>
                  <a:pt x="1271699" y="91235"/>
                </a:cubicBezTo>
                <a:cubicBezTo>
                  <a:pt x="1267952" y="93081"/>
                  <a:pt x="1263811" y="94004"/>
                  <a:pt x="1259277" y="94004"/>
                </a:cubicBezTo>
                <a:cubicBezTo>
                  <a:pt x="1250794" y="94004"/>
                  <a:pt x="1244103" y="91308"/>
                  <a:pt x="1239204" y="85915"/>
                </a:cubicBezTo>
                <a:cubicBezTo>
                  <a:pt x="1234304" y="80522"/>
                  <a:pt x="1231854" y="73072"/>
                  <a:pt x="1231854" y="63565"/>
                </a:cubicBezTo>
                <a:lnTo>
                  <a:pt x="1231854" y="62523"/>
                </a:lnTo>
                <a:cubicBezTo>
                  <a:pt x="1231854" y="53382"/>
                  <a:pt x="1234286" y="46088"/>
                  <a:pt x="1239149" y="40640"/>
                </a:cubicBezTo>
                <a:cubicBezTo>
                  <a:pt x="1244012" y="35192"/>
                  <a:pt x="1250685" y="32468"/>
                  <a:pt x="1259167" y="32468"/>
                </a:cubicBezTo>
                <a:cubicBezTo>
                  <a:pt x="1266590" y="32468"/>
                  <a:pt x="1272540" y="34580"/>
                  <a:pt x="1277019" y="38803"/>
                </a:cubicBezTo>
                <a:cubicBezTo>
                  <a:pt x="1281498" y="43026"/>
                  <a:pt x="1283774" y="48647"/>
                  <a:pt x="1283847" y="55668"/>
                </a:cubicBezTo>
                <a:lnTo>
                  <a:pt x="1268984" y="55668"/>
                </a:lnTo>
                <a:cubicBezTo>
                  <a:pt x="1268911" y="52596"/>
                  <a:pt x="1267961" y="50101"/>
                  <a:pt x="1266133" y="48181"/>
                </a:cubicBezTo>
                <a:cubicBezTo>
                  <a:pt x="1264304" y="46262"/>
                  <a:pt x="1261891" y="45302"/>
                  <a:pt x="1258893" y="45302"/>
                </a:cubicBezTo>
                <a:cubicBezTo>
                  <a:pt x="1255200" y="45302"/>
                  <a:pt x="1252412" y="46646"/>
                  <a:pt x="1250529" y="49333"/>
                </a:cubicBezTo>
                <a:cubicBezTo>
                  <a:pt x="1248646" y="52020"/>
                  <a:pt x="1247705" y="56381"/>
                  <a:pt x="1247705" y="62414"/>
                </a:cubicBezTo>
                <a:lnTo>
                  <a:pt x="1247705" y="64059"/>
                </a:lnTo>
                <a:cubicBezTo>
                  <a:pt x="1247705" y="70165"/>
                  <a:pt x="1248637" y="74553"/>
                  <a:pt x="1250502" y="77222"/>
                </a:cubicBezTo>
                <a:cubicBezTo>
                  <a:pt x="1252366" y="79891"/>
                  <a:pt x="1255200" y="81225"/>
                  <a:pt x="1259003" y="81225"/>
                </a:cubicBezTo>
                <a:close/>
                <a:moveTo>
                  <a:pt x="1287498" y="0"/>
                </a:moveTo>
                <a:lnTo>
                  <a:pt x="1311191" y="0"/>
                </a:lnTo>
                <a:lnTo>
                  <a:pt x="1311191" y="111555"/>
                </a:lnTo>
                <a:lnTo>
                  <a:pt x="1287498" y="111555"/>
                </a:lnTo>
                <a:lnTo>
                  <a:pt x="1287498" y="99324"/>
                </a:lnTo>
                <a:lnTo>
                  <a:pt x="1295340" y="99324"/>
                </a:lnTo>
                <a:lnTo>
                  <a:pt x="1295340" y="12230"/>
                </a:lnTo>
                <a:lnTo>
                  <a:pt x="1287498" y="12230"/>
                </a:lnTo>
                <a:lnTo>
                  <a:pt x="128749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C3E592-1C3F-46FA-9153-C2CD3E94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961" y="3965845"/>
            <a:ext cx="1600960" cy="795816"/>
          </a:xfrm>
          <a:custGeom xmlns:a="http://schemas.openxmlformats.org/drawingml/2006/main">
            <a:pathLst>
              <a:path w="1600960" h="795816">
                <a:moveTo>
                  <a:pt x="1274738" y="795816"/>
                </a:moveTo>
                <a:lnTo>
                  <a:pt x="1297124" y="794899"/>
                </a:lnTo>
                <a:lnTo>
                  <a:pt x="1319124" y="792185"/>
                </a:lnTo>
                <a:lnTo>
                  <a:pt x="1340670" y="787733"/>
                </a:lnTo>
                <a:lnTo>
                  <a:pt x="1361713" y="781603"/>
                </a:lnTo>
                <a:lnTo>
                  <a:pt x="1382205" y="773855"/>
                </a:lnTo>
                <a:lnTo>
                  <a:pt x="1402096" y="764547"/>
                </a:lnTo>
                <a:lnTo>
                  <a:pt x="1421339" y="753740"/>
                </a:lnTo>
                <a:lnTo>
                  <a:pt x="1439884" y="741491"/>
                </a:lnTo>
                <a:lnTo>
                  <a:pt x="1457683" y="727860"/>
                </a:lnTo>
                <a:lnTo>
                  <a:pt x="1474687" y="712908"/>
                </a:lnTo>
                <a:lnTo>
                  <a:pt x="1490847" y="696692"/>
                </a:lnTo>
                <a:lnTo>
                  <a:pt x="1506114" y="679272"/>
                </a:lnTo>
                <a:lnTo>
                  <a:pt x="1520440" y="660708"/>
                </a:lnTo>
                <a:lnTo>
                  <a:pt x="1533776" y="641059"/>
                </a:lnTo>
                <a:lnTo>
                  <a:pt x="1546073" y="620383"/>
                </a:lnTo>
                <a:lnTo>
                  <a:pt x="1557283" y="598741"/>
                </a:lnTo>
                <a:lnTo>
                  <a:pt x="1567356" y="576191"/>
                </a:lnTo>
                <a:lnTo>
                  <a:pt x="1576245" y="552792"/>
                </a:lnTo>
                <a:lnTo>
                  <a:pt x="1583899" y="528605"/>
                </a:lnTo>
                <a:lnTo>
                  <a:pt x="1590272" y="503688"/>
                </a:lnTo>
                <a:lnTo>
                  <a:pt x="1595313" y="478101"/>
                </a:lnTo>
                <a:lnTo>
                  <a:pt x="1598974" y="451902"/>
                </a:lnTo>
                <a:lnTo>
                  <a:pt x="1600960" y="428105"/>
                </a:lnTo>
                <a:lnTo>
                  <a:pt x="1600960" y="367712"/>
                </a:lnTo>
                <a:lnTo>
                  <a:pt x="1598974" y="343915"/>
                </a:lnTo>
                <a:lnTo>
                  <a:pt x="1595313" y="317716"/>
                </a:lnTo>
                <a:lnTo>
                  <a:pt x="1590272" y="292129"/>
                </a:lnTo>
                <a:lnTo>
                  <a:pt x="1583899" y="267212"/>
                </a:lnTo>
                <a:lnTo>
                  <a:pt x="1576245" y="243025"/>
                </a:lnTo>
                <a:lnTo>
                  <a:pt x="1567356" y="219627"/>
                </a:lnTo>
                <a:lnTo>
                  <a:pt x="1557283" y="197077"/>
                </a:lnTo>
                <a:lnTo>
                  <a:pt x="1546073" y="175434"/>
                </a:lnTo>
                <a:lnTo>
                  <a:pt x="1533776" y="154759"/>
                </a:lnTo>
                <a:lnTo>
                  <a:pt x="1520440" y="135109"/>
                </a:lnTo>
                <a:lnTo>
                  <a:pt x="1506114" y="116545"/>
                </a:lnTo>
                <a:lnTo>
                  <a:pt x="1490847" y="99125"/>
                </a:lnTo>
                <a:lnTo>
                  <a:pt x="1474687" y="82909"/>
                </a:lnTo>
                <a:lnTo>
                  <a:pt x="1457683" y="67957"/>
                </a:lnTo>
                <a:lnTo>
                  <a:pt x="1439884" y="54326"/>
                </a:lnTo>
                <a:lnTo>
                  <a:pt x="1421339" y="42077"/>
                </a:lnTo>
                <a:lnTo>
                  <a:pt x="1402096" y="31270"/>
                </a:lnTo>
                <a:lnTo>
                  <a:pt x="1382205" y="21962"/>
                </a:lnTo>
                <a:lnTo>
                  <a:pt x="1361713" y="14214"/>
                </a:lnTo>
                <a:lnTo>
                  <a:pt x="1340670" y="8084"/>
                </a:lnTo>
                <a:lnTo>
                  <a:pt x="1319124" y="3632"/>
                </a:lnTo>
                <a:lnTo>
                  <a:pt x="1297124" y="918"/>
                </a:lnTo>
                <a:lnTo>
                  <a:pt x="1274719" y="0"/>
                </a:lnTo>
                <a:lnTo>
                  <a:pt x="327242" y="0"/>
                </a:lnTo>
                <a:lnTo>
                  <a:pt x="304837" y="918"/>
                </a:lnTo>
                <a:lnTo>
                  <a:pt x="282837" y="3632"/>
                </a:lnTo>
                <a:lnTo>
                  <a:pt x="261291" y="8084"/>
                </a:lnTo>
                <a:lnTo>
                  <a:pt x="240248" y="14214"/>
                </a:lnTo>
                <a:lnTo>
                  <a:pt x="219756" y="21962"/>
                </a:lnTo>
                <a:lnTo>
                  <a:pt x="199865" y="31270"/>
                </a:lnTo>
                <a:lnTo>
                  <a:pt x="180622" y="42077"/>
                </a:lnTo>
                <a:lnTo>
                  <a:pt x="162077" y="54326"/>
                </a:lnTo>
                <a:lnTo>
                  <a:pt x="144278" y="67957"/>
                </a:lnTo>
                <a:lnTo>
                  <a:pt x="127274" y="82909"/>
                </a:lnTo>
                <a:lnTo>
                  <a:pt x="111114" y="99125"/>
                </a:lnTo>
                <a:lnTo>
                  <a:pt x="95847" y="116545"/>
                </a:lnTo>
                <a:lnTo>
                  <a:pt x="81521" y="135109"/>
                </a:lnTo>
                <a:lnTo>
                  <a:pt x="68185" y="154759"/>
                </a:lnTo>
                <a:lnTo>
                  <a:pt x="55888" y="175434"/>
                </a:lnTo>
                <a:lnTo>
                  <a:pt x="44678" y="197077"/>
                </a:lnTo>
                <a:lnTo>
                  <a:pt x="34605" y="219627"/>
                </a:lnTo>
                <a:lnTo>
                  <a:pt x="25716" y="243025"/>
                </a:lnTo>
                <a:lnTo>
                  <a:pt x="18062" y="267212"/>
                </a:lnTo>
                <a:lnTo>
                  <a:pt x="11689" y="292129"/>
                </a:lnTo>
                <a:lnTo>
                  <a:pt x="6648" y="317716"/>
                </a:lnTo>
                <a:lnTo>
                  <a:pt x="2987" y="343915"/>
                </a:lnTo>
                <a:lnTo>
                  <a:pt x="755" y="370665"/>
                </a:lnTo>
                <a:lnTo>
                  <a:pt x="0" y="397909"/>
                </a:lnTo>
                <a:lnTo>
                  <a:pt x="755" y="425152"/>
                </a:lnTo>
                <a:lnTo>
                  <a:pt x="2987" y="451902"/>
                </a:lnTo>
                <a:lnTo>
                  <a:pt x="6648" y="478101"/>
                </a:lnTo>
                <a:lnTo>
                  <a:pt x="11689" y="503688"/>
                </a:lnTo>
                <a:lnTo>
                  <a:pt x="18062" y="528605"/>
                </a:lnTo>
                <a:lnTo>
                  <a:pt x="25716" y="552792"/>
                </a:lnTo>
                <a:lnTo>
                  <a:pt x="34605" y="576191"/>
                </a:lnTo>
                <a:lnTo>
                  <a:pt x="44678" y="598741"/>
                </a:lnTo>
                <a:lnTo>
                  <a:pt x="55888" y="620383"/>
                </a:lnTo>
                <a:lnTo>
                  <a:pt x="68185" y="641059"/>
                </a:lnTo>
                <a:lnTo>
                  <a:pt x="81521" y="660708"/>
                </a:lnTo>
                <a:lnTo>
                  <a:pt x="95847" y="679272"/>
                </a:lnTo>
                <a:lnTo>
                  <a:pt x="111114" y="696692"/>
                </a:lnTo>
                <a:lnTo>
                  <a:pt x="127274" y="712908"/>
                </a:lnTo>
                <a:lnTo>
                  <a:pt x="144278" y="727860"/>
                </a:lnTo>
                <a:lnTo>
                  <a:pt x="162077" y="741491"/>
                </a:lnTo>
                <a:lnTo>
                  <a:pt x="180622" y="753740"/>
                </a:lnTo>
                <a:lnTo>
                  <a:pt x="199865" y="764547"/>
                </a:lnTo>
                <a:lnTo>
                  <a:pt x="219756" y="773855"/>
                </a:lnTo>
                <a:lnTo>
                  <a:pt x="240248" y="781603"/>
                </a:lnTo>
                <a:lnTo>
                  <a:pt x="261291" y="787733"/>
                </a:lnTo>
                <a:lnTo>
                  <a:pt x="282837" y="792185"/>
                </a:lnTo>
                <a:lnTo>
                  <a:pt x="304837" y="794899"/>
                </a:lnTo>
                <a:lnTo>
                  <a:pt x="327223" y="795816"/>
                </a:lnTo>
                <a:lnTo>
                  <a:pt x="1274738" y="795816"/>
                </a:lnTo>
                <a:close/>
              </a:path>
            </a:pathLst>
          </a:custGeom>
          <a:solidFill xmlns:a="http://schemas.openxmlformats.org/drawingml/2006/main">
            <a:srgbClr val="572F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0D0C72-DF96-44C4-8501-161A220A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70" y="5376926"/>
            <a:ext cx="1600960" cy="795817"/>
          </a:xfrm>
          <a:custGeom xmlns:a="http://schemas.openxmlformats.org/drawingml/2006/main">
            <a:pathLst>
              <a:path w="1600960" h="795817">
                <a:moveTo>
                  <a:pt x="1274731" y="795817"/>
                </a:moveTo>
                <a:lnTo>
                  <a:pt x="1297124" y="794899"/>
                </a:lnTo>
                <a:lnTo>
                  <a:pt x="1319124" y="792185"/>
                </a:lnTo>
                <a:lnTo>
                  <a:pt x="1340670" y="787733"/>
                </a:lnTo>
                <a:lnTo>
                  <a:pt x="1361713" y="781604"/>
                </a:lnTo>
                <a:lnTo>
                  <a:pt x="1382205" y="773855"/>
                </a:lnTo>
                <a:lnTo>
                  <a:pt x="1402097" y="764548"/>
                </a:lnTo>
                <a:lnTo>
                  <a:pt x="1421339" y="753740"/>
                </a:lnTo>
                <a:lnTo>
                  <a:pt x="1439884" y="741491"/>
                </a:lnTo>
                <a:lnTo>
                  <a:pt x="1457683" y="727861"/>
                </a:lnTo>
                <a:lnTo>
                  <a:pt x="1474687" y="712908"/>
                </a:lnTo>
                <a:lnTo>
                  <a:pt x="1490847" y="696692"/>
                </a:lnTo>
                <a:lnTo>
                  <a:pt x="1506114" y="679273"/>
                </a:lnTo>
                <a:lnTo>
                  <a:pt x="1520440" y="660708"/>
                </a:lnTo>
                <a:lnTo>
                  <a:pt x="1533776" y="641059"/>
                </a:lnTo>
                <a:lnTo>
                  <a:pt x="1546073" y="620383"/>
                </a:lnTo>
                <a:lnTo>
                  <a:pt x="1557283" y="598741"/>
                </a:lnTo>
                <a:lnTo>
                  <a:pt x="1567356" y="576191"/>
                </a:lnTo>
                <a:lnTo>
                  <a:pt x="1576245" y="552793"/>
                </a:lnTo>
                <a:lnTo>
                  <a:pt x="1583900" y="528606"/>
                </a:lnTo>
                <a:lnTo>
                  <a:pt x="1590272" y="503689"/>
                </a:lnTo>
                <a:lnTo>
                  <a:pt x="1595313" y="478101"/>
                </a:lnTo>
                <a:lnTo>
                  <a:pt x="1598974" y="451903"/>
                </a:lnTo>
                <a:lnTo>
                  <a:pt x="1600960" y="428108"/>
                </a:lnTo>
                <a:lnTo>
                  <a:pt x="1600960" y="367710"/>
                </a:lnTo>
                <a:lnTo>
                  <a:pt x="1598974" y="343915"/>
                </a:lnTo>
                <a:lnTo>
                  <a:pt x="1595313" y="317716"/>
                </a:lnTo>
                <a:lnTo>
                  <a:pt x="1590272" y="292129"/>
                </a:lnTo>
                <a:lnTo>
                  <a:pt x="1583900" y="267212"/>
                </a:lnTo>
                <a:lnTo>
                  <a:pt x="1576245" y="243025"/>
                </a:lnTo>
                <a:lnTo>
                  <a:pt x="1567356" y="219627"/>
                </a:lnTo>
                <a:lnTo>
                  <a:pt x="1557283" y="197077"/>
                </a:lnTo>
                <a:lnTo>
                  <a:pt x="1546073" y="175434"/>
                </a:lnTo>
                <a:lnTo>
                  <a:pt x="1533776" y="154759"/>
                </a:lnTo>
                <a:lnTo>
                  <a:pt x="1520440" y="135109"/>
                </a:lnTo>
                <a:lnTo>
                  <a:pt x="1506114" y="116545"/>
                </a:lnTo>
                <a:lnTo>
                  <a:pt x="1490847" y="99125"/>
                </a:lnTo>
                <a:lnTo>
                  <a:pt x="1474687" y="82909"/>
                </a:lnTo>
                <a:lnTo>
                  <a:pt x="1457683" y="67957"/>
                </a:lnTo>
                <a:lnTo>
                  <a:pt x="1439884" y="54326"/>
                </a:lnTo>
                <a:lnTo>
                  <a:pt x="1421339" y="42078"/>
                </a:lnTo>
                <a:lnTo>
                  <a:pt x="1402097" y="31270"/>
                </a:lnTo>
                <a:lnTo>
                  <a:pt x="1382205" y="21962"/>
                </a:lnTo>
                <a:lnTo>
                  <a:pt x="1361713" y="14214"/>
                </a:lnTo>
                <a:lnTo>
                  <a:pt x="1340670" y="8084"/>
                </a:lnTo>
                <a:lnTo>
                  <a:pt x="1319124" y="3632"/>
                </a:lnTo>
                <a:lnTo>
                  <a:pt x="1297124" y="918"/>
                </a:lnTo>
                <a:lnTo>
                  <a:pt x="1274719" y="0"/>
                </a:lnTo>
                <a:lnTo>
                  <a:pt x="327242" y="0"/>
                </a:lnTo>
                <a:lnTo>
                  <a:pt x="304837" y="918"/>
                </a:lnTo>
                <a:lnTo>
                  <a:pt x="282837" y="3632"/>
                </a:lnTo>
                <a:lnTo>
                  <a:pt x="261291" y="8084"/>
                </a:lnTo>
                <a:lnTo>
                  <a:pt x="240248" y="14214"/>
                </a:lnTo>
                <a:lnTo>
                  <a:pt x="219756" y="21962"/>
                </a:lnTo>
                <a:lnTo>
                  <a:pt x="199865" y="31270"/>
                </a:lnTo>
                <a:lnTo>
                  <a:pt x="180622" y="42078"/>
                </a:lnTo>
                <a:lnTo>
                  <a:pt x="162077" y="54326"/>
                </a:lnTo>
                <a:lnTo>
                  <a:pt x="144278" y="67957"/>
                </a:lnTo>
                <a:lnTo>
                  <a:pt x="127274" y="82909"/>
                </a:lnTo>
                <a:lnTo>
                  <a:pt x="111114" y="99125"/>
                </a:lnTo>
                <a:lnTo>
                  <a:pt x="95847" y="116545"/>
                </a:lnTo>
                <a:lnTo>
                  <a:pt x="81521" y="135109"/>
                </a:lnTo>
                <a:lnTo>
                  <a:pt x="68185" y="154759"/>
                </a:lnTo>
                <a:lnTo>
                  <a:pt x="55888" y="175434"/>
                </a:lnTo>
                <a:lnTo>
                  <a:pt x="44678" y="197077"/>
                </a:lnTo>
                <a:lnTo>
                  <a:pt x="34605" y="219627"/>
                </a:lnTo>
                <a:lnTo>
                  <a:pt x="25716" y="243025"/>
                </a:lnTo>
                <a:lnTo>
                  <a:pt x="18062" y="267212"/>
                </a:lnTo>
                <a:lnTo>
                  <a:pt x="11689" y="292129"/>
                </a:lnTo>
                <a:lnTo>
                  <a:pt x="6648" y="317716"/>
                </a:lnTo>
                <a:lnTo>
                  <a:pt x="2987" y="343915"/>
                </a:lnTo>
                <a:lnTo>
                  <a:pt x="755" y="370666"/>
                </a:lnTo>
                <a:lnTo>
                  <a:pt x="0" y="397909"/>
                </a:lnTo>
                <a:lnTo>
                  <a:pt x="755" y="425152"/>
                </a:lnTo>
                <a:lnTo>
                  <a:pt x="2987" y="451903"/>
                </a:lnTo>
                <a:lnTo>
                  <a:pt x="6648" y="478101"/>
                </a:lnTo>
                <a:lnTo>
                  <a:pt x="11689" y="503689"/>
                </a:lnTo>
                <a:lnTo>
                  <a:pt x="18062" y="528606"/>
                </a:lnTo>
                <a:lnTo>
                  <a:pt x="25716" y="552793"/>
                </a:lnTo>
                <a:lnTo>
                  <a:pt x="34605" y="576191"/>
                </a:lnTo>
                <a:lnTo>
                  <a:pt x="44678" y="598741"/>
                </a:lnTo>
                <a:lnTo>
                  <a:pt x="55888" y="620383"/>
                </a:lnTo>
                <a:lnTo>
                  <a:pt x="68185" y="641059"/>
                </a:lnTo>
                <a:lnTo>
                  <a:pt x="81521" y="660708"/>
                </a:lnTo>
                <a:lnTo>
                  <a:pt x="95847" y="679273"/>
                </a:lnTo>
                <a:lnTo>
                  <a:pt x="111114" y="696692"/>
                </a:lnTo>
                <a:lnTo>
                  <a:pt x="127274" y="712908"/>
                </a:lnTo>
                <a:lnTo>
                  <a:pt x="144278" y="727861"/>
                </a:lnTo>
                <a:lnTo>
                  <a:pt x="162077" y="741491"/>
                </a:lnTo>
                <a:lnTo>
                  <a:pt x="180622" y="753740"/>
                </a:lnTo>
                <a:lnTo>
                  <a:pt x="199865" y="764548"/>
                </a:lnTo>
                <a:lnTo>
                  <a:pt x="219756" y="773855"/>
                </a:lnTo>
                <a:lnTo>
                  <a:pt x="240248" y="781604"/>
                </a:lnTo>
                <a:lnTo>
                  <a:pt x="261291" y="787733"/>
                </a:lnTo>
                <a:lnTo>
                  <a:pt x="282837" y="792185"/>
                </a:lnTo>
                <a:lnTo>
                  <a:pt x="304837" y="794899"/>
                </a:lnTo>
                <a:lnTo>
                  <a:pt x="327230" y="795817"/>
                </a:lnTo>
                <a:lnTo>
                  <a:pt x="1274731" y="795817"/>
                </a:lnTo>
                <a:close/>
              </a:path>
            </a:pathLst>
          </a:custGeom>
          <a:solidFill xmlns:a="http://schemas.openxmlformats.org/drawingml/2006/main">
            <a:srgbClr val="572F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CF3A31-0CD9-47AE-9FDE-D4A4B6D6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131" y="5376926"/>
            <a:ext cx="1600960" cy="795817"/>
          </a:xfrm>
          <a:custGeom xmlns:a="http://schemas.openxmlformats.org/drawingml/2006/main">
            <a:pathLst>
              <a:path w="1600960" h="795817">
                <a:moveTo>
                  <a:pt x="1274731" y="795817"/>
                </a:moveTo>
                <a:lnTo>
                  <a:pt x="1297124" y="794899"/>
                </a:lnTo>
                <a:lnTo>
                  <a:pt x="1319124" y="792185"/>
                </a:lnTo>
                <a:lnTo>
                  <a:pt x="1340670" y="787733"/>
                </a:lnTo>
                <a:lnTo>
                  <a:pt x="1361713" y="781604"/>
                </a:lnTo>
                <a:lnTo>
                  <a:pt x="1382205" y="773855"/>
                </a:lnTo>
                <a:lnTo>
                  <a:pt x="1402096" y="764548"/>
                </a:lnTo>
                <a:lnTo>
                  <a:pt x="1421339" y="753740"/>
                </a:lnTo>
                <a:lnTo>
                  <a:pt x="1439884" y="741491"/>
                </a:lnTo>
                <a:lnTo>
                  <a:pt x="1457683" y="727861"/>
                </a:lnTo>
                <a:lnTo>
                  <a:pt x="1474687" y="712908"/>
                </a:lnTo>
                <a:lnTo>
                  <a:pt x="1490847" y="696692"/>
                </a:lnTo>
                <a:lnTo>
                  <a:pt x="1506114" y="679273"/>
                </a:lnTo>
                <a:lnTo>
                  <a:pt x="1520440" y="660708"/>
                </a:lnTo>
                <a:lnTo>
                  <a:pt x="1533776" y="641059"/>
                </a:lnTo>
                <a:lnTo>
                  <a:pt x="1546073" y="620383"/>
                </a:lnTo>
                <a:lnTo>
                  <a:pt x="1557283" y="598741"/>
                </a:lnTo>
                <a:lnTo>
                  <a:pt x="1567356" y="576191"/>
                </a:lnTo>
                <a:lnTo>
                  <a:pt x="1576245" y="552793"/>
                </a:lnTo>
                <a:lnTo>
                  <a:pt x="1583899" y="528606"/>
                </a:lnTo>
                <a:lnTo>
                  <a:pt x="1590272" y="503689"/>
                </a:lnTo>
                <a:lnTo>
                  <a:pt x="1595313" y="478101"/>
                </a:lnTo>
                <a:lnTo>
                  <a:pt x="1598974" y="451903"/>
                </a:lnTo>
                <a:lnTo>
                  <a:pt x="1600960" y="428105"/>
                </a:lnTo>
                <a:lnTo>
                  <a:pt x="1600960" y="367713"/>
                </a:lnTo>
                <a:lnTo>
                  <a:pt x="1598974" y="343915"/>
                </a:lnTo>
                <a:lnTo>
                  <a:pt x="1595313" y="317716"/>
                </a:lnTo>
                <a:lnTo>
                  <a:pt x="1590272" y="292129"/>
                </a:lnTo>
                <a:lnTo>
                  <a:pt x="1583899" y="267212"/>
                </a:lnTo>
                <a:lnTo>
                  <a:pt x="1576245" y="243025"/>
                </a:lnTo>
                <a:lnTo>
                  <a:pt x="1567356" y="219627"/>
                </a:lnTo>
                <a:lnTo>
                  <a:pt x="1557283" y="197077"/>
                </a:lnTo>
                <a:lnTo>
                  <a:pt x="1546073" y="175434"/>
                </a:lnTo>
                <a:lnTo>
                  <a:pt x="1533776" y="154759"/>
                </a:lnTo>
                <a:lnTo>
                  <a:pt x="1520440" y="135109"/>
                </a:lnTo>
                <a:lnTo>
                  <a:pt x="1506114" y="116545"/>
                </a:lnTo>
                <a:lnTo>
                  <a:pt x="1490847" y="99125"/>
                </a:lnTo>
                <a:lnTo>
                  <a:pt x="1474687" y="82909"/>
                </a:lnTo>
                <a:lnTo>
                  <a:pt x="1457683" y="67957"/>
                </a:lnTo>
                <a:lnTo>
                  <a:pt x="1439884" y="54326"/>
                </a:lnTo>
                <a:lnTo>
                  <a:pt x="1421339" y="42078"/>
                </a:lnTo>
                <a:lnTo>
                  <a:pt x="1402096" y="31270"/>
                </a:lnTo>
                <a:lnTo>
                  <a:pt x="1382205" y="21962"/>
                </a:lnTo>
                <a:lnTo>
                  <a:pt x="1361713" y="14214"/>
                </a:lnTo>
                <a:lnTo>
                  <a:pt x="1340670" y="8084"/>
                </a:lnTo>
                <a:lnTo>
                  <a:pt x="1319124" y="3632"/>
                </a:lnTo>
                <a:lnTo>
                  <a:pt x="1297124" y="918"/>
                </a:lnTo>
                <a:lnTo>
                  <a:pt x="1274719" y="0"/>
                </a:lnTo>
                <a:lnTo>
                  <a:pt x="327242" y="0"/>
                </a:lnTo>
                <a:lnTo>
                  <a:pt x="304837" y="918"/>
                </a:lnTo>
                <a:lnTo>
                  <a:pt x="282837" y="3632"/>
                </a:lnTo>
                <a:lnTo>
                  <a:pt x="261291" y="8084"/>
                </a:lnTo>
                <a:lnTo>
                  <a:pt x="240248" y="14214"/>
                </a:lnTo>
                <a:lnTo>
                  <a:pt x="219756" y="21962"/>
                </a:lnTo>
                <a:lnTo>
                  <a:pt x="199865" y="31270"/>
                </a:lnTo>
                <a:lnTo>
                  <a:pt x="180622" y="42078"/>
                </a:lnTo>
                <a:lnTo>
                  <a:pt x="162077" y="54326"/>
                </a:lnTo>
                <a:lnTo>
                  <a:pt x="144278" y="67957"/>
                </a:lnTo>
                <a:lnTo>
                  <a:pt x="127274" y="82909"/>
                </a:lnTo>
                <a:lnTo>
                  <a:pt x="111114" y="99125"/>
                </a:lnTo>
                <a:lnTo>
                  <a:pt x="95847" y="116545"/>
                </a:lnTo>
                <a:lnTo>
                  <a:pt x="81521" y="135109"/>
                </a:lnTo>
                <a:lnTo>
                  <a:pt x="68185" y="154759"/>
                </a:lnTo>
                <a:lnTo>
                  <a:pt x="55888" y="175434"/>
                </a:lnTo>
                <a:lnTo>
                  <a:pt x="44678" y="197077"/>
                </a:lnTo>
                <a:lnTo>
                  <a:pt x="34605" y="219627"/>
                </a:lnTo>
                <a:lnTo>
                  <a:pt x="25716" y="243025"/>
                </a:lnTo>
                <a:lnTo>
                  <a:pt x="18062" y="267212"/>
                </a:lnTo>
                <a:lnTo>
                  <a:pt x="11689" y="292129"/>
                </a:lnTo>
                <a:lnTo>
                  <a:pt x="6648" y="317716"/>
                </a:lnTo>
                <a:lnTo>
                  <a:pt x="2987" y="343915"/>
                </a:lnTo>
                <a:lnTo>
                  <a:pt x="755" y="370666"/>
                </a:lnTo>
                <a:lnTo>
                  <a:pt x="0" y="397908"/>
                </a:lnTo>
                <a:lnTo>
                  <a:pt x="0" y="397910"/>
                </a:lnTo>
                <a:lnTo>
                  <a:pt x="755" y="425152"/>
                </a:lnTo>
                <a:lnTo>
                  <a:pt x="2987" y="451903"/>
                </a:lnTo>
                <a:lnTo>
                  <a:pt x="6648" y="478101"/>
                </a:lnTo>
                <a:lnTo>
                  <a:pt x="11689" y="503689"/>
                </a:lnTo>
                <a:lnTo>
                  <a:pt x="18062" y="528606"/>
                </a:lnTo>
                <a:lnTo>
                  <a:pt x="25716" y="552793"/>
                </a:lnTo>
                <a:lnTo>
                  <a:pt x="34605" y="576191"/>
                </a:lnTo>
                <a:lnTo>
                  <a:pt x="44678" y="598741"/>
                </a:lnTo>
                <a:lnTo>
                  <a:pt x="55888" y="620383"/>
                </a:lnTo>
                <a:lnTo>
                  <a:pt x="68185" y="641059"/>
                </a:lnTo>
                <a:lnTo>
                  <a:pt x="81521" y="660708"/>
                </a:lnTo>
                <a:lnTo>
                  <a:pt x="95847" y="679273"/>
                </a:lnTo>
                <a:lnTo>
                  <a:pt x="111114" y="696692"/>
                </a:lnTo>
                <a:lnTo>
                  <a:pt x="127274" y="712908"/>
                </a:lnTo>
                <a:lnTo>
                  <a:pt x="144278" y="727861"/>
                </a:lnTo>
                <a:lnTo>
                  <a:pt x="162077" y="741491"/>
                </a:lnTo>
                <a:lnTo>
                  <a:pt x="180622" y="753740"/>
                </a:lnTo>
                <a:lnTo>
                  <a:pt x="199865" y="764548"/>
                </a:lnTo>
                <a:lnTo>
                  <a:pt x="219756" y="773855"/>
                </a:lnTo>
                <a:lnTo>
                  <a:pt x="240248" y="781604"/>
                </a:lnTo>
                <a:lnTo>
                  <a:pt x="261291" y="787733"/>
                </a:lnTo>
                <a:lnTo>
                  <a:pt x="282837" y="792185"/>
                </a:lnTo>
                <a:lnTo>
                  <a:pt x="304837" y="794899"/>
                </a:lnTo>
                <a:lnTo>
                  <a:pt x="327230" y="795817"/>
                </a:lnTo>
                <a:lnTo>
                  <a:pt x="1274731" y="795817"/>
                </a:lnTo>
                <a:close/>
              </a:path>
            </a:pathLst>
          </a:custGeom>
          <a:solidFill xmlns:a="http://schemas.openxmlformats.org/drawingml/2006/main">
            <a:srgbClr val="572F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CF2D08-97E9-40B4-A7E5-D9CF41AE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65" y="5254367"/>
            <a:ext cx="3935005" cy="1040831"/>
          </a:xfrm>
          <a:custGeom xmlns:a="http://schemas.openxmlformats.org/drawingml/2006/main">
            <a:pathLst>
              <a:path w="3935005" h="1040831">
                <a:moveTo>
                  <a:pt x="104131" y="14876"/>
                </a:moveTo>
                <a:lnTo>
                  <a:pt x="193386" y="14876"/>
                </a:lnTo>
                <a:lnTo>
                  <a:pt x="193386" y="0"/>
                </a:lnTo>
                <a:lnTo>
                  <a:pt x="104131" y="0"/>
                </a:lnTo>
                <a:lnTo>
                  <a:pt x="104131" y="14876"/>
                </a:lnTo>
                <a:close/>
                <a:moveTo>
                  <a:pt x="208262" y="14876"/>
                </a:moveTo>
                <a:lnTo>
                  <a:pt x="297516" y="14876"/>
                </a:lnTo>
                <a:lnTo>
                  <a:pt x="297516" y="0"/>
                </a:lnTo>
                <a:lnTo>
                  <a:pt x="208262" y="0"/>
                </a:lnTo>
                <a:lnTo>
                  <a:pt x="208262" y="14876"/>
                </a:lnTo>
                <a:close/>
                <a:moveTo>
                  <a:pt x="312392" y="14876"/>
                </a:moveTo>
                <a:lnTo>
                  <a:pt x="401647" y="14876"/>
                </a:lnTo>
                <a:lnTo>
                  <a:pt x="401647" y="0"/>
                </a:lnTo>
                <a:lnTo>
                  <a:pt x="312392" y="0"/>
                </a:lnTo>
                <a:lnTo>
                  <a:pt x="312392" y="14876"/>
                </a:lnTo>
                <a:close/>
                <a:moveTo>
                  <a:pt x="416523" y="14876"/>
                </a:moveTo>
                <a:lnTo>
                  <a:pt x="505778" y="14876"/>
                </a:lnTo>
                <a:lnTo>
                  <a:pt x="505778" y="0"/>
                </a:lnTo>
                <a:lnTo>
                  <a:pt x="416523" y="0"/>
                </a:lnTo>
                <a:lnTo>
                  <a:pt x="416523" y="14876"/>
                </a:lnTo>
                <a:close/>
                <a:moveTo>
                  <a:pt x="520654" y="14876"/>
                </a:moveTo>
                <a:lnTo>
                  <a:pt x="609909" y="14876"/>
                </a:lnTo>
                <a:lnTo>
                  <a:pt x="609909" y="0"/>
                </a:lnTo>
                <a:lnTo>
                  <a:pt x="520654" y="0"/>
                </a:lnTo>
                <a:lnTo>
                  <a:pt x="520654" y="14876"/>
                </a:lnTo>
                <a:close/>
                <a:moveTo>
                  <a:pt x="624785" y="14876"/>
                </a:moveTo>
                <a:lnTo>
                  <a:pt x="714040" y="14876"/>
                </a:lnTo>
                <a:lnTo>
                  <a:pt x="714040" y="0"/>
                </a:lnTo>
                <a:lnTo>
                  <a:pt x="624785" y="0"/>
                </a:lnTo>
                <a:lnTo>
                  <a:pt x="624785" y="14876"/>
                </a:lnTo>
                <a:close/>
                <a:moveTo>
                  <a:pt x="728915" y="14876"/>
                </a:moveTo>
                <a:lnTo>
                  <a:pt x="818170" y="14876"/>
                </a:lnTo>
                <a:lnTo>
                  <a:pt x="818170" y="0"/>
                </a:lnTo>
                <a:lnTo>
                  <a:pt x="728915" y="0"/>
                </a:lnTo>
                <a:lnTo>
                  <a:pt x="728915" y="14876"/>
                </a:lnTo>
                <a:close/>
                <a:moveTo>
                  <a:pt x="833046" y="14876"/>
                </a:moveTo>
                <a:lnTo>
                  <a:pt x="922301" y="14876"/>
                </a:lnTo>
                <a:lnTo>
                  <a:pt x="922301" y="0"/>
                </a:lnTo>
                <a:lnTo>
                  <a:pt x="833046" y="0"/>
                </a:lnTo>
                <a:lnTo>
                  <a:pt x="833046" y="14876"/>
                </a:lnTo>
                <a:close/>
                <a:moveTo>
                  <a:pt x="937177" y="14876"/>
                </a:moveTo>
                <a:lnTo>
                  <a:pt x="1026432" y="14876"/>
                </a:lnTo>
                <a:lnTo>
                  <a:pt x="1026432" y="0"/>
                </a:lnTo>
                <a:lnTo>
                  <a:pt x="937177" y="0"/>
                </a:lnTo>
                <a:lnTo>
                  <a:pt x="937177" y="14876"/>
                </a:lnTo>
                <a:close/>
                <a:moveTo>
                  <a:pt x="1041308" y="14876"/>
                </a:moveTo>
                <a:lnTo>
                  <a:pt x="1130563" y="14876"/>
                </a:lnTo>
                <a:lnTo>
                  <a:pt x="1130563" y="0"/>
                </a:lnTo>
                <a:lnTo>
                  <a:pt x="1041308" y="0"/>
                </a:lnTo>
                <a:lnTo>
                  <a:pt x="1041308" y="14876"/>
                </a:lnTo>
                <a:close/>
                <a:moveTo>
                  <a:pt x="1145438" y="14876"/>
                </a:moveTo>
                <a:lnTo>
                  <a:pt x="1234693" y="14876"/>
                </a:lnTo>
                <a:lnTo>
                  <a:pt x="1234693" y="0"/>
                </a:lnTo>
                <a:lnTo>
                  <a:pt x="1145438" y="0"/>
                </a:lnTo>
                <a:lnTo>
                  <a:pt x="1145438" y="14876"/>
                </a:lnTo>
                <a:close/>
                <a:moveTo>
                  <a:pt x="1249569" y="14876"/>
                </a:moveTo>
                <a:lnTo>
                  <a:pt x="1338824" y="14876"/>
                </a:lnTo>
                <a:lnTo>
                  <a:pt x="1338824" y="0"/>
                </a:lnTo>
                <a:lnTo>
                  <a:pt x="1249569" y="0"/>
                </a:lnTo>
                <a:lnTo>
                  <a:pt x="1249569" y="14876"/>
                </a:lnTo>
                <a:close/>
                <a:moveTo>
                  <a:pt x="1353700" y="14876"/>
                </a:moveTo>
                <a:lnTo>
                  <a:pt x="1442955" y="14876"/>
                </a:lnTo>
                <a:lnTo>
                  <a:pt x="1442955" y="0"/>
                </a:lnTo>
                <a:lnTo>
                  <a:pt x="1353700" y="0"/>
                </a:lnTo>
                <a:lnTo>
                  <a:pt x="1353700" y="14876"/>
                </a:lnTo>
                <a:close/>
                <a:moveTo>
                  <a:pt x="1457831" y="14876"/>
                </a:moveTo>
                <a:lnTo>
                  <a:pt x="1547086" y="14876"/>
                </a:lnTo>
                <a:lnTo>
                  <a:pt x="1547086" y="0"/>
                </a:lnTo>
                <a:lnTo>
                  <a:pt x="1457831" y="0"/>
                </a:lnTo>
                <a:lnTo>
                  <a:pt x="1457831" y="14876"/>
                </a:lnTo>
                <a:close/>
                <a:moveTo>
                  <a:pt x="1561962" y="14876"/>
                </a:moveTo>
                <a:lnTo>
                  <a:pt x="1651217" y="14876"/>
                </a:lnTo>
                <a:lnTo>
                  <a:pt x="1651217" y="0"/>
                </a:lnTo>
                <a:lnTo>
                  <a:pt x="1561962" y="0"/>
                </a:lnTo>
                <a:lnTo>
                  <a:pt x="1561962" y="14876"/>
                </a:lnTo>
                <a:close/>
                <a:moveTo>
                  <a:pt x="1666092" y="14876"/>
                </a:moveTo>
                <a:lnTo>
                  <a:pt x="1755347" y="14876"/>
                </a:lnTo>
                <a:lnTo>
                  <a:pt x="1755347" y="0"/>
                </a:lnTo>
                <a:lnTo>
                  <a:pt x="1666092" y="0"/>
                </a:lnTo>
                <a:lnTo>
                  <a:pt x="1666092" y="14876"/>
                </a:lnTo>
                <a:close/>
                <a:moveTo>
                  <a:pt x="1770223" y="14876"/>
                </a:moveTo>
                <a:lnTo>
                  <a:pt x="1859478" y="14876"/>
                </a:lnTo>
                <a:lnTo>
                  <a:pt x="1859478" y="0"/>
                </a:lnTo>
                <a:lnTo>
                  <a:pt x="1770223" y="0"/>
                </a:lnTo>
                <a:lnTo>
                  <a:pt x="1770223" y="14876"/>
                </a:lnTo>
                <a:close/>
                <a:moveTo>
                  <a:pt x="1874354" y="14876"/>
                </a:moveTo>
                <a:lnTo>
                  <a:pt x="1963609" y="14876"/>
                </a:lnTo>
                <a:lnTo>
                  <a:pt x="1963609" y="0"/>
                </a:lnTo>
                <a:lnTo>
                  <a:pt x="1874354" y="0"/>
                </a:lnTo>
                <a:lnTo>
                  <a:pt x="1874354" y="14876"/>
                </a:lnTo>
                <a:close/>
                <a:moveTo>
                  <a:pt x="1978485" y="14876"/>
                </a:moveTo>
                <a:lnTo>
                  <a:pt x="2067740" y="14876"/>
                </a:lnTo>
                <a:lnTo>
                  <a:pt x="2067740" y="0"/>
                </a:lnTo>
                <a:lnTo>
                  <a:pt x="1978485" y="0"/>
                </a:lnTo>
                <a:lnTo>
                  <a:pt x="1978485" y="14876"/>
                </a:lnTo>
                <a:close/>
                <a:moveTo>
                  <a:pt x="2082615" y="14876"/>
                </a:moveTo>
                <a:lnTo>
                  <a:pt x="2171870" y="14876"/>
                </a:lnTo>
                <a:lnTo>
                  <a:pt x="2171870" y="0"/>
                </a:lnTo>
                <a:lnTo>
                  <a:pt x="2082615" y="0"/>
                </a:lnTo>
                <a:lnTo>
                  <a:pt x="2082615" y="14876"/>
                </a:lnTo>
                <a:close/>
                <a:moveTo>
                  <a:pt x="2186746" y="14876"/>
                </a:moveTo>
                <a:lnTo>
                  <a:pt x="2276001" y="14876"/>
                </a:lnTo>
                <a:lnTo>
                  <a:pt x="2276001" y="0"/>
                </a:lnTo>
                <a:lnTo>
                  <a:pt x="2186746" y="0"/>
                </a:lnTo>
                <a:lnTo>
                  <a:pt x="2186746" y="14876"/>
                </a:lnTo>
                <a:close/>
                <a:moveTo>
                  <a:pt x="2290877" y="14876"/>
                </a:moveTo>
                <a:lnTo>
                  <a:pt x="2380132" y="14876"/>
                </a:lnTo>
                <a:lnTo>
                  <a:pt x="2380132" y="0"/>
                </a:lnTo>
                <a:lnTo>
                  <a:pt x="2290877" y="0"/>
                </a:lnTo>
                <a:lnTo>
                  <a:pt x="2290877" y="14876"/>
                </a:lnTo>
                <a:close/>
                <a:moveTo>
                  <a:pt x="2395008" y="14876"/>
                </a:moveTo>
                <a:lnTo>
                  <a:pt x="2484263" y="14876"/>
                </a:lnTo>
                <a:lnTo>
                  <a:pt x="2484263" y="0"/>
                </a:lnTo>
                <a:lnTo>
                  <a:pt x="2395008" y="0"/>
                </a:lnTo>
                <a:lnTo>
                  <a:pt x="2395008" y="14876"/>
                </a:lnTo>
                <a:close/>
                <a:moveTo>
                  <a:pt x="2499139" y="14876"/>
                </a:moveTo>
                <a:lnTo>
                  <a:pt x="2588394" y="14876"/>
                </a:lnTo>
                <a:lnTo>
                  <a:pt x="2588394" y="0"/>
                </a:lnTo>
                <a:lnTo>
                  <a:pt x="2499139" y="0"/>
                </a:lnTo>
                <a:lnTo>
                  <a:pt x="2499139" y="14876"/>
                </a:lnTo>
                <a:close/>
                <a:moveTo>
                  <a:pt x="2603269" y="14876"/>
                </a:moveTo>
                <a:lnTo>
                  <a:pt x="2692524" y="14876"/>
                </a:lnTo>
                <a:lnTo>
                  <a:pt x="2692524" y="0"/>
                </a:lnTo>
                <a:lnTo>
                  <a:pt x="2603269" y="0"/>
                </a:lnTo>
                <a:lnTo>
                  <a:pt x="2603269" y="14876"/>
                </a:lnTo>
                <a:close/>
                <a:moveTo>
                  <a:pt x="2707400" y="14876"/>
                </a:moveTo>
                <a:lnTo>
                  <a:pt x="2796655" y="14876"/>
                </a:lnTo>
                <a:lnTo>
                  <a:pt x="2796655" y="0"/>
                </a:lnTo>
                <a:lnTo>
                  <a:pt x="2707400" y="0"/>
                </a:lnTo>
                <a:lnTo>
                  <a:pt x="2707400" y="14876"/>
                </a:lnTo>
                <a:close/>
                <a:moveTo>
                  <a:pt x="2811531" y="14876"/>
                </a:moveTo>
                <a:lnTo>
                  <a:pt x="2900786" y="14876"/>
                </a:lnTo>
                <a:lnTo>
                  <a:pt x="2900786" y="0"/>
                </a:lnTo>
                <a:lnTo>
                  <a:pt x="2811531" y="0"/>
                </a:lnTo>
                <a:lnTo>
                  <a:pt x="2811531" y="14876"/>
                </a:lnTo>
                <a:close/>
                <a:moveTo>
                  <a:pt x="2915662" y="14876"/>
                </a:moveTo>
                <a:lnTo>
                  <a:pt x="3004917" y="14876"/>
                </a:lnTo>
                <a:lnTo>
                  <a:pt x="3004917" y="0"/>
                </a:lnTo>
                <a:lnTo>
                  <a:pt x="2915662" y="0"/>
                </a:lnTo>
                <a:lnTo>
                  <a:pt x="2915662" y="14876"/>
                </a:lnTo>
                <a:close/>
                <a:moveTo>
                  <a:pt x="3019792" y="14876"/>
                </a:moveTo>
                <a:lnTo>
                  <a:pt x="3109047" y="14876"/>
                </a:lnTo>
                <a:lnTo>
                  <a:pt x="3109047" y="0"/>
                </a:lnTo>
                <a:lnTo>
                  <a:pt x="3019792" y="0"/>
                </a:lnTo>
                <a:lnTo>
                  <a:pt x="3019792" y="14876"/>
                </a:lnTo>
                <a:close/>
                <a:moveTo>
                  <a:pt x="3123923" y="14876"/>
                </a:moveTo>
                <a:lnTo>
                  <a:pt x="3213178" y="14876"/>
                </a:lnTo>
                <a:lnTo>
                  <a:pt x="3213178" y="0"/>
                </a:lnTo>
                <a:lnTo>
                  <a:pt x="3123923" y="0"/>
                </a:lnTo>
                <a:lnTo>
                  <a:pt x="3123923" y="14876"/>
                </a:lnTo>
                <a:close/>
                <a:moveTo>
                  <a:pt x="3228054" y="14876"/>
                </a:moveTo>
                <a:lnTo>
                  <a:pt x="3317309" y="14876"/>
                </a:lnTo>
                <a:lnTo>
                  <a:pt x="3317309" y="0"/>
                </a:lnTo>
                <a:lnTo>
                  <a:pt x="3228054" y="0"/>
                </a:lnTo>
                <a:lnTo>
                  <a:pt x="3228054" y="14876"/>
                </a:lnTo>
                <a:close/>
                <a:moveTo>
                  <a:pt x="3332185" y="14876"/>
                </a:moveTo>
                <a:lnTo>
                  <a:pt x="3421440" y="14876"/>
                </a:lnTo>
                <a:lnTo>
                  <a:pt x="3421440" y="0"/>
                </a:lnTo>
                <a:lnTo>
                  <a:pt x="3332185" y="0"/>
                </a:lnTo>
                <a:lnTo>
                  <a:pt x="3332185" y="14876"/>
                </a:lnTo>
                <a:close/>
                <a:moveTo>
                  <a:pt x="3436316" y="14876"/>
                </a:moveTo>
                <a:lnTo>
                  <a:pt x="3525570" y="14876"/>
                </a:lnTo>
                <a:lnTo>
                  <a:pt x="3525570" y="0"/>
                </a:lnTo>
                <a:lnTo>
                  <a:pt x="3436316" y="0"/>
                </a:lnTo>
                <a:lnTo>
                  <a:pt x="3436316" y="14876"/>
                </a:lnTo>
                <a:close/>
                <a:moveTo>
                  <a:pt x="3540446" y="14876"/>
                </a:moveTo>
                <a:lnTo>
                  <a:pt x="3629701" y="14876"/>
                </a:lnTo>
                <a:lnTo>
                  <a:pt x="3629701" y="0"/>
                </a:lnTo>
                <a:lnTo>
                  <a:pt x="3540446" y="0"/>
                </a:lnTo>
                <a:lnTo>
                  <a:pt x="3540446" y="14876"/>
                </a:lnTo>
                <a:close/>
                <a:moveTo>
                  <a:pt x="3644577" y="14876"/>
                </a:moveTo>
                <a:lnTo>
                  <a:pt x="3733832" y="14876"/>
                </a:lnTo>
                <a:lnTo>
                  <a:pt x="3733832" y="0"/>
                </a:lnTo>
                <a:lnTo>
                  <a:pt x="3644577" y="0"/>
                </a:lnTo>
                <a:lnTo>
                  <a:pt x="3644577" y="14876"/>
                </a:lnTo>
                <a:close/>
                <a:moveTo>
                  <a:pt x="3748708" y="14876"/>
                </a:moveTo>
                <a:lnTo>
                  <a:pt x="3837963" y="14876"/>
                </a:lnTo>
                <a:lnTo>
                  <a:pt x="3837963" y="0"/>
                </a:lnTo>
                <a:lnTo>
                  <a:pt x="3748708" y="0"/>
                </a:lnTo>
                <a:lnTo>
                  <a:pt x="3748708" y="14876"/>
                </a:lnTo>
                <a:close/>
                <a:moveTo>
                  <a:pt x="3935005" y="7089"/>
                </a:moveTo>
                <a:lnTo>
                  <a:pt x="3935005" y="0"/>
                </a:lnTo>
                <a:lnTo>
                  <a:pt x="3935005" y="0"/>
                </a:lnTo>
                <a:lnTo>
                  <a:pt x="3935005" y="7089"/>
                </a:lnTo>
                <a:lnTo>
                  <a:pt x="3935005" y="7089"/>
                </a:lnTo>
                <a:close/>
                <a:moveTo>
                  <a:pt x="3852839" y="14876"/>
                </a:moveTo>
                <a:lnTo>
                  <a:pt x="3935005" y="14876"/>
                </a:lnTo>
                <a:lnTo>
                  <a:pt x="3935005" y="7089"/>
                </a:lnTo>
                <a:lnTo>
                  <a:pt x="3920129" y="7089"/>
                </a:lnTo>
                <a:lnTo>
                  <a:pt x="3920129" y="0"/>
                </a:lnTo>
                <a:lnTo>
                  <a:pt x="3852839" y="0"/>
                </a:lnTo>
                <a:lnTo>
                  <a:pt x="3852839" y="14876"/>
                </a:lnTo>
                <a:close/>
                <a:moveTo>
                  <a:pt x="3920129" y="21965"/>
                </a:moveTo>
                <a:lnTo>
                  <a:pt x="3920129" y="111220"/>
                </a:lnTo>
                <a:lnTo>
                  <a:pt x="3935005" y="111220"/>
                </a:lnTo>
                <a:lnTo>
                  <a:pt x="3935005" y="21965"/>
                </a:lnTo>
                <a:lnTo>
                  <a:pt x="3920129" y="21965"/>
                </a:lnTo>
                <a:close/>
                <a:moveTo>
                  <a:pt x="3920129" y="126096"/>
                </a:moveTo>
                <a:lnTo>
                  <a:pt x="3920129" y="215351"/>
                </a:lnTo>
                <a:lnTo>
                  <a:pt x="3935005" y="215351"/>
                </a:lnTo>
                <a:lnTo>
                  <a:pt x="3935005" y="126096"/>
                </a:lnTo>
                <a:lnTo>
                  <a:pt x="3920129" y="126096"/>
                </a:lnTo>
                <a:close/>
                <a:moveTo>
                  <a:pt x="3920129" y="230226"/>
                </a:moveTo>
                <a:lnTo>
                  <a:pt x="3920129" y="319481"/>
                </a:lnTo>
                <a:lnTo>
                  <a:pt x="3935005" y="319481"/>
                </a:lnTo>
                <a:lnTo>
                  <a:pt x="3935005" y="230226"/>
                </a:lnTo>
                <a:lnTo>
                  <a:pt x="3920129" y="230226"/>
                </a:lnTo>
                <a:close/>
                <a:moveTo>
                  <a:pt x="3920129" y="334357"/>
                </a:moveTo>
                <a:lnTo>
                  <a:pt x="3920129" y="423612"/>
                </a:lnTo>
                <a:lnTo>
                  <a:pt x="3935005" y="423612"/>
                </a:lnTo>
                <a:lnTo>
                  <a:pt x="3935005" y="334357"/>
                </a:lnTo>
                <a:lnTo>
                  <a:pt x="3920129" y="334357"/>
                </a:lnTo>
                <a:close/>
                <a:moveTo>
                  <a:pt x="3920129" y="438488"/>
                </a:moveTo>
                <a:lnTo>
                  <a:pt x="3920129" y="527743"/>
                </a:lnTo>
                <a:lnTo>
                  <a:pt x="3935005" y="527743"/>
                </a:lnTo>
                <a:lnTo>
                  <a:pt x="3935005" y="438488"/>
                </a:lnTo>
                <a:lnTo>
                  <a:pt x="3920129" y="438488"/>
                </a:lnTo>
                <a:close/>
                <a:moveTo>
                  <a:pt x="3920129" y="542619"/>
                </a:moveTo>
                <a:lnTo>
                  <a:pt x="3920129" y="631874"/>
                </a:lnTo>
                <a:lnTo>
                  <a:pt x="3935005" y="631874"/>
                </a:lnTo>
                <a:lnTo>
                  <a:pt x="3935005" y="542619"/>
                </a:lnTo>
                <a:lnTo>
                  <a:pt x="3920129" y="542619"/>
                </a:lnTo>
                <a:close/>
                <a:moveTo>
                  <a:pt x="3920129" y="646749"/>
                </a:moveTo>
                <a:lnTo>
                  <a:pt x="3920129" y="736004"/>
                </a:lnTo>
                <a:lnTo>
                  <a:pt x="3935005" y="736004"/>
                </a:lnTo>
                <a:lnTo>
                  <a:pt x="3935005" y="646749"/>
                </a:lnTo>
                <a:lnTo>
                  <a:pt x="3920129" y="646749"/>
                </a:lnTo>
                <a:close/>
                <a:moveTo>
                  <a:pt x="3920129" y="750880"/>
                </a:moveTo>
                <a:lnTo>
                  <a:pt x="3920129" y="840135"/>
                </a:lnTo>
                <a:lnTo>
                  <a:pt x="3935005" y="840135"/>
                </a:lnTo>
                <a:lnTo>
                  <a:pt x="3935005" y="750880"/>
                </a:lnTo>
                <a:lnTo>
                  <a:pt x="3920129" y="750880"/>
                </a:lnTo>
                <a:close/>
                <a:moveTo>
                  <a:pt x="3920129" y="855011"/>
                </a:moveTo>
                <a:lnTo>
                  <a:pt x="3920129" y="944266"/>
                </a:lnTo>
                <a:lnTo>
                  <a:pt x="3935005" y="944266"/>
                </a:lnTo>
                <a:lnTo>
                  <a:pt x="3935005" y="855011"/>
                </a:lnTo>
                <a:lnTo>
                  <a:pt x="3920129" y="855011"/>
                </a:lnTo>
                <a:close/>
                <a:moveTo>
                  <a:pt x="3927439" y="1040831"/>
                </a:moveTo>
                <a:lnTo>
                  <a:pt x="3935005" y="1040831"/>
                </a:lnTo>
                <a:lnTo>
                  <a:pt x="3935005" y="959142"/>
                </a:lnTo>
                <a:lnTo>
                  <a:pt x="3920129" y="959142"/>
                </a:lnTo>
                <a:lnTo>
                  <a:pt x="3920129" y="1040831"/>
                </a:lnTo>
                <a:lnTo>
                  <a:pt x="3927439" y="1040831"/>
                </a:lnTo>
                <a:lnTo>
                  <a:pt x="3927439" y="1040831"/>
                </a:lnTo>
                <a:close/>
                <a:moveTo>
                  <a:pt x="3927439" y="1025955"/>
                </a:moveTo>
                <a:lnTo>
                  <a:pt x="3935005" y="1025955"/>
                </a:lnTo>
                <a:lnTo>
                  <a:pt x="3935005" y="1040831"/>
                </a:lnTo>
                <a:lnTo>
                  <a:pt x="3927439" y="1040831"/>
                </a:lnTo>
                <a:lnTo>
                  <a:pt x="3927439" y="1025955"/>
                </a:lnTo>
                <a:close/>
                <a:moveTo>
                  <a:pt x="3912563" y="1025955"/>
                </a:moveTo>
                <a:lnTo>
                  <a:pt x="3823308" y="1025955"/>
                </a:lnTo>
                <a:lnTo>
                  <a:pt x="3823308" y="1040831"/>
                </a:lnTo>
                <a:lnTo>
                  <a:pt x="3912563" y="1040831"/>
                </a:lnTo>
                <a:lnTo>
                  <a:pt x="3912563" y="1025955"/>
                </a:lnTo>
                <a:close/>
                <a:moveTo>
                  <a:pt x="3719177" y="1040831"/>
                </a:moveTo>
                <a:lnTo>
                  <a:pt x="3808432" y="1040831"/>
                </a:lnTo>
                <a:lnTo>
                  <a:pt x="3808432" y="1025955"/>
                </a:lnTo>
                <a:lnTo>
                  <a:pt x="3719177" y="1025955"/>
                </a:lnTo>
                <a:lnTo>
                  <a:pt x="3719177" y="1040831"/>
                </a:lnTo>
                <a:close/>
                <a:moveTo>
                  <a:pt x="3615046" y="1025955"/>
                </a:moveTo>
                <a:lnTo>
                  <a:pt x="3615046" y="1040831"/>
                </a:lnTo>
                <a:lnTo>
                  <a:pt x="3704301" y="1040831"/>
                </a:lnTo>
                <a:lnTo>
                  <a:pt x="3704301" y="1025955"/>
                </a:lnTo>
                <a:lnTo>
                  <a:pt x="3615046" y="1025955"/>
                </a:lnTo>
                <a:close/>
                <a:moveTo>
                  <a:pt x="3600170" y="1025955"/>
                </a:moveTo>
                <a:lnTo>
                  <a:pt x="3510915" y="1025955"/>
                </a:lnTo>
                <a:lnTo>
                  <a:pt x="3510915" y="1040831"/>
                </a:lnTo>
                <a:lnTo>
                  <a:pt x="3600170" y="1040831"/>
                </a:lnTo>
                <a:lnTo>
                  <a:pt x="3600170" y="1025955"/>
                </a:lnTo>
                <a:close/>
                <a:moveTo>
                  <a:pt x="3496040" y="1025955"/>
                </a:moveTo>
                <a:lnTo>
                  <a:pt x="3406785" y="1025955"/>
                </a:lnTo>
                <a:lnTo>
                  <a:pt x="3406785" y="1040831"/>
                </a:lnTo>
                <a:lnTo>
                  <a:pt x="3496040" y="1040831"/>
                </a:lnTo>
                <a:lnTo>
                  <a:pt x="3496040" y="1025955"/>
                </a:lnTo>
                <a:close/>
                <a:moveTo>
                  <a:pt x="3302654" y="1040831"/>
                </a:moveTo>
                <a:lnTo>
                  <a:pt x="3391909" y="1040831"/>
                </a:lnTo>
                <a:lnTo>
                  <a:pt x="3391909" y="1025955"/>
                </a:lnTo>
                <a:lnTo>
                  <a:pt x="3302654" y="1025955"/>
                </a:lnTo>
                <a:lnTo>
                  <a:pt x="3302654" y="1040831"/>
                </a:lnTo>
                <a:close/>
                <a:moveTo>
                  <a:pt x="3198523" y="1025955"/>
                </a:moveTo>
                <a:lnTo>
                  <a:pt x="3198523" y="1040831"/>
                </a:lnTo>
                <a:lnTo>
                  <a:pt x="3287778" y="1040831"/>
                </a:lnTo>
                <a:lnTo>
                  <a:pt x="3287778" y="1025955"/>
                </a:lnTo>
                <a:lnTo>
                  <a:pt x="3198523" y="1025955"/>
                </a:lnTo>
                <a:close/>
                <a:moveTo>
                  <a:pt x="3183647" y="1025955"/>
                </a:moveTo>
                <a:lnTo>
                  <a:pt x="3094392" y="1025955"/>
                </a:lnTo>
                <a:lnTo>
                  <a:pt x="3094392" y="1040831"/>
                </a:lnTo>
                <a:lnTo>
                  <a:pt x="3183647" y="1040831"/>
                </a:lnTo>
                <a:lnTo>
                  <a:pt x="3183647" y="1025955"/>
                </a:lnTo>
                <a:close/>
                <a:moveTo>
                  <a:pt x="3079516" y="1025955"/>
                </a:moveTo>
                <a:lnTo>
                  <a:pt x="2990261" y="1025955"/>
                </a:lnTo>
                <a:lnTo>
                  <a:pt x="2990261" y="1040831"/>
                </a:lnTo>
                <a:lnTo>
                  <a:pt x="3079516" y="1040831"/>
                </a:lnTo>
                <a:lnTo>
                  <a:pt x="3079516" y="1025955"/>
                </a:lnTo>
                <a:close/>
                <a:moveTo>
                  <a:pt x="2886131" y="1040831"/>
                </a:moveTo>
                <a:lnTo>
                  <a:pt x="2975386" y="1040831"/>
                </a:lnTo>
                <a:lnTo>
                  <a:pt x="2975386" y="1025955"/>
                </a:lnTo>
                <a:lnTo>
                  <a:pt x="2886131" y="1025955"/>
                </a:lnTo>
                <a:lnTo>
                  <a:pt x="2886131" y="1040831"/>
                </a:lnTo>
                <a:close/>
                <a:moveTo>
                  <a:pt x="2782000" y="1025955"/>
                </a:moveTo>
                <a:lnTo>
                  <a:pt x="2782000" y="1040831"/>
                </a:lnTo>
                <a:lnTo>
                  <a:pt x="2871255" y="1040831"/>
                </a:lnTo>
                <a:lnTo>
                  <a:pt x="2871255" y="1025955"/>
                </a:lnTo>
                <a:lnTo>
                  <a:pt x="2782000" y="1025955"/>
                </a:lnTo>
                <a:close/>
                <a:moveTo>
                  <a:pt x="2767124" y="1025955"/>
                </a:moveTo>
                <a:lnTo>
                  <a:pt x="2677869" y="1025955"/>
                </a:lnTo>
                <a:lnTo>
                  <a:pt x="2677869" y="1040831"/>
                </a:lnTo>
                <a:lnTo>
                  <a:pt x="2767124" y="1040831"/>
                </a:lnTo>
                <a:lnTo>
                  <a:pt x="2767124" y="1025955"/>
                </a:lnTo>
                <a:close/>
                <a:moveTo>
                  <a:pt x="2662993" y="1025955"/>
                </a:moveTo>
                <a:lnTo>
                  <a:pt x="2573738" y="1025955"/>
                </a:lnTo>
                <a:lnTo>
                  <a:pt x="2573738" y="1040831"/>
                </a:lnTo>
                <a:lnTo>
                  <a:pt x="2662993" y="1040831"/>
                </a:lnTo>
                <a:lnTo>
                  <a:pt x="2662993" y="1025955"/>
                </a:lnTo>
                <a:close/>
                <a:moveTo>
                  <a:pt x="2469608" y="1040831"/>
                </a:moveTo>
                <a:lnTo>
                  <a:pt x="2558863" y="1040831"/>
                </a:lnTo>
                <a:lnTo>
                  <a:pt x="2558863" y="1025955"/>
                </a:lnTo>
                <a:lnTo>
                  <a:pt x="2469608" y="1025955"/>
                </a:lnTo>
                <a:lnTo>
                  <a:pt x="2469608" y="1040831"/>
                </a:lnTo>
                <a:close/>
                <a:moveTo>
                  <a:pt x="2365477" y="1025955"/>
                </a:moveTo>
                <a:lnTo>
                  <a:pt x="2365477" y="1040831"/>
                </a:lnTo>
                <a:lnTo>
                  <a:pt x="2454732" y="1040831"/>
                </a:lnTo>
                <a:lnTo>
                  <a:pt x="2454732" y="1025955"/>
                </a:lnTo>
                <a:lnTo>
                  <a:pt x="2365477" y="1025955"/>
                </a:lnTo>
                <a:close/>
                <a:moveTo>
                  <a:pt x="2350601" y="1025955"/>
                </a:moveTo>
                <a:lnTo>
                  <a:pt x="2261346" y="1025955"/>
                </a:lnTo>
                <a:lnTo>
                  <a:pt x="2261346" y="1040831"/>
                </a:lnTo>
                <a:lnTo>
                  <a:pt x="2350601" y="1040831"/>
                </a:lnTo>
                <a:lnTo>
                  <a:pt x="2350601" y="1025955"/>
                </a:lnTo>
                <a:close/>
                <a:moveTo>
                  <a:pt x="2246470" y="1025955"/>
                </a:moveTo>
                <a:lnTo>
                  <a:pt x="2157215" y="1025955"/>
                </a:lnTo>
                <a:lnTo>
                  <a:pt x="2157215" y="1040831"/>
                </a:lnTo>
                <a:lnTo>
                  <a:pt x="2246470" y="1040831"/>
                </a:lnTo>
                <a:lnTo>
                  <a:pt x="2246470" y="1025955"/>
                </a:lnTo>
                <a:close/>
                <a:moveTo>
                  <a:pt x="2053084" y="1040831"/>
                </a:moveTo>
                <a:lnTo>
                  <a:pt x="2142339" y="1040831"/>
                </a:lnTo>
                <a:lnTo>
                  <a:pt x="2142339" y="1025955"/>
                </a:lnTo>
                <a:lnTo>
                  <a:pt x="2053084" y="1025955"/>
                </a:lnTo>
                <a:lnTo>
                  <a:pt x="2053084" y="1040831"/>
                </a:lnTo>
                <a:close/>
                <a:moveTo>
                  <a:pt x="1948954" y="1025955"/>
                </a:moveTo>
                <a:lnTo>
                  <a:pt x="1948954" y="1040831"/>
                </a:lnTo>
                <a:lnTo>
                  <a:pt x="2038209" y="1040831"/>
                </a:lnTo>
                <a:lnTo>
                  <a:pt x="2038209" y="1025955"/>
                </a:lnTo>
                <a:lnTo>
                  <a:pt x="1948954" y="1025955"/>
                </a:lnTo>
                <a:close/>
                <a:moveTo>
                  <a:pt x="1934078" y="1025955"/>
                </a:moveTo>
                <a:lnTo>
                  <a:pt x="1844823" y="1025955"/>
                </a:lnTo>
                <a:lnTo>
                  <a:pt x="1844823" y="1040831"/>
                </a:lnTo>
                <a:lnTo>
                  <a:pt x="1934078" y="1040831"/>
                </a:lnTo>
                <a:lnTo>
                  <a:pt x="1934078" y="1025955"/>
                </a:lnTo>
                <a:close/>
                <a:moveTo>
                  <a:pt x="1829947" y="1025955"/>
                </a:moveTo>
                <a:lnTo>
                  <a:pt x="1740692" y="1025955"/>
                </a:lnTo>
                <a:lnTo>
                  <a:pt x="1740692" y="1040831"/>
                </a:lnTo>
                <a:lnTo>
                  <a:pt x="1829947" y="1040831"/>
                </a:lnTo>
                <a:lnTo>
                  <a:pt x="1829947" y="1025955"/>
                </a:lnTo>
                <a:close/>
                <a:moveTo>
                  <a:pt x="1636561" y="1040831"/>
                </a:moveTo>
                <a:lnTo>
                  <a:pt x="1725816" y="1040831"/>
                </a:lnTo>
                <a:lnTo>
                  <a:pt x="1725816" y="1025955"/>
                </a:lnTo>
                <a:lnTo>
                  <a:pt x="1636561" y="1025955"/>
                </a:lnTo>
                <a:lnTo>
                  <a:pt x="1636561" y="1040831"/>
                </a:lnTo>
                <a:close/>
                <a:moveTo>
                  <a:pt x="1532431" y="1025955"/>
                </a:moveTo>
                <a:lnTo>
                  <a:pt x="1532431" y="1040831"/>
                </a:lnTo>
                <a:lnTo>
                  <a:pt x="1621686" y="1040831"/>
                </a:lnTo>
                <a:lnTo>
                  <a:pt x="1621686" y="1025955"/>
                </a:lnTo>
                <a:lnTo>
                  <a:pt x="1532431" y="1025955"/>
                </a:lnTo>
                <a:close/>
                <a:moveTo>
                  <a:pt x="1517555" y="1025955"/>
                </a:moveTo>
                <a:lnTo>
                  <a:pt x="1428300" y="1025955"/>
                </a:lnTo>
                <a:lnTo>
                  <a:pt x="1428300" y="1040831"/>
                </a:lnTo>
                <a:lnTo>
                  <a:pt x="1517555" y="1040831"/>
                </a:lnTo>
                <a:lnTo>
                  <a:pt x="1517555" y="1025955"/>
                </a:lnTo>
                <a:close/>
                <a:moveTo>
                  <a:pt x="1413424" y="1025955"/>
                </a:moveTo>
                <a:lnTo>
                  <a:pt x="1324169" y="1025955"/>
                </a:lnTo>
                <a:lnTo>
                  <a:pt x="1324169" y="1040831"/>
                </a:lnTo>
                <a:lnTo>
                  <a:pt x="1413424" y="1040831"/>
                </a:lnTo>
                <a:lnTo>
                  <a:pt x="1413424" y="1025955"/>
                </a:lnTo>
                <a:close/>
                <a:moveTo>
                  <a:pt x="1220038" y="1040831"/>
                </a:moveTo>
                <a:lnTo>
                  <a:pt x="1309293" y="1040831"/>
                </a:lnTo>
                <a:lnTo>
                  <a:pt x="1309293" y="1025955"/>
                </a:lnTo>
                <a:lnTo>
                  <a:pt x="1220038" y="1025955"/>
                </a:lnTo>
                <a:lnTo>
                  <a:pt x="1220038" y="1040831"/>
                </a:lnTo>
                <a:close/>
                <a:moveTo>
                  <a:pt x="1115908" y="1025955"/>
                </a:moveTo>
                <a:lnTo>
                  <a:pt x="1115908" y="1040831"/>
                </a:lnTo>
                <a:lnTo>
                  <a:pt x="1205162" y="1040831"/>
                </a:lnTo>
                <a:lnTo>
                  <a:pt x="1205162" y="1025955"/>
                </a:lnTo>
                <a:lnTo>
                  <a:pt x="1115908" y="1025955"/>
                </a:lnTo>
                <a:close/>
                <a:moveTo>
                  <a:pt x="1101032" y="1025955"/>
                </a:moveTo>
                <a:lnTo>
                  <a:pt x="1011777" y="1025955"/>
                </a:lnTo>
                <a:lnTo>
                  <a:pt x="1011777" y="1040831"/>
                </a:lnTo>
                <a:lnTo>
                  <a:pt x="1101032" y="1040831"/>
                </a:lnTo>
                <a:lnTo>
                  <a:pt x="1101032" y="1025955"/>
                </a:lnTo>
                <a:close/>
                <a:moveTo>
                  <a:pt x="996901" y="1025955"/>
                </a:moveTo>
                <a:lnTo>
                  <a:pt x="907646" y="1025955"/>
                </a:lnTo>
                <a:lnTo>
                  <a:pt x="907646" y="1040831"/>
                </a:lnTo>
                <a:lnTo>
                  <a:pt x="996901" y="1040831"/>
                </a:lnTo>
                <a:lnTo>
                  <a:pt x="996901" y="1025955"/>
                </a:lnTo>
                <a:close/>
                <a:moveTo>
                  <a:pt x="803515" y="1040831"/>
                </a:moveTo>
                <a:lnTo>
                  <a:pt x="892770" y="1040831"/>
                </a:lnTo>
                <a:lnTo>
                  <a:pt x="892770" y="1025955"/>
                </a:lnTo>
                <a:lnTo>
                  <a:pt x="803515" y="1025955"/>
                </a:lnTo>
                <a:lnTo>
                  <a:pt x="803515" y="1040831"/>
                </a:lnTo>
                <a:close/>
                <a:moveTo>
                  <a:pt x="699384" y="1025955"/>
                </a:moveTo>
                <a:lnTo>
                  <a:pt x="699384" y="1040831"/>
                </a:lnTo>
                <a:lnTo>
                  <a:pt x="788639" y="1040831"/>
                </a:lnTo>
                <a:lnTo>
                  <a:pt x="788639" y="1025955"/>
                </a:lnTo>
                <a:lnTo>
                  <a:pt x="699384" y="1025955"/>
                </a:lnTo>
                <a:close/>
                <a:moveTo>
                  <a:pt x="684509" y="1025955"/>
                </a:moveTo>
                <a:lnTo>
                  <a:pt x="595254" y="1025955"/>
                </a:lnTo>
                <a:lnTo>
                  <a:pt x="595254" y="1040831"/>
                </a:lnTo>
                <a:lnTo>
                  <a:pt x="684509" y="1040831"/>
                </a:lnTo>
                <a:lnTo>
                  <a:pt x="684509" y="1025955"/>
                </a:lnTo>
                <a:close/>
                <a:moveTo>
                  <a:pt x="580378" y="1025955"/>
                </a:moveTo>
                <a:lnTo>
                  <a:pt x="491123" y="1025955"/>
                </a:lnTo>
                <a:lnTo>
                  <a:pt x="491123" y="1040831"/>
                </a:lnTo>
                <a:lnTo>
                  <a:pt x="580378" y="1040831"/>
                </a:lnTo>
                <a:lnTo>
                  <a:pt x="580378" y="1025955"/>
                </a:lnTo>
                <a:close/>
                <a:moveTo>
                  <a:pt x="386992" y="1040831"/>
                </a:moveTo>
                <a:lnTo>
                  <a:pt x="476247" y="1040831"/>
                </a:lnTo>
                <a:lnTo>
                  <a:pt x="476247" y="1025955"/>
                </a:lnTo>
                <a:lnTo>
                  <a:pt x="386992" y="1025955"/>
                </a:lnTo>
                <a:lnTo>
                  <a:pt x="386992" y="1040831"/>
                </a:lnTo>
                <a:close/>
                <a:moveTo>
                  <a:pt x="282861" y="1025955"/>
                </a:moveTo>
                <a:lnTo>
                  <a:pt x="282861" y="1040831"/>
                </a:lnTo>
                <a:lnTo>
                  <a:pt x="372116" y="1040831"/>
                </a:lnTo>
                <a:lnTo>
                  <a:pt x="372116" y="1025955"/>
                </a:lnTo>
                <a:lnTo>
                  <a:pt x="282861" y="1025955"/>
                </a:lnTo>
                <a:close/>
                <a:moveTo>
                  <a:pt x="267985" y="1025955"/>
                </a:moveTo>
                <a:lnTo>
                  <a:pt x="178731" y="1025955"/>
                </a:lnTo>
                <a:lnTo>
                  <a:pt x="178731" y="1040831"/>
                </a:lnTo>
                <a:lnTo>
                  <a:pt x="267985" y="1040831"/>
                </a:lnTo>
                <a:lnTo>
                  <a:pt x="267985" y="1025955"/>
                </a:lnTo>
                <a:close/>
                <a:moveTo>
                  <a:pt x="163855" y="1025955"/>
                </a:moveTo>
                <a:lnTo>
                  <a:pt x="74600" y="1025955"/>
                </a:lnTo>
                <a:lnTo>
                  <a:pt x="74600" y="1040831"/>
                </a:lnTo>
                <a:lnTo>
                  <a:pt x="163855" y="1040831"/>
                </a:lnTo>
                <a:lnTo>
                  <a:pt x="163855" y="1025955"/>
                </a:lnTo>
                <a:close/>
                <a:moveTo>
                  <a:pt x="14876" y="1025955"/>
                </a:moveTo>
                <a:lnTo>
                  <a:pt x="14876" y="1040831"/>
                </a:lnTo>
                <a:lnTo>
                  <a:pt x="0" y="1040831"/>
                </a:lnTo>
                <a:lnTo>
                  <a:pt x="0" y="1040831"/>
                </a:lnTo>
                <a:lnTo>
                  <a:pt x="59724" y="1040831"/>
                </a:lnTo>
                <a:lnTo>
                  <a:pt x="59724" y="1025955"/>
                </a:lnTo>
                <a:lnTo>
                  <a:pt x="14876" y="1025955"/>
                </a:lnTo>
                <a:close/>
                <a:moveTo>
                  <a:pt x="14876" y="1011300"/>
                </a:moveTo>
                <a:lnTo>
                  <a:pt x="0" y="1011300"/>
                </a:lnTo>
                <a:lnTo>
                  <a:pt x="0" y="1025955"/>
                </a:lnTo>
                <a:lnTo>
                  <a:pt x="14876" y="1025955"/>
                </a:lnTo>
                <a:lnTo>
                  <a:pt x="14876" y="1011300"/>
                </a:lnTo>
                <a:close/>
                <a:moveTo>
                  <a:pt x="0" y="907169"/>
                </a:moveTo>
                <a:lnTo>
                  <a:pt x="0" y="996424"/>
                </a:lnTo>
                <a:lnTo>
                  <a:pt x="14876" y="996424"/>
                </a:lnTo>
                <a:lnTo>
                  <a:pt x="14876" y="907169"/>
                </a:lnTo>
                <a:lnTo>
                  <a:pt x="0" y="907169"/>
                </a:lnTo>
                <a:close/>
                <a:moveTo>
                  <a:pt x="14876" y="803038"/>
                </a:moveTo>
                <a:lnTo>
                  <a:pt x="0" y="803038"/>
                </a:lnTo>
                <a:lnTo>
                  <a:pt x="0" y="892293"/>
                </a:lnTo>
                <a:lnTo>
                  <a:pt x="14876" y="892293"/>
                </a:lnTo>
                <a:lnTo>
                  <a:pt x="14876" y="803038"/>
                </a:lnTo>
                <a:close/>
                <a:moveTo>
                  <a:pt x="14876" y="788162"/>
                </a:moveTo>
                <a:lnTo>
                  <a:pt x="14876" y="698907"/>
                </a:lnTo>
                <a:lnTo>
                  <a:pt x="0" y="698907"/>
                </a:lnTo>
                <a:lnTo>
                  <a:pt x="0" y="788162"/>
                </a:lnTo>
                <a:lnTo>
                  <a:pt x="14876" y="788162"/>
                </a:lnTo>
                <a:close/>
                <a:moveTo>
                  <a:pt x="14876" y="684032"/>
                </a:moveTo>
                <a:lnTo>
                  <a:pt x="14876" y="594777"/>
                </a:lnTo>
                <a:lnTo>
                  <a:pt x="0" y="594777"/>
                </a:lnTo>
                <a:lnTo>
                  <a:pt x="0" y="684032"/>
                </a:lnTo>
                <a:lnTo>
                  <a:pt x="14876" y="684032"/>
                </a:lnTo>
                <a:close/>
                <a:moveTo>
                  <a:pt x="0" y="490646"/>
                </a:moveTo>
                <a:lnTo>
                  <a:pt x="0" y="579901"/>
                </a:lnTo>
                <a:lnTo>
                  <a:pt x="14876" y="579901"/>
                </a:lnTo>
                <a:lnTo>
                  <a:pt x="14876" y="490646"/>
                </a:lnTo>
                <a:lnTo>
                  <a:pt x="0" y="490646"/>
                </a:lnTo>
                <a:close/>
                <a:moveTo>
                  <a:pt x="14876" y="386515"/>
                </a:moveTo>
                <a:lnTo>
                  <a:pt x="0" y="386515"/>
                </a:lnTo>
                <a:lnTo>
                  <a:pt x="0" y="475770"/>
                </a:lnTo>
                <a:lnTo>
                  <a:pt x="14876" y="475770"/>
                </a:lnTo>
                <a:lnTo>
                  <a:pt x="14876" y="386515"/>
                </a:lnTo>
                <a:close/>
                <a:moveTo>
                  <a:pt x="14876" y="371639"/>
                </a:moveTo>
                <a:lnTo>
                  <a:pt x="14876" y="282384"/>
                </a:lnTo>
                <a:lnTo>
                  <a:pt x="0" y="282384"/>
                </a:lnTo>
                <a:lnTo>
                  <a:pt x="0" y="371639"/>
                </a:lnTo>
                <a:lnTo>
                  <a:pt x="14876" y="371639"/>
                </a:lnTo>
                <a:close/>
                <a:moveTo>
                  <a:pt x="14876" y="267509"/>
                </a:moveTo>
                <a:lnTo>
                  <a:pt x="14876" y="178254"/>
                </a:lnTo>
                <a:lnTo>
                  <a:pt x="0" y="178254"/>
                </a:lnTo>
                <a:lnTo>
                  <a:pt x="0" y="267509"/>
                </a:lnTo>
                <a:lnTo>
                  <a:pt x="14876" y="267509"/>
                </a:lnTo>
                <a:close/>
                <a:moveTo>
                  <a:pt x="0" y="74123"/>
                </a:moveTo>
                <a:lnTo>
                  <a:pt x="0" y="163378"/>
                </a:lnTo>
                <a:lnTo>
                  <a:pt x="14876" y="163378"/>
                </a:lnTo>
                <a:lnTo>
                  <a:pt x="14876" y="74123"/>
                </a:lnTo>
                <a:lnTo>
                  <a:pt x="0" y="74123"/>
                </a:lnTo>
                <a:close/>
                <a:moveTo>
                  <a:pt x="14876" y="59247"/>
                </a:moveTo>
                <a:lnTo>
                  <a:pt x="14876" y="14876"/>
                </a:lnTo>
                <a:lnTo>
                  <a:pt x="0" y="14876"/>
                </a:lnTo>
                <a:lnTo>
                  <a:pt x="0" y="59247"/>
                </a:lnTo>
                <a:lnTo>
                  <a:pt x="14876" y="59247"/>
                </a:lnTo>
                <a:close/>
                <a:moveTo>
                  <a:pt x="89255" y="14876"/>
                </a:moveTo>
                <a:lnTo>
                  <a:pt x="89255" y="0"/>
                </a:lnTo>
                <a:lnTo>
                  <a:pt x="14876" y="0"/>
                </a:lnTo>
                <a:lnTo>
                  <a:pt x="14876" y="14876"/>
                </a:lnTo>
                <a:lnTo>
                  <a:pt x="89255" y="148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RoleEvolution">
            <a:extLst xmlns:a="http://schemas.openxmlformats.org/drawingml/2006/main">
              <a:ext uri="{FF2B5EF4-FFF2-40B4-BE49-F238E27FC236}">
                <a16:creationId xmlns:a16="http://schemas.microsoft.com/office/drawing/2014/main" id="{1F5DEAB7-CD6C-4B2E-9363-577C4304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90" y="5590754"/>
            <a:ext cx="833700" cy="100428"/>
          </a:xfrm>
          <a:custGeom xmlns:a="http://schemas.openxmlformats.org/drawingml/2006/main">
            <a:pathLst>
              <a:path w="833700" h="100428">
                <a:moveTo>
                  <a:pt x="34789" y="64736"/>
                </a:moveTo>
                <a:lnTo>
                  <a:pt x="19363" y="64736"/>
                </a:lnTo>
                <a:lnTo>
                  <a:pt x="19363" y="99138"/>
                </a:lnTo>
                <a:lnTo>
                  <a:pt x="0" y="99138"/>
                </a:lnTo>
                <a:lnTo>
                  <a:pt x="0" y="5163"/>
                </a:lnTo>
                <a:lnTo>
                  <a:pt x="34918" y="5163"/>
                </a:lnTo>
                <a:cubicBezTo>
                  <a:pt x="46019" y="5163"/>
                  <a:pt x="54582" y="7638"/>
                  <a:pt x="60606" y="12586"/>
                </a:cubicBezTo>
                <a:cubicBezTo>
                  <a:pt x="66630" y="17534"/>
                  <a:pt x="69642" y="24526"/>
                  <a:pt x="69642" y="33562"/>
                </a:cubicBezTo>
                <a:cubicBezTo>
                  <a:pt x="69642" y="39973"/>
                  <a:pt x="68254" y="45320"/>
                  <a:pt x="65479" y="49601"/>
                </a:cubicBezTo>
                <a:cubicBezTo>
                  <a:pt x="62703" y="53882"/>
                  <a:pt x="58497" y="57292"/>
                  <a:pt x="52860" y="59831"/>
                </a:cubicBezTo>
                <a:lnTo>
                  <a:pt x="73191" y="98234"/>
                </a:lnTo>
                <a:lnTo>
                  <a:pt x="73191" y="99138"/>
                </a:lnTo>
                <a:lnTo>
                  <a:pt x="52409" y="99138"/>
                </a:lnTo>
                <a:lnTo>
                  <a:pt x="34789" y="64736"/>
                </a:lnTo>
                <a:moveTo>
                  <a:pt x="19363" y="49052"/>
                </a:moveTo>
                <a:lnTo>
                  <a:pt x="34982" y="49052"/>
                </a:lnTo>
                <a:cubicBezTo>
                  <a:pt x="39844" y="49052"/>
                  <a:pt x="43609" y="47815"/>
                  <a:pt x="46277" y="45341"/>
                </a:cubicBezTo>
                <a:cubicBezTo>
                  <a:pt x="48945" y="42867"/>
                  <a:pt x="50279" y="39457"/>
                  <a:pt x="50279" y="35111"/>
                </a:cubicBezTo>
                <a:cubicBezTo>
                  <a:pt x="50279" y="30679"/>
                  <a:pt x="49020" y="27194"/>
                  <a:pt x="46503" y="24655"/>
                </a:cubicBezTo>
                <a:cubicBezTo>
                  <a:pt x="43986" y="22117"/>
                  <a:pt x="40124" y="20847"/>
                  <a:pt x="34918" y="20847"/>
                </a:cubicBezTo>
                <a:lnTo>
                  <a:pt x="19363" y="20847"/>
                </a:lnTo>
                <a:lnTo>
                  <a:pt x="19363" y="49052"/>
                </a:lnTo>
                <a:close/>
                <a:moveTo>
                  <a:pt x="80206" y="63575"/>
                </a:moveTo>
                <a:cubicBezTo>
                  <a:pt x="80206" y="56647"/>
                  <a:pt x="81540" y="50472"/>
                  <a:pt x="84208" y="45051"/>
                </a:cubicBezTo>
                <a:cubicBezTo>
                  <a:pt x="86875" y="39629"/>
                  <a:pt x="90716" y="35434"/>
                  <a:pt x="95728" y="32465"/>
                </a:cubicBezTo>
                <a:cubicBezTo>
                  <a:pt x="100741" y="29496"/>
                  <a:pt x="106561" y="28012"/>
                  <a:pt x="113187" y="28012"/>
                </a:cubicBezTo>
                <a:cubicBezTo>
                  <a:pt x="122611" y="28012"/>
                  <a:pt x="130302" y="30894"/>
                  <a:pt x="136261" y="36660"/>
                </a:cubicBezTo>
                <a:cubicBezTo>
                  <a:pt x="142221" y="42426"/>
                  <a:pt x="145545" y="50257"/>
                  <a:pt x="146233" y="60154"/>
                </a:cubicBezTo>
                <a:lnTo>
                  <a:pt x="146362" y="64930"/>
                </a:lnTo>
                <a:cubicBezTo>
                  <a:pt x="146362" y="75644"/>
                  <a:pt x="143372" y="84239"/>
                  <a:pt x="137391" y="90715"/>
                </a:cubicBezTo>
                <a:cubicBezTo>
                  <a:pt x="131410" y="97191"/>
                  <a:pt x="123385" y="100428"/>
                  <a:pt x="113316" y="100428"/>
                </a:cubicBezTo>
                <a:cubicBezTo>
                  <a:pt x="103248" y="100428"/>
                  <a:pt x="95212" y="97201"/>
                  <a:pt x="89210" y="90747"/>
                </a:cubicBezTo>
                <a:cubicBezTo>
                  <a:pt x="83207" y="84293"/>
                  <a:pt x="80206" y="75515"/>
                  <a:pt x="80206" y="64414"/>
                </a:cubicBezTo>
                <a:lnTo>
                  <a:pt x="80206" y="63575"/>
                </a:lnTo>
                <a:moveTo>
                  <a:pt x="98859" y="64930"/>
                </a:moveTo>
                <a:cubicBezTo>
                  <a:pt x="98859" y="71556"/>
                  <a:pt x="100107" y="76623"/>
                  <a:pt x="102602" y="80130"/>
                </a:cubicBezTo>
                <a:cubicBezTo>
                  <a:pt x="105098" y="83637"/>
                  <a:pt x="108669" y="85390"/>
                  <a:pt x="113316" y="85390"/>
                </a:cubicBezTo>
                <a:cubicBezTo>
                  <a:pt x="117834" y="85390"/>
                  <a:pt x="121363" y="83658"/>
                  <a:pt x="123901" y="80194"/>
                </a:cubicBezTo>
                <a:cubicBezTo>
                  <a:pt x="126440" y="76731"/>
                  <a:pt x="127709" y="71191"/>
                  <a:pt x="127709" y="63575"/>
                </a:cubicBezTo>
                <a:cubicBezTo>
                  <a:pt x="127709" y="57077"/>
                  <a:pt x="126440" y="52043"/>
                  <a:pt x="123901" y="48472"/>
                </a:cubicBezTo>
                <a:cubicBezTo>
                  <a:pt x="121363" y="44900"/>
                  <a:pt x="117791" y="43115"/>
                  <a:pt x="113187" y="43115"/>
                </a:cubicBezTo>
                <a:cubicBezTo>
                  <a:pt x="108626" y="43115"/>
                  <a:pt x="105098" y="44889"/>
                  <a:pt x="102602" y="48439"/>
                </a:cubicBezTo>
                <a:cubicBezTo>
                  <a:pt x="100107" y="51989"/>
                  <a:pt x="98859" y="57486"/>
                  <a:pt x="98859" y="64930"/>
                </a:cubicBezTo>
                <a:close/>
                <a:moveTo>
                  <a:pt x="177518" y="99138"/>
                </a:moveTo>
                <a:lnTo>
                  <a:pt x="158800" y="99138"/>
                </a:lnTo>
                <a:lnTo>
                  <a:pt x="158800" y="0"/>
                </a:lnTo>
                <a:lnTo>
                  <a:pt x="177518" y="0"/>
                </a:lnTo>
                <a:lnTo>
                  <a:pt x="177518" y="99138"/>
                </a:lnTo>
                <a:close/>
                <a:moveTo>
                  <a:pt x="225013" y="100428"/>
                </a:moveTo>
                <a:cubicBezTo>
                  <a:pt x="214772" y="100428"/>
                  <a:pt x="206435" y="97287"/>
                  <a:pt x="200002" y="91005"/>
                </a:cubicBezTo>
                <a:cubicBezTo>
                  <a:pt x="193570" y="84723"/>
                  <a:pt x="190353" y="76354"/>
                  <a:pt x="190353" y="65898"/>
                </a:cubicBezTo>
                <a:lnTo>
                  <a:pt x="190353" y="64091"/>
                </a:lnTo>
                <a:cubicBezTo>
                  <a:pt x="190353" y="57077"/>
                  <a:pt x="191709" y="50806"/>
                  <a:pt x="194419" y="45277"/>
                </a:cubicBezTo>
                <a:cubicBezTo>
                  <a:pt x="197130" y="39748"/>
                  <a:pt x="200971" y="35488"/>
                  <a:pt x="205940" y="32497"/>
                </a:cubicBezTo>
                <a:cubicBezTo>
                  <a:pt x="210910" y="29507"/>
                  <a:pt x="216579" y="28012"/>
                  <a:pt x="222947" y="28012"/>
                </a:cubicBezTo>
                <a:cubicBezTo>
                  <a:pt x="232500" y="28012"/>
                  <a:pt x="240019" y="31024"/>
                  <a:pt x="245505" y="37048"/>
                </a:cubicBezTo>
                <a:cubicBezTo>
                  <a:pt x="250991" y="43071"/>
                  <a:pt x="253734" y="51613"/>
                  <a:pt x="253734" y="62671"/>
                </a:cubicBezTo>
                <a:lnTo>
                  <a:pt x="253734" y="70287"/>
                </a:lnTo>
                <a:lnTo>
                  <a:pt x="209264" y="70287"/>
                </a:lnTo>
                <a:cubicBezTo>
                  <a:pt x="209867" y="74848"/>
                  <a:pt x="211685" y="78505"/>
                  <a:pt x="214718" y="81259"/>
                </a:cubicBezTo>
                <a:cubicBezTo>
                  <a:pt x="217752" y="84013"/>
                  <a:pt x="221592" y="85390"/>
                  <a:pt x="226239" y="85390"/>
                </a:cubicBezTo>
                <a:cubicBezTo>
                  <a:pt x="233425" y="85390"/>
                  <a:pt x="239040" y="82787"/>
                  <a:pt x="243085" y="77580"/>
                </a:cubicBezTo>
                <a:lnTo>
                  <a:pt x="252250" y="87843"/>
                </a:lnTo>
                <a:cubicBezTo>
                  <a:pt x="249453" y="91801"/>
                  <a:pt x="245666" y="94889"/>
                  <a:pt x="240890" y="97104"/>
                </a:cubicBezTo>
                <a:cubicBezTo>
                  <a:pt x="236114" y="99320"/>
                  <a:pt x="230822" y="100428"/>
                  <a:pt x="225013" y="100428"/>
                </a:cubicBezTo>
                <a:moveTo>
                  <a:pt x="222883" y="43115"/>
                </a:moveTo>
                <a:cubicBezTo>
                  <a:pt x="219182" y="43115"/>
                  <a:pt x="216181" y="44362"/>
                  <a:pt x="213879" y="46858"/>
                </a:cubicBezTo>
                <a:cubicBezTo>
                  <a:pt x="211577" y="49354"/>
                  <a:pt x="210103" y="52925"/>
                  <a:pt x="209458" y="57572"/>
                </a:cubicBezTo>
                <a:lnTo>
                  <a:pt x="235404" y="57572"/>
                </a:lnTo>
                <a:lnTo>
                  <a:pt x="235404" y="56088"/>
                </a:lnTo>
                <a:cubicBezTo>
                  <a:pt x="235318" y="51957"/>
                  <a:pt x="234199" y="48762"/>
                  <a:pt x="232048" y="46503"/>
                </a:cubicBezTo>
                <a:cubicBezTo>
                  <a:pt x="229896" y="44244"/>
                  <a:pt x="226841" y="43115"/>
                  <a:pt x="222883" y="43115"/>
                </a:cubicBezTo>
                <a:close/>
                <a:moveTo>
                  <a:pt x="354976" y="58411"/>
                </a:moveTo>
                <a:lnTo>
                  <a:pt x="317800" y="58411"/>
                </a:lnTo>
                <a:lnTo>
                  <a:pt x="317800" y="83583"/>
                </a:lnTo>
                <a:lnTo>
                  <a:pt x="361430" y="83583"/>
                </a:lnTo>
                <a:lnTo>
                  <a:pt x="361430" y="99138"/>
                </a:lnTo>
                <a:lnTo>
                  <a:pt x="298437" y="99138"/>
                </a:lnTo>
                <a:lnTo>
                  <a:pt x="298437" y="5163"/>
                </a:lnTo>
                <a:lnTo>
                  <a:pt x="361301" y="5163"/>
                </a:lnTo>
                <a:lnTo>
                  <a:pt x="361301" y="20847"/>
                </a:lnTo>
                <a:lnTo>
                  <a:pt x="317800" y="20847"/>
                </a:lnTo>
                <a:lnTo>
                  <a:pt x="317800" y="43244"/>
                </a:lnTo>
                <a:lnTo>
                  <a:pt x="354976" y="43244"/>
                </a:lnTo>
                <a:lnTo>
                  <a:pt x="354976" y="58411"/>
                </a:lnTo>
                <a:close/>
                <a:moveTo>
                  <a:pt x="396007" y="76354"/>
                </a:moveTo>
                <a:lnTo>
                  <a:pt x="408980" y="29302"/>
                </a:lnTo>
                <a:lnTo>
                  <a:pt x="428472" y="29302"/>
                </a:lnTo>
                <a:lnTo>
                  <a:pt x="404914" y="99138"/>
                </a:lnTo>
                <a:lnTo>
                  <a:pt x="387100" y="99138"/>
                </a:lnTo>
                <a:lnTo>
                  <a:pt x="363542" y="29302"/>
                </a:lnTo>
                <a:lnTo>
                  <a:pt x="383034" y="29302"/>
                </a:lnTo>
                <a:lnTo>
                  <a:pt x="396007" y="76354"/>
                </a:lnTo>
                <a:close/>
                <a:moveTo>
                  <a:pt x="432780" y="63575"/>
                </a:moveTo>
                <a:cubicBezTo>
                  <a:pt x="432780" y="56647"/>
                  <a:pt x="434114" y="50472"/>
                  <a:pt x="436781" y="45051"/>
                </a:cubicBezTo>
                <a:cubicBezTo>
                  <a:pt x="439449" y="39629"/>
                  <a:pt x="443290" y="35434"/>
                  <a:pt x="448302" y="32465"/>
                </a:cubicBezTo>
                <a:cubicBezTo>
                  <a:pt x="453315" y="29496"/>
                  <a:pt x="459135" y="28012"/>
                  <a:pt x="465761" y="28012"/>
                </a:cubicBezTo>
                <a:cubicBezTo>
                  <a:pt x="475184" y="28012"/>
                  <a:pt x="482876" y="30894"/>
                  <a:pt x="488835" y="36660"/>
                </a:cubicBezTo>
                <a:cubicBezTo>
                  <a:pt x="494795" y="42426"/>
                  <a:pt x="498119" y="50257"/>
                  <a:pt x="498807" y="60154"/>
                </a:cubicBezTo>
                <a:lnTo>
                  <a:pt x="498936" y="64930"/>
                </a:lnTo>
                <a:cubicBezTo>
                  <a:pt x="498936" y="75644"/>
                  <a:pt x="495946" y="84239"/>
                  <a:pt x="489965" y="90715"/>
                </a:cubicBezTo>
                <a:cubicBezTo>
                  <a:pt x="483984" y="97191"/>
                  <a:pt x="475959" y="100428"/>
                  <a:pt x="465890" y="100428"/>
                </a:cubicBezTo>
                <a:cubicBezTo>
                  <a:pt x="455822" y="100428"/>
                  <a:pt x="447786" y="97201"/>
                  <a:pt x="441784" y="90747"/>
                </a:cubicBezTo>
                <a:cubicBezTo>
                  <a:pt x="435781" y="84293"/>
                  <a:pt x="432780" y="75515"/>
                  <a:pt x="432780" y="64414"/>
                </a:cubicBezTo>
                <a:lnTo>
                  <a:pt x="432780" y="63575"/>
                </a:lnTo>
                <a:moveTo>
                  <a:pt x="451433" y="64930"/>
                </a:moveTo>
                <a:cubicBezTo>
                  <a:pt x="451433" y="71556"/>
                  <a:pt x="452680" y="76623"/>
                  <a:pt x="455176" y="80130"/>
                </a:cubicBezTo>
                <a:cubicBezTo>
                  <a:pt x="457672" y="83637"/>
                  <a:pt x="461243" y="85390"/>
                  <a:pt x="465890" y="85390"/>
                </a:cubicBezTo>
                <a:cubicBezTo>
                  <a:pt x="470408" y="85390"/>
                  <a:pt x="473937" y="83658"/>
                  <a:pt x="476475" y="80194"/>
                </a:cubicBezTo>
                <a:cubicBezTo>
                  <a:pt x="479014" y="76731"/>
                  <a:pt x="480283" y="71191"/>
                  <a:pt x="480283" y="63575"/>
                </a:cubicBezTo>
                <a:cubicBezTo>
                  <a:pt x="480283" y="57077"/>
                  <a:pt x="479014" y="52043"/>
                  <a:pt x="476475" y="48472"/>
                </a:cubicBezTo>
                <a:cubicBezTo>
                  <a:pt x="473937" y="44900"/>
                  <a:pt x="470365" y="43115"/>
                  <a:pt x="465761" y="43115"/>
                </a:cubicBezTo>
                <a:cubicBezTo>
                  <a:pt x="461200" y="43115"/>
                  <a:pt x="457672" y="44889"/>
                  <a:pt x="455176" y="48439"/>
                </a:cubicBezTo>
                <a:cubicBezTo>
                  <a:pt x="452680" y="51989"/>
                  <a:pt x="451433" y="57486"/>
                  <a:pt x="451433" y="64930"/>
                </a:cubicBezTo>
                <a:close/>
                <a:moveTo>
                  <a:pt x="530092" y="99138"/>
                </a:moveTo>
                <a:lnTo>
                  <a:pt x="511374" y="99138"/>
                </a:lnTo>
                <a:lnTo>
                  <a:pt x="511374" y="0"/>
                </a:lnTo>
                <a:lnTo>
                  <a:pt x="530092" y="0"/>
                </a:lnTo>
                <a:lnTo>
                  <a:pt x="530092" y="99138"/>
                </a:lnTo>
                <a:close/>
                <a:moveTo>
                  <a:pt x="587268" y="92038"/>
                </a:moveTo>
                <a:cubicBezTo>
                  <a:pt x="582664" y="97632"/>
                  <a:pt x="576296" y="100428"/>
                  <a:pt x="568163" y="100428"/>
                </a:cubicBezTo>
                <a:cubicBezTo>
                  <a:pt x="560676" y="100428"/>
                  <a:pt x="554964" y="98277"/>
                  <a:pt x="551027" y="93974"/>
                </a:cubicBezTo>
                <a:cubicBezTo>
                  <a:pt x="547090" y="89671"/>
                  <a:pt x="545079" y="83368"/>
                  <a:pt x="544992" y="75063"/>
                </a:cubicBezTo>
                <a:lnTo>
                  <a:pt x="544992" y="29302"/>
                </a:lnTo>
                <a:lnTo>
                  <a:pt x="563645" y="29302"/>
                </a:lnTo>
                <a:lnTo>
                  <a:pt x="563645" y="74418"/>
                </a:lnTo>
                <a:cubicBezTo>
                  <a:pt x="563645" y="81690"/>
                  <a:pt x="566959" y="85325"/>
                  <a:pt x="573585" y="85325"/>
                </a:cubicBezTo>
                <a:cubicBezTo>
                  <a:pt x="579910" y="85325"/>
                  <a:pt x="584256" y="83131"/>
                  <a:pt x="586623" y="78742"/>
                </a:cubicBezTo>
                <a:lnTo>
                  <a:pt x="586623" y="29302"/>
                </a:lnTo>
                <a:lnTo>
                  <a:pt x="605340" y="29302"/>
                </a:lnTo>
                <a:lnTo>
                  <a:pt x="605340" y="99138"/>
                </a:lnTo>
                <a:lnTo>
                  <a:pt x="587784" y="99138"/>
                </a:lnTo>
                <a:lnTo>
                  <a:pt x="587268" y="92038"/>
                </a:lnTo>
                <a:close/>
                <a:moveTo>
                  <a:pt x="641724" y="12134"/>
                </a:moveTo>
                <a:lnTo>
                  <a:pt x="641724" y="29302"/>
                </a:lnTo>
                <a:lnTo>
                  <a:pt x="653664" y="29302"/>
                </a:lnTo>
                <a:lnTo>
                  <a:pt x="653664" y="42985"/>
                </a:lnTo>
                <a:lnTo>
                  <a:pt x="641724" y="42985"/>
                </a:lnTo>
                <a:lnTo>
                  <a:pt x="641724" y="77838"/>
                </a:lnTo>
                <a:cubicBezTo>
                  <a:pt x="641724" y="80420"/>
                  <a:pt x="642219" y="82270"/>
                  <a:pt x="643208" y="83389"/>
                </a:cubicBezTo>
                <a:cubicBezTo>
                  <a:pt x="644198" y="84508"/>
                  <a:pt x="646091" y="85067"/>
                  <a:pt x="648888" y="85067"/>
                </a:cubicBezTo>
                <a:cubicBezTo>
                  <a:pt x="650953" y="85067"/>
                  <a:pt x="652782" y="84917"/>
                  <a:pt x="654374" y="84615"/>
                </a:cubicBezTo>
                <a:lnTo>
                  <a:pt x="654374" y="98750"/>
                </a:lnTo>
                <a:cubicBezTo>
                  <a:pt x="650717" y="99869"/>
                  <a:pt x="646952" y="100428"/>
                  <a:pt x="643079" y="100428"/>
                </a:cubicBezTo>
                <a:cubicBezTo>
                  <a:pt x="629999" y="100428"/>
                  <a:pt x="623329" y="93824"/>
                  <a:pt x="623071" y="80614"/>
                </a:cubicBezTo>
                <a:lnTo>
                  <a:pt x="623071" y="42985"/>
                </a:lnTo>
                <a:lnTo>
                  <a:pt x="612873" y="42985"/>
                </a:lnTo>
                <a:lnTo>
                  <a:pt x="612873" y="29302"/>
                </a:lnTo>
                <a:lnTo>
                  <a:pt x="623071" y="29302"/>
                </a:lnTo>
                <a:lnTo>
                  <a:pt x="623071" y="12134"/>
                </a:lnTo>
                <a:lnTo>
                  <a:pt x="641724" y="12134"/>
                </a:lnTo>
                <a:close/>
                <a:moveTo>
                  <a:pt x="683730" y="99138"/>
                </a:moveTo>
                <a:lnTo>
                  <a:pt x="665013" y="99138"/>
                </a:lnTo>
                <a:lnTo>
                  <a:pt x="665013" y="29302"/>
                </a:lnTo>
                <a:lnTo>
                  <a:pt x="683730" y="29302"/>
                </a:lnTo>
                <a:lnTo>
                  <a:pt x="683730" y="99138"/>
                </a:lnTo>
                <a:moveTo>
                  <a:pt x="663915" y="11230"/>
                </a:moveTo>
                <a:cubicBezTo>
                  <a:pt x="663915" y="8434"/>
                  <a:pt x="664851" y="6132"/>
                  <a:pt x="666723" y="4324"/>
                </a:cubicBezTo>
                <a:cubicBezTo>
                  <a:pt x="668595" y="2517"/>
                  <a:pt x="671144" y="1614"/>
                  <a:pt x="674371" y="1614"/>
                </a:cubicBezTo>
                <a:cubicBezTo>
                  <a:pt x="677555" y="1614"/>
                  <a:pt x="680094" y="2517"/>
                  <a:pt x="681987" y="4324"/>
                </a:cubicBezTo>
                <a:cubicBezTo>
                  <a:pt x="683881" y="6132"/>
                  <a:pt x="684827" y="8434"/>
                  <a:pt x="684827" y="11230"/>
                </a:cubicBezTo>
                <a:cubicBezTo>
                  <a:pt x="684827" y="14070"/>
                  <a:pt x="683870" y="16394"/>
                  <a:pt x="681955" y="18201"/>
                </a:cubicBezTo>
                <a:cubicBezTo>
                  <a:pt x="680040" y="20008"/>
                  <a:pt x="677512" y="20912"/>
                  <a:pt x="674371" y="20912"/>
                </a:cubicBezTo>
                <a:cubicBezTo>
                  <a:pt x="671230" y="20912"/>
                  <a:pt x="668702" y="20008"/>
                  <a:pt x="666788" y="18201"/>
                </a:cubicBezTo>
                <a:cubicBezTo>
                  <a:pt x="664873" y="16394"/>
                  <a:pt x="663915" y="14070"/>
                  <a:pt x="663915" y="11230"/>
                </a:cubicBezTo>
                <a:close/>
                <a:moveTo>
                  <a:pt x="696178" y="63575"/>
                </a:moveTo>
                <a:cubicBezTo>
                  <a:pt x="696178" y="56647"/>
                  <a:pt x="697512" y="50472"/>
                  <a:pt x="700180" y="45051"/>
                </a:cubicBezTo>
                <a:cubicBezTo>
                  <a:pt x="702848" y="39629"/>
                  <a:pt x="706688" y="35434"/>
                  <a:pt x="711701" y="32465"/>
                </a:cubicBezTo>
                <a:cubicBezTo>
                  <a:pt x="716714" y="29496"/>
                  <a:pt x="722533" y="28012"/>
                  <a:pt x="729160" y="28012"/>
                </a:cubicBezTo>
                <a:cubicBezTo>
                  <a:pt x="738583" y="28012"/>
                  <a:pt x="746274" y="30894"/>
                  <a:pt x="752234" y="36660"/>
                </a:cubicBezTo>
                <a:cubicBezTo>
                  <a:pt x="758193" y="42426"/>
                  <a:pt x="761517" y="50257"/>
                  <a:pt x="762206" y="60154"/>
                </a:cubicBezTo>
                <a:lnTo>
                  <a:pt x="762335" y="64930"/>
                </a:lnTo>
                <a:cubicBezTo>
                  <a:pt x="762335" y="75644"/>
                  <a:pt x="759344" y="84239"/>
                  <a:pt x="753363" y="90715"/>
                </a:cubicBezTo>
                <a:cubicBezTo>
                  <a:pt x="747382" y="97191"/>
                  <a:pt x="739357" y="100428"/>
                  <a:pt x="729289" y="100428"/>
                </a:cubicBezTo>
                <a:cubicBezTo>
                  <a:pt x="719220" y="100428"/>
                  <a:pt x="711185" y="97201"/>
                  <a:pt x="705182" y="90747"/>
                </a:cubicBezTo>
                <a:cubicBezTo>
                  <a:pt x="699180" y="84293"/>
                  <a:pt x="696178" y="75515"/>
                  <a:pt x="696178" y="64414"/>
                </a:cubicBezTo>
                <a:lnTo>
                  <a:pt x="696178" y="63575"/>
                </a:lnTo>
                <a:moveTo>
                  <a:pt x="714831" y="64930"/>
                </a:moveTo>
                <a:cubicBezTo>
                  <a:pt x="714831" y="71556"/>
                  <a:pt x="716079" y="76623"/>
                  <a:pt x="718575" y="80130"/>
                </a:cubicBezTo>
                <a:cubicBezTo>
                  <a:pt x="721070" y="83637"/>
                  <a:pt x="724642" y="85390"/>
                  <a:pt x="729289" y="85390"/>
                </a:cubicBezTo>
                <a:cubicBezTo>
                  <a:pt x="733807" y="85390"/>
                  <a:pt x="737335" y="83658"/>
                  <a:pt x="739874" y="80194"/>
                </a:cubicBezTo>
                <a:cubicBezTo>
                  <a:pt x="742412" y="76731"/>
                  <a:pt x="743682" y="71191"/>
                  <a:pt x="743682" y="63575"/>
                </a:cubicBezTo>
                <a:cubicBezTo>
                  <a:pt x="743682" y="57077"/>
                  <a:pt x="742412" y="52043"/>
                  <a:pt x="739874" y="48472"/>
                </a:cubicBezTo>
                <a:cubicBezTo>
                  <a:pt x="737335" y="44900"/>
                  <a:pt x="733764" y="43115"/>
                  <a:pt x="729160" y="43115"/>
                </a:cubicBezTo>
                <a:cubicBezTo>
                  <a:pt x="724599" y="43115"/>
                  <a:pt x="721070" y="44889"/>
                  <a:pt x="718575" y="48439"/>
                </a:cubicBezTo>
                <a:cubicBezTo>
                  <a:pt x="716079" y="51989"/>
                  <a:pt x="714831" y="57486"/>
                  <a:pt x="714831" y="64930"/>
                </a:cubicBezTo>
                <a:close/>
                <a:moveTo>
                  <a:pt x="790973" y="29302"/>
                </a:moveTo>
                <a:lnTo>
                  <a:pt x="791554" y="37370"/>
                </a:lnTo>
                <a:cubicBezTo>
                  <a:pt x="796545" y="31131"/>
                  <a:pt x="803236" y="28012"/>
                  <a:pt x="811627" y="28012"/>
                </a:cubicBezTo>
                <a:cubicBezTo>
                  <a:pt x="819028" y="28012"/>
                  <a:pt x="824535" y="30184"/>
                  <a:pt x="828150" y="34530"/>
                </a:cubicBezTo>
                <a:cubicBezTo>
                  <a:pt x="831764" y="38876"/>
                  <a:pt x="833614" y="45374"/>
                  <a:pt x="833700" y="54022"/>
                </a:cubicBezTo>
                <a:lnTo>
                  <a:pt x="833700" y="99138"/>
                </a:lnTo>
                <a:lnTo>
                  <a:pt x="815048" y="99138"/>
                </a:lnTo>
                <a:lnTo>
                  <a:pt x="815048" y="54474"/>
                </a:lnTo>
                <a:cubicBezTo>
                  <a:pt x="815048" y="50515"/>
                  <a:pt x="814187" y="47643"/>
                  <a:pt x="812466" y="45858"/>
                </a:cubicBezTo>
                <a:cubicBezTo>
                  <a:pt x="810745" y="44072"/>
                  <a:pt x="807883" y="43179"/>
                  <a:pt x="803882" y="43179"/>
                </a:cubicBezTo>
                <a:cubicBezTo>
                  <a:pt x="798632" y="43179"/>
                  <a:pt x="794695" y="45417"/>
                  <a:pt x="792070" y="49891"/>
                </a:cubicBezTo>
                <a:lnTo>
                  <a:pt x="792070" y="99138"/>
                </a:lnTo>
                <a:lnTo>
                  <a:pt x="773418" y="99138"/>
                </a:lnTo>
                <a:lnTo>
                  <a:pt x="773418" y="29302"/>
                </a:lnTo>
                <a:lnTo>
                  <a:pt x="790973" y="2930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[confidentadaptation/AI">
            <a:extLst xmlns:a="http://schemas.openxmlformats.org/drawingml/2006/main">
              <a:ext uri="{FF2B5EF4-FFF2-40B4-BE49-F238E27FC236}">
                <a16:creationId xmlns:a16="http://schemas.microsoft.com/office/drawing/2014/main" id="{8BC6CB69-B919-43AF-97BD-28305F52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13" y="5753194"/>
            <a:ext cx="1213443" cy="115723"/>
          </a:xfrm>
          <a:custGeom xmlns:a="http://schemas.openxmlformats.org/drawingml/2006/main">
            <a:pathLst>
              <a:path w="1213443" h="115723">
                <a:moveTo>
                  <a:pt x="23693" y="12230"/>
                </a:moveTo>
                <a:lnTo>
                  <a:pt x="15905" y="12230"/>
                </a:lnTo>
                <a:lnTo>
                  <a:pt x="15905" y="99324"/>
                </a:lnTo>
                <a:lnTo>
                  <a:pt x="23693" y="99324"/>
                </a:lnTo>
                <a:lnTo>
                  <a:pt x="23693" y="111555"/>
                </a:lnTo>
                <a:lnTo>
                  <a:pt x="0" y="111555"/>
                </a:lnTo>
                <a:lnTo>
                  <a:pt x="0" y="0"/>
                </a:lnTo>
                <a:lnTo>
                  <a:pt x="23693" y="0"/>
                </a:lnTo>
                <a:lnTo>
                  <a:pt x="23693" y="12230"/>
                </a:lnTo>
                <a:close/>
                <a:moveTo>
                  <a:pt x="55380" y="81225"/>
                </a:moveTo>
                <a:cubicBezTo>
                  <a:pt x="58306" y="81225"/>
                  <a:pt x="60682" y="80421"/>
                  <a:pt x="62510" y="78812"/>
                </a:cubicBezTo>
                <a:cubicBezTo>
                  <a:pt x="64338" y="77203"/>
                  <a:pt x="65289" y="75064"/>
                  <a:pt x="65362" y="72395"/>
                </a:cubicBezTo>
                <a:lnTo>
                  <a:pt x="80225" y="72395"/>
                </a:lnTo>
                <a:cubicBezTo>
                  <a:pt x="80189" y="76417"/>
                  <a:pt x="79092" y="80101"/>
                  <a:pt x="76935" y="83447"/>
                </a:cubicBezTo>
                <a:cubicBezTo>
                  <a:pt x="74777" y="86792"/>
                  <a:pt x="71825" y="89388"/>
                  <a:pt x="68077" y="91235"/>
                </a:cubicBezTo>
                <a:cubicBezTo>
                  <a:pt x="64329" y="93081"/>
                  <a:pt x="60189" y="94004"/>
                  <a:pt x="55655" y="94004"/>
                </a:cubicBezTo>
                <a:cubicBezTo>
                  <a:pt x="47172" y="94004"/>
                  <a:pt x="40481" y="91308"/>
                  <a:pt x="35581" y="85915"/>
                </a:cubicBezTo>
                <a:cubicBezTo>
                  <a:pt x="30682" y="80522"/>
                  <a:pt x="28232" y="73072"/>
                  <a:pt x="28232" y="63565"/>
                </a:cubicBezTo>
                <a:lnTo>
                  <a:pt x="28232" y="62523"/>
                </a:lnTo>
                <a:cubicBezTo>
                  <a:pt x="28232" y="53382"/>
                  <a:pt x="30664" y="46088"/>
                  <a:pt x="35527" y="40640"/>
                </a:cubicBezTo>
                <a:cubicBezTo>
                  <a:pt x="40390" y="35192"/>
                  <a:pt x="47062" y="32468"/>
                  <a:pt x="55545" y="32468"/>
                </a:cubicBezTo>
                <a:cubicBezTo>
                  <a:pt x="62967" y="32468"/>
                  <a:pt x="68918" y="34580"/>
                  <a:pt x="73397" y="38803"/>
                </a:cubicBezTo>
                <a:cubicBezTo>
                  <a:pt x="77876" y="43026"/>
                  <a:pt x="80152" y="48647"/>
                  <a:pt x="80225" y="55668"/>
                </a:cubicBezTo>
                <a:lnTo>
                  <a:pt x="65362" y="55668"/>
                </a:lnTo>
                <a:cubicBezTo>
                  <a:pt x="65289" y="52596"/>
                  <a:pt x="64338" y="50101"/>
                  <a:pt x="62510" y="48181"/>
                </a:cubicBezTo>
                <a:cubicBezTo>
                  <a:pt x="60682" y="46262"/>
                  <a:pt x="58269" y="45302"/>
                  <a:pt x="55271" y="45302"/>
                </a:cubicBezTo>
                <a:cubicBezTo>
                  <a:pt x="51578" y="45302"/>
                  <a:pt x="48790" y="46646"/>
                  <a:pt x="46907" y="49333"/>
                </a:cubicBezTo>
                <a:cubicBezTo>
                  <a:pt x="45024" y="52020"/>
                  <a:pt x="44082" y="56381"/>
                  <a:pt x="44082" y="62414"/>
                </a:cubicBezTo>
                <a:lnTo>
                  <a:pt x="44082" y="64059"/>
                </a:lnTo>
                <a:cubicBezTo>
                  <a:pt x="44082" y="70165"/>
                  <a:pt x="45015" y="74553"/>
                  <a:pt x="46879" y="77222"/>
                </a:cubicBezTo>
                <a:cubicBezTo>
                  <a:pt x="48744" y="79891"/>
                  <a:pt x="51578" y="81225"/>
                  <a:pt x="55380" y="81225"/>
                </a:cubicBezTo>
                <a:close/>
                <a:moveTo>
                  <a:pt x="86782" y="62688"/>
                </a:moveTo>
                <a:cubicBezTo>
                  <a:pt x="86782" y="56801"/>
                  <a:pt x="87916" y="51554"/>
                  <a:pt x="90183" y="46947"/>
                </a:cubicBezTo>
                <a:cubicBezTo>
                  <a:pt x="92450" y="42340"/>
                  <a:pt x="95713" y="38775"/>
                  <a:pt x="99973" y="36253"/>
                </a:cubicBezTo>
                <a:cubicBezTo>
                  <a:pt x="104232" y="33730"/>
                  <a:pt x="109177" y="32468"/>
                  <a:pt x="114808" y="32468"/>
                </a:cubicBezTo>
                <a:cubicBezTo>
                  <a:pt x="122816" y="32468"/>
                  <a:pt x="129351" y="34918"/>
                  <a:pt x="134415" y="39817"/>
                </a:cubicBezTo>
                <a:cubicBezTo>
                  <a:pt x="139479" y="44717"/>
                  <a:pt x="142304" y="51371"/>
                  <a:pt x="142889" y="59781"/>
                </a:cubicBezTo>
                <a:lnTo>
                  <a:pt x="142998" y="63840"/>
                </a:lnTo>
                <a:cubicBezTo>
                  <a:pt x="142998" y="72944"/>
                  <a:pt x="140457" y="80247"/>
                  <a:pt x="135375" y="85750"/>
                </a:cubicBezTo>
                <a:cubicBezTo>
                  <a:pt x="130293" y="91253"/>
                  <a:pt x="123474" y="94004"/>
                  <a:pt x="114918" y="94004"/>
                </a:cubicBezTo>
                <a:cubicBezTo>
                  <a:pt x="106362" y="94004"/>
                  <a:pt x="99534" y="91262"/>
                  <a:pt x="94433" y="85777"/>
                </a:cubicBezTo>
                <a:cubicBezTo>
                  <a:pt x="89333" y="80293"/>
                  <a:pt x="86782" y="72834"/>
                  <a:pt x="86782" y="63401"/>
                </a:cubicBezTo>
                <a:lnTo>
                  <a:pt x="86782" y="62688"/>
                </a:lnTo>
                <a:moveTo>
                  <a:pt x="102633" y="63840"/>
                </a:moveTo>
                <a:cubicBezTo>
                  <a:pt x="102633" y="69470"/>
                  <a:pt x="103693" y="73776"/>
                  <a:pt x="105814" y="76755"/>
                </a:cubicBezTo>
                <a:cubicBezTo>
                  <a:pt x="107934" y="79735"/>
                  <a:pt x="110969" y="81225"/>
                  <a:pt x="114918" y="81225"/>
                </a:cubicBezTo>
                <a:cubicBezTo>
                  <a:pt x="118757" y="81225"/>
                  <a:pt x="121755" y="79754"/>
                  <a:pt x="123912" y="76810"/>
                </a:cubicBezTo>
                <a:cubicBezTo>
                  <a:pt x="126070" y="73867"/>
                  <a:pt x="127148" y="69159"/>
                  <a:pt x="127148" y="62688"/>
                </a:cubicBezTo>
                <a:cubicBezTo>
                  <a:pt x="127148" y="57167"/>
                  <a:pt x="126070" y="52889"/>
                  <a:pt x="123912" y="49854"/>
                </a:cubicBezTo>
                <a:cubicBezTo>
                  <a:pt x="121755" y="46819"/>
                  <a:pt x="118720" y="45302"/>
                  <a:pt x="114808" y="45302"/>
                </a:cubicBezTo>
                <a:cubicBezTo>
                  <a:pt x="110932" y="45302"/>
                  <a:pt x="107934" y="46810"/>
                  <a:pt x="105814" y="49827"/>
                </a:cubicBezTo>
                <a:cubicBezTo>
                  <a:pt x="103693" y="52843"/>
                  <a:pt x="102633" y="57514"/>
                  <a:pt x="102633" y="63840"/>
                </a:cubicBezTo>
                <a:close/>
                <a:moveTo>
                  <a:pt x="167323" y="33565"/>
                </a:moveTo>
                <a:lnTo>
                  <a:pt x="167817" y="40421"/>
                </a:lnTo>
                <a:cubicBezTo>
                  <a:pt x="172058" y="35119"/>
                  <a:pt x="177744" y="32468"/>
                  <a:pt x="184874" y="32468"/>
                </a:cubicBezTo>
                <a:cubicBezTo>
                  <a:pt x="191163" y="32468"/>
                  <a:pt x="195843" y="34315"/>
                  <a:pt x="198914" y="38008"/>
                </a:cubicBezTo>
                <a:cubicBezTo>
                  <a:pt x="201985" y="41700"/>
                  <a:pt x="203558" y="47221"/>
                  <a:pt x="203631" y="54571"/>
                </a:cubicBezTo>
                <a:lnTo>
                  <a:pt x="203631" y="92907"/>
                </a:lnTo>
                <a:lnTo>
                  <a:pt x="187781" y="92907"/>
                </a:lnTo>
                <a:lnTo>
                  <a:pt x="187781" y="54955"/>
                </a:lnTo>
                <a:cubicBezTo>
                  <a:pt x="187781" y="51591"/>
                  <a:pt x="187049" y="49150"/>
                  <a:pt x="185587" y="47633"/>
                </a:cubicBezTo>
                <a:cubicBezTo>
                  <a:pt x="184124" y="46115"/>
                  <a:pt x="181693" y="45357"/>
                  <a:pt x="178292" y="45357"/>
                </a:cubicBezTo>
                <a:cubicBezTo>
                  <a:pt x="173832" y="45357"/>
                  <a:pt x="170486" y="47258"/>
                  <a:pt x="168256" y="51061"/>
                </a:cubicBezTo>
                <a:lnTo>
                  <a:pt x="168256" y="92907"/>
                </a:lnTo>
                <a:lnTo>
                  <a:pt x="152406" y="92907"/>
                </a:lnTo>
                <a:lnTo>
                  <a:pt x="152406" y="33565"/>
                </a:lnTo>
                <a:lnTo>
                  <a:pt x="167323" y="33565"/>
                </a:lnTo>
                <a:close/>
                <a:moveTo>
                  <a:pt x="219948" y="92907"/>
                </a:moveTo>
                <a:lnTo>
                  <a:pt x="219948" y="45192"/>
                </a:lnTo>
                <a:lnTo>
                  <a:pt x="211118" y="45192"/>
                </a:lnTo>
                <a:lnTo>
                  <a:pt x="211118" y="33565"/>
                </a:lnTo>
                <a:lnTo>
                  <a:pt x="219948" y="33565"/>
                </a:lnTo>
                <a:lnTo>
                  <a:pt x="219948" y="28509"/>
                </a:lnTo>
                <a:cubicBezTo>
                  <a:pt x="219948" y="21841"/>
                  <a:pt x="221859" y="16665"/>
                  <a:pt x="225680" y="12983"/>
                </a:cubicBezTo>
                <a:cubicBezTo>
                  <a:pt x="229501" y="9300"/>
                  <a:pt x="234848" y="7459"/>
                  <a:pt x="241722" y="7459"/>
                </a:cubicBezTo>
                <a:cubicBezTo>
                  <a:pt x="243916" y="7459"/>
                  <a:pt x="246603" y="7825"/>
                  <a:pt x="249784" y="8556"/>
                </a:cubicBezTo>
                <a:lnTo>
                  <a:pt x="249619" y="20841"/>
                </a:lnTo>
                <a:cubicBezTo>
                  <a:pt x="248303" y="20512"/>
                  <a:pt x="246694" y="20347"/>
                  <a:pt x="244793" y="20347"/>
                </a:cubicBezTo>
                <a:cubicBezTo>
                  <a:pt x="238833" y="20347"/>
                  <a:pt x="235853" y="23156"/>
                  <a:pt x="235853" y="28773"/>
                </a:cubicBezTo>
                <a:lnTo>
                  <a:pt x="235853" y="33565"/>
                </a:lnTo>
                <a:lnTo>
                  <a:pt x="247645" y="33565"/>
                </a:lnTo>
                <a:lnTo>
                  <a:pt x="247645" y="45192"/>
                </a:lnTo>
                <a:lnTo>
                  <a:pt x="235853" y="45192"/>
                </a:lnTo>
                <a:lnTo>
                  <a:pt x="235853" y="92907"/>
                </a:lnTo>
                <a:lnTo>
                  <a:pt x="219948" y="92907"/>
                </a:lnTo>
                <a:close/>
                <a:moveTo>
                  <a:pt x="272583" y="92907"/>
                </a:moveTo>
                <a:lnTo>
                  <a:pt x="256678" y="92907"/>
                </a:lnTo>
                <a:lnTo>
                  <a:pt x="256678" y="33565"/>
                </a:lnTo>
                <a:lnTo>
                  <a:pt x="272583" y="33565"/>
                </a:lnTo>
                <a:lnTo>
                  <a:pt x="272583" y="92907"/>
                </a:lnTo>
                <a:moveTo>
                  <a:pt x="255746" y="18209"/>
                </a:moveTo>
                <a:cubicBezTo>
                  <a:pt x="255746" y="15832"/>
                  <a:pt x="256541" y="13876"/>
                  <a:pt x="258131" y="12340"/>
                </a:cubicBezTo>
                <a:cubicBezTo>
                  <a:pt x="259722" y="10804"/>
                  <a:pt x="261888" y="10037"/>
                  <a:pt x="264630" y="10037"/>
                </a:cubicBezTo>
                <a:cubicBezTo>
                  <a:pt x="267336" y="10037"/>
                  <a:pt x="269493" y="10804"/>
                  <a:pt x="271102" y="12340"/>
                </a:cubicBezTo>
                <a:cubicBezTo>
                  <a:pt x="272711" y="13876"/>
                  <a:pt x="273515" y="15832"/>
                  <a:pt x="273515" y="18209"/>
                </a:cubicBezTo>
                <a:cubicBezTo>
                  <a:pt x="273515" y="20622"/>
                  <a:pt x="272702" y="22596"/>
                  <a:pt x="271075" y="24132"/>
                </a:cubicBezTo>
                <a:cubicBezTo>
                  <a:pt x="269448" y="25667"/>
                  <a:pt x="267300" y="26435"/>
                  <a:pt x="264630" y="26435"/>
                </a:cubicBezTo>
                <a:cubicBezTo>
                  <a:pt x="261961" y="26435"/>
                  <a:pt x="259813" y="25667"/>
                  <a:pt x="258186" y="24132"/>
                </a:cubicBezTo>
                <a:cubicBezTo>
                  <a:pt x="256559" y="22596"/>
                  <a:pt x="255746" y="20622"/>
                  <a:pt x="255746" y="18209"/>
                </a:cubicBezTo>
                <a:close/>
                <a:moveTo>
                  <a:pt x="283156" y="62797"/>
                </a:moveTo>
                <a:cubicBezTo>
                  <a:pt x="283156" y="53547"/>
                  <a:pt x="285231" y="46179"/>
                  <a:pt x="289381" y="40695"/>
                </a:cubicBezTo>
                <a:cubicBezTo>
                  <a:pt x="293530" y="35210"/>
                  <a:pt x="299207" y="32468"/>
                  <a:pt x="306410" y="32468"/>
                </a:cubicBezTo>
                <a:cubicBezTo>
                  <a:pt x="312187" y="32468"/>
                  <a:pt x="316958" y="34625"/>
                  <a:pt x="320724" y="38940"/>
                </a:cubicBezTo>
                <a:lnTo>
                  <a:pt x="320724" y="8666"/>
                </a:lnTo>
                <a:lnTo>
                  <a:pt x="336629" y="8666"/>
                </a:lnTo>
                <a:lnTo>
                  <a:pt x="336629" y="92907"/>
                </a:lnTo>
                <a:lnTo>
                  <a:pt x="322315" y="92907"/>
                </a:lnTo>
                <a:lnTo>
                  <a:pt x="321547" y="86600"/>
                </a:lnTo>
                <a:cubicBezTo>
                  <a:pt x="317598" y="91536"/>
                  <a:pt x="312516" y="94004"/>
                  <a:pt x="306300" y="94004"/>
                </a:cubicBezTo>
                <a:cubicBezTo>
                  <a:pt x="299317" y="94004"/>
                  <a:pt x="293713" y="91253"/>
                  <a:pt x="289490" y="85750"/>
                </a:cubicBezTo>
                <a:cubicBezTo>
                  <a:pt x="285267" y="80247"/>
                  <a:pt x="283156" y="72596"/>
                  <a:pt x="283156" y="62797"/>
                </a:cubicBezTo>
                <a:moveTo>
                  <a:pt x="299006" y="63949"/>
                </a:moveTo>
                <a:cubicBezTo>
                  <a:pt x="299006" y="69507"/>
                  <a:pt x="299975" y="73766"/>
                  <a:pt x="301913" y="76728"/>
                </a:cubicBezTo>
                <a:cubicBezTo>
                  <a:pt x="303850" y="79690"/>
                  <a:pt x="306666" y="81171"/>
                  <a:pt x="310359" y="81171"/>
                </a:cubicBezTo>
                <a:cubicBezTo>
                  <a:pt x="315258" y="81171"/>
                  <a:pt x="318713" y="79105"/>
                  <a:pt x="320724" y="74973"/>
                </a:cubicBezTo>
                <a:lnTo>
                  <a:pt x="320724" y="51554"/>
                </a:lnTo>
                <a:cubicBezTo>
                  <a:pt x="318750" y="47423"/>
                  <a:pt x="315331" y="45357"/>
                  <a:pt x="310468" y="45357"/>
                </a:cubicBezTo>
                <a:cubicBezTo>
                  <a:pt x="302827" y="45357"/>
                  <a:pt x="299006" y="51554"/>
                  <a:pt x="299006" y="63949"/>
                </a:cubicBezTo>
                <a:close/>
                <a:moveTo>
                  <a:pt x="376201" y="94004"/>
                </a:moveTo>
                <a:cubicBezTo>
                  <a:pt x="367499" y="94004"/>
                  <a:pt x="360415" y="91335"/>
                  <a:pt x="354949" y="85997"/>
                </a:cubicBezTo>
                <a:cubicBezTo>
                  <a:pt x="349483" y="80659"/>
                  <a:pt x="346750" y="73547"/>
                  <a:pt x="346750" y="64662"/>
                </a:cubicBezTo>
                <a:lnTo>
                  <a:pt x="346750" y="63127"/>
                </a:lnTo>
                <a:cubicBezTo>
                  <a:pt x="346750" y="57167"/>
                  <a:pt x="347901" y="51838"/>
                  <a:pt x="350205" y="47139"/>
                </a:cubicBezTo>
                <a:cubicBezTo>
                  <a:pt x="352508" y="42441"/>
                  <a:pt x="355772" y="38821"/>
                  <a:pt x="359995" y="36280"/>
                </a:cubicBezTo>
                <a:cubicBezTo>
                  <a:pt x="364218" y="33739"/>
                  <a:pt x="369035" y="32468"/>
                  <a:pt x="374446" y="32468"/>
                </a:cubicBezTo>
                <a:cubicBezTo>
                  <a:pt x="382563" y="32468"/>
                  <a:pt x="388953" y="35028"/>
                  <a:pt x="393615" y="40146"/>
                </a:cubicBezTo>
                <a:cubicBezTo>
                  <a:pt x="398276" y="45265"/>
                  <a:pt x="400607" y="52523"/>
                  <a:pt x="400607" y="61920"/>
                </a:cubicBezTo>
                <a:lnTo>
                  <a:pt x="400607" y="68392"/>
                </a:lnTo>
                <a:lnTo>
                  <a:pt x="362819" y="68392"/>
                </a:lnTo>
                <a:cubicBezTo>
                  <a:pt x="363331" y="72267"/>
                  <a:pt x="364876" y="75375"/>
                  <a:pt x="367454" y="77715"/>
                </a:cubicBezTo>
                <a:cubicBezTo>
                  <a:pt x="370031" y="80055"/>
                  <a:pt x="373295" y="81225"/>
                  <a:pt x="377243" y="81225"/>
                </a:cubicBezTo>
                <a:cubicBezTo>
                  <a:pt x="383349" y="81225"/>
                  <a:pt x="388121" y="79013"/>
                  <a:pt x="391558" y="74589"/>
                </a:cubicBezTo>
                <a:lnTo>
                  <a:pt x="399346" y="83309"/>
                </a:lnTo>
                <a:cubicBezTo>
                  <a:pt x="396969" y="86673"/>
                  <a:pt x="393752" y="89297"/>
                  <a:pt x="389693" y="91180"/>
                </a:cubicBezTo>
                <a:cubicBezTo>
                  <a:pt x="385635" y="93063"/>
                  <a:pt x="381137" y="94004"/>
                  <a:pt x="376201" y="94004"/>
                </a:cubicBezTo>
                <a:moveTo>
                  <a:pt x="374391" y="45302"/>
                </a:moveTo>
                <a:cubicBezTo>
                  <a:pt x="371247" y="45302"/>
                  <a:pt x="368697" y="46362"/>
                  <a:pt x="366741" y="48483"/>
                </a:cubicBezTo>
                <a:cubicBezTo>
                  <a:pt x="364784" y="50604"/>
                  <a:pt x="363532" y="53638"/>
                  <a:pt x="362984" y="57587"/>
                </a:cubicBezTo>
                <a:lnTo>
                  <a:pt x="385031" y="57587"/>
                </a:lnTo>
                <a:lnTo>
                  <a:pt x="385031" y="56326"/>
                </a:lnTo>
                <a:cubicBezTo>
                  <a:pt x="384958" y="52816"/>
                  <a:pt x="384008" y="50101"/>
                  <a:pt x="382179" y="48181"/>
                </a:cubicBezTo>
                <a:cubicBezTo>
                  <a:pt x="380351" y="46262"/>
                  <a:pt x="377755" y="45302"/>
                  <a:pt x="374391" y="45302"/>
                </a:cubicBezTo>
                <a:close/>
                <a:moveTo>
                  <a:pt x="424165" y="33565"/>
                </a:moveTo>
                <a:lnTo>
                  <a:pt x="424659" y="40421"/>
                </a:lnTo>
                <a:cubicBezTo>
                  <a:pt x="428900" y="35119"/>
                  <a:pt x="434586" y="32468"/>
                  <a:pt x="441716" y="32468"/>
                </a:cubicBezTo>
                <a:cubicBezTo>
                  <a:pt x="448005" y="32468"/>
                  <a:pt x="452685" y="34315"/>
                  <a:pt x="455756" y="38008"/>
                </a:cubicBezTo>
                <a:cubicBezTo>
                  <a:pt x="458827" y="41700"/>
                  <a:pt x="460400" y="47221"/>
                  <a:pt x="460473" y="54571"/>
                </a:cubicBezTo>
                <a:lnTo>
                  <a:pt x="460473" y="92907"/>
                </a:lnTo>
                <a:lnTo>
                  <a:pt x="444623" y="92907"/>
                </a:lnTo>
                <a:lnTo>
                  <a:pt x="444623" y="54955"/>
                </a:lnTo>
                <a:cubicBezTo>
                  <a:pt x="444623" y="51591"/>
                  <a:pt x="443891" y="49150"/>
                  <a:pt x="442429" y="47633"/>
                </a:cubicBezTo>
                <a:cubicBezTo>
                  <a:pt x="440966" y="46115"/>
                  <a:pt x="438535" y="45357"/>
                  <a:pt x="435134" y="45357"/>
                </a:cubicBezTo>
                <a:cubicBezTo>
                  <a:pt x="430674" y="45357"/>
                  <a:pt x="427328" y="47258"/>
                  <a:pt x="425098" y="51061"/>
                </a:cubicBezTo>
                <a:lnTo>
                  <a:pt x="425098" y="92907"/>
                </a:lnTo>
                <a:lnTo>
                  <a:pt x="409248" y="92907"/>
                </a:lnTo>
                <a:lnTo>
                  <a:pt x="409248" y="33565"/>
                </a:lnTo>
                <a:lnTo>
                  <a:pt x="424165" y="33565"/>
                </a:lnTo>
                <a:close/>
                <a:moveTo>
                  <a:pt x="491434" y="18976"/>
                </a:moveTo>
                <a:lnTo>
                  <a:pt x="491434" y="33565"/>
                </a:lnTo>
                <a:lnTo>
                  <a:pt x="501581" y="33565"/>
                </a:lnTo>
                <a:lnTo>
                  <a:pt x="501581" y="45192"/>
                </a:lnTo>
                <a:lnTo>
                  <a:pt x="491434" y="45192"/>
                </a:lnTo>
                <a:lnTo>
                  <a:pt x="491434" y="74809"/>
                </a:lnTo>
                <a:cubicBezTo>
                  <a:pt x="491434" y="77002"/>
                  <a:pt x="491855" y="78575"/>
                  <a:pt x="492696" y="79525"/>
                </a:cubicBezTo>
                <a:cubicBezTo>
                  <a:pt x="493537" y="80476"/>
                  <a:pt x="495145" y="80951"/>
                  <a:pt x="497522" y="80951"/>
                </a:cubicBezTo>
                <a:cubicBezTo>
                  <a:pt x="499277" y="80951"/>
                  <a:pt x="500831" y="80823"/>
                  <a:pt x="502184" y="80567"/>
                </a:cubicBezTo>
                <a:lnTo>
                  <a:pt x="502184" y="92578"/>
                </a:lnTo>
                <a:cubicBezTo>
                  <a:pt x="499076" y="93529"/>
                  <a:pt x="495877" y="94004"/>
                  <a:pt x="492586" y="94004"/>
                </a:cubicBezTo>
                <a:cubicBezTo>
                  <a:pt x="481471" y="94004"/>
                  <a:pt x="475804" y="88392"/>
                  <a:pt x="475584" y="77167"/>
                </a:cubicBezTo>
                <a:lnTo>
                  <a:pt x="475584" y="45192"/>
                </a:lnTo>
                <a:lnTo>
                  <a:pt x="466919" y="45192"/>
                </a:lnTo>
                <a:lnTo>
                  <a:pt x="466919" y="33565"/>
                </a:lnTo>
                <a:lnTo>
                  <a:pt x="475584" y="33565"/>
                </a:lnTo>
                <a:lnTo>
                  <a:pt x="475584" y="18976"/>
                </a:lnTo>
                <a:lnTo>
                  <a:pt x="491434" y="18976"/>
                </a:lnTo>
                <a:close/>
                <a:moveTo>
                  <a:pt x="572742" y="92907"/>
                </a:moveTo>
                <a:cubicBezTo>
                  <a:pt x="572011" y="91481"/>
                  <a:pt x="571481" y="89708"/>
                  <a:pt x="571151" y="87587"/>
                </a:cubicBezTo>
                <a:cubicBezTo>
                  <a:pt x="567312" y="91865"/>
                  <a:pt x="562321" y="94004"/>
                  <a:pt x="556179" y="94004"/>
                </a:cubicBezTo>
                <a:cubicBezTo>
                  <a:pt x="550365" y="94004"/>
                  <a:pt x="545548" y="92320"/>
                  <a:pt x="541727" y="88952"/>
                </a:cubicBezTo>
                <a:cubicBezTo>
                  <a:pt x="537906" y="85582"/>
                  <a:pt x="535996" y="81334"/>
                  <a:pt x="535996" y="76209"/>
                </a:cubicBezTo>
                <a:cubicBezTo>
                  <a:pt x="535996" y="69911"/>
                  <a:pt x="538327" y="65078"/>
                  <a:pt x="542989" y="61709"/>
                </a:cubicBezTo>
                <a:cubicBezTo>
                  <a:pt x="547650" y="58340"/>
                  <a:pt x="554387" y="56637"/>
                  <a:pt x="563199" y="56600"/>
                </a:cubicBezTo>
                <a:lnTo>
                  <a:pt x="570493" y="56600"/>
                </a:lnTo>
                <a:lnTo>
                  <a:pt x="570493" y="53215"/>
                </a:lnTo>
                <a:cubicBezTo>
                  <a:pt x="570493" y="50484"/>
                  <a:pt x="569789" y="48300"/>
                  <a:pt x="568382" y="46663"/>
                </a:cubicBezTo>
                <a:cubicBezTo>
                  <a:pt x="566974" y="45024"/>
                  <a:pt x="564753" y="44205"/>
                  <a:pt x="561718" y="44205"/>
                </a:cubicBezTo>
                <a:cubicBezTo>
                  <a:pt x="559049" y="44205"/>
                  <a:pt x="556956" y="44840"/>
                  <a:pt x="555438" y="46111"/>
                </a:cubicBezTo>
                <a:cubicBezTo>
                  <a:pt x="553921" y="47380"/>
                  <a:pt x="553162" y="49122"/>
                  <a:pt x="553162" y="51335"/>
                </a:cubicBezTo>
                <a:lnTo>
                  <a:pt x="537312" y="51335"/>
                </a:lnTo>
                <a:cubicBezTo>
                  <a:pt x="537312" y="47908"/>
                  <a:pt x="538372" y="44737"/>
                  <a:pt x="540493" y="41821"/>
                </a:cubicBezTo>
                <a:cubicBezTo>
                  <a:pt x="542614" y="38904"/>
                  <a:pt x="545612" y="36616"/>
                  <a:pt x="549488" y="34957"/>
                </a:cubicBezTo>
                <a:cubicBezTo>
                  <a:pt x="553363" y="33298"/>
                  <a:pt x="557714" y="32468"/>
                  <a:pt x="562541" y="32468"/>
                </a:cubicBezTo>
                <a:cubicBezTo>
                  <a:pt x="569853" y="32468"/>
                  <a:pt x="575658" y="34306"/>
                  <a:pt x="579954" y="37980"/>
                </a:cubicBezTo>
                <a:cubicBezTo>
                  <a:pt x="584250" y="41655"/>
                  <a:pt x="586398" y="46819"/>
                  <a:pt x="586398" y="53474"/>
                </a:cubicBezTo>
                <a:lnTo>
                  <a:pt x="586398" y="79196"/>
                </a:lnTo>
                <a:cubicBezTo>
                  <a:pt x="586435" y="84827"/>
                  <a:pt x="587221" y="89086"/>
                  <a:pt x="588757" y="91975"/>
                </a:cubicBezTo>
                <a:lnTo>
                  <a:pt x="588757" y="92907"/>
                </a:lnTo>
                <a:lnTo>
                  <a:pt x="572742" y="92907"/>
                </a:lnTo>
                <a:moveTo>
                  <a:pt x="559634" y="81883"/>
                </a:moveTo>
                <a:cubicBezTo>
                  <a:pt x="561974" y="81883"/>
                  <a:pt x="564131" y="81361"/>
                  <a:pt x="566106" y="80315"/>
                </a:cubicBezTo>
                <a:cubicBezTo>
                  <a:pt x="568080" y="79270"/>
                  <a:pt x="569543" y="77866"/>
                  <a:pt x="570493" y="76104"/>
                </a:cubicBezTo>
                <a:lnTo>
                  <a:pt x="570493" y="65869"/>
                </a:lnTo>
                <a:lnTo>
                  <a:pt x="564570" y="65869"/>
                </a:lnTo>
                <a:cubicBezTo>
                  <a:pt x="556636" y="65869"/>
                  <a:pt x="552413" y="68620"/>
                  <a:pt x="551901" y="74123"/>
                </a:cubicBezTo>
                <a:lnTo>
                  <a:pt x="551846" y="75059"/>
                </a:lnTo>
                <a:cubicBezTo>
                  <a:pt x="551846" y="77040"/>
                  <a:pt x="552541" y="78673"/>
                  <a:pt x="553930" y="79957"/>
                </a:cubicBezTo>
                <a:cubicBezTo>
                  <a:pt x="555320" y="81241"/>
                  <a:pt x="557221" y="81883"/>
                  <a:pt x="559634" y="81883"/>
                </a:cubicBezTo>
                <a:close/>
                <a:moveTo>
                  <a:pt x="596081" y="62797"/>
                </a:moveTo>
                <a:cubicBezTo>
                  <a:pt x="596081" y="53547"/>
                  <a:pt x="598156" y="46179"/>
                  <a:pt x="602306" y="40695"/>
                </a:cubicBezTo>
                <a:cubicBezTo>
                  <a:pt x="606456" y="35210"/>
                  <a:pt x="612132" y="32468"/>
                  <a:pt x="619335" y="32468"/>
                </a:cubicBezTo>
                <a:cubicBezTo>
                  <a:pt x="625112" y="32468"/>
                  <a:pt x="629884" y="34625"/>
                  <a:pt x="633650" y="38940"/>
                </a:cubicBezTo>
                <a:lnTo>
                  <a:pt x="633650" y="8666"/>
                </a:lnTo>
                <a:lnTo>
                  <a:pt x="649555" y="8666"/>
                </a:lnTo>
                <a:lnTo>
                  <a:pt x="649555" y="92907"/>
                </a:lnTo>
                <a:lnTo>
                  <a:pt x="635240" y="92907"/>
                </a:lnTo>
                <a:lnTo>
                  <a:pt x="634472" y="86600"/>
                </a:lnTo>
                <a:cubicBezTo>
                  <a:pt x="630524" y="91536"/>
                  <a:pt x="625441" y="94004"/>
                  <a:pt x="619226" y="94004"/>
                </a:cubicBezTo>
                <a:cubicBezTo>
                  <a:pt x="612242" y="94004"/>
                  <a:pt x="606639" y="91253"/>
                  <a:pt x="602416" y="85750"/>
                </a:cubicBezTo>
                <a:cubicBezTo>
                  <a:pt x="598193" y="80247"/>
                  <a:pt x="596081" y="72596"/>
                  <a:pt x="596081" y="62797"/>
                </a:cubicBezTo>
                <a:moveTo>
                  <a:pt x="611931" y="63949"/>
                </a:moveTo>
                <a:cubicBezTo>
                  <a:pt x="611931" y="69507"/>
                  <a:pt x="612900" y="73766"/>
                  <a:pt x="614838" y="76728"/>
                </a:cubicBezTo>
                <a:cubicBezTo>
                  <a:pt x="616776" y="79690"/>
                  <a:pt x="619591" y="81171"/>
                  <a:pt x="623284" y="81171"/>
                </a:cubicBezTo>
                <a:cubicBezTo>
                  <a:pt x="628184" y="81171"/>
                  <a:pt x="631639" y="79105"/>
                  <a:pt x="633650" y="74973"/>
                </a:cubicBezTo>
                <a:lnTo>
                  <a:pt x="633650" y="51554"/>
                </a:lnTo>
                <a:cubicBezTo>
                  <a:pt x="631675" y="47423"/>
                  <a:pt x="628257" y="45357"/>
                  <a:pt x="623394" y="45357"/>
                </a:cubicBezTo>
                <a:cubicBezTo>
                  <a:pt x="615752" y="45357"/>
                  <a:pt x="611931" y="51554"/>
                  <a:pt x="611931" y="63949"/>
                </a:cubicBezTo>
                <a:close/>
                <a:moveTo>
                  <a:pt x="696202" y="92907"/>
                </a:moveTo>
                <a:cubicBezTo>
                  <a:pt x="695470" y="91481"/>
                  <a:pt x="694940" y="89708"/>
                  <a:pt x="694611" y="87587"/>
                </a:cubicBezTo>
                <a:cubicBezTo>
                  <a:pt x="690772" y="91865"/>
                  <a:pt x="685781" y="94004"/>
                  <a:pt x="679638" y="94004"/>
                </a:cubicBezTo>
                <a:cubicBezTo>
                  <a:pt x="673825" y="94004"/>
                  <a:pt x="669008" y="92320"/>
                  <a:pt x="665187" y="88952"/>
                </a:cubicBezTo>
                <a:cubicBezTo>
                  <a:pt x="661366" y="85582"/>
                  <a:pt x="659456" y="81334"/>
                  <a:pt x="659456" y="76209"/>
                </a:cubicBezTo>
                <a:cubicBezTo>
                  <a:pt x="659456" y="69911"/>
                  <a:pt x="661786" y="65078"/>
                  <a:pt x="666448" y="61709"/>
                </a:cubicBezTo>
                <a:cubicBezTo>
                  <a:pt x="671110" y="58340"/>
                  <a:pt x="677847" y="56637"/>
                  <a:pt x="686659" y="56600"/>
                </a:cubicBezTo>
                <a:lnTo>
                  <a:pt x="693953" y="56600"/>
                </a:lnTo>
                <a:lnTo>
                  <a:pt x="693953" y="53215"/>
                </a:lnTo>
                <a:cubicBezTo>
                  <a:pt x="693953" y="50484"/>
                  <a:pt x="693249" y="48300"/>
                  <a:pt x="691841" y="46663"/>
                </a:cubicBezTo>
                <a:cubicBezTo>
                  <a:pt x="690434" y="45024"/>
                  <a:pt x="688213" y="44205"/>
                  <a:pt x="685178" y="44205"/>
                </a:cubicBezTo>
                <a:cubicBezTo>
                  <a:pt x="682509" y="44205"/>
                  <a:pt x="680415" y="44840"/>
                  <a:pt x="678898" y="46111"/>
                </a:cubicBezTo>
                <a:cubicBezTo>
                  <a:pt x="677381" y="47380"/>
                  <a:pt x="676622" y="49122"/>
                  <a:pt x="676622" y="51335"/>
                </a:cubicBezTo>
                <a:lnTo>
                  <a:pt x="660772" y="51335"/>
                </a:lnTo>
                <a:cubicBezTo>
                  <a:pt x="660772" y="47908"/>
                  <a:pt x="661832" y="44737"/>
                  <a:pt x="663953" y="41821"/>
                </a:cubicBezTo>
                <a:cubicBezTo>
                  <a:pt x="666074" y="38904"/>
                  <a:pt x="669072" y="36616"/>
                  <a:pt x="672947" y="34957"/>
                </a:cubicBezTo>
                <a:cubicBezTo>
                  <a:pt x="676823" y="33298"/>
                  <a:pt x="681174" y="32468"/>
                  <a:pt x="686001" y="32468"/>
                </a:cubicBezTo>
                <a:cubicBezTo>
                  <a:pt x="693313" y="32468"/>
                  <a:pt x="699118" y="34306"/>
                  <a:pt x="703414" y="37980"/>
                </a:cubicBezTo>
                <a:cubicBezTo>
                  <a:pt x="707710" y="41655"/>
                  <a:pt x="709858" y="46819"/>
                  <a:pt x="709858" y="53474"/>
                </a:cubicBezTo>
                <a:lnTo>
                  <a:pt x="709858" y="79196"/>
                </a:lnTo>
                <a:cubicBezTo>
                  <a:pt x="709895" y="84827"/>
                  <a:pt x="710681" y="89086"/>
                  <a:pt x="712216" y="91975"/>
                </a:cubicBezTo>
                <a:lnTo>
                  <a:pt x="712216" y="92907"/>
                </a:lnTo>
                <a:lnTo>
                  <a:pt x="696202" y="92907"/>
                </a:lnTo>
                <a:moveTo>
                  <a:pt x="683094" y="81883"/>
                </a:moveTo>
                <a:cubicBezTo>
                  <a:pt x="685434" y="81883"/>
                  <a:pt x="687591" y="81361"/>
                  <a:pt x="689565" y="80315"/>
                </a:cubicBezTo>
                <a:cubicBezTo>
                  <a:pt x="691540" y="79270"/>
                  <a:pt x="693002" y="77866"/>
                  <a:pt x="693953" y="76104"/>
                </a:cubicBezTo>
                <a:lnTo>
                  <a:pt x="693953" y="65869"/>
                </a:lnTo>
                <a:lnTo>
                  <a:pt x="688030" y="65869"/>
                </a:lnTo>
                <a:cubicBezTo>
                  <a:pt x="680096" y="65869"/>
                  <a:pt x="675872" y="68620"/>
                  <a:pt x="675361" y="74123"/>
                </a:cubicBezTo>
                <a:lnTo>
                  <a:pt x="675306" y="75059"/>
                </a:lnTo>
                <a:cubicBezTo>
                  <a:pt x="675306" y="77040"/>
                  <a:pt x="676000" y="78673"/>
                  <a:pt x="677390" y="79957"/>
                </a:cubicBezTo>
                <a:cubicBezTo>
                  <a:pt x="678779" y="81241"/>
                  <a:pt x="680681" y="81883"/>
                  <a:pt x="683094" y="81883"/>
                </a:cubicBezTo>
                <a:close/>
                <a:moveTo>
                  <a:pt x="775428" y="63785"/>
                </a:moveTo>
                <a:cubicBezTo>
                  <a:pt x="775428" y="72925"/>
                  <a:pt x="773353" y="80247"/>
                  <a:pt x="769203" y="85750"/>
                </a:cubicBezTo>
                <a:cubicBezTo>
                  <a:pt x="765053" y="91253"/>
                  <a:pt x="759449" y="94004"/>
                  <a:pt x="752393" y="94004"/>
                </a:cubicBezTo>
                <a:cubicBezTo>
                  <a:pt x="746396" y="94004"/>
                  <a:pt x="741552" y="91920"/>
                  <a:pt x="737859" y="87752"/>
                </a:cubicBezTo>
                <a:lnTo>
                  <a:pt x="737859" y="115723"/>
                </a:lnTo>
                <a:lnTo>
                  <a:pt x="722009" y="115723"/>
                </a:lnTo>
                <a:lnTo>
                  <a:pt x="722009" y="33565"/>
                </a:lnTo>
                <a:lnTo>
                  <a:pt x="736707" y="33565"/>
                </a:lnTo>
                <a:lnTo>
                  <a:pt x="737256" y="39379"/>
                </a:lnTo>
                <a:cubicBezTo>
                  <a:pt x="741095" y="34772"/>
                  <a:pt x="746104" y="32468"/>
                  <a:pt x="752283" y="32468"/>
                </a:cubicBezTo>
                <a:cubicBezTo>
                  <a:pt x="759596" y="32468"/>
                  <a:pt x="765281" y="35174"/>
                  <a:pt x="769340" y="40585"/>
                </a:cubicBezTo>
                <a:cubicBezTo>
                  <a:pt x="773398" y="45997"/>
                  <a:pt x="775428" y="53456"/>
                  <a:pt x="775428" y="62962"/>
                </a:cubicBezTo>
                <a:lnTo>
                  <a:pt x="775428" y="63785"/>
                </a:lnTo>
                <a:moveTo>
                  <a:pt x="759577" y="62633"/>
                </a:moveTo>
                <a:cubicBezTo>
                  <a:pt x="759577" y="57112"/>
                  <a:pt x="758599" y="52852"/>
                  <a:pt x="756643" y="49854"/>
                </a:cubicBezTo>
                <a:cubicBezTo>
                  <a:pt x="754687" y="46856"/>
                  <a:pt x="751844" y="45357"/>
                  <a:pt x="748115" y="45357"/>
                </a:cubicBezTo>
                <a:cubicBezTo>
                  <a:pt x="743142" y="45357"/>
                  <a:pt x="739724" y="47258"/>
                  <a:pt x="737859" y="51061"/>
                </a:cubicBezTo>
                <a:lnTo>
                  <a:pt x="737859" y="75357"/>
                </a:lnTo>
                <a:cubicBezTo>
                  <a:pt x="739797" y="79269"/>
                  <a:pt x="743252" y="81225"/>
                  <a:pt x="748225" y="81225"/>
                </a:cubicBezTo>
                <a:cubicBezTo>
                  <a:pt x="755793" y="81225"/>
                  <a:pt x="759577" y="75028"/>
                  <a:pt x="759577" y="62633"/>
                </a:cubicBezTo>
                <a:close/>
                <a:moveTo>
                  <a:pt x="804195" y="18976"/>
                </a:moveTo>
                <a:lnTo>
                  <a:pt x="804195" y="33565"/>
                </a:lnTo>
                <a:lnTo>
                  <a:pt x="814341" y="33565"/>
                </a:lnTo>
                <a:lnTo>
                  <a:pt x="814341" y="45192"/>
                </a:lnTo>
                <a:lnTo>
                  <a:pt x="804195" y="45192"/>
                </a:lnTo>
                <a:lnTo>
                  <a:pt x="804195" y="74809"/>
                </a:lnTo>
                <a:cubicBezTo>
                  <a:pt x="804195" y="77002"/>
                  <a:pt x="804616" y="78575"/>
                  <a:pt x="805457" y="79525"/>
                </a:cubicBezTo>
                <a:cubicBezTo>
                  <a:pt x="806298" y="80476"/>
                  <a:pt x="807906" y="80951"/>
                  <a:pt x="810283" y="80951"/>
                </a:cubicBezTo>
                <a:cubicBezTo>
                  <a:pt x="812038" y="80951"/>
                  <a:pt x="813592" y="80823"/>
                  <a:pt x="814945" y="80567"/>
                </a:cubicBezTo>
                <a:lnTo>
                  <a:pt x="814945" y="92578"/>
                </a:lnTo>
                <a:cubicBezTo>
                  <a:pt x="811837" y="93529"/>
                  <a:pt x="808638" y="94004"/>
                  <a:pt x="805347" y="94004"/>
                </a:cubicBezTo>
                <a:cubicBezTo>
                  <a:pt x="794232" y="94004"/>
                  <a:pt x="788564" y="88392"/>
                  <a:pt x="788345" y="77167"/>
                </a:cubicBezTo>
                <a:lnTo>
                  <a:pt x="788345" y="45192"/>
                </a:lnTo>
                <a:lnTo>
                  <a:pt x="779679" y="45192"/>
                </a:lnTo>
                <a:lnTo>
                  <a:pt x="779679" y="33565"/>
                </a:lnTo>
                <a:lnTo>
                  <a:pt x="788345" y="33565"/>
                </a:lnTo>
                <a:lnTo>
                  <a:pt x="788345" y="18976"/>
                </a:lnTo>
                <a:lnTo>
                  <a:pt x="804195" y="18976"/>
                </a:lnTo>
                <a:close/>
                <a:moveTo>
                  <a:pt x="857544" y="92907"/>
                </a:moveTo>
                <a:cubicBezTo>
                  <a:pt x="856812" y="91481"/>
                  <a:pt x="856282" y="89708"/>
                  <a:pt x="855953" y="87587"/>
                </a:cubicBezTo>
                <a:cubicBezTo>
                  <a:pt x="852114" y="91865"/>
                  <a:pt x="847123" y="94004"/>
                  <a:pt x="840980" y="94004"/>
                </a:cubicBezTo>
                <a:cubicBezTo>
                  <a:pt x="835167" y="94004"/>
                  <a:pt x="830350" y="92320"/>
                  <a:pt x="826529" y="88952"/>
                </a:cubicBezTo>
                <a:cubicBezTo>
                  <a:pt x="822708" y="85582"/>
                  <a:pt x="820797" y="81334"/>
                  <a:pt x="820797" y="76209"/>
                </a:cubicBezTo>
                <a:cubicBezTo>
                  <a:pt x="820797" y="69911"/>
                  <a:pt x="823128" y="65078"/>
                  <a:pt x="827790" y="61709"/>
                </a:cubicBezTo>
                <a:cubicBezTo>
                  <a:pt x="832452" y="58340"/>
                  <a:pt x="839189" y="56637"/>
                  <a:pt x="848001" y="56600"/>
                </a:cubicBezTo>
                <a:lnTo>
                  <a:pt x="855295" y="56600"/>
                </a:lnTo>
                <a:lnTo>
                  <a:pt x="855295" y="53215"/>
                </a:lnTo>
                <a:cubicBezTo>
                  <a:pt x="855295" y="50484"/>
                  <a:pt x="854591" y="48300"/>
                  <a:pt x="853183" y="46663"/>
                </a:cubicBezTo>
                <a:cubicBezTo>
                  <a:pt x="851776" y="45024"/>
                  <a:pt x="849554" y="44205"/>
                  <a:pt x="846520" y="44205"/>
                </a:cubicBezTo>
                <a:cubicBezTo>
                  <a:pt x="843851" y="44205"/>
                  <a:pt x="841757" y="44840"/>
                  <a:pt x="840240" y="46111"/>
                </a:cubicBezTo>
                <a:cubicBezTo>
                  <a:pt x="838723" y="47380"/>
                  <a:pt x="837964" y="49122"/>
                  <a:pt x="837964" y="51335"/>
                </a:cubicBezTo>
                <a:lnTo>
                  <a:pt x="822114" y="51335"/>
                </a:lnTo>
                <a:cubicBezTo>
                  <a:pt x="822114" y="47908"/>
                  <a:pt x="823174" y="44737"/>
                  <a:pt x="825295" y="41821"/>
                </a:cubicBezTo>
                <a:cubicBezTo>
                  <a:pt x="827415" y="38904"/>
                  <a:pt x="830414" y="36616"/>
                  <a:pt x="834289" y="34957"/>
                </a:cubicBezTo>
                <a:cubicBezTo>
                  <a:pt x="838165" y="33298"/>
                  <a:pt x="842516" y="32468"/>
                  <a:pt x="847342" y="32468"/>
                </a:cubicBezTo>
                <a:cubicBezTo>
                  <a:pt x="854655" y="32468"/>
                  <a:pt x="860459" y="34306"/>
                  <a:pt x="864756" y="37980"/>
                </a:cubicBezTo>
                <a:cubicBezTo>
                  <a:pt x="869052" y="41655"/>
                  <a:pt x="871200" y="46819"/>
                  <a:pt x="871200" y="53474"/>
                </a:cubicBezTo>
                <a:lnTo>
                  <a:pt x="871200" y="79196"/>
                </a:lnTo>
                <a:cubicBezTo>
                  <a:pt x="871237" y="84827"/>
                  <a:pt x="872023" y="89086"/>
                  <a:pt x="873558" y="91975"/>
                </a:cubicBezTo>
                <a:lnTo>
                  <a:pt x="873558" y="92907"/>
                </a:lnTo>
                <a:lnTo>
                  <a:pt x="857544" y="92907"/>
                </a:lnTo>
                <a:moveTo>
                  <a:pt x="844436" y="81883"/>
                </a:moveTo>
                <a:cubicBezTo>
                  <a:pt x="846776" y="81883"/>
                  <a:pt x="848933" y="81361"/>
                  <a:pt x="850907" y="80315"/>
                </a:cubicBezTo>
                <a:cubicBezTo>
                  <a:pt x="852882" y="79270"/>
                  <a:pt x="854344" y="77866"/>
                  <a:pt x="855295" y="76104"/>
                </a:cubicBezTo>
                <a:lnTo>
                  <a:pt x="855295" y="65869"/>
                </a:lnTo>
                <a:lnTo>
                  <a:pt x="849372" y="65869"/>
                </a:lnTo>
                <a:cubicBezTo>
                  <a:pt x="841437" y="65869"/>
                  <a:pt x="837214" y="68620"/>
                  <a:pt x="836702" y="74123"/>
                </a:cubicBezTo>
                <a:lnTo>
                  <a:pt x="836648" y="75059"/>
                </a:lnTo>
                <a:cubicBezTo>
                  <a:pt x="836648" y="77040"/>
                  <a:pt x="837342" y="78673"/>
                  <a:pt x="838732" y="79957"/>
                </a:cubicBezTo>
                <a:cubicBezTo>
                  <a:pt x="840121" y="81241"/>
                  <a:pt x="842022" y="81883"/>
                  <a:pt x="844436" y="81883"/>
                </a:cubicBezTo>
                <a:close/>
                <a:moveTo>
                  <a:pt x="902327" y="18976"/>
                </a:moveTo>
                <a:lnTo>
                  <a:pt x="902327" y="33565"/>
                </a:lnTo>
                <a:lnTo>
                  <a:pt x="912473" y="33565"/>
                </a:lnTo>
                <a:lnTo>
                  <a:pt x="912473" y="45192"/>
                </a:lnTo>
                <a:lnTo>
                  <a:pt x="902327" y="45192"/>
                </a:lnTo>
                <a:lnTo>
                  <a:pt x="902327" y="74809"/>
                </a:lnTo>
                <a:cubicBezTo>
                  <a:pt x="902327" y="77002"/>
                  <a:pt x="902747" y="78575"/>
                  <a:pt x="903588" y="79525"/>
                </a:cubicBezTo>
                <a:cubicBezTo>
                  <a:pt x="904429" y="80476"/>
                  <a:pt x="906038" y="80951"/>
                  <a:pt x="908415" y="80951"/>
                </a:cubicBezTo>
                <a:cubicBezTo>
                  <a:pt x="910170" y="80951"/>
                  <a:pt x="911724" y="80823"/>
                  <a:pt x="913076" y="80567"/>
                </a:cubicBezTo>
                <a:lnTo>
                  <a:pt x="913076" y="92578"/>
                </a:lnTo>
                <a:cubicBezTo>
                  <a:pt x="909969" y="93529"/>
                  <a:pt x="906769" y="94004"/>
                  <a:pt x="903479" y="94004"/>
                </a:cubicBezTo>
                <a:cubicBezTo>
                  <a:pt x="892363" y="94004"/>
                  <a:pt x="886696" y="88392"/>
                  <a:pt x="886477" y="77167"/>
                </a:cubicBezTo>
                <a:lnTo>
                  <a:pt x="886477" y="45192"/>
                </a:lnTo>
                <a:lnTo>
                  <a:pt x="877811" y="45192"/>
                </a:lnTo>
                <a:lnTo>
                  <a:pt x="877811" y="33565"/>
                </a:lnTo>
                <a:lnTo>
                  <a:pt x="886477" y="33565"/>
                </a:lnTo>
                <a:lnTo>
                  <a:pt x="886477" y="18976"/>
                </a:lnTo>
                <a:lnTo>
                  <a:pt x="902327" y="18976"/>
                </a:lnTo>
                <a:close/>
                <a:moveTo>
                  <a:pt x="938015" y="92907"/>
                </a:moveTo>
                <a:lnTo>
                  <a:pt x="922110" y="92907"/>
                </a:lnTo>
                <a:lnTo>
                  <a:pt x="922110" y="33565"/>
                </a:lnTo>
                <a:lnTo>
                  <a:pt x="938015" y="33565"/>
                </a:lnTo>
                <a:lnTo>
                  <a:pt x="938015" y="92907"/>
                </a:lnTo>
                <a:moveTo>
                  <a:pt x="921178" y="18209"/>
                </a:moveTo>
                <a:cubicBezTo>
                  <a:pt x="921178" y="15832"/>
                  <a:pt x="921973" y="13876"/>
                  <a:pt x="923564" y="12340"/>
                </a:cubicBezTo>
                <a:cubicBezTo>
                  <a:pt x="925154" y="10804"/>
                  <a:pt x="927320" y="10037"/>
                  <a:pt x="930063" y="10037"/>
                </a:cubicBezTo>
                <a:cubicBezTo>
                  <a:pt x="932768" y="10037"/>
                  <a:pt x="934926" y="10804"/>
                  <a:pt x="936534" y="12340"/>
                </a:cubicBezTo>
                <a:cubicBezTo>
                  <a:pt x="938143" y="13876"/>
                  <a:pt x="938948" y="15832"/>
                  <a:pt x="938948" y="18209"/>
                </a:cubicBezTo>
                <a:cubicBezTo>
                  <a:pt x="938948" y="20622"/>
                  <a:pt x="938134" y="22596"/>
                  <a:pt x="936507" y="24132"/>
                </a:cubicBezTo>
                <a:cubicBezTo>
                  <a:pt x="934880" y="25667"/>
                  <a:pt x="932732" y="26435"/>
                  <a:pt x="930063" y="26435"/>
                </a:cubicBezTo>
                <a:cubicBezTo>
                  <a:pt x="927394" y="26435"/>
                  <a:pt x="925245" y="25667"/>
                  <a:pt x="923618" y="24132"/>
                </a:cubicBezTo>
                <a:cubicBezTo>
                  <a:pt x="921991" y="22596"/>
                  <a:pt x="921178" y="20622"/>
                  <a:pt x="921178" y="18209"/>
                </a:cubicBezTo>
                <a:close/>
                <a:moveTo>
                  <a:pt x="948588" y="62688"/>
                </a:moveTo>
                <a:cubicBezTo>
                  <a:pt x="948588" y="56801"/>
                  <a:pt x="949722" y="51554"/>
                  <a:pt x="951988" y="46947"/>
                </a:cubicBezTo>
                <a:cubicBezTo>
                  <a:pt x="954255" y="42340"/>
                  <a:pt x="957519" y="38775"/>
                  <a:pt x="961778" y="36253"/>
                </a:cubicBezTo>
                <a:cubicBezTo>
                  <a:pt x="966038" y="33730"/>
                  <a:pt x="970983" y="32468"/>
                  <a:pt x="976614" y="32468"/>
                </a:cubicBezTo>
                <a:cubicBezTo>
                  <a:pt x="984621" y="32468"/>
                  <a:pt x="991157" y="34918"/>
                  <a:pt x="996221" y="39817"/>
                </a:cubicBezTo>
                <a:cubicBezTo>
                  <a:pt x="1001285" y="44717"/>
                  <a:pt x="1004109" y="51371"/>
                  <a:pt x="1004694" y="59781"/>
                </a:cubicBezTo>
                <a:lnTo>
                  <a:pt x="1004804" y="63840"/>
                </a:lnTo>
                <a:cubicBezTo>
                  <a:pt x="1004804" y="72944"/>
                  <a:pt x="1002263" y="80247"/>
                  <a:pt x="997181" y="85750"/>
                </a:cubicBezTo>
                <a:cubicBezTo>
                  <a:pt x="992098" y="91253"/>
                  <a:pt x="985279" y="94004"/>
                  <a:pt x="976724" y="94004"/>
                </a:cubicBezTo>
                <a:cubicBezTo>
                  <a:pt x="968168" y="94004"/>
                  <a:pt x="961340" y="91262"/>
                  <a:pt x="956239" y="85777"/>
                </a:cubicBezTo>
                <a:cubicBezTo>
                  <a:pt x="951138" y="80293"/>
                  <a:pt x="948588" y="72834"/>
                  <a:pt x="948588" y="63401"/>
                </a:cubicBezTo>
                <a:lnTo>
                  <a:pt x="948588" y="62688"/>
                </a:lnTo>
                <a:moveTo>
                  <a:pt x="964438" y="63840"/>
                </a:moveTo>
                <a:cubicBezTo>
                  <a:pt x="964438" y="69470"/>
                  <a:pt x="965499" y="73776"/>
                  <a:pt x="967619" y="76755"/>
                </a:cubicBezTo>
                <a:cubicBezTo>
                  <a:pt x="969740" y="79735"/>
                  <a:pt x="972775" y="81225"/>
                  <a:pt x="976724" y="81225"/>
                </a:cubicBezTo>
                <a:cubicBezTo>
                  <a:pt x="980563" y="81225"/>
                  <a:pt x="983561" y="79754"/>
                  <a:pt x="985718" y="76810"/>
                </a:cubicBezTo>
                <a:cubicBezTo>
                  <a:pt x="987875" y="73867"/>
                  <a:pt x="988954" y="69159"/>
                  <a:pt x="988954" y="62688"/>
                </a:cubicBezTo>
                <a:cubicBezTo>
                  <a:pt x="988954" y="57167"/>
                  <a:pt x="987875" y="52889"/>
                  <a:pt x="985718" y="49854"/>
                </a:cubicBezTo>
                <a:cubicBezTo>
                  <a:pt x="983561" y="46819"/>
                  <a:pt x="980526" y="45302"/>
                  <a:pt x="976614" y="45302"/>
                </a:cubicBezTo>
                <a:cubicBezTo>
                  <a:pt x="972738" y="45302"/>
                  <a:pt x="969740" y="46810"/>
                  <a:pt x="967619" y="49827"/>
                </a:cubicBezTo>
                <a:cubicBezTo>
                  <a:pt x="965499" y="52843"/>
                  <a:pt x="964438" y="57514"/>
                  <a:pt x="964438" y="63840"/>
                </a:cubicBezTo>
                <a:close/>
                <a:moveTo>
                  <a:pt x="1029129" y="33565"/>
                </a:moveTo>
                <a:lnTo>
                  <a:pt x="1029622" y="40421"/>
                </a:lnTo>
                <a:cubicBezTo>
                  <a:pt x="1033864" y="35119"/>
                  <a:pt x="1039549" y="32468"/>
                  <a:pt x="1046679" y="32468"/>
                </a:cubicBezTo>
                <a:cubicBezTo>
                  <a:pt x="1052968" y="32468"/>
                  <a:pt x="1057648" y="34315"/>
                  <a:pt x="1060719" y="38008"/>
                </a:cubicBezTo>
                <a:cubicBezTo>
                  <a:pt x="1063791" y="41700"/>
                  <a:pt x="1065363" y="47221"/>
                  <a:pt x="1065436" y="54571"/>
                </a:cubicBezTo>
                <a:lnTo>
                  <a:pt x="1065436" y="92907"/>
                </a:lnTo>
                <a:lnTo>
                  <a:pt x="1049586" y="92907"/>
                </a:lnTo>
                <a:lnTo>
                  <a:pt x="1049586" y="54955"/>
                </a:lnTo>
                <a:cubicBezTo>
                  <a:pt x="1049586" y="51591"/>
                  <a:pt x="1048855" y="49150"/>
                  <a:pt x="1047392" y="47633"/>
                </a:cubicBezTo>
                <a:cubicBezTo>
                  <a:pt x="1045930" y="46115"/>
                  <a:pt x="1043498" y="45357"/>
                  <a:pt x="1040098" y="45357"/>
                </a:cubicBezTo>
                <a:cubicBezTo>
                  <a:pt x="1035637" y="45357"/>
                  <a:pt x="1032292" y="47258"/>
                  <a:pt x="1030061" y="51061"/>
                </a:cubicBezTo>
                <a:lnTo>
                  <a:pt x="1030061" y="92907"/>
                </a:lnTo>
                <a:lnTo>
                  <a:pt x="1014211" y="92907"/>
                </a:lnTo>
                <a:lnTo>
                  <a:pt x="1014211" y="33565"/>
                </a:lnTo>
                <a:lnTo>
                  <a:pt x="1029129" y="33565"/>
                </a:lnTo>
                <a:close/>
                <a:moveTo>
                  <a:pt x="1082412" y="99818"/>
                </a:moveTo>
                <a:lnTo>
                  <a:pt x="1070620" y="99818"/>
                </a:lnTo>
                <a:lnTo>
                  <a:pt x="1100017" y="13053"/>
                </a:lnTo>
                <a:lnTo>
                  <a:pt x="1111809" y="13053"/>
                </a:lnTo>
                <a:lnTo>
                  <a:pt x="1082412" y="99818"/>
                </a:lnTo>
                <a:close/>
                <a:moveTo>
                  <a:pt x="1165485" y="76399"/>
                </a:moveTo>
                <a:lnTo>
                  <a:pt x="1136636" y="76399"/>
                </a:lnTo>
                <a:lnTo>
                  <a:pt x="1131152" y="92907"/>
                </a:lnTo>
                <a:lnTo>
                  <a:pt x="1113656" y="92907"/>
                </a:lnTo>
                <a:lnTo>
                  <a:pt x="1143382" y="13053"/>
                </a:lnTo>
                <a:lnTo>
                  <a:pt x="1158629" y="13053"/>
                </a:lnTo>
                <a:lnTo>
                  <a:pt x="1188520" y="92907"/>
                </a:lnTo>
                <a:lnTo>
                  <a:pt x="1171024" y="92907"/>
                </a:lnTo>
                <a:lnTo>
                  <a:pt x="1165485" y="76399"/>
                </a:lnTo>
                <a:moveTo>
                  <a:pt x="1141079" y="63072"/>
                </a:moveTo>
                <a:lnTo>
                  <a:pt x="1161042" y="63072"/>
                </a:lnTo>
                <a:lnTo>
                  <a:pt x="1151006" y="33236"/>
                </a:lnTo>
                <a:lnTo>
                  <a:pt x="1141079" y="63072"/>
                </a:lnTo>
                <a:close/>
                <a:moveTo>
                  <a:pt x="1213443" y="92907"/>
                </a:moveTo>
                <a:lnTo>
                  <a:pt x="1196990" y="92907"/>
                </a:lnTo>
                <a:lnTo>
                  <a:pt x="1196990" y="13053"/>
                </a:lnTo>
                <a:lnTo>
                  <a:pt x="1213443" y="13053"/>
                </a:lnTo>
                <a:lnTo>
                  <a:pt x="1213443" y="929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replacementanxiety]">
            <a:extLst xmlns:a="http://schemas.openxmlformats.org/drawingml/2006/main">
              <a:ext uri="{FF2B5EF4-FFF2-40B4-BE49-F238E27FC236}">
                <a16:creationId xmlns:a16="http://schemas.microsoft.com/office/drawing/2014/main" id="{5B112927-E708-40E0-B423-16B5F873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7" y="5894527"/>
            <a:ext cx="1042946" cy="116929"/>
          </a:xfrm>
          <a:custGeom xmlns:a="http://schemas.openxmlformats.org/drawingml/2006/main">
            <a:pathLst>
              <a:path w="1042946" h="116929">
                <a:moveTo>
                  <a:pt x="33346" y="48428"/>
                </a:moveTo>
                <a:cubicBezTo>
                  <a:pt x="31188" y="48136"/>
                  <a:pt x="29287" y="47989"/>
                  <a:pt x="27642" y="47989"/>
                </a:cubicBezTo>
                <a:cubicBezTo>
                  <a:pt x="21645" y="47989"/>
                  <a:pt x="17715" y="50019"/>
                  <a:pt x="15850" y="54077"/>
                </a:cubicBezTo>
                <a:lnTo>
                  <a:pt x="15850" y="92907"/>
                </a:lnTo>
                <a:lnTo>
                  <a:pt x="0" y="92907"/>
                </a:lnTo>
                <a:lnTo>
                  <a:pt x="0" y="33565"/>
                </a:lnTo>
                <a:lnTo>
                  <a:pt x="14973" y="33565"/>
                </a:lnTo>
                <a:lnTo>
                  <a:pt x="15411" y="40640"/>
                </a:lnTo>
                <a:cubicBezTo>
                  <a:pt x="18592" y="35192"/>
                  <a:pt x="22998" y="32468"/>
                  <a:pt x="28629" y="32468"/>
                </a:cubicBezTo>
                <a:cubicBezTo>
                  <a:pt x="30384" y="32468"/>
                  <a:pt x="32029" y="32706"/>
                  <a:pt x="33565" y="33181"/>
                </a:cubicBezTo>
                <a:lnTo>
                  <a:pt x="33346" y="48428"/>
                </a:lnTo>
                <a:close/>
                <a:moveTo>
                  <a:pt x="67223" y="94004"/>
                </a:moveTo>
                <a:cubicBezTo>
                  <a:pt x="58521" y="94004"/>
                  <a:pt x="51437" y="91335"/>
                  <a:pt x="45970" y="85997"/>
                </a:cubicBezTo>
                <a:cubicBezTo>
                  <a:pt x="40504" y="80659"/>
                  <a:pt x="37771" y="73547"/>
                  <a:pt x="37771" y="64662"/>
                </a:cubicBezTo>
                <a:lnTo>
                  <a:pt x="37771" y="63127"/>
                </a:lnTo>
                <a:cubicBezTo>
                  <a:pt x="37771" y="57167"/>
                  <a:pt x="38923" y="51838"/>
                  <a:pt x="41226" y="47139"/>
                </a:cubicBezTo>
                <a:cubicBezTo>
                  <a:pt x="43530" y="42441"/>
                  <a:pt x="46793" y="38821"/>
                  <a:pt x="51016" y="36280"/>
                </a:cubicBezTo>
                <a:cubicBezTo>
                  <a:pt x="55239" y="33739"/>
                  <a:pt x="60057" y="32468"/>
                  <a:pt x="65468" y="32468"/>
                </a:cubicBezTo>
                <a:cubicBezTo>
                  <a:pt x="73585" y="32468"/>
                  <a:pt x="79974" y="35028"/>
                  <a:pt x="84636" y="40146"/>
                </a:cubicBezTo>
                <a:cubicBezTo>
                  <a:pt x="89298" y="45265"/>
                  <a:pt x="91629" y="52523"/>
                  <a:pt x="91629" y="61920"/>
                </a:cubicBezTo>
                <a:lnTo>
                  <a:pt x="91629" y="68392"/>
                </a:lnTo>
                <a:lnTo>
                  <a:pt x="53841" y="68392"/>
                </a:lnTo>
                <a:cubicBezTo>
                  <a:pt x="54353" y="72267"/>
                  <a:pt x="55897" y="75375"/>
                  <a:pt x="58475" y="77715"/>
                </a:cubicBezTo>
                <a:cubicBezTo>
                  <a:pt x="61053" y="80055"/>
                  <a:pt x="64316" y="81225"/>
                  <a:pt x="68265" y="81225"/>
                </a:cubicBezTo>
                <a:cubicBezTo>
                  <a:pt x="74371" y="81225"/>
                  <a:pt x="79143" y="79013"/>
                  <a:pt x="82579" y="74589"/>
                </a:cubicBezTo>
                <a:lnTo>
                  <a:pt x="90367" y="83309"/>
                </a:lnTo>
                <a:cubicBezTo>
                  <a:pt x="87991" y="86673"/>
                  <a:pt x="84773" y="89297"/>
                  <a:pt x="80715" y="91180"/>
                </a:cubicBezTo>
                <a:cubicBezTo>
                  <a:pt x="76656" y="93063"/>
                  <a:pt x="72159" y="94004"/>
                  <a:pt x="67223" y="94004"/>
                </a:cubicBezTo>
                <a:moveTo>
                  <a:pt x="65413" y="45302"/>
                </a:moveTo>
                <a:cubicBezTo>
                  <a:pt x="62269" y="45302"/>
                  <a:pt x="59718" y="46362"/>
                  <a:pt x="57762" y="48483"/>
                </a:cubicBezTo>
                <a:cubicBezTo>
                  <a:pt x="55806" y="50604"/>
                  <a:pt x="54554" y="53638"/>
                  <a:pt x="54005" y="57587"/>
                </a:cubicBezTo>
                <a:lnTo>
                  <a:pt x="76053" y="57587"/>
                </a:lnTo>
                <a:lnTo>
                  <a:pt x="76053" y="56326"/>
                </a:lnTo>
                <a:cubicBezTo>
                  <a:pt x="75980" y="52816"/>
                  <a:pt x="75029" y="50101"/>
                  <a:pt x="73201" y="48181"/>
                </a:cubicBezTo>
                <a:cubicBezTo>
                  <a:pt x="71373" y="46262"/>
                  <a:pt x="68777" y="45302"/>
                  <a:pt x="65413" y="45302"/>
                </a:cubicBezTo>
                <a:close/>
                <a:moveTo>
                  <a:pt x="154017" y="63785"/>
                </a:moveTo>
                <a:cubicBezTo>
                  <a:pt x="154017" y="72925"/>
                  <a:pt x="151942" y="80247"/>
                  <a:pt x="147792" y="85750"/>
                </a:cubicBezTo>
                <a:cubicBezTo>
                  <a:pt x="143642" y="91253"/>
                  <a:pt x="138039" y="94004"/>
                  <a:pt x="130982" y="94004"/>
                </a:cubicBezTo>
                <a:cubicBezTo>
                  <a:pt x="124986" y="94004"/>
                  <a:pt x="120141" y="91920"/>
                  <a:pt x="116449" y="87752"/>
                </a:cubicBezTo>
                <a:lnTo>
                  <a:pt x="116449" y="115723"/>
                </a:lnTo>
                <a:lnTo>
                  <a:pt x="100598" y="115723"/>
                </a:lnTo>
                <a:lnTo>
                  <a:pt x="100598" y="33565"/>
                </a:lnTo>
                <a:lnTo>
                  <a:pt x="115297" y="33565"/>
                </a:lnTo>
                <a:lnTo>
                  <a:pt x="115845" y="39379"/>
                </a:lnTo>
                <a:cubicBezTo>
                  <a:pt x="119684" y="34772"/>
                  <a:pt x="124694" y="32468"/>
                  <a:pt x="130873" y="32468"/>
                </a:cubicBezTo>
                <a:cubicBezTo>
                  <a:pt x="138185" y="32468"/>
                  <a:pt x="143871" y="35174"/>
                  <a:pt x="147930" y="40585"/>
                </a:cubicBezTo>
                <a:cubicBezTo>
                  <a:pt x="151988" y="45997"/>
                  <a:pt x="154017" y="53456"/>
                  <a:pt x="154017" y="62962"/>
                </a:cubicBezTo>
                <a:lnTo>
                  <a:pt x="154017" y="63785"/>
                </a:lnTo>
                <a:moveTo>
                  <a:pt x="138167" y="62633"/>
                </a:moveTo>
                <a:cubicBezTo>
                  <a:pt x="138167" y="57112"/>
                  <a:pt x="137189" y="52852"/>
                  <a:pt x="135233" y="49854"/>
                </a:cubicBezTo>
                <a:cubicBezTo>
                  <a:pt x="133277" y="46856"/>
                  <a:pt x="130434" y="45357"/>
                  <a:pt x="126705" y="45357"/>
                </a:cubicBezTo>
                <a:cubicBezTo>
                  <a:pt x="121732" y="45357"/>
                  <a:pt x="118313" y="47258"/>
                  <a:pt x="116449" y="51061"/>
                </a:cubicBezTo>
                <a:lnTo>
                  <a:pt x="116449" y="75357"/>
                </a:lnTo>
                <a:cubicBezTo>
                  <a:pt x="118386" y="79269"/>
                  <a:pt x="121842" y="81225"/>
                  <a:pt x="126814" y="81225"/>
                </a:cubicBezTo>
                <a:cubicBezTo>
                  <a:pt x="134383" y="81225"/>
                  <a:pt x="138167" y="75028"/>
                  <a:pt x="138167" y="62633"/>
                </a:cubicBezTo>
                <a:close/>
                <a:moveTo>
                  <a:pt x="180536" y="92907"/>
                </a:moveTo>
                <a:lnTo>
                  <a:pt x="164631" y="92907"/>
                </a:lnTo>
                <a:lnTo>
                  <a:pt x="164631" y="8666"/>
                </a:lnTo>
                <a:lnTo>
                  <a:pt x="180536" y="8666"/>
                </a:lnTo>
                <a:lnTo>
                  <a:pt x="180536" y="92907"/>
                </a:lnTo>
                <a:close/>
                <a:moveTo>
                  <a:pt x="227965" y="92907"/>
                </a:moveTo>
                <a:cubicBezTo>
                  <a:pt x="227233" y="91481"/>
                  <a:pt x="226703" y="89708"/>
                  <a:pt x="226374" y="87587"/>
                </a:cubicBezTo>
                <a:cubicBezTo>
                  <a:pt x="222535" y="91865"/>
                  <a:pt x="217544" y="94004"/>
                  <a:pt x="211401" y="94004"/>
                </a:cubicBezTo>
                <a:cubicBezTo>
                  <a:pt x="205588" y="94004"/>
                  <a:pt x="200771" y="92320"/>
                  <a:pt x="196950" y="88952"/>
                </a:cubicBezTo>
                <a:cubicBezTo>
                  <a:pt x="193129" y="85582"/>
                  <a:pt x="191219" y="81334"/>
                  <a:pt x="191219" y="76209"/>
                </a:cubicBezTo>
                <a:cubicBezTo>
                  <a:pt x="191219" y="69911"/>
                  <a:pt x="193549" y="65078"/>
                  <a:pt x="198211" y="61709"/>
                </a:cubicBezTo>
                <a:cubicBezTo>
                  <a:pt x="202873" y="58340"/>
                  <a:pt x="209610" y="56637"/>
                  <a:pt x="218422" y="56600"/>
                </a:cubicBezTo>
                <a:lnTo>
                  <a:pt x="225716" y="56600"/>
                </a:lnTo>
                <a:lnTo>
                  <a:pt x="225716" y="53215"/>
                </a:lnTo>
                <a:cubicBezTo>
                  <a:pt x="225716" y="50484"/>
                  <a:pt x="225012" y="48300"/>
                  <a:pt x="223604" y="46663"/>
                </a:cubicBezTo>
                <a:cubicBezTo>
                  <a:pt x="222197" y="45024"/>
                  <a:pt x="219976" y="44205"/>
                  <a:pt x="216941" y="44205"/>
                </a:cubicBezTo>
                <a:cubicBezTo>
                  <a:pt x="214272" y="44205"/>
                  <a:pt x="212178" y="44840"/>
                  <a:pt x="210661" y="46111"/>
                </a:cubicBezTo>
                <a:cubicBezTo>
                  <a:pt x="209144" y="47380"/>
                  <a:pt x="208385" y="49122"/>
                  <a:pt x="208385" y="51335"/>
                </a:cubicBezTo>
                <a:lnTo>
                  <a:pt x="192535" y="51335"/>
                </a:lnTo>
                <a:cubicBezTo>
                  <a:pt x="192535" y="47908"/>
                  <a:pt x="193595" y="44737"/>
                  <a:pt x="195716" y="41821"/>
                </a:cubicBezTo>
                <a:cubicBezTo>
                  <a:pt x="197836" y="38904"/>
                  <a:pt x="200835" y="36616"/>
                  <a:pt x="204710" y="34957"/>
                </a:cubicBezTo>
                <a:cubicBezTo>
                  <a:pt x="208586" y="33298"/>
                  <a:pt x="212937" y="32468"/>
                  <a:pt x="217763" y="32468"/>
                </a:cubicBezTo>
                <a:cubicBezTo>
                  <a:pt x="225076" y="32468"/>
                  <a:pt x="230881" y="34306"/>
                  <a:pt x="235177" y="37980"/>
                </a:cubicBezTo>
                <a:cubicBezTo>
                  <a:pt x="239473" y="41655"/>
                  <a:pt x="241621" y="46819"/>
                  <a:pt x="241621" y="53474"/>
                </a:cubicBezTo>
                <a:lnTo>
                  <a:pt x="241621" y="79196"/>
                </a:lnTo>
                <a:cubicBezTo>
                  <a:pt x="241658" y="84827"/>
                  <a:pt x="242444" y="89086"/>
                  <a:pt x="243979" y="91975"/>
                </a:cubicBezTo>
                <a:lnTo>
                  <a:pt x="243979" y="92907"/>
                </a:lnTo>
                <a:lnTo>
                  <a:pt x="227965" y="92907"/>
                </a:lnTo>
                <a:moveTo>
                  <a:pt x="214857" y="81883"/>
                </a:moveTo>
                <a:cubicBezTo>
                  <a:pt x="217197" y="81883"/>
                  <a:pt x="219354" y="81361"/>
                  <a:pt x="221328" y="80315"/>
                </a:cubicBezTo>
                <a:cubicBezTo>
                  <a:pt x="223303" y="79270"/>
                  <a:pt x="224765" y="77866"/>
                  <a:pt x="225716" y="76104"/>
                </a:cubicBezTo>
                <a:lnTo>
                  <a:pt x="225716" y="65869"/>
                </a:lnTo>
                <a:lnTo>
                  <a:pt x="219793" y="65869"/>
                </a:lnTo>
                <a:cubicBezTo>
                  <a:pt x="211858" y="65869"/>
                  <a:pt x="207635" y="68620"/>
                  <a:pt x="207124" y="74123"/>
                </a:cubicBezTo>
                <a:lnTo>
                  <a:pt x="207069" y="75059"/>
                </a:lnTo>
                <a:cubicBezTo>
                  <a:pt x="207069" y="77040"/>
                  <a:pt x="207763" y="78673"/>
                  <a:pt x="209153" y="79957"/>
                </a:cubicBezTo>
                <a:cubicBezTo>
                  <a:pt x="210542" y="81241"/>
                  <a:pt x="212444" y="81883"/>
                  <a:pt x="214857" y="81883"/>
                </a:cubicBezTo>
                <a:close/>
                <a:moveTo>
                  <a:pt x="278452" y="81225"/>
                </a:moveTo>
                <a:cubicBezTo>
                  <a:pt x="281377" y="81225"/>
                  <a:pt x="283754" y="80421"/>
                  <a:pt x="285582" y="78812"/>
                </a:cubicBezTo>
                <a:cubicBezTo>
                  <a:pt x="287410" y="77203"/>
                  <a:pt x="288361" y="75064"/>
                  <a:pt x="288434" y="72395"/>
                </a:cubicBezTo>
                <a:lnTo>
                  <a:pt x="303297" y="72395"/>
                </a:lnTo>
                <a:cubicBezTo>
                  <a:pt x="303260" y="76417"/>
                  <a:pt x="302163" y="80101"/>
                  <a:pt x="300006" y="83447"/>
                </a:cubicBezTo>
                <a:cubicBezTo>
                  <a:pt x="297849" y="86792"/>
                  <a:pt x="294896" y="89388"/>
                  <a:pt x="291149" y="91235"/>
                </a:cubicBezTo>
                <a:cubicBezTo>
                  <a:pt x="287401" y="93081"/>
                  <a:pt x="283260" y="94004"/>
                  <a:pt x="278726" y="94004"/>
                </a:cubicBezTo>
                <a:cubicBezTo>
                  <a:pt x="270243" y="94004"/>
                  <a:pt x="263552" y="91308"/>
                  <a:pt x="258653" y="85915"/>
                </a:cubicBezTo>
                <a:cubicBezTo>
                  <a:pt x="253753" y="80522"/>
                  <a:pt x="251304" y="73072"/>
                  <a:pt x="251304" y="63565"/>
                </a:cubicBezTo>
                <a:lnTo>
                  <a:pt x="251304" y="62523"/>
                </a:lnTo>
                <a:cubicBezTo>
                  <a:pt x="251304" y="53382"/>
                  <a:pt x="253735" y="46088"/>
                  <a:pt x="258598" y="40640"/>
                </a:cubicBezTo>
                <a:cubicBezTo>
                  <a:pt x="263461" y="35192"/>
                  <a:pt x="270134" y="32468"/>
                  <a:pt x="278616" y="32468"/>
                </a:cubicBezTo>
                <a:cubicBezTo>
                  <a:pt x="286039" y="32468"/>
                  <a:pt x="291989" y="34580"/>
                  <a:pt x="296468" y="38803"/>
                </a:cubicBezTo>
                <a:cubicBezTo>
                  <a:pt x="300947" y="43026"/>
                  <a:pt x="303224" y="48647"/>
                  <a:pt x="303297" y="55668"/>
                </a:cubicBezTo>
                <a:lnTo>
                  <a:pt x="288434" y="55668"/>
                </a:lnTo>
                <a:cubicBezTo>
                  <a:pt x="288361" y="52596"/>
                  <a:pt x="287410" y="50101"/>
                  <a:pt x="285582" y="48181"/>
                </a:cubicBezTo>
                <a:cubicBezTo>
                  <a:pt x="283754" y="46262"/>
                  <a:pt x="281340" y="45302"/>
                  <a:pt x="278342" y="45302"/>
                </a:cubicBezTo>
                <a:cubicBezTo>
                  <a:pt x="274649" y="45302"/>
                  <a:pt x="271861" y="46646"/>
                  <a:pt x="269978" y="49333"/>
                </a:cubicBezTo>
                <a:cubicBezTo>
                  <a:pt x="268095" y="52020"/>
                  <a:pt x="267154" y="56381"/>
                  <a:pt x="267154" y="62414"/>
                </a:cubicBezTo>
                <a:lnTo>
                  <a:pt x="267154" y="64059"/>
                </a:lnTo>
                <a:cubicBezTo>
                  <a:pt x="267154" y="70165"/>
                  <a:pt x="268086" y="74553"/>
                  <a:pt x="269951" y="77222"/>
                </a:cubicBezTo>
                <a:cubicBezTo>
                  <a:pt x="271816" y="79891"/>
                  <a:pt x="274649" y="81225"/>
                  <a:pt x="278452" y="81225"/>
                </a:cubicBezTo>
                <a:close/>
                <a:moveTo>
                  <a:pt x="339635" y="94004"/>
                </a:moveTo>
                <a:cubicBezTo>
                  <a:pt x="330933" y="94004"/>
                  <a:pt x="323848" y="91335"/>
                  <a:pt x="318382" y="85997"/>
                </a:cubicBezTo>
                <a:cubicBezTo>
                  <a:pt x="312916" y="80659"/>
                  <a:pt x="310183" y="73547"/>
                  <a:pt x="310183" y="64662"/>
                </a:cubicBezTo>
                <a:lnTo>
                  <a:pt x="310183" y="63127"/>
                </a:lnTo>
                <a:cubicBezTo>
                  <a:pt x="310183" y="57167"/>
                  <a:pt x="311335" y="51838"/>
                  <a:pt x="313638" y="47139"/>
                </a:cubicBezTo>
                <a:cubicBezTo>
                  <a:pt x="315942" y="42441"/>
                  <a:pt x="319205" y="38821"/>
                  <a:pt x="323428" y="36280"/>
                </a:cubicBezTo>
                <a:cubicBezTo>
                  <a:pt x="327651" y="33739"/>
                  <a:pt x="332468" y="32468"/>
                  <a:pt x="337880" y="32468"/>
                </a:cubicBezTo>
                <a:cubicBezTo>
                  <a:pt x="345997" y="32468"/>
                  <a:pt x="352386" y="35028"/>
                  <a:pt x="357048" y="40146"/>
                </a:cubicBezTo>
                <a:cubicBezTo>
                  <a:pt x="361710" y="45265"/>
                  <a:pt x="364041" y="52523"/>
                  <a:pt x="364041" y="61920"/>
                </a:cubicBezTo>
                <a:lnTo>
                  <a:pt x="364041" y="68392"/>
                </a:lnTo>
                <a:lnTo>
                  <a:pt x="326252" y="68392"/>
                </a:lnTo>
                <a:cubicBezTo>
                  <a:pt x="326764" y="72267"/>
                  <a:pt x="328309" y="75375"/>
                  <a:pt x="330887" y="77715"/>
                </a:cubicBezTo>
                <a:cubicBezTo>
                  <a:pt x="333465" y="80055"/>
                  <a:pt x="336728" y="81225"/>
                  <a:pt x="340677" y="81225"/>
                </a:cubicBezTo>
                <a:cubicBezTo>
                  <a:pt x="346783" y="81225"/>
                  <a:pt x="351554" y="79013"/>
                  <a:pt x="354991" y="74589"/>
                </a:cubicBezTo>
                <a:lnTo>
                  <a:pt x="362779" y="83309"/>
                </a:lnTo>
                <a:cubicBezTo>
                  <a:pt x="360403" y="86673"/>
                  <a:pt x="357185" y="89297"/>
                  <a:pt x="353127" y="91180"/>
                </a:cubicBezTo>
                <a:cubicBezTo>
                  <a:pt x="349068" y="93063"/>
                  <a:pt x="344571" y="94004"/>
                  <a:pt x="339635" y="94004"/>
                </a:cubicBezTo>
                <a:moveTo>
                  <a:pt x="337825" y="45302"/>
                </a:moveTo>
                <a:cubicBezTo>
                  <a:pt x="334680" y="45302"/>
                  <a:pt x="332130" y="46362"/>
                  <a:pt x="330174" y="48483"/>
                </a:cubicBezTo>
                <a:cubicBezTo>
                  <a:pt x="328218" y="50604"/>
                  <a:pt x="326965" y="53638"/>
                  <a:pt x="326417" y="57587"/>
                </a:cubicBezTo>
                <a:lnTo>
                  <a:pt x="348465" y="57587"/>
                </a:lnTo>
                <a:lnTo>
                  <a:pt x="348465" y="56326"/>
                </a:lnTo>
                <a:cubicBezTo>
                  <a:pt x="348392" y="52816"/>
                  <a:pt x="347441" y="50101"/>
                  <a:pt x="345613" y="48181"/>
                </a:cubicBezTo>
                <a:cubicBezTo>
                  <a:pt x="343785" y="46262"/>
                  <a:pt x="341189" y="45302"/>
                  <a:pt x="337825" y="45302"/>
                </a:cubicBezTo>
                <a:close/>
                <a:moveTo>
                  <a:pt x="387873" y="33565"/>
                </a:moveTo>
                <a:lnTo>
                  <a:pt x="388367" y="40201"/>
                </a:lnTo>
                <a:cubicBezTo>
                  <a:pt x="392572" y="35046"/>
                  <a:pt x="398257" y="32468"/>
                  <a:pt x="405424" y="32468"/>
                </a:cubicBezTo>
                <a:cubicBezTo>
                  <a:pt x="413065" y="32468"/>
                  <a:pt x="418312" y="35485"/>
                  <a:pt x="421164" y="41518"/>
                </a:cubicBezTo>
                <a:cubicBezTo>
                  <a:pt x="425332" y="35485"/>
                  <a:pt x="431274" y="32468"/>
                  <a:pt x="438989" y="32468"/>
                </a:cubicBezTo>
                <a:cubicBezTo>
                  <a:pt x="445424" y="32468"/>
                  <a:pt x="450214" y="34342"/>
                  <a:pt x="453358" y="38090"/>
                </a:cubicBezTo>
                <a:cubicBezTo>
                  <a:pt x="456502" y="41838"/>
                  <a:pt x="458075" y="47477"/>
                  <a:pt x="458075" y="55009"/>
                </a:cubicBezTo>
                <a:lnTo>
                  <a:pt x="458075" y="92907"/>
                </a:lnTo>
                <a:lnTo>
                  <a:pt x="442170" y="92907"/>
                </a:lnTo>
                <a:lnTo>
                  <a:pt x="442170" y="55064"/>
                </a:lnTo>
                <a:cubicBezTo>
                  <a:pt x="442170" y="51700"/>
                  <a:pt x="441511" y="49242"/>
                  <a:pt x="440195" y="47688"/>
                </a:cubicBezTo>
                <a:cubicBezTo>
                  <a:pt x="438879" y="46134"/>
                  <a:pt x="436557" y="45357"/>
                  <a:pt x="433230" y="45357"/>
                </a:cubicBezTo>
                <a:cubicBezTo>
                  <a:pt x="428477" y="45357"/>
                  <a:pt x="425186" y="47624"/>
                  <a:pt x="423358" y="52158"/>
                </a:cubicBezTo>
                <a:lnTo>
                  <a:pt x="423413" y="92907"/>
                </a:lnTo>
                <a:lnTo>
                  <a:pt x="407562" y="92907"/>
                </a:lnTo>
                <a:lnTo>
                  <a:pt x="407562" y="55119"/>
                </a:lnTo>
                <a:cubicBezTo>
                  <a:pt x="407562" y="51682"/>
                  <a:pt x="406886" y="49196"/>
                  <a:pt x="405533" y="47660"/>
                </a:cubicBezTo>
                <a:cubicBezTo>
                  <a:pt x="404180" y="46125"/>
                  <a:pt x="401877" y="45357"/>
                  <a:pt x="398623" y="45357"/>
                </a:cubicBezTo>
                <a:cubicBezTo>
                  <a:pt x="394125" y="45357"/>
                  <a:pt x="390871" y="47221"/>
                  <a:pt x="388860" y="50951"/>
                </a:cubicBezTo>
                <a:lnTo>
                  <a:pt x="388860" y="92907"/>
                </a:lnTo>
                <a:lnTo>
                  <a:pt x="373010" y="92907"/>
                </a:lnTo>
                <a:lnTo>
                  <a:pt x="373010" y="33565"/>
                </a:lnTo>
                <a:lnTo>
                  <a:pt x="387873" y="33565"/>
                </a:lnTo>
                <a:close/>
                <a:moveTo>
                  <a:pt x="497523" y="94004"/>
                </a:moveTo>
                <a:cubicBezTo>
                  <a:pt x="488821" y="94004"/>
                  <a:pt x="481736" y="91335"/>
                  <a:pt x="476270" y="85997"/>
                </a:cubicBezTo>
                <a:cubicBezTo>
                  <a:pt x="470804" y="80659"/>
                  <a:pt x="468071" y="73547"/>
                  <a:pt x="468071" y="64662"/>
                </a:cubicBezTo>
                <a:lnTo>
                  <a:pt x="468071" y="63127"/>
                </a:lnTo>
                <a:cubicBezTo>
                  <a:pt x="468071" y="57167"/>
                  <a:pt x="469223" y="51838"/>
                  <a:pt x="471526" y="47139"/>
                </a:cubicBezTo>
                <a:cubicBezTo>
                  <a:pt x="473830" y="42441"/>
                  <a:pt x="477093" y="38821"/>
                  <a:pt x="481316" y="36280"/>
                </a:cubicBezTo>
                <a:cubicBezTo>
                  <a:pt x="485539" y="33739"/>
                  <a:pt x="490356" y="32468"/>
                  <a:pt x="495768" y="32468"/>
                </a:cubicBezTo>
                <a:cubicBezTo>
                  <a:pt x="503885" y="32468"/>
                  <a:pt x="510274" y="35028"/>
                  <a:pt x="514936" y="40146"/>
                </a:cubicBezTo>
                <a:cubicBezTo>
                  <a:pt x="519598" y="45265"/>
                  <a:pt x="521929" y="52523"/>
                  <a:pt x="521929" y="61920"/>
                </a:cubicBezTo>
                <a:lnTo>
                  <a:pt x="521929" y="68392"/>
                </a:lnTo>
                <a:lnTo>
                  <a:pt x="484140" y="68392"/>
                </a:lnTo>
                <a:cubicBezTo>
                  <a:pt x="484652" y="72267"/>
                  <a:pt x="486197" y="75375"/>
                  <a:pt x="488775" y="77715"/>
                </a:cubicBezTo>
                <a:cubicBezTo>
                  <a:pt x="491353" y="80055"/>
                  <a:pt x="494616" y="81225"/>
                  <a:pt x="498565" y="81225"/>
                </a:cubicBezTo>
                <a:cubicBezTo>
                  <a:pt x="504671" y="81225"/>
                  <a:pt x="509442" y="79013"/>
                  <a:pt x="512879" y="74589"/>
                </a:cubicBezTo>
                <a:lnTo>
                  <a:pt x="520667" y="83309"/>
                </a:lnTo>
                <a:cubicBezTo>
                  <a:pt x="518291" y="86673"/>
                  <a:pt x="515073" y="89297"/>
                  <a:pt x="511015" y="91180"/>
                </a:cubicBezTo>
                <a:cubicBezTo>
                  <a:pt x="506956" y="93063"/>
                  <a:pt x="502459" y="94004"/>
                  <a:pt x="497523" y="94004"/>
                </a:cubicBezTo>
                <a:moveTo>
                  <a:pt x="495713" y="45302"/>
                </a:moveTo>
                <a:cubicBezTo>
                  <a:pt x="492568" y="45302"/>
                  <a:pt x="490018" y="46362"/>
                  <a:pt x="488062" y="48483"/>
                </a:cubicBezTo>
                <a:cubicBezTo>
                  <a:pt x="486106" y="50604"/>
                  <a:pt x="484853" y="53638"/>
                  <a:pt x="484305" y="57587"/>
                </a:cubicBezTo>
                <a:lnTo>
                  <a:pt x="506353" y="57587"/>
                </a:lnTo>
                <a:lnTo>
                  <a:pt x="506353" y="56326"/>
                </a:lnTo>
                <a:cubicBezTo>
                  <a:pt x="506280" y="52816"/>
                  <a:pt x="505329" y="50101"/>
                  <a:pt x="503501" y="48181"/>
                </a:cubicBezTo>
                <a:cubicBezTo>
                  <a:pt x="501673" y="46262"/>
                  <a:pt x="499077" y="45302"/>
                  <a:pt x="495713" y="45302"/>
                </a:cubicBezTo>
                <a:close/>
                <a:moveTo>
                  <a:pt x="545487" y="33565"/>
                </a:moveTo>
                <a:lnTo>
                  <a:pt x="545981" y="40421"/>
                </a:lnTo>
                <a:cubicBezTo>
                  <a:pt x="550222" y="35119"/>
                  <a:pt x="555907" y="32468"/>
                  <a:pt x="563037" y="32468"/>
                </a:cubicBezTo>
                <a:cubicBezTo>
                  <a:pt x="569326" y="32468"/>
                  <a:pt x="574006" y="34315"/>
                  <a:pt x="577078" y="38008"/>
                </a:cubicBezTo>
                <a:cubicBezTo>
                  <a:pt x="580149" y="41700"/>
                  <a:pt x="581721" y="47221"/>
                  <a:pt x="581794" y="54571"/>
                </a:cubicBezTo>
                <a:lnTo>
                  <a:pt x="581794" y="92907"/>
                </a:lnTo>
                <a:lnTo>
                  <a:pt x="565944" y="92907"/>
                </a:lnTo>
                <a:lnTo>
                  <a:pt x="565944" y="54955"/>
                </a:lnTo>
                <a:cubicBezTo>
                  <a:pt x="565944" y="51591"/>
                  <a:pt x="565213" y="49150"/>
                  <a:pt x="563750" y="47633"/>
                </a:cubicBezTo>
                <a:cubicBezTo>
                  <a:pt x="562288" y="46115"/>
                  <a:pt x="559856" y="45357"/>
                  <a:pt x="556456" y="45357"/>
                </a:cubicBezTo>
                <a:cubicBezTo>
                  <a:pt x="551995" y="45357"/>
                  <a:pt x="548650" y="47258"/>
                  <a:pt x="546419" y="51061"/>
                </a:cubicBezTo>
                <a:lnTo>
                  <a:pt x="546419" y="92907"/>
                </a:lnTo>
                <a:lnTo>
                  <a:pt x="530569" y="92907"/>
                </a:lnTo>
                <a:lnTo>
                  <a:pt x="530569" y="33565"/>
                </a:lnTo>
                <a:lnTo>
                  <a:pt x="545487" y="33565"/>
                </a:lnTo>
                <a:close/>
                <a:moveTo>
                  <a:pt x="612756" y="18976"/>
                </a:moveTo>
                <a:lnTo>
                  <a:pt x="612756" y="33565"/>
                </a:lnTo>
                <a:lnTo>
                  <a:pt x="622902" y="33565"/>
                </a:lnTo>
                <a:lnTo>
                  <a:pt x="622902" y="45192"/>
                </a:lnTo>
                <a:lnTo>
                  <a:pt x="612756" y="45192"/>
                </a:lnTo>
                <a:lnTo>
                  <a:pt x="612756" y="74809"/>
                </a:lnTo>
                <a:cubicBezTo>
                  <a:pt x="612756" y="77002"/>
                  <a:pt x="613176" y="78575"/>
                  <a:pt x="614017" y="79525"/>
                </a:cubicBezTo>
                <a:cubicBezTo>
                  <a:pt x="614858" y="80476"/>
                  <a:pt x="616467" y="80951"/>
                  <a:pt x="618843" y="80951"/>
                </a:cubicBezTo>
                <a:cubicBezTo>
                  <a:pt x="620598" y="80951"/>
                  <a:pt x="622152" y="80823"/>
                  <a:pt x="623505" y="80567"/>
                </a:cubicBezTo>
                <a:lnTo>
                  <a:pt x="623505" y="92578"/>
                </a:lnTo>
                <a:cubicBezTo>
                  <a:pt x="620397" y="93529"/>
                  <a:pt x="617198" y="94004"/>
                  <a:pt x="613907" y="94004"/>
                </a:cubicBezTo>
                <a:cubicBezTo>
                  <a:pt x="602792" y="94004"/>
                  <a:pt x="597125" y="88392"/>
                  <a:pt x="596905" y="77167"/>
                </a:cubicBezTo>
                <a:lnTo>
                  <a:pt x="596905" y="45192"/>
                </a:lnTo>
                <a:lnTo>
                  <a:pt x="588240" y="45192"/>
                </a:lnTo>
                <a:lnTo>
                  <a:pt x="588240" y="33565"/>
                </a:lnTo>
                <a:lnTo>
                  <a:pt x="596905" y="33565"/>
                </a:lnTo>
                <a:lnTo>
                  <a:pt x="596905" y="18976"/>
                </a:lnTo>
                <a:lnTo>
                  <a:pt x="612756" y="18976"/>
                </a:lnTo>
                <a:close/>
                <a:moveTo>
                  <a:pt x="694063" y="92907"/>
                </a:moveTo>
                <a:cubicBezTo>
                  <a:pt x="693332" y="91481"/>
                  <a:pt x="692802" y="89708"/>
                  <a:pt x="692473" y="87587"/>
                </a:cubicBezTo>
                <a:cubicBezTo>
                  <a:pt x="688634" y="91865"/>
                  <a:pt x="683643" y="94004"/>
                  <a:pt x="677500" y="94004"/>
                </a:cubicBezTo>
                <a:cubicBezTo>
                  <a:pt x="671687" y="94004"/>
                  <a:pt x="666869" y="92320"/>
                  <a:pt x="663049" y="88952"/>
                </a:cubicBezTo>
                <a:cubicBezTo>
                  <a:pt x="659228" y="85582"/>
                  <a:pt x="657317" y="81334"/>
                  <a:pt x="657317" y="76209"/>
                </a:cubicBezTo>
                <a:cubicBezTo>
                  <a:pt x="657317" y="69911"/>
                  <a:pt x="659648" y="65078"/>
                  <a:pt x="664310" y="61709"/>
                </a:cubicBezTo>
                <a:cubicBezTo>
                  <a:pt x="668972" y="58340"/>
                  <a:pt x="675709" y="56637"/>
                  <a:pt x="684520" y="56600"/>
                </a:cubicBezTo>
                <a:lnTo>
                  <a:pt x="691815" y="56600"/>
                </a:lnTo>
                <a:lnTo>
                  <a:pt x="691815" y="53215"/>
                </a:lnTo>
                <a:cubicBezTo>
                  <a:pt x="691815" y="50484"/>
                  <a:pt x="691111" y="48300"/>
                  <a:pt x="689703" y="46663"/>
                </a:cubicBezTo>
                <a:cubicBezTo>
                  <a:pt x="688296" y="45024"/>
                  <a:pt x="686074" y="44205"/>
                  <a:pt x="683040" y="44205"/>
                </a:cubicBezTo>
                <a:cubicBezTo>
                  <a:pt x="680370" y="44205"/>
                  <a:pt x="678277" y="44840"/>
                  <a:pt x="676760" y="46111"/>
                </a:cubicBezTo>
                <a:cubicBezTo>
                  <a:pt x="675242" y="47380"/>
                  <a:pt x="674484" y="49122"/>
                  <a:pt x="674484" y="51335"/>
                </a:cubicBezTo>
                <a:lnTo>
                  <a:pt x="658634" y="51335"/>
                </a:lnTo>
                <a:cubicBezTo>
                  <a:pt x="658634" y="47908"/>
                  <a:pt x="659694" y="44737"/>
                  <a:pt x="661815" y="41821"/>
                </a:cubicBezTo>
                <a:cubicBezTo>
                  <a:pt x="663935" y="38904"/>
                  <a:pt x="666933" y="36616"/>
                  <a:pt x="670809" y="34957"/>
                </a:cubicBezTo>
                <a:cubicBezTo>
                  <a:pt x="674685" y="33298"/>
                  <a:pt x="679036" y="32468"/>
                  <a:pt x="683862" y="32468"/>
                </a:cubicBezTo>
                <a:cubicBezTo>
                  <a:pt x="691175" y="32468"/>
                  <a:pt x="696979" y="34306"/>
                  <a:pt x="701275" y="37980"/>
                </a:cubicBezTo>
                <a:cubicBezTo>
                  <a:pt x="705572" y="41655"/>
                  <a:pt x="707720" y="46819"/>
                  <a:pt x="707720" y="53474"/>
                </a:cubicBezTo>
                <a:lnTo>
                  <a:pt x="707720" y="79196"/>
                </a:lnTo>
                <a:cubicBezTo>
                  <a:pt x="707756" y="84827"/>
                  <a:pt x="708542" y="89086"/>
                  <a:pt x="710078" y="91975"/>
                </a:cubicBezTo>
                <a:lnTo>
                  <a:pt x="710078" y="92907"/>
                </a:lnTo>
                <a:lnTo>
                  <a:pt x="694063" y="92907"/>
                </a:lnTo>
                <a:moveTo>
                  <a:pt x="680955" y="81883"/>
                </a:moveTo>
                <a:cubicBezTo>
                  <a:pt x="683295" y="81883"/>
                  <a:pt x="685453" y="81361"/>
                  <a:pt x="687427" y="80315"/>
                </a:cubicBezTo>
                <a:cubicBezTo>
                  <a:pt x="689402" y="79270"/>
                  <a:pt x="690864" y="77866"/>
                  <a:pt x="691815" y="76104"/>
                </a:cubicBezTo>
                <a:lnTo>
                  <a:pt x="691815" y="65869"/>
                </a:lnTo>
                <a:lnTo>
                  <a:pt x="685891" y="65869"/>
                </a:lnTo>
                <a:cubicBezTo>
                  <a:pt x="677957" y="65869"/>
                  <a:pt x="673734" y="68620"/>
                  <a:pt x="673222" y="74123"/>
                </a:cubicBezTo>
                <a:lnTo>
                  <a:pt x="673167" y="75059"/>
                </a:lnTo>
                <a:cubicBezTo>
                  <a:pt x="673167" y="77040"/>
                  <a:pt x="673862" y="78673"/>
                  <a:pt x="675252" y="79957"/>
                </a:cubicBezTo>
                <a:cubicBezTo>
                  <a:pt x="676641" y="81241"/>
                  <a:pt x="678542" y="81883"/>
                  <a:pt x="680955" y="81883"/>
                </a:cubicBezTo>
                <a:close/>
                <a:moveTo>
                  <a:pt x="734459" y="33565"/>
                </a:moveTo>
                <a:lnTo>
                  <a:pt x="734953" y="40421"/>
                </a:lnTo>
                <a:cubicBezTo>
                  <a:pt x="739194" y="35119"/>
                  <a:pt x="744880" y="32468"/>
                  <a:pt x="752009" y="32468"/>
                </a:cubicBezTo>
                <a:cubicBezTo>
                  <a:pt x="758298" y="32468"/>
                  <a:pt x="762978" y="34315"/>
                  <a:pt x="766050" y="38008"/>
                </a:cubicBezTo>
                <a:cubicBezTo>
                  <a:pt x="769121" y="41700"/>
                  <a:pt x="770693" y="47221"/>
                  <a:pt x="770766" y="54571"/>
                </a:cubicBezTo>
                <a:lnTo>
                  <a:pt x="770766" y="92907"/>
                </a:lnTo>
                <a:lnTo>
                  <a:pt x="754916" y="92907"/>
                </a:lnTo>
                <a:lnTo>
                  <a:pt x="754916" y="54955"/>
                </a:lnTo>
                <a:cubicBezTo>
                  <a:pt x="754916" y="51591"/>
                  <a:pt x="754185" y="49150"/>
                  <a:pt x="752722" y="47633"/>
                </a:cubicBezTo>
                <a:cubicBezTo>
                  <a:pt x="751260" y="46115"/>
                  <a:pt x="748828" y="45357"/>
                  <a:pt x="745428" y="45357"/>
                </a:cubicBezTo>
                <a:cubicBezTo>
                  <a:pt x="740967" y="45357"/>
                  <a:pt x="737622" y="47258"/>
                  <a:pt x="735391" y="51061"/>
                </a:cubicBezTo>
                <a:lnTo>
                  <a:pt x="735391" y="92907"/>
                </a:lnTo>
                <a:lnTo>
                  <a:pt x="719541" y="92907"/>
                </a:lnTo>
                <a:lnTo>
                  <a:pt x="719541" y="33565"/>
                </a:lnTo>
                <a:lnTo>
                  <a:pt x="734459" y="33565"/>
                </a:lnTo>
                <a:close/>
                <a:moveTo>
                  <a:pt x="805347" y="51280"/>
                </a:moveTo>
                <a:lnTo>
                  <a:pt x="815329" y="33565"/>
                </a:lnTo>
                <a:lnTo>
                  <a:pt x="832276" y="33565"/>
                </a:lnTo>
                <a:lnTo>
                  <a:pt x="815384" y="62633"/>
                </a:lnTo>
                <a:lnTo>
                  <a:pt x="832989" y="92907"/>
                </a:lnTo>
                <a:lnTo>
                  <a:pt x="815987" y="92907"/>
                </a:lnTo>
                <a:lnTo>
                  <a:pt x="805402" y="74260"/>
                </a:lnTo>
                <a:lnTo>
                  <a:pt x="794872" y="92907"/>
                </a:lnTo>
                <a:lnTo>
                  <a:pt x="777815" y="92907"/>
                </a:lnTo>
                <a:lnTo>
                  <a:pt x="795421" y="62633"/>
                </a:lnTo>
                <a:lnTo>
                  <a:pt x="778583" y="33565"/>
                </a:lnTo>
                <a:lnTo>
                  <a:pt x="795585" y="33565"/>
                </a:lnTo>
                <a:lnTo>
                  <a:pt x="805347" y="51280"/>
                </a:lnTo>
                <a:close/>
                <a:moveTo>
                  <a:pt x="856604" y="92907"/>
                </a:moveTo>
                <a:lnTo>
                  <a:pt x="840699" y="92907"/>
                </a:lnTo>
                <a:lnTo>
                  <a:pt x="840699" y="33565"/>
                </a:lnTo>
                <a:lnTo>
                  <a:pt x="856604" y="33565"/>
                </a:lnTo>
                <a:lnTo>
                  <a:pt x="856604" y="92907"/>
                </a:lnTo>
                <a:moveTo>
                  <a:pt x="839767" y="18209"/>
                </a:moveTo>
                <a:cubicBezTo>
                  <a:pt x="839767" y="15832"/>
                  <a:pt x="840562" y="13876"/>
                  <a:pt x="842152" y="12340"/>
                </a:cubicBezTo>
                <a:cubicBezTo>
                  <a:pt x="843743" y="10804"/>
                  <a:pt x="845909" y="10037"/>
                  <a:pt x="848651" y="10037"/>
                </a:cubicBezTo>
                <a:cubicBezTo>
                  <a:pt x="851357" y="10037"/>
                  <a:pt x="853514" y="10804"/>
                  <a:pt x="855123" y="12340"/>
                </a:cubicBezTo>
                <a:cubicBezTo>
                  <a:pt x="856732" y="13876"/>
                  <a:pt x="857536" y="15832"/>
                  <a:pt x="857536" y="18209"/>
                </a:cubicBezTo>
                <a:cubicBezTo>
                  <a:pt x="857536" y="20622"/>
                  <a:pt x="856723" y="22596"/>
                  <a:pt x="855096" y="24132"/>
                </a:cubicBezTo>
                <a:cubicBezTo>
                  <a:pt x="853469" y="25667"/>
                  <a:pt x="851321" y="26435"/>
                  <a:pt x="848651" y="26435"/>
                </a:cubicBezTo>
                <a:cubicBezTo>
                  <a:pt x="845982" y="26435"/>
                  <a:pt x="843834" y="25667"/>
                  <a:pt x="842207" y="24132"/>
                </a:cubicBezTo>
                <a:cubicBezTo>
                  <a:pt x="840580" y="22596"/>
                  <a:pt x="839767" y="20622"/>
                  <a:pt x="839767" y="18209"/>
                </a:cubicBezTo>
                <a:close/>
                <a:moveTo>
                  <a:pt x="896957" y="94004"/>
                </a:moveTo>
                <a:cubicBezTo>
                  <a:pt x="888255" y="94004"/>
                  <a:pt x="881171" y="91335"/>
                  <a:pt x="875705" y="85997"/>
                </a:cubicBezTo>
                <a:cubicBezTo>
                  <a:pt x="870239" y="80659"/>
                  <a:pt x="867506" y="73547"/>
                  <a:pt x="867506" y="64662"/>
                </a:cubicBezTo>
                <a:lnTo>
                  <a:pt x="867506" y="63127"/>
                </a:lnTo>
                <a:cubicBezTo>
                  <a:pt x="867506" y="57167"/>
                  <a:pt x="868657" y="51838"/>
                  <a:pt x="870961" y="47139"/>
                </a:cubicBezTo>
                <a:cubicBezTo>
                  <a:pt x="873264" y="42441"/>
                  <a:pt x="876528" y="38821"/>
                  <a:pt x="880751" y="36280"/>
                </a:cubicBezTo>
                <a:cubicBezTo>
                  <a:pt x="884974" y="33739"/>
                  <a:pt x="889791" y="32468"/>
                  <a:pt x="895202" y="32468"/>
                </a:cubicBezTo>
                <a:cubicBezTo>
                  <a:pt x="903319" y="32468"/>
                  <a:pt x="909709" y="35028"/>
                  <a:pt x="914371" y="40146"/>
                </a:cubicBezTo>
                <a:cubicBezTo>
                  <a:pt x="919033" y="45265"/>
                  <a:pt x="921363" y="52523"/>
                  <a:pt x="921363" y="61920"/>
                </a:cubicBezTo>
                <a:lnTo>
                  <a:pt x="921363" y="68392"/>
                </a:lnTo>
                <a:lnTo>
                  <a:pt x="883575" y="68392"/>
                </a:lnTo>
                <a:cubicBezTo>
                  <a:pt x="884087" y="72267"/>
                  <a:pt x="885632" y="75375"/>
                  <a:pt x="888210" y="77715"/>
                </a:cubicBezTo>
                <a:cubicBezTo>
                  <a:pt x="890787" y="80055"/>
                  <a:pt x="894051" y="81225"/>
                  <a:pt x="897999" y="81225"/>
                </a:cubicBezTo>
                <a:cubicBezTo>
                  <a:pt x="904106" y="81225"/>
                  <a:pt x="908877" y="79013"/>
                  <a:pt x="912314" y="74589"/>
                </a:cubicBezTo>
                <a:lnTo>
                  <a:pt x="920102" y="83309"/>
                </a:lnTo>
                <a:cubicBezTo>
                  <a:pt x="917725" y="86673"/>
                  <a:pt x="914508" y="89297"/>
                  <a:pt x="910449" y="91180"/>
                </a:cubicBezTo>
                <a:cubicBezTo>
                  <a:pt x="906391" y="93063"/>
                  <a:pt x="901893" y="94004"/>
                  <a:pt x="896957" y="94004"/>
                </a:cubicBezTo>
                <a:moveTo>
                  <a:pt x="895148" y="45302"/>
                </a:moveTo>
                <a:cubicBezTo>
                  <a:pt x="892003" y="45302"/>
                  <a:pt x="889453" y="46362"/>
                  <a:pt x="887497" y="48483"/>
                </a:cubicBezTo>
                <a:cubicBezTo>
                  <a:pt x="885541" y="50604"/>
                  <a:pt x="884288" y="53638"/>
                  <a:pt x="883740" y="57587"/>
                </a:cubicBezTo>
                <a:lnTo>
                  <a:pt x="905787" y="57587"/>
                </a:lnTo>
                <a:lnTo>
                  <a:pt x="905787" y="56326"/>
                </a:lnTo>
                <a:cubicBezTo>
                  <a:pt x="905714" y="52816"/>
                  <a:pt x="904764" y="50101"/>
                  <a:pt x="902936" y="48181"/>
                </a:cubicBezTo>
                <a:cubicBezTo>
                  <a:pt x="901107" y="46262"/>
                  <a:pt x="898511" y="45302"/>
                  <a:pt x="895148" y="45302"/>
                </a:cubicBezTo>
                <a:close/>
                <a:moveTo>
                  <a:pt x="949309" y="18976"/>
                </a:moveTo>
                <a:lnTo>
                  <a:pt x="949309" y="33565"/>
                </a:lnTo>
                <a:lnTo>
                  <a:pt x="959456" y="33565"/>
                </a:lnTo>
                <a:lnTo>
                  <a:pt x="959456" y="45192"/>
                </a:lnTo>
                <a:lnTo>
                  <a:pt x="949309" y="45192"/>
                </a:lnTo>
                <a:lnTo>
                  <a:pt x="949309" y="74809"/>
                </a:lnTo>
                <a:cubicBezTo>
                  <a:pt x="949309" y="77002"/>
                  <a:pt x="949730" y="78575"/>
                  <a:pt x="950571" y="79525"/>
                </a:cubicBezTo>
                <a:cubicBezTo>
                  <a:pt x="951412" y="80476"/>
                  <a:pt x="953020" y="80951"/>
                  <a:pt x="955397" y="80951"/>
                </a:cubicBezTo>
                <a:cubicBezTo>
                  <a:pt x="957152" y="80951"/>
                  <a:pt x="958706" y="80823"/>
                  <a:pt x="960059" y="80567"/>
                </a:cubicBezTo>
                <a:lnTo>
                  <a:pt x="960059" y="92578"/>
                </a:lnTo>
                <a:cubicBezTo>
                  <a:pt x="956951" y="93529"/>
                  <a:pt x="953752" y="94004"/>
                  <a:pt x="950461" y="94004"/>
                </a:cubicBezTo>
                <a:cubicBezTo>
                  <a:pt x="939346" y="94004"/>
                  <a:pt x="933679" y="88392"/>
                  <a:pt x="933459" y="77167"/>
                </a:cubicBezTo>
                <a:lnTo>
                  <a:pt x="933459" y="45192"/>
                </a:lnTo>
                <a:lnTo>
                  <a:pt x="924794" y="45192"/>
                </a:lnTo>
                <a:lnTo>
                  <a:pt x="924794" y="33565"/>
                </a:lnTo>
                <a:lnTo>
                  <a:pt x="933459" y="33565"/>
                </a:lnTo>
                <a:lnTo>
                  <a:pt x="933459" y="18976"/>
                </a:lnTo>
                <a:lnTo>
                  <a:pt x="949309" y="18976"/>
                </a:lnTo>
                <a:close/>
                <a:moveTo>
                  <a:pt x="990427" y="70500"/>
                </a:moveTo>
                <a:lnTo>
                  <a:pt x="1001396" y="33565"/>
                </a:lnTo>
                <a:lnTo>
                  <a:pt x="1018398" y="33565"/>
                </a:lnTo>
                <a:lnTo>
                  <a:pt x="994541" y="102166"/>
                </a:lnTo>
                <a:lnTo>
                  <a:pt x="993224" y="105295"/>
                </a:lnTo>
                <a:cubicBezTo>
                  <a:pt x="989678" y="113051"/>
                  <a:pt x="983828" y="116929"/>
                  <a:pt x="975674" y="116929"/>
                </a:cubicBezTo>
                <a:cubicBezTo>
                  <a:pt x="973371" y="116929"/>
                  <a:pt x="971031" y="116582"/>
                  <a:pt x="968654" y="115887"/>
                </a:cubicBezTo>
                <a:lnTo>
                  <a:pt x="968654" y="103876"/>
                </a:lnTo>
                <a:lnTo>
                  <a:pt x="971067" y="103931"/>
                </a:lnTo>
                <a:cubicBezTo>
                  <a:pt x="974065" y="103931"/>
                  <a:pt x="976305" y="103474"/>
                  <a:pt x="977786" y="102558"/>
                </a:cubicBezTo>
                <a:cubicBezTo>
                  <a:pt x="979266" y="101644"/>
                  <a:pt x="980427" y="100126"/>
                  <a:pt x="981268" y="98003"/>
                </a:cubicBezTo>
                <a:lnTo>
                  <a:pt x="983133" y="93118"/>
                </a:lnTo>
                <a:lnTo>
                  <a:pt x="962347" y="33565"/>
                </a:lnTo>
                <a:lnTo>
                  <a:pt x="979404" y="33565"/>
                </a:lnTo>
                <a:lnTo>
                  <a:pt x="990427" y="70500"/>
                </a:lnTo>
                <a:close/>
                <a:moveTo>
                  <a:pt x="1019253" y="0"/>
                </a:moveTo>
                <a:lnTo>
                  <a:pt x="1042946" y="0"/>
                </a:lnTo>
                <a:lnTo>
                  <a:pt x="1042946" y="111555"/>
                </a:lnTo>
                <a:lnTo>
                  <a:pt x="1019253" y="111555"/>
                </a:lnTo>
                <a:lnTo>
                  <a:pt x="1019253" y="99324"/>
                </a:lnTo>
                <a:lnTo>
                  <a:pt x="1027095" y="99324"/>
                </a:lnTo>
                <a:lnTo>
                  <a:pt x="1027095" y="12230"/>
                </a:lnTo>
                <a:lnTo>
                  <a:pt x="1019253" y="12230"/>
                </a:lnTo>
                <a:lnTo>
                  <a:pt x="1019253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1F9B6C-FCC4-4ACB-BCF2-CA7AB8E8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528" y="1300047"/>
            <a:ext cx="14848" cy="171125"/>
          </a:xfrm>
          <a:custGeom xmlns:a="http://schemas.openxmlformats.org/drawingml/2006/main">
            <a:pathLst>
              <a:path w="14848" h="171125">
                <a:moveTo>
                  <a:pt x="14848" y="0"/>
                </a:moveTo>
                <a:lnTo>
                  <a:pt x="14848" y="89089"/>
                </a:lnTo>
                <a:lnTo>
                  <a:pt x="0" y="89089"/>
                </a:lnTo>
                <a:lnTo>
                  <a:pt x="0" y="0"/>
                </a:lnTo>
                <a:moveTo>
                  <a:pt x="14848" y="103937"/>
                </a:moveTo>
                <a:lnTo>
                  <a:pt x="14848" y="171125"/>
                </a:lnTo>
                <a:lnTo>
                  <a:pt x="0" y="171125"/>
                </a:lnTo>
                <a:lnTo>
                  <a:pt x="0" y="10393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AE421A-88D1-43DC-9D9B-DEBEED07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80" y="1441475"/>
            <a:ext cx="44544" cy="29696"/>
          </a:xfrm>
          <a:custGeom xmlns:a="http://schemas.openxmlformats.org/drawingml/2006/main">
            <a:pathLst>
              <a:path w="44544" h="29696" fill="none">
                <a:moveTo>
                  <a:pt x="44544" y="0"/>
                </a:moveTo>
                <a:lnTo>
                  <a:pt x="22272" y="296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848" cap="rnd">
            <a:solidFill>
              <a:srgbClr val="000000"/>
            </a:solidFill>
            <a:round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1BAADE-840D-4436-90A2-D05547CB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001" y="2896238"/>
            <a:ext cx="2319252" cy="645357"/>
          </a:xfrm>
          <a:custGeom xmlns:a="http://schemas.openxmlformats.org/drawingml/2006/main">
            <a:pathLst>
              <a:path w="2319252" h="645357">
                <a:moveTo>
                  <a:pt x="0" y="0"/>
                </a:moveTo>
                <a:lnTo>
                  <a:pt x="2319252" y="0"/>
                </a:lnTo>
                <a:lnTo>
                  <a:pt x="2319252" y="645357"/>
                </a:lnTo>
                <a:lnTo>
                  <a:pt x="0" y="64535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CE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780DB0-4BDF-4891-9DA0-33DF950E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941" y="2660985"/>
            <a:ext cx="14877" cy="153437"/>
          </a:xfrm>
          <a:custGeom xmlns:a="http://schemas.openxmlformats.org/drawingml/2006/main">
            <a:pathLst>
              <a:path w="14877" h="153437">
                <a:moveTo>
                  <a:pt x="14877" y="0"/>
                </a:moveTo>
                <a:lnTo>
                  <a:pt x="14877" y="89263"/>
                </a:lnTo>
                <a:lnTo>
                  <a:pt x="0" y="89263"/>
                </a:lnTo>
                <a:lnTo>
                  <a:pt x="0" y="0"/>
                </a:lnTo>
                <a:moveTo>
                  <a:pt x="14877" y="104140"/>
                </a:moveTo>
                <a:lnTo>
                  <a:pt x="14877" y="153437"/>
                </a:lnTo>
                <a:lnTo>
                  <a:pt x="0" y="153437"/>
                </a:lnTo>
                <a:lnTo>
                  <a:pt x="0" y="1041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085CB5-1ACA-4ED4-B125-15D72962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64" y="2784667"/>
            <a:ext cx="44631" cy="29754"/>
          </a:xfrm>
          <a:custGeom xmlns:a="http://schemas.openxmlformats.org/drawingml/2006/main">
            <a:pathLst>
              <a:path w="44631" h="29754" fill="none">
                <a:moveTo>
                  <a:pt x="44631" y="0"/>
                </a:moveTo>
                <a:lnTo>
                  <a:pt x="22316" y="2975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877" cap="rnd">
            <a:solidFill>
              <a:srgbClr val="000000"/>
            </a:solidFill>
            <a:round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76F486-FC7A-4C24-AF05-5DC5AA84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333" y="3100852"/>
            <a:ext cx="14877" cy="190723"/>
          </a:xfrm>
          <a:custGeom xmlns:a="http://schemas.openxmlformats.org/drawingml/2006/main">
            <a:pathLst>
              <a:path w="14877" h="190723">
                <a:moveTo>
                  <a:pt x="14877" y="0"/>
                </a:moveTo>
                <a:lnTo>
                  <a:pt x="14877" y="89263"/>
                </a:lnTo>
                <a:lnTo>
                  <a:pt x="0" y="89263"/>
                </a:lnTo>
                <a:lnTo>
                  <a:pt x="0" y="0"/>
                </a:lnTo>
                <a:moveTo>
                  <a:pt x="14877" y="104140"/>
                </a:moveTo>
                <a:lnTo>
                  <a:pt x="14877" y="190723"/>
                </a:lnTo>
                <a:lnTo>
                  <a:pt x="0" y="190723"/>
                </a:lnTo>
                <a:lnTo>
                  <a:pt x="0" y="1041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0F46BF-6A3F-487C-A1E7-D93FDDDD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456" y="3261821"/>
            <a:ext cx="44631" cy="29754"/>
          </a:xfrm>
          <a:custGeom xmlns:a="http://schemas.openxmlformats.org/drawingml/2006/main">
            <a:pathLst>
              <a:path w="44631" h="29754" fill="none">
                <a:moveTo>
                  <a:pt x="44631" y="0"/>
                </a:moveTo>
                <a:lnTo>
                  <a:pt x="22316" y="2975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877" cap="rnd">
            <a:solidFill>
              <a:srgbClr val="000000"/>
            </a:solidFill>
            <a:round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1600DB-1D51-4BF6-B111-0A2C305B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0201" y="3541628"/>
            <a:ext cx="14592" cy="171294"/>
          </a:xfrm>
          <a:custGeom xmlns:a="http://schemas.openxmlformats.org/drawingml/2006/main">
            <a:pathLst>
              <a:path w="14592" h="171294">
                <a:moveTo>
                  <a:pt x="14592" y="0"/>
                </a:moveTo>
                <a:lnTo>
                  <a:pt x="14592" y="87553"/>
                </a:lnTo>
                <a:lnTo>
                  <a:pt x="0" y="87553"/>
                </a:lnTo>
                <a:lnTo>
                  <a:pt x="0" y="0"/>
                </a:lnTo>
                <a:moveTo>
                  <a:pt x="14592" y="102145"/>
                </a:moveTo>
                <a:lnTo>
                  <a:pt x="14592" y="171294"/>
                </a:lnTo>
                <a:lnTo>
                  <a:pt x="0" y="171294"/>
                </a:lnTo>
                <a:lnTo>
                  <a:pt x="0" y="10214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85A696-8F8A-44C3-813C-F2A4004D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609" y="3683737"/>
            <a:ext cx="43776" cy="29184"/>
          </a:xfrm>
          <a:custGeom xmlns:a="http://schemas.openxmlformats.org/drawingml/2006/main">
            <a:pathLst>
              <a:path w="43776" h="29184" fill="none">
                <a:moveTo>
                  <a:pt x="43776" y="0"/>
                </a:moveTo>
                <a:lnTo>
                  <a:pt x="21888" y="2918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592" cap="rnd">
            <a:solidFill>
              <a:srgbClr val="000000"/>
            </a:solidFill>
            <a:round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0D1CC6-9D8F-4675-8DC3-41A970C8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960" y="4940915"/>
            <a:ext cx="14851" cy="193068"/>
          </a:xfrm>
          <a:custGeom xmlns:a="http://schemas.openxmlformats.org/drawingml/2006/main">
            <a:pathLst>
              <a:path w="14851" h="193068">
                <a:moveTo>
                  <a:pt x="14851" y="0"/>
                </a:moveTo>
                <a:lnTo>
                  <a:pt x="14851" y="89108"/>
                </a:lnTo>
                <a:lnTo>
                  <a:pt x="0" y="89108"/>
                </a:lnTo>
                <a:lnTo>
                  <a:pt x="0" y="0"/>
                </a:lnTo>
                <a:moveTo>
                  <a:pt x="14851" y="103960"/>
                </a:moveTo>
                <a:lnTo>
                  <a:pt x="14851" y="193068"/>
                </a:lnTo>
                <a:lnTo>
                  <a:pt x="0" y="193068"/>
                </a:lnTo>
                <a:lnTo>
                  <a:pt x="0" y="10396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489EDC-2E8F-463A-98A9-B9FBD2FA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108" y="5104658"/>
            <a:ext cx="44554" cy="29703"/>
          </a:xfrm>
          <a:custGeom xmlns:a="http://schemas.openxmlformats.org/drawingml/2006/main">
            <a:pathLst>
              <a:path w="44554" h="29703" fill="none">
                <a:moveTo>
                  <a:pt x="44554" y="0"/>
                </a:moveTo>
                <a:lnTo>
                  <a:pt x="22277" y="2970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851" cap="rnd">
            <a:solidFill>
              <a:srgbClr val="000000"/>
            </a:solidFill>
            <a:round/>
          </a:ln>
        </p:spPr>
      </p:sp>
      <p:sp>
        <p:nvSpPr>
          <p:cNvPr id="55" name="Text &lt;--&gt;">
            <a:extLst xmlns:a="http://schemas.openxmlformats.org/drawingml/2006/main">
              <a:ext uri="{FF2B5EF4-FFF2-40B4-BE49-F238E27FC236}">
                <a16:creationId xmlns:a16="http://schemas.microsoft.com/office/drawing/2014/main" id="{9DCA5CE2-2B9A-4F5C-81C3-7FA929F6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230" y="726732"/>
            <a:ext cx="230182" cy="62477"/>
          </a:xfrm>
          <a:custGeom xmlns:a="http://schemas.openxmlformats.org/drawingml/2006/main">
            <a:pathLst>
              <a:path w="230182" h="62477">
                <a:moveTo>
                  <a:pt x="18782" y="31303"/>
                </a:moveTo>
                <a:lnTo>
                  <a:pt x="55571" y="44276"/>
                </a:lnTo>
                <a:lnTo>
                  <a:pt x="55571" y="62348"/>
                </a:lnTo>
                <a:lnTo>
                  <a:pt x="0" y="38790"/>
                </a:lnTo>
                <a:lnTo>
                  <a:pt x="0" y="23558"/>
                </a:lnTo>
                <a:lnTo>
                  <a:pt x="55571" y="0"/>
                </a:lnTo>
                <a:lnTo>
                  <a:pt x="55571" y="18072"/>
                </a:lnTo>
                <a:lnTo>
                  <a:pt x="18782" y="31303"/>
                </a:lnTo>
                <a:close/>
                <a:moveTo>
                  <a:pt x="107189" y="38532"/>
                </a:moveTo>
                <a:lnTo>
                  <a:pt x="70851" y="38532"/>
                </a:lnTo>
                <a:lnTo>
                  <a:pt x="70851" y="23494"/>
                </a:lnTo>
                <a:lnTo>
                  <a:pt x="107189" y="23494"/>
                </a:lnTo>
                <a:lnTo>
                  <a:pt x="107189" y="38532"/>
                </a:lnTo>
                <a:close/>
                <a:moveTo>
                  <a:pt x="158423" y="38532"/>
                </a:moveTo>
                <a:lnTo>
                  <a:pt x="122085" y="38532"/>
                </a:lnTo>
                <a:lnTo>
                  <a:pt x="122085" y="23494"/>
                </a:lnTo>
                <a:lnTo>
                  <a:pt x="158423" y="23494"/>
                </a:lnTo>
                <a:lnTo>
                  <a:pt x="158423" y="38532"/>
                </a:lnTo>
                <a:close/>
                <a:moveTo>
                  <a:pt x="211465" y="31174"/>
                </a:moveTo>
                <a:lnTo>
                  <a:pt x="173965" y="18072"/>
                </a:lnTo>
                <a:lnTo>
                  <a:pt x="173965" y="129"/>
                </a:lnTo>
                <a:lnTo>
                  <a:pt x="230182" y="23687"/>
                </a:lnTo>
                <a:lnTo>
                  <a:pt x="230182" y="38855"/>
                </a:lnTo>
                <a:lnTo>
                  <a:pt x="173965" y="62477"/>
                </a:lnTo>
                <a:lnTo>
                  <a:pt x="173965" y="44470"/>
                </a:lnTo>
                <a:lnTo>
                  <a:pt x="211465" y="311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(1)MindsetFormation">
            <a:extLst xmlns:a="http://schemas.openxmlformats.org/drawingml/2006/main">
              <a:ext uri="{FF2B5EF4-FFF2-40B4-BE49-F238E27FC236}">
                <a16:creationId xmlns:a16="http://schemas.microsoft.com/office/drawing/2014/main" id="{8C8603C6-FC9B-41BB-B515-B05E5D50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36" y="33452"/>
            <a:ext cx="1310618" cy="133732"/>
          </a:xfrm>
          <a:custGeom xmlns:a="http://schemas.openxmlformats.org/drawingml/2006/main">
            <a:pathLst>
              <a:path w="1310618" h="133732">
                <a:moveTo>
                  <a:pt x="0" y="66124"/>
                </a:moveTo>
                <a:cubicBezTo>
                  <a:pt x="0" y="56265"/>
                  <a:pt x="1312" y="46880"/>
                  <a:pt x="3937" y="37969"/>
                </a:cubicBezTo>
                <a:cubicBezTo>
                  <a:pt x="6562" y="29058"/>
                  <a:pt x="10434" y="21170"/>
                  <a:pt x="15555" y="14304"/>
                </a:cubicBezTo>
                <a:cubicBezTo>
                  <a:pt x="20675" y="7437"/>
                  <a:pt x="26226" y="2669"/>
                  <a:pt x="32207" y="0"/>
                </a:cubicBezTo>
                <a:lnTo>
                  <a:pt x="35821" y="10073"/>
                </a:lnTo>
                <a:cubicBezTo>
                  <a:pt x="29539" y="14722"/>
                  <a:pt x="24634" y="21912"/>
                  <a:pt x="21105" y="31642"/>
                </a:cubicBezTo>
                <a:cubicBezTo>
                  <a:pt x="17577" y="41371"/>
                  <a:pt x="15813" y="52735"/>
                  <a:pt x="15813" y="65737"/>
                </a:cubicBezTo>
                <a:lnTo>
                  <a:pt x="15813" y="67738"/>
                </a:lnTo>
                <a:cubicBezTo>
                  <a:pt x="15813" y="80782"/>
                  <a:pt x="17556" y="92190"/>
                  <a:pt x="21041" y="101963"/>
                </a:cubicBezTo>
                <a:cubicBezTo>
                  <a:pt x="24526" y="111735"/>
                  <a:pt x="29453" y="119032"/>
                  <a:pt x="35821" y="123853"/>
                </a:cubicBezTo>
                <a:lnTo>
                  <a:pt x="32207" y="133732"/>
                </a:lnTo>
                <a:cubicBezTo>
                  <a:pt x="26355" y="131106"/>
                  <a:pt x="20901" y="126467"/>
                  <a:pt x="15845" y="119815"/>
                </a:cubicBezTo>
                <a:cubicBezTo>
                  <a:pt x="10789" y="113165"/>
                  <a:pt x="6928" y="105492"/>
                  <a:pt x="4260" y="96796"/>
                </a:cubicBezTo>
                <a:cubicBezTo>
                  <a:pt x="1592" y="88100"/>
                  <a:pt x="172" y="79017"/>
                  <a:pt x="0" y="69547"/>
                </a:cubicBezTo>
                <a:lnTo>
                  <a:pt x="0" y="66124"/>
                </a:lnTo>
                <a:close/>
                <a:moveTo>
                  <a:pt x="90090" y="104301"/>
                </a:moveTo>
                <a:lnTo>
                  <a:pt x="71437" y="104301"/>
                </a:lnTo>
                <a:lnTo>
                  <a:pt x="71437" y="32400"/>
                </a:lnTo>
                <a:lnTo>
                  <a:pt x="49170" y="39306"/>
                </a:lnTo>
                <a:lnTo>
                  <a:pt x="49170" y="24139"/>
                </a:lnTo>
                <a:lnTo>
                  <a:pt x="88089" y="10198"/>
                </a:lnTo>
                <a:lnTo>
                  <a:pt x="90090" y="10198"/>
                </a:lnTo>
                <a:lnTo>
                  <a:pt x="90090" y="104301"/>
                </a:lnTo>
                <a:close/>
                <a:moveTo>
                  <a:pt x="153517" y="67608"/>
                </a:moveTo>
                <a:cubicBezTo>
                  <a:pt x="153517" y="77338"/>
                  <a:pt x="152119" y="86702"/>
                  <a:pt x="149322" y="95699"/>
                </a:cubicBezTo>
                <a:cubicBezTo>
                  <a:pt x="146525" y="104696"/>
                  <a:pt x="142502" y="112638"/>
                  <a:pt x="137252" y="119525"/>
                </a:cubicBezTo>
                <a:cubicBezTo>
                  <a:pt x="132003" y="126414"/>
                  <a:pt x="126388" y="131149"/>
                  <a:pt x="120407" y="133732"/>
                </a:cubicBezTo>
                <a:lnTo>
                  <a:pt x="116792" y="123853"/>
                </a:lnTo>
                <a:cubicBezTo>
                  <a:pt x="122902" y="119247"/>
                  <a:pt x="127722" y="112144"/>
                  <a:pt x="131250" y="102544"/>
                </a:cubicBezTo>
                <a:cubicBezTo>
                  <a:pt x="134778" y="92943"/>
                  <a:pt x="136607" y="81901"/>
                  <a:pt x="136736" y="69418"/>
                </a:cubicBezTo>
                <a:lnTo>
                  <a:pt x="136736" y="65995"/>
                </a:lnTo>
                <a:cubicBezTo>
                  <a:pt x="136736" y="53123"/>
                  <a:pt x="134983" y="41779"/>
                  <a:pt x="131476" y="31965"/>
                </a:cubicBezTo>
                <a:cubicBezTo>
                  <a:pt x="127969" y="22149"/>
                  <a:pt x="123074" y="14787"/>
                  <a:pt x="116792" y="9879"/>
                </a:cubicBezTo>
                <a:lnTo>
                  <a:pt x="120407" y="0"/>
                </a:lnTo>
                <a:cubicBezTo>
                  <a:pt x="126259" y="2540"/>
                  <a:pt x="131777" y="7147"/>
                  <a:pt x="136962" y="13820"/>
                </a:cubicBezTo>
                <a:cubicBezTo>
                  <a:pt x="142147" y="20492"/>
                  <a:pt x="146170" y="28262"/>
                  <a:pt x="149031" y="37130"/>
                </a:cubicBezTo>
                <a:cubicBezTo>
                  <a:pt x="151893" y="45998"/>
                  <a:pt x="153388" y="55189"/>
                  <a:pt x="153517" y="64702"/>
                </a:cubicBezTo>
                <a:lnTo>
                  <a:pt x="153517" y="67608"/>
                </a:lnTo>
                <a:close/>
                <a:moveTo>
                  <a:pt x="227399" y="10327"/>
                </a:moveTo>
                <a:lnTo>
                  <a:pt x="251538" y="78484"/>
                </a:lnTo>
                <a:lnTo>
                  <a:pt x="275548" y="10327"/>
                </a:lnTo>
                <a:lnTo>
                  <a:pt x="300978" y="10327"/>
                </a:lnTo>
                <a:lnTo>
                  <a:pt x="300978" y="104301"/>
                </a:lnTo>
                <a:lnTo>
                  <a:pt x="281550" y="104301"/>
                </a:lnTo>
                <a:lnTo>
                  <a:pt x="281550" y="78613"/>
                </a:lnTo>
                <a:lnTo>
                  <a:pt x="283486" y="34272"/>
                </a:lnTo>
                <a:lnTo>
                  <a:pt x="258121" y="104301"/>
                </a:lnTo>
                <a:lnTo>
                  <a:pt x="244825" y="104301"/>
                </a:lnTo>
                <a:lnTo>
                  <a:pt x="219525" y="34337"/>
                </a:lnTo>
                <a:lnTo>
                  <a:pt x="221461" y="78613"/>
                </a:lnTo>
                <a:lnTo>
                  <a:pt x="221461" y="104301"/>
                </a:lnTo>
                <a:lnTo>
                  <a:pt x="202098" y="104301"/>
                </a:lnTo>
                <a:lnTo>
                  <a:pt x="202098" y="10327"/>
                </a:lnTo>
                <a:lnTo>
                  <a:pt x="227399" y="10327"/>
                </a:lnTo>
                <a:close/>
                <a:moveTo>
                  <a:pt x="336318" y="104301"/>
                </a:moveTo>
                <a:lnTo>
                  <a:pt x="317601" y="104301"/>
                </a:lnTo>
                <a:lnTo>
                  <a:pt x="317601" y="34466"/>
                </a:lnTo>
                <a:lnTo>
                  <a:pt x="336318" y="34466"/>
                </a:lnTo>
                <a:lnTo>
                  <a:pt x="336318" y="104301"/>
                </a:lnTo>
                <a:moveTo>
                  <a:pt x="316504" y="16394"/>
                </a:moveTo>
                <a:cubicBezTo>
                  <a:pt x="316504" y="13597"/>
                  <a:pt x="317440" y="11295"/>
                  <a:pt x="319311" y="9488"/>
                </a:cubicBezTo>
                <a:cubicBezTo>
                  <a:pt x="321183" y="7681"/>
                  <a:pt x="323733" y="6777"/>
                  <a:pt x="326960" y="6777"/>
                </a:cubicBezTo>
                <a:cubicBezTo>
                  <a:pt x="330144" y="6777"/>
                  <a:pt x="332682" y="7681"/>
                  <a:pt x="334576" y="9488"/>
                </a:cubicBezTo>
                <a:cubicBezTo>
                  <a:pt x="336469" y="11295"/>
                  <a:pt x="337416" y="13597"/>
                  <a:pt x="337416" y="16394"/>
                </a:cubicBezTo>
                <a:cubicBezTo>
                  <a:pt x="337416" y="19234"/>
                  <a:pt x="336458" y="21557"/>
                  <a:pt x="334543" y="23364"/>
                </a:cubicBezTo>
                <a:cubicBezTo>
                  <a:pt x="332629" y="25172"/>
                  <a:pt x="330101" y="26075"/>
                  <a:pt x="326960" y="26075"/>
                </a:cubicBezTo>
                <a:cubicBezTo>
                  <a:pt x="323819" y="26075"/>
                  <a:pt x="321291" y="25172"/>
                  <a:pt x="319376" y="23364"/>
                </a:cubicBezTo>
                <a:cubicBezTo>
                  <a:pt x="317461" y="21557"/>
                  <a:pt x="316504" y="19234"/>
                  <a:pt x="316504" y="16394"/>
                </a:cubicBezTo>
                <a:close/>
                <a:moveTo>
                  <a:pt x="368839" y="34466"/>
                </a:moveTo>
                <a:lnTo>
                  <a:pt x="369420" y="42534"/>
                </a:lnTo>
                <a:cubicBezTo>
                  <a:pt x="374412" y="36295"/>
                  <a:pt x="381102" y="33175"/>
                  <a:pt x="389493" y="33175"/>
                </a:cubicBezTo>
                <a:cubicBezTo>
                  <a:pt x="396894" y="33175"/>
                  <a:pt x="402402" y="35348"/>
                  <a:pt x="406016" y="39694"/>
                </a:cubicBezTo>
                <a:cubicBezTo>
                  <a:pt x="409630" y="44040"/>
                  <a:pt x="411481" y="50537"/>
                  <a:pt x="411567" y="59186"/>
                </a:cubicBezTo>
                <a:lnTo>
                  <a:pt x="411567" y="104301"/>
                </a:lnTo>
                <a:lnTo>
                  <a:pt x="392914" y="104301"/>
                </a:lnTo>
                <a:lnTo>
                  <a:pt x="392914" y="59637"/>
                </a:lnTo>
                <a:cubicBezTo>
                  <a:pt x="392914" y="55679"/>
                  <a:pt x="392053" y="52807"/>
                  <a:pt x="390332" y="51021"/>
                </a:cubicBezTo>
                <a:cubicBezTo>
                  <a:pt x="388611" y="49235"/>
                  <a:pt x="385750" y="48342"/>
                  <a:pt x="381748" y="48342"/>
                </a:cubicBezTo>
                <a:cubicBezTo>
                  <a:pt x="376498" y="48342"/>
                  <a:pt x="372561" y="50580"/>
                  <a:pt x="369937" y="55055"/>
                </a:cubicBezTo>
                <a:lnTo>
                  <a:pt x="369937" y="104301"/>
                </a:lnTo>
                <a:lnTo>
                  <a:pt x="351284" y="104301"/>
                </a:lnTo>
                <a:lnTo>
                  <a:pt x="351284" y="34466"/>
                </a:lnTo>
                <a:lnTo>
                  <a:pt x="368839" y="34466"/>
                </a:lnTo>
                <a:close/>
                <a:moveTo>
                  <a:pt x="422779" y="68867"/>
                </a:moveTo>
                <a:cubicBezTo>
                  <a:pt x="422779" y="57981"/>
                  <a:pt x="425221" y="49311"/>
                  <a:pt x="430104" y="42856"/>
                </a:cubicBezTo>
                <a:cubicBezTo>
                  <a:pt x="434988" y="36402"/>
                  <a:pt x="441668" y="33175"/>
                  <a:pt x="450145" y="33175"/>
                </a:cubicBezTo>
                <a:cubicBezTo>
                  <a:pt x="456943" y="33175"/>
                  <a:pt x="462559" y="35714"/>
                  <a:pt x="466991" y="40791"/>
                </a:cubicBezTo>
                <a:lnTo>
                  <a:pt x="466991" y="5163"/>
                </a:lnTo>
                <a:lnTo>
                  <a:pt x="485708" y="5163"/>
                </a:lnTo>
                <a:lnTo>
                  <a:pt x="485708" y="104301"/>
                </a:lnTo>
                <a:lnTo>
                  <a:pt x="468862" y="104301"/>
                </a:lnTo>
                <a:lnTo>
                  <a:pt x="467959" y="96879"/>
                </a:lnTo>
                <a:cubicBezTo>
                  <a:pt x="463312" y="102687"/>
                  <a:pt x="457331" y="105592"/>
                  <a:pt x="450016" y="105592"/>
                </a:cubicBezTo>
                <a:cubicBezTo>
                  <a:pt x="441797" y="105592"/>
                  <a:pt x="435203" y="102354"/>
                  <a:pt x="430234" y="95878"/>
                </a:cubicBezTo>
                <a:cubicBezTo>
                  <a:pt x="425264" y="89402"/>
                  <a:pt x="422779" y="80399"/>
                  <a:pt x="422779" y="68867"/>
                </a:cubicBezTo>
                <a:moveTo>
                  <a:pt x="441432" y="70222"/>
                </a:moveTo>
                <a:cubicBezTo>
                  <a:pt x="441432" y="76763"/>
                  <a:pt x="442572" y="81776"/>
                  <a:pt x="444852" y="85261"/>
                </a:cubicBezTo>
                <a:cubicBezTo>
                  <a:pt x="447133" y="88746"/>
                  <a:pt x="450446" y="90489"/>
                  <a:pt x="454792" y="90489"/>
                </a:cubicBezTo>
                <a:cubicBezTo>
                  <a:pt x="460558" y="90489"/>
                  <a:pt x="464624" y="88058"/>
                  <a:pt x="466991" y="83196"/>
                </a:cubicBezTo>
                <a:lnTo>
                  <a:pt x="466991" y="55636"/>
                </a:lnTo>
                <a:cubicBezTo>
                  <a:pt x="464667" y="50774"/>
                  <a:pt x="460644" y="48342"/>
                  <a:pt x="454921" y="48342"/>
                </a:cubicBezTo>
                <a:cubicBezTo>
                  <a:pt x="445928" y="48342"/>
                  <a:pt x="441432" y="55636"/>
                  <a:pt x="441432" y="70222"/>
                </a:cubicBezTo>
                <a:close/>
                <a:moveTo>
                  <a:pt x="537969" y="85003"/>
                </a:moveTo>
                <a:cubicBezTo>
                  <a:pt x="537969" y="82722"/>
                  <a:pt x="536840" y="80926"/>
                  <a:pt x="534581" y="79613"/>
                </a:cubicBezTo>
                <a:cubicBezTo>
                  <a:pt x="532322" y="78301"/>
                  <a:pt x="528697" y="77129"/>
                  <a:pt x="523705" y="76096"/>
                </a:cubicBezTo>
                <a:cubicBezTo>
                  <a:pt x="507096" y="72611"/>
                  <a:pt x="498792" y="65554"/>
                  <a:pt x="498792" y="54926"/>
                </a:cubicBezTo>
                <a:cubicBezTo>
                  <a:pt x="498792" y="48730"/>
                  <a:pt x="501363" y="43556"/>
                  <a:pt x="506505" y="39403"/>
                </a:cubicBezTo>
                <a:cubicBezTo>
                  <a:pt x="511647" y="35251"/>
                  <a:pt x="518370" y="33175"/>
                  <a:pt x="526674" y="33175"/>
                </a:cubicBezTo>
                <a:cubicBezTo>
                  <a:pt x="535538" y="33175"/>
                  <a:pt x="542627" y="35262"/>
                  <a:pt x="547941" y="39436"/>
                </a:cubicBezTo>
                <a:cubicBezTo>
                  <a:pt x="553255" y="43609"/>
                  <a:pt x="555912" y="49031"/>
                  <a:pt x="555912" y="55700"/>
                </a:cubicBezTo>
                <a:lnTo>
                  <a:pt x="537259" y="55700"/>
                </a:lnTo>
                <a:cubicBezTo>
                  <a:pt x="537259" y="53033"/>
                  <a:pt x="536399" y="50827"/>
                  <a:pt x="534678" y="49085"/>
                </a:cubicBezTo>
                <a:cubicBezTo>
                  <a:pt x="532956" y="47342"/>
                  <a:pt x="530267" y="46471"/>
                  <a:pt x="526610" y="46471"/>
                </a:cubicBezTo>
                <a:cubicBezTo>
                  <a:pt x="523469" y="46471"/>
                  <a:pt x="521038" y="47181"/>
                  <a:pt x="519316" y="48601"/>
                </a:cubicBezTo>
                <a:cubicBezTo>
                  <a:pt x="517595" y="50021"/>
                  <a:pt x="516735" y="51828"/>
                  <a:pt x="516735" y="54022"/>
                </a:cubicBezTo>
                <a:cubicBezTo>
                  <a:pt x="516735" y="56088"/>
                  <a:pt x="517714" y="57755"/>
                  <a:pt x="519671" y="59024"/>
                </a:cubicBezTo>
                <a:cubicBezTo>
                  <a:pt x="521629" y="60294"/>
                  <a:pt x="524932" y="61391"/>
                  <a:pt x="529579" y="62316"/>
                </a:cubicBezTo>
                <a:cubicBezTo>
                  <a:pt x="534226" y="63241"/>
                  <a:pt x="538141" y="64285"/>
                  <a:pt x="541325" y="65446"/>
                </a:cubicBezTo>
                <a:cubicBezTo>
                  <a:pt x="551179" y="69061"/>
                  <a:pt x="556106" y="75321"/>
                  <a:pt x="556106" y="84228"/>
                </a:cubicBezTo>
                <a:cubicBezTo>
                  <a:pt x="556106" y="90596"/>
                  <a:pt x="553373" y="95749"/>
                  <a:pt x="547909" y="99686"/>
                </a:cubicBezTo>
                <a:cubicBezTo>
                  <a:pt x="542444" y="103623"/>
                  <a:pt x="535388" y="105592"/>
                  <a:pt x="526739" y="105592"/>
                </a:cubicBezTo>
                <a:cubicBezTo>
                  <a:pt x="520887" y="105592"/>
                  <a:pt x="515691" y="104548"/>
                  <a:pt x="511152" y="102462"/>
                </a:cubicBezTo>
                <a:cubicBezTo>
                  <a:pt x="506612" y="100375"/>
                  <a:pt x="503052" y="97513"/>
                  <a:pt x="500470" y="93877"/>
                </a:cubicBezTo>
                <a:cubicBezTo>
                  <a:pt x="497888" y="90241"/>
                  <a:pt x="496597" y="86315"/>
                  <a:pt x="496597" y="82098"/>
                </a:cubicBezTo>
                <a:lnTo>
                  <a:pt x="514282" y="82098"/>
                </a:lnTo>
                <a:cubicBezTo>
                  <a:pt x="514454" y="85411"/>
                  <a:pt x="515681" y="87950"/>
                  <a:pt x="517961" y="89714"/>
                </a:cubicBezTo>
                <a:cubicBezTo>
                  <a:pt x="520242" y="91479"/>
                  <a:pt x="523297" y="92361"/>
                  <a:pt x="527126" y="92361"/>
                </a:cubicBezTo>
                <a:cubicBezTo>
                  <a:pt x="530697" y="92361"/>
                  <a:pt x="533397" y="91683"/>
                  <a:pt x="535226" y="90327"/>
                </a:cubicBezTo>
                <a:cubicBezTo>
                  <a:pt x="537055" y="88972"/>
                  <a:pt x="537969" y="87197"/>
                  <a:pt x="537969" y="85003"/>
                </a:cubicBezTo>
                <a:close/>
                <a:moveTo>
                  <a:pt x="600236" y="105592"/>
                </a:moveTo>
                <a:cubicBezTo>
                  <a:pt x="589996" y="105592"/>
                  <a:pt x="581659" y="102451"/>
                  <a:pt x="575226" y="96169"/>
                </a:cubicBezTo>
                <a:cubicBezTo>
                  <a:pt x="568793" y="89886"/>
                  <a:pt x="565577" y="81517"/>
                  <a:pt x="565577" y="71062"/>
                </a:cubicBezTo>
                <a:lnTo>
                  <a:pt x="565577" y="69254"/>
                </a:lnTo>
                <a:cubicBezTo>
                  <a:pt x="565577" y="62241"/>
                  <a:pt x="566932" y="55969"/>
                  <a:pt x="569643" y="50440"/>
                </a:cubicBezTo>
                <a:cubicBezTo>
                  <a:pt x="572354" y="44911"/>
                  <a:pt x="576194" y="40651"/>
                  <a:pt x="581164" y="37661"/>
                </a:cubicBezTo>
                <a:cubicBezTo>
                  <a:pt x="586134" y="34670"/>
                  <a:pt x="591803" y="33175"/>
                  <a:pt x="598171" y="33175"/>
                </a:cubicBezTo>
                <a:cubicBezTo>
                  <a:pt x="607723" y="33175"/>
                  <a:pt x="615243" y="36187"/>
                  <a:pt x="620729" y="42211"/>
                </a:cubicBezTo>
                <a:cubicBezTo>
                  <a:pt x="626215" y="48235"/>
                  <a:pt x="628958" y="56776"/>
                  <a:pt x="628958" y="67834"/>
                </a:cubicBezTo>
                <a:lnTo>
                  <a:pt x="628958" y="75450"/>
                </a:lnTo>
                <a:lnTo>
                  <a:pt x="584488" y="75450"/>
                </a:lnTo>
                <a:cubicBezTo>
                  <a:pt x="585090" y="80011"/>
                  <a:pt x="586908" y="83669"/>
                  <a:pt x="589942" y="86423"/>
                </a:cubicBezTo>
                <a:cubicBezTo>
                  <a:pt x="592975" y="89176"/>
                  <a:pt x="596816" y="90553"/>
                  <a:pt x="601463" y="90553"/>
                </a:cubicBezTo>
                <a:cubicBezTo>
                  <a:pt x="608648" y="90553"/>
                  <a:pt x="614264" y="87950"/>
                  <a:pt x="618308" y="82744"/>
                </a:cubicBezTo>
                <a:lnTo>
                  <a:pt x="627473" y="93006"/>
                </a:lnTo>
                <a:cubicBezTo>
                  <a:pt x="624677" y="96965"/>
                  <a:pt x="620890" y="100052"/>
                  <a:pt x="616114" y="102268"/>
                </a:cubicBezTo>
                <a:cubicBezTo>
                  <a:pt x="611338" y="104484"/>
                  <a:pt x="606045" y="105592"/>
                  <a:pt x="600236" y="105592"/>
                </a:cubicBezTo>
                <a:moveTo>
                  <a:pt x="598106" y="48278"/>
                </a:moveTo>
                <a:cubicBezTo>
                  <a:pt x="594406" y="48278"/>
                  <a:pt x="591405" y="49526"/>
                  <a:pt x="589103" y="52021"/>
                </a:cubicBezTo>
                <a:cubicBezTo>
                  <a:pt x="586801" y="54517"/>
                  <a:pt x="585327" y="58088"/>
                  <a:pt x="584682" y="62735"/>
                </a:cubicBezTo>
                <a:lnTo>
                  <a:pt x="610628" y="62735"/>
                </a:lnTo>
                <a:lnTo>
                  <a:pt x="610628" y="61251"/>
                </a:lnTo>
                <a:cubicBezTo>
                  <a:pt x="610542" y="57120"/>
                  <a:pt x="609423" y="53925"/>
                  <a:pt x="607271" y="51666"/>
                </a:cubicBezTo>
                <a:cubicBezTo>
                  <a:pt x="605120" y="49407"/>
                  <a:pt x="602065" y="48278"/>
                  <a:pt x="598106" y="48278"/>
                </a:cubicBezTo>
                <a:close/>
                <a:moveTo>
                  <a:pt x="661857" y="17297"/>
                </a:moveTo>
                <a:lnTo>
                  <a:pt x="661857" y="34466"/>
                </a:lnTo>
                <a:lnTo>
                  <a:pt x="673797" y="34466"/>
                </a:lnTo>
                <a:lnTo>
                  <a:pt x="673797" y="48149"/>
                </a:lnTo>
                <a:lnTo>
                  <a:pt x="661857" y="48149"/>
                </a:lnTo>
                <a:lnTo>
                  <a:pt x="661857" y="83002"/>
                </a:lnTo>
                <a:cubicBezTo>
                  <a:pt x="661857" y="85584"/>
                  <a:pt x="662352" y="87434"/>
                  <a:pt x="663341" y="88553"/>
                </a:cubicBezTo>
                <a:cubicBezTo>
                  <a:pt x="664331" y="89671"/>
                  <a:pt x="666224" y="90231"/>
                  <a:pt x="669021" y="90231"/>
                </a:cubicBezTo>
                <a:cubicBezTo>
                  <a:pt x="671087" y="90231"/>
                  <a:pt x="672915" y="90080"/>
                  <a:pt x="674507" y="89779"/>
                </a:cubicBezTo>
                <a:lnTo>
                  <a:pt x="674507" y="103914"/>
                </a:lnTo>
                <a:cubicBezTo>
                  <a:pt x="670850" y="105032"/>
                  <a:pt x="667085" y="105592"/>
                  <a:pt x="663212" y="105592"/>
                </a:cubicBezTo>
                <a:cubicBezTo>
                  <a:pt x="650132" y="105592"/>
                  <a:pt x="643462" y="98987"/>
                  <a:pt x="643204" y="85777"/>
                </a:cubicBezTo>
                <a:lnTo>
                  <a:pt x="643204" y="48149"/>
                </a:lnTo>
                <a:lnTo>
                  <a:pt x="633006" y="48149"/>
                </a:lnTo>
                <a:lnTo>
                  <a:pt x="633006" y="34466"/>
                </a:lnTo>
                <a:lnTo>
                  <a:pt x="643204" y="34466"/>
                </a:lnTo>
                <a:lnTo>
                  <a:pt x="643204" y="17297"/>
                </a:lnTo>
                <a:lnTo>
                  <a:pt x="661857" y="17297"/>
                </a:lnTo>
                <a:close/>
                <a:moveTo>
                  <a:pt x="774852" y="65834"/>
                </a:moveTo>
                <a:lnTo>
                  <a:pt x="737676" y="65834"/>
                </a:lnTo>
                <a:lnTo>
                  <a:pt x="737676" y="104301"/>
                </a:lnTo>
                <a:lnTo>
                  <a:pt x="718313" y="104301"/>
                </a:lnTo>
                <a:lnTo>
                  <a:pt x="718313" y="10327"/>
                </a:lnTo>
                <a:lnTo>
                  <a:pt x="779499" y="10327"/>
                </a:lnTo>
                <a:lnTo>
                  <a:pt x="779499" y="26011"/>
                </a:lnTo>
                <a:lnTo>
                  <a:pt x="737676" y="26011"/>
                </a:lnTo>
                <a:lnTo>
                  <a:pt x="737676" y="50214"/>
                </a:lnTo>
                <a:lnTo>
                  <a:pt x="774852" y="50214"/>
                </a:lnTo>
                <a:lnTo>
                  <a:pt x="774852" y="65834"/>
                </a:lnTo>
                <a:close/>
                <a:moveTo>
                  <a:pt x="785226" y="68738"/>
                </a:moveTo>
                <a:cubicBezTo>
                  <a:pt x="785226" y="61810"/>
                  <a:pt x="786560" y="55636"/>
                  <a:pt x="789227" y="50214"/>
                </a:cubicBezTo>
                <a:cubicBezTo>
                  <a:pt x="791895" y="44793"/>
                  <a:pt x="795735" y="40597"/>
                  <a:pt x="800748" y="37628"/>
                </a:cubicBezTo>
                <a:cubicBezTo>
                  <a:pt x="805761" y="34659"/>
                  <a:pt x="811581" y="33175"/>
                  <a:pt x="818207" y="33175"/>
                </a:cubicBezTo>
                <a:cubicBezTo>
                  <a:pt x="827630" y="33175"/>
                  <a:pt x="835322" y="36058"/>
                  <a:pt x="841281" y="41824"/>
                </a:cubicBezTo>
                <a:cubicBezTo>
                  <a:pt x="847241" y="47589"/>
                  <a:pt x="850564" y="55421"/>
                  <a:pt x="851253" y="65317"/>
                </a:cubicBezTo>
                <a:lnTo>
                  <a:pt x="851382" y="70093"/>
                </a:lnTo>
                <a:cubicBezTo>
                  <a:pt x="851382" y="80807"/>
                  <a:pt x="848392" y="89402"/>
                  <a:pt x="842411" y="95878"/>
                </a:cubicBezTo>
                <a:cubicBezTo>
                  <a:pt x="836430" y="102354"/>
                  <a:pt x="828405" y="105592"/>
                  <a:pt x="818336" y="105592"/>
                </a:cubicBezTo>
                <a:cubicBezTo>
                  <a:pt x="808268" y="105592"/>
                  <a:pt x="800232" y="102365"/>
                  <a:pt x="794229" y="95910"/>
                </a:cubicBezTo>
                <a:cubicBezTo>
                  <a:pt x="788227" y="89456"/>
                  <a:pt x="785226" y="80678"/>
                  <a:pt x="785226" y="69577"/>
                </a:cubicBezTo>
                <a:lnTo>
                  <a:pt x="785226" y="68738"/>
                </a:lnTo>
                <a:moveTo>
                  <a:pt x="803879" y="70093"/>
                </a:moveTo>
                <a:cubicBezTo>
                  <a:pt x="803879" y="76720"/>
                  <a:pt x="805126" y="81786"/>
                  <a:pt x="807622" y="85293"/>
                </a:cubicBezTo>
                <a:cubicBezTo>
                  <a:pt x="810118" y="88800"/>
                  <a:pt x="813689" y="90553"/>
                  <a:pt x="818336" y="90553"/>
                </a:cubicBezTo>
                <a:cubicBezTo>
                  <a:pt x="822854" y="90553"/>
                  <a:pt x="826382" y="88821"/>
                  <a:pt x="828921" y="85358"/>
                </a:cubicBezTo>
                <a:cubicBezTo>
                  <a:pt x="831460" y="81894"/>
                  <a:pt x="832729" y="76354"/>
                  <a:pt x="832729" y="68738"/>
                </a:cubicBezTo>
                <a:cubicBezTo>
                  <a:pt x="832729" y="62241"/>
                  <a:pt x="831460" y="57206"/>
                  <a:pt x="828921" y="53635"/>
                </a:cubicBezTo>
                <a:cubicBezTo>
                  <a:pt x="826382" y="50064"/>
                  <a:pt x="822811" y="48278"/>
                  <a:pt x="818207" y="48278"/>
                </a:cubicBezTo>
                <a:cubicBezTo>
                  <a:pt x="813646" y="48278"/>
                  <a:pt x="810118" y="50053"/>
                  <a:pt x="807622" y="53603"/>
                </a:cubicBezTo>
                <a:cubicBezTo>
                  <a:pt x="805126" y="57153"/>
                  <a:pt x="803879" y="62649"/>
                  <a:pt x="803879" y="70093"/>
                </a:cubicBezTo>
                <a:close/>
                <a:moveTo>
                  <a:pt x="902094" y="51957"/>
                </a:moveTo>
                <a:cubicBezTo>
                  <a:pt x="899556" y="51613"/>
                  <a:pt x="897318" y="51441"/>
                  <a:pt x="895382" y="51441"/>
                </a:cubicBezTo>
                <a:cubicBezTo>
                  <a:pt x="888325" y="51441"/>
                  <a:pt x="883700" y="53829"/>
                  <a:pt x="881505" y="58605"/>
                </a:cubicBezTo>
                <a:lnTo>
                  <a:pt x="881505" y="104301"/>
                </a:lnTo>
                <a:lnTo>
                  <a:pt x="862852" y="104301"/>
                </a:lnTo>
                <a:lnTo>
                  <a:pt x="862852" y="34466"/>
                </a:lnTo>
                <a:lnTo>
                  <a:pt x="880472" y="34466"/>
                </a:lnTo>
                <a:lnTo>
                  <a:pt x="880989" y="42792"/>
                </a:lnTo>
                <a:cubicBezTo>
                  <a:pt x="884732" y="36381"/>
                  <a:pt x="889917" y="33175"/>
                  <a:pt x="896544" y="33175"/>
                </a:cubicBezTo>
                <a:cubicBezTo>
                  <a:pt x="898609" y="33175"/>
                  <a:pt x="900545" y="33455"/>
                  <a:pt x="902352" y="34014"/>
                </a:cubicBezTo>
                <a:lnTo>
                  <a:pt x="902094" y="51957"/>
                </a:lnTo>
                <a:close/>
                <a:moveTo>
                  <a:pt x="928545" y="34466"/>
                </a:moveTo>
                <a:lnTo>
                  <a:pt x="929126" y="42275"/>
                </a:lnTo>
                <a:cubicBezTo>
                  <a:pt x="934074" y="36208"/>
                  <a:pt x="940765" y="33175"/>
                  <a:pt x="949199" y="33175"/>
                </a:cubicBezTo>
                <a:cubicBezTo>
                  <a:pt x="958191" y="33175"/>
                  <a:pt x="964366" y="36725"/>
                  <a:pt x="967722" y="43824"/>
                </a:cubicBezTo>
                <a:cubicBezTo>
                  <a:pt x="972628" y="36725"/>
                  <a:pt x="979620" y="33175"/>
                  <a:pt x="988699" y="33175"/>
                </a:cubicBezTo>
                <a:cubicBezTo>
                  <a:pt x="996272" y="33175"/>
                  <a:pt x="1001908" y="35380"/>
                  <a:pt x="1005609" y="39791"/>
                </a:cubicBezTo>
                <a:cubicBezTo>
                  <a:pt x="1009309" y="44201"/>
                  <a:pt x="1011160" y="50838"/>
                  <a:pt x="1011160" y="59702"/>
                </a:cubicBezTo>
                <a:lnTo>
                  <a:pt x="1011160" y="104301"/>
                </a:lnTo>
                <a:lnTo>
                  <a:pt x="992442" y="104301"/>
                </a:lnTo>
                <a:lnTo>
                  <a:pt x="992442" y="59767"/>
                </a:lnTo>
                <a:cubicBezTo>
                  <a:pt x="992442" y="55808"/>
                  <a:pt x="991668" y="52914"/>
                  <a:pt x="990119" y="51086"/>
                </a:cubicBezTo>
                <a:cubicBezTo>
                  <a:pt x="988570" y="49257"/>
                  <a:pt x="985837" y="48342"/>
                  <a:pt x="981922" y="48342"/>
                </a:cubicBezTo>
                <a:cubicBezTo>
                  <a:pt x="976328" y="48342"/>
                  <a:pt x="972455" y="51010"/>
                  <a:pt x="970304" y="56346"/>
                </a:cubicBezTo>
                <a:lnTo>
                  <a:pt x="970369" y="104301"/>
                </a:lnTo>
                <a:lnTo>
                  <a:pt x="951716" y="104301"/>
                </a:lnTo>
                <a:lnTo>
                  <a:pt x="951716" y="59831"/>
                </a:lnTo>
                <a:cubicBezTo>
                  <a:pt x="951716" y="55786"/>
                  <a:pt x="950920" y="52860"/>
                  <a:pt x="949328" y="51053"/>
                </a:cubicBezTo>
                <a:cubicBezTo>
                  <a:pt x="947736" y="49246"/>
                  <a:pt x="945025" y="48342"/>
                  <a:pt x="941195" y="48342"/>
                </a:cubicBezTo>
                <a:cubicBezTo>
                  <a:pt x="935903" y="48342"/>
                  <a:pt x="932073" y="50537"/>
                  <a:pt x="929707" y="54926"/>
                </a:cubicBezTo>
                <a:lnTo>
                  <a:pt x="929707" y="104301"/>
                </a:lnTo>
                <a:lnTo>
                  <a:pt x="911054" y="104301"/>
                </a:lnTo>
                <a:lnTo>
                  <a:pt x="911054" y="34466"/>
                </a:lnTo>
                <a:lnTo>
                  <a:pt x="928545" y="34466"/>
                </a:lnTo>
                <a:close/>
                <a:moveTo>
                  <a:pt x="1065928" y="104301"/>
                </a:moveTo>
                <a:cubicBezTo>
                  <a:pt x="1065067" y="102623"/>
                  <a:pt x="1064444" y="100536"/>
                  <a:pt x="1064056" y="98040"/>
                </a:cubicBezTo>
                <a:cubicBezTo>
                  <a:pt x="1059538" y="103075"/>
                  <a:pt x="1053665" y="105592"/>
                  <a:pt x="1046436" y="105592"/>
                </a:cubicBezTo>
                <a:cubicBezTo>
                  <a:pt x="1039595" y="105592"/>
                  <a:pt x="1033926" y="103610"/>
                  <a:pt x="1029429" y="99646"/>
                </a:cubicBezTo>
                <a:cubicBezTo>
                  <a:pt x="1024933" y="95681"/>
                  <a:pt x="1022684" y="90682"/>
                  <a:pt x="1022684" y="84650"/>
                </a:cubicBezTo>
                <a:cubicBezTo>
                  <a:pt x="1022684" y="77238"/>
                  <a:pt x="1025427" y="71550"/>
                  <a:pt x="1030914" y="67586"/>
                </a:cubicBezTo>
                <a:cubicBezTo>
                  <a:pt x="1036400" y="63621"/>
                  <a:pt x="1044328" y="61617"/>
                  <a:pt x="1054698" y="61574"/>
                </a:cubicBezTo>
                <a:lnTo>
                  <a:pt x="1063282" y="61574"/>
                </a:lnTo>
                <a:lnTo>
                  <a:pt x="1063282" y="57590"/>
                </a:lnTo>
                <a:cubicBezTo>
                  <a:pt x="1063282" y="54377"/>
                  <a:pt x="1062453" y="51806"/>
                  <a:pt x="1060797" y="49879"/>
                </a:cubicBezTo>
                <a:cubicBezTo>
                  <a:pt x="1059140" y="47951"/>
                  <a:pt x="1056526" y="46987"/>
                  <a:pt x="1052955" y="46987"/>
                </a:cubicBezTo>
                <a:cubicBezTo>
                  <a:pt x="1049814" y="46987"/>
                  <a:pt x="1047350" y="47735"/>
                  <a:pt x="1045565" y="49230"/>
                </a:cubicBezTo>
                <a:cubicBezTo>
                  <a:pt x="1043779" y="50724"/>
                  <a:pt x="1042886" y="52773"/>
                  <a:pt x="1042886" y="55378"/>
                </a:cubicBezTo>
                <a:lnTo>
                  <a:pt x="1024233" y="55378"/>
                </a:lnTo>
                <a:cubicBezTo>
                  <a:pt x="1024233" y="51345"/>
                  <a:pt x="1025481" y="47613"/>
                  <a:pt x="1027977" y="44181"/>
                </a:cubicBezTo>
                <a:cubicBezTo>
                  <a:pt x="1030473" y="40749"/>
                  <a:pt x="1034001" y="38056"/>
                  <a:pt x="1038562" y="36104"/>
                </a:cubicBezTo>
                <a:cubicBezTo>
                  <a:pt x="1043123" y="34151"/>
                  <a:pt x="1048243" y="33175"/>
                  <a:pt x="1053923" y="33175"/>
                </a:cubicBezTo>
                <a:cubicBezTo>
                  <a:pt x="1062529" y="33175"/>
                  <a:pt x="1069360" y="35337"/>
                  <a:pt x="1074415" y="39661"/>
                </a:cubicBezTo>
                <a:cubicBezTo>
                  <a:pt x="1079471" y="43986"/>
                  <a:pt x="1081999" y="50064"/>
                  <a:pt x="1081999" y="57895"/>
                </a:cubicBezTo>
                <a:lnTo>
                  <a:pt x="1081999" y="88165"/>
                </a:lnTo>
                <a:cubicBezTo>
                  <a:pt x="1082042" y="94792"/>
                  <a:pt x="1082967" y="99805"/>
                  <a:pt x="1084774" y="103204"/>
                </a:cubicBezTo>
                <a:lnTo>
                  <a:pt x="1084774" y="104301"/>
                </a:lnTo>
                <a:lnTo>
                  <a:pt x="1065928" y="104301"/>
                </a:lnTo>
                <a:moveTo>
                  <a:pt x="1050502" y="91328"/>
                </a:moveTo>
                <a:cubicBezTo>
                  <a:pt x="1053256" y="91328"/>
                  <a:pt x="1055795" y="90713"/>
                  <a:pt x="1058118" y="89482"/>
                </a:cubicBezTo>
                <a:cubicBezTo>
                  <a:pt x="1060442" y="88252"/>
                  <a:pt x="1062163" y="86600"/>
                  <a:pt x="1063282" y="84527"/>
                </a:cubicBezTo>
                <a:lnTo>
                  <a:pt x="1063282" y="72481"/>
                </a:lnTo>
                <a:lnTo>
                  <a:pt x="1056311" y="72481"/>
                </a:lnTo>
                <a:cubicBezTo>
                  <a:pt x="1046974" y="72481"/>
                  <a:pt x="1042004" y="75719"/>
                  <a:pt x="1041402" y="82195"/>
                </a:cubicBezTo>
                <a:lnTo>
                  <a:pt x="1041337" y="83296"/>
                </a:lnTo>
                <a:cubicBezTo>
                  <a:pt x="1041337" y="85628"/>
                  <a:pt x="1042155" y="87549"/>
                  <a:pt x="1043790" y="89061"/>
                </a:cubicBezTo>
                <a:cubicBezTo>
                  <a:pt x="1045425" y="90572"/>
                  <a:pt x="1047662" y="91328"/>
                  <a:pt x="1050502" y="91328"/>
                </a:cubicBezTo>
                <a:close/>
                <a:moveTo>
                  <a:pt x="1118642" y="17297"/>
                </a:moveTo>
                <a:lnTo>
                  <a:pt x="1118642" y="34466"/>
                </a:lnTo>
                <a:lnTo>
                  <a:pt x="1130582" y="34466"/>
                </a:lnTo>
                <a:lnTo>
                  <a:pt x="1130582" y="48149"/>
                </a:lnTo>
                <a:lnTo>
                  <a:pt x="1118642" y="48149"/>
                </a:lnTo>
                <a:lnTo>
                  <a:pt x="1118642" y="83002"/>
                </a:lnTo>
                <a:cubicBezTo>
                  <a:pt x="1118642" y="85584"/>
                  <a:pt x="1119137" y="87434"/>
                  <a:pt x="1120126" y="88553"/>
                </a:cubicBezTo>
                <a:cubicBezTo>
                  <a:pt x="1121116" y="89671"/>
                  <a:pt x="1123009" y="90231"/>
                  <a:pt x="1125806" y="90231"/>
                </a:cubicBezTo>
                <a:cubicBezTo>
                  <a:pt x="1127872" y="90231"/>
                  <a:pt x="1129700" y="90080"/>
                  <a:pt x="1131292" y="89779"/>
                </a:cubicBezTo>
                <a:lnTo>
                  <a:pt x="1131292" y="103914"/>
                </a:lnTo>
                <a:cubicBezTo>
                  <a:pt x="1127635" y="105032"/>
                  <a:pt x="1123870" y="105592"/>
                  <a:pt x="1119997" y="105592"/>
                </a:cubicBezTo>
                <a:cubicBezTo>
                  <a:pt x="1106917" y="105592"/>
                  <a:pt x="1100247" y="98987"/>
                  <a:pt x="1099989" y="85777"/>
                </a:cubicBezTo>
                <a:lnTo>
                  <a:pt x="1099989" y="48149"/>
                </a:lnTo>
                <a:lnTo>
                  <a:pt x="1089791" y="48149"/>
                </a:lnTo>
                <a:lnTo>
                  <a:pt x="1089791" y="34466"/>
                </a:lnTo>
                <a:lnTo>
                  <a:pt x="1099989" y="34466"/>
                </a:lnTo>
                <a:lnTo>
                  <a:pt x="1099989" y="17297"/>
                </a:lnTo>
                <a:lnTo>
                  <a:pt x="1118642" y="17297"/>
                </a:lnTo>
                <a:close/>
                <a:moveTo>
                  <a:pt x="1160648" y="104301"/>
                </a:moveTo>
                <a:lnTo>
                  <a:pt x="1141931" y="104301"/>
                </a:lnTo>
                <a:lnTo>
                  <a:pt x="1141931" y="34466"/>
                </a:lnTo>
                <a:lnTo>
                  <a:pt x="1160648" y="34466"/>
                </a:lnTo>
                <a:lnTo>
                  <a:pt x="1160648" y="104301"/>
                </a:lnTo>
                <a:moveTo>
                  <a:pt x="1140834" y="16394"/>
                </a:moveTo>
                <a:cubicBezTo>
                  <a:pt x="1140834" y="13597"/>
                  <a:pt x="1141770" y="11295"/>
                  <a:pt x="1143641" y="9488"/>
                </a:cubicBezTo>
                <a:cubicBezTo>
                  <a:pt x="1145513" y="7681"/>
                  <a:pt x="1148062" y="6777"/>
                  <a:pt x="1151290" y="6777"/>
                </a:cubicBezTo>
                <a:cubicBezTo>
                  <a:pt x="1154474" y="6777"/>
                  <a:pt x="1157012" y="7681"/>
                  <a:pt x="1158906" y="9488"/>
                </a:cubicBezTo>
                <a:cubicBezTo>
                  <a:pt x="1160799" y="11295"/>
                  <a:pt x="1161745" y="13597"/>
                  <a:pt x="1161745" y="16394"/>
                </a:cubicBezTo>
                <a:cubicBezTo>
                  <a:pt x="1161745" y="19234"/>
                  <a:pt x="1160788" y="21557"/>
                  <a:pt x="1158873" y="23364"/>
                </a:cubicBezTo>
                <a:cubicBezTo>
                  <a:pt x="1156959" y="25172"/>
                  <a:pt x="1154431" y="26075"/>
                  <a:pt x="1151290" y="26075"/>
                </a:cubicBezTo>
                <a:cubicBezTo>
                  <a:pt x="1148148" y="26075"/>
                  <a:pt x="1145621" y="25172"/>
                  <a:pt x="1143706" y="23364"/>
                </a:cubicBezTo>
                <a:cubicBezTo>
                  <a:pt x="1141791" y="21557"/>
                  <a:pt x="1140834" y="19234"/>
                  <a:pt x="1140834" y="16394"/>
                </a:cubicBezTo>
                <a:close/>
                <a:moveTo>
                  <a:pt x="1173096" y="68738"/>
                </a:moveTo>
                <a:cubicBezTo>
                  <a:pt x="1173096" y="61810"/>
                  <a:pt x="1174430" y="55636"/>
                  <a:pt x="1177098" y="50214"/>
                </a:cubicBezTo>
                <a:cubicBezTo>
                  <a:pt x="1179766" y="44793"/>
                  <a:pt x="1183606" y="40597"/>
                  <a:pt x="1188619" y="37628"/>
                </a:cubicBezTo>
                <a:cubicBezTo>
                  <a:pt x="1193632" y="34659"/>
                  <a:pt x="1199451" y="33175"/>
                  <a:pt x="1206078" y="33175"/>
                </a:cubicBezTo>
                <a:cubicBezTo>
                  <a:pt x="1215501" y="33175"/>
                  <a:pt x="1223192" y="36058"/>
                  <a:pt x="1229152" y="41824"/>
                </a:cubicBezTo>
                <a:cubicBezTo>
                  <a:pt x="1235111" y="47589"/>
                  <a:pt x="1238435" y="55421"/>
                  <a:pt x="1239124" y="65317"/>
                </a:cubicBezTo>
                <a:lnTo>
                  <a:pt x="1239253" y="70093"/>
                </a:lnTo>
                <a:cubicBezTo>
                  <a:pt x="1239253" y="80807"/>
                  <a:pt x="1236262" y="89402"/>
                  <a:pt x="1230281" y="95878"/>
                </a:cubicBezTo>
                <a:cubicBezTo>
                  <a:pt x="1224300" y="102354"/>
                  <a:pt x="1216276" y="105592"/>
                  <a:pt x="1206207" y="105592"/>
                </a:cubicBezTo>
                <a:cubicBezTo>
                  <a:pt x="1196138" y="105592"/>
                  <a:pt x="1188103" y="102365"/>
                  <a:pt x="1182100" y="95910"/>
                </a:cubicBezTo>
                <a:cubicBezTo>
                  <a:pt x="1176098" y="89456"/>
                  <a:pt x="1173096" y="80678"/>
                  <a:pt x="1173096" y="69577"/>
                </a:cubicBezTo>
                <a:lnTo>
                  <a:pt x="1173096" y="68738"/>
                </a:lnTo>
                <a:moveTo>
                  <a:pt x="1191749" y="70093"/>
                </a:moveTo>
                <a:cubicBezTo>
                  <a:pt x="1191749" y="76720"/>
                  <a:pt x="1192997" y="81786"/>
                  <a:pt x="1195493" y="85293"/>
                </a:cubicBezTo>
                <a:cubicBezTo>
                  <a:pt x="1197988" y="88800"/>
                  <a:pt x="1201560" y="90553"/>
                  <a:pt x="1206207" y="90553"/>
                </a:cubicBezTo>
                <a:cubicBezTo>
                  <a:pt x="1210725" y="90553"/>
                  <a:pt x="1214253" y="88821"/>
                  <a:pt x="1216792" y="85358"/>
                </a:cubicBezTo>
                <a:cubicBezTo>
                  <a:pt x="1219331" y="81894"/>
                  <a:pt x="1220600" y="76354"/>
                  <a:pt x="1220600" y="68738"/>
                </a:cubicBezTo>
                <a:cubicBezTo>
                  <a:pt x="1220600" y="62241"/>
                  <a:pt x="1219331" y="57206"/>
                  <a:pt x="1216792" y="53635"/>
                </a:cubicBezTo>
                <a:cubicBezTo>
                  <a:pt x="1214253" y="50064"/>
                  <a:pt x="1210682" y="48278"/>
                  <a:pt x="1206078" y="48278"/>
                </a:cubicBezTo>
                <a:cubicBezTo>
                  <a:pt x="1201517" y="48278"/>
                  <a:pt x="1197988" y="50053"/>
                  <a:pt x="1195493" y="53603"/>
                </a:cubicBezTo>
                <a:cubicBezTo>
                  <a:pt x="1192997" y="57153"/>
                  <a:pt x="1191749" y="62649"/>
                  <a:pt x="1191749" y="70093"/>
                </a:cubicBezTo>
                <a:close/>
                <a:moveTo>
                  <a:pt x="1267891" y="34466"/>
                </a:moveTo>
                <a:lnTo>
                  <a:pt x="1268472" y="42534"/>
                </a:lnTo>
                <a:cubicBezTo>
                  <a:pt x="1273463" y="36295"/>
                  <a:pt x="1280154" y="33175"/>
                  <a:pt x="1288545" y="33175"/>
                </a:cubicBezTo>
                <a:cubicBezTo>
                  <a:pt x="1295946" y="33175"/>
                  <a:pt x="1301453" y="35348"/>
                  <a:pt x="1305068" y="39694"/>
                </a:cubicBezTo>
                <a:cubicBezTo>
                  <a:pt x="1308682" y="44040"/>
                  <a:pt x="1310532" y="50537"/>
                  <a:pt x="1310618" y="59186"/>
                </a:cubicBezTo>
                <a:lnTo>
                  <a:pt x="1310618" y="104301"/>
                </a:lnTo>
                <a:lnTo>
                  <a:pt x="1291966" y="104301"/>
                </a:lnTo>
                <a:lnTo>
                  <a:pt x="1291966" y="59637"/>
                </a:lnTo>
                <a:cubicBezTo>
                  <a:pt x="1291966" y="55679"/>
                  <a:pt x="1291105" y="52807"/>
                  <a:pt x="1289384" y="51021"/>
                </a:cubicBezTo>
                <a:cubicBezTo>
                  <a:pt x="1287663" y="49235"/>
                  <a:pt x="1284801" y="48342"/>
                  <a:pt x="1280800" y="48342"/>
                </a:cubicBezTo>
                <a:cubicBezTo>
                  <a:pt x="1275550" y="48342"/>
                  <a:pt x="1271613" y="50580"/>
                  <a:pt x="1268988" y="55055"/>
                </a:cubicBezTo>
                <a:lnTo>
                  <a:pt x="1268988" y="104301"/>
                </a:lnTo>
                <a:lnTo>
                  <a:pt x="1250336" y="104301"/>
                </a:lnTo>
                <a:lnTo>
                  <a:pt x="1250336" y="34466"/>
                </a:lnTo>
                <a:lnTo>
                  <a:pt x="1267891" y="344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(2)ApproachDetermination">
            <a:extLst xmlns:a="http://schemas.openxmlformats.org/drawingml/2006/main">
              <a:ext uri="{FF2B5EF4-FFF2-40B4-BE49-F238E27FC236}">
                <a16:creationId xmlns:a16="http://schemas.microsoft.com/office/drawing/2014/main" id="{59E48121-54A9-401B-B9E8-D90493CD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68" y="1420092"/>
            <a:ext cx="1632929" cy="133732"/>
          </a:xfrm>
          <a:custGeom xmlns:a="http://schemas.openxmlformats.org/drawingml/2006/main">
            <a:pathLst>
              <a:path w="1632929" h="133732">
                <a:moveTo>
                  <a:pt x="0" y="66124"/>
                </a:moveTo>
                <a:cubicBezTo>
                  <a:pt x="0" y="56265"/>
                  <a:pt x="1312" y="46880"/>
                  <a:pt x="3937" y="37969"/>
                </a:cubicBezTo>
                <a:cubicBezTo>
                  <a:pt x="6562" y="29058"/>
                  <a:pt x="10434" y="21170"/>
                  <a:pt x="15555" y="14304"/>
                </a:cubicBezTo>
                <a:cubicBezTo>
                  <a:pt x="20675" y="7437"/>
                  <a:pt x="26226" y="2669"/>
                  <a:pt x="32207" y="0"/>
                </a:cubicBezTo>
                <a:lnTo>
                  <a:pt x="35821" y="10073"/>
                </a:lnTo>
                <a:cubicBezTo>
                  <a:pt x="29539" y="14722"/>
                  <a:pt x="24634" y="21912"/>
                  <a:pt x="21105" y="31642"/>
                </a:cubicBezTo>
                <a:cubicBezTo>
                  <a:pt x="17577" y="41371"/>
                  <a:pt x="15813" y="52735"/>
                  <a:pt x="15813" y="65737"/>
                </a:cubicBezTo>
                <a:lnTo>
                  <a:pt x="15813" y="67738"/>
                </a:lnTo>
                <a:cubicBezTo>
                  <a:pt x="15813" y="80782"/>
                  <a:pt x="17556" y="92190"/>
                  <a:pt x="21041" y="101963"/>
                </a:cubicBezTo>
                <a:cubicBezTo>
                  <a:pt x="24526" y="111735"/>
                  <a:pt x="29453" y="119032"/>
                  <a:pt x="35821" y="123853"/>
                </a:cubicBezTo>
                <a:lnTo>
                  <a:pt x="32207" y="133732"/>
                </a:lnTo>
                <a:cubicBezTo>
                  <a:pt x="26355" y="131106"/>
                  <a:pt x="20901" y="126467"/>
                  <a:pt x="15845" y="119815"/>
                </a:cubicBezTo>
                <a:cubicBezTo>
                  <a:pt x="10789" y="113165"/>
                  <a:pt x="6928" y="105492"/>
                  <a:pt x="4260" y="96796"/>
                </a:cubicBezTo>
                <a:cubicBezTo>
                  <a:pt x="1592" y="88100"/>
                  <a:pt x="172" y="79017"/>
                  <a:pt x="0" y="69547"/>
                </a:cubicBezTo>
                <a:lnTo>
                  <a:pt x="0" y="66124"/>
                </a:lnTo>
                <a:close/>
                <a:moveTo>
                  <a:pt x="109195" y="104301"/>
                </a:moveTo>
                <a:lnTo>
                  <a:pt x="44781" y="104301"/>
                </a:lnTo>
                <a:lnTo>
                  <a:pt x="44781" y="91522"/>
                </a:lnTo>
                <a:lnTo>
                  <a:pt x="75181" y="59121"/>
                </a:lnTo>
                <a:cubicBezTo>
                  <a:pt x="79355" y="54560"/>
                  <a:pt x="82442" y="50580"/>
                  <a:pt x="84443" y="47181"/>
                </a:cubicBezTo>
                <a:cubicBezTo>
                  <a:pt x="86444" y="43781"/>
                  <a:pt x="87444" y="40554"/>
                  <a:pt x="87444" y="37499"/>
                </a:cubicBezTo>
                <a:cubicBezTo>
                  <a:pt x="87444" y="33326"/>
                  <a:pt x="86390" y="30045"/>
                  <a:pt x="84281" y="27657"/>
                </a:cubicBezTo>
                <a:cubicBezTo>
                  <a:pt x="82173" y="25268"/>
                  <a:pt x="79161" y="24074"/>
                  <a:pt x="75245" y="24074"/>
                </a:cubicBezTo>
                <a:cubicBezTo>
                  <a:pt x="71029" y="24074"/>
                  <a:pt x="67705" y="25527"/>
                  <a:pt x="65274" y="28431"/>
                </a:cubicBezTo>
                <a:cubicBezTo>
                  <a:pt x="62842" y="31335"/>
                  <a:pt x="61627" y="35154"/>
                  <a:pt x="61627" y="39887"/>
                </a:cubicBezTo>
                <a:lnTo>
                  <a:pt x="42909" y="39887"/>
                </a:lnTo>
                <a:cubicBezTo>
                  <a:pt x="42909" y="34165"/>
                  <a:pt x="44276" y="28937"/>
                  <a:pt x="47008" y="24204"/>
                </a:cubicBezTo>
                <a:cubicBezTo>
                  <a:pt x="49740" y="19470"/>
                  <a:pt x="53602" y="15759"/>
                  <a:pt x="58593" y="13070"/>
                </a:cubicBezTo>
                <a:cubicBezTo>
                  <a:pt x="63585" y="10381"/>
                  <a:pt x="69243" y="9036"/>
                  <a:pt x="75568" y="9036"/>
                </a:cubicBezTo>
                <a:cubicBezTo>
                  <a:pt x="85249" y="9036"/>
                  <a:pt x="92769" y="11360"/>
                  <a:pt x="98126" y="16007"/>
                </a:cubicBezTo>
                <a:cubicBezTo>
                  <a:pt x="103483" y="20654"/>
                  <a:pt x="106161" y="27215"/>
                  <a:pt x="106161" y="35692"/>
                </a:cubicBezTo>
                <a:cubicBezTo>
                  <a:pt x="106161" y="40339"/>
                  <a:pt x="104957" y="45072"/>
                  <a:pt x="102547" y="49891"/>
                </a:cubicBezTo>
                <a:cubicBezTo>
                  <a:pt x="100137" y="54711"/>
                  <a:pt x="96007" y="60326"/>
                  <a:pt x="90155" y="66737"/>
                </a:cubicBezTo>
                <a:lnTo>
                  <a:pt x="68791" y="89263"/>
                </a:lnTo>
                <a:lnTo>
                  <a:pt x="109195" y="89263"/>
                </a:lnTo>
                <a:lnTo>
                  <a:pt x="109195" y="104301"/>
                </a:lnTo>
                <a:close/>
                <a:moveTo>
                  <a:pt x="153517" y="67608"/>
                </a:moveTo>
                <a:cubicBezTo>
                  <a:pt x="153517" y="77338"/>
                  <a:pt x="152119" y="86702"/>
                  <a:pt x="149322" y="95699"/>
                </a:cubicBezTo>
                <a:cubicBezTo>
                  <a:pt x="146525" y="104696"/>
                  <a:pt x="142502" y="112638"/>
                  <a:pt x="137252" y="119525"/>
                </a:cubicBezTo>
                <a:cubicBezTo>
                  <a:pt x="132003" y="126414"/>
                  <a:pt x="126388" y="131149"/>
                  <a:pt x="120407" y="133732"/>
                </a:cubicBezTo>
                <a:lnTo>
                  <a:pt x="116792" y="123853"/>
                </a:lnTo>
                <a:cubicBezTo>
                  <a:pt x="122902" y="119247"/>
                  <a:pt x="127722" y="112144"/>
                  <a:pt x="131250" y="102544"/>
                </a:cubicBezTo>
                <a:cubicBezTo>
                  <a:pt x="134778" y="92943"/>
                  <a:pt x="136607" y="81901"/>
                  <a:pt x="136736" y="69418"/>
                </a:cubicBezTo>
                <a:lnTo>
                  <a:pt x="136736" y="65995"/>
                </a:lnTo>
                <a:cubicBezTo>
                  <a:pt x="136736" y="53123"/>
                  <a:pt x="134983" y="41779"/>
                  <a:pt x="131476" y="31965"/>
                </a:cubicBezTo>
                <a:cubicBezTo>
                  <a:pt x="127969" y="22149"/>
                  <a:pt x="123074" y="14787"/>
                  <a:pt x="116792" y="9879"/>
                </a:cubicBezTo>
                <a:lnTo>
                  <a:pt x="120407" y="0"/>
                </a:lnTo>
                <a:cubicBezTo>
                  <a:pt x="126259" y="2540"/>
                  <a:pt x="131777" y="7147"/>
                  <a:pt x="136962" y="13820"/>
                </a:cubicBezTo>
                <a:cubicBezTo>
                  <a:pt x="142147" y="20492"/>
                  <a:pt x="146170" y="28262"/>
                  <a:pt x="149031" y="37130"/>
                </a:cubicBezTo>
                <a:cubicBezTo>
                  <a:pt x="151893" y="45998"/>
                  <a:pt x="153388" y="55189"/>
                  <a:pt x="153517" y="64702"/>
                </a:cubicBezTo>
                <a:lnTo>
                  <a:pt x="153517" y="67608"/>
                </a:lnTo>
                <a:close/>
                <a:moveTo>
                  <a:pt x="255152" y="84874"/>
                </a:moveTo>
                <a:lnTo>
                  <a:pt x="221203" y="84874"/>
                </a:lnTo>
                <a:lnTo>
                  <a:pt x="214748" y="104301"/>
                </a:lnTo>
                <a:lnTo>
                  <a:pt x="194159" y="104301"/>
                </a:lnTo>
                <a:lnTo>
                  <a:pt x="229141" y="10327"/>
                </a:lnTo>
                <a:lnTo>
                  <a:pt x="247084" y="10327"/>
                </a:lnTo>
                <a:lnTo>
                  <a:pt x="282260" y="104301"/>
                </a:lnTo>
                <a:lnTo>
                  <a:pt x="261671" y="104301"/>
                </a:lnTo>
                <a:lnTo>
                  <a:pt x="255152" y="84874"/>
                </a:lnTo>
                <a:moveTo>
                  <a:pt x="226431" y="69190"/>
                </a:moveTo>
                <a:lnTo>
                  <a:pt x="249924" y="69190"/>
                </a:lnTo>
                <a:lnTo>
                  <a:pt x="238113" y="34079"/>
                </a:lnTo>
                <a:lnTo>
                  <a:pt x="226431" y="69190"/>
                </a:lnTo>
                <a:close/>
                <a:moveTo>
                  <a:pt x="349556" y="70029"/>
                </a:moveTo>
                <a:cubicBezTo>
                  <a:pt x="349556" y="80786"/>
                  <a:pt x="347114" y="89402"/>
                  <a:pt x="342231" y="95878"/>
                </a:cubicBezTo>
                <a:cubicBezTo>
                  <a:pt x="337347" y="102354"/>
                  <a:pt x="330753" y="105592"/>
                  <a:pt x="322448" y="105592"/>
                </a:cubicBezTo>
                <a:cubicBezTo>
                  <a:pt x="315392" y="105592"/>
                  <a:pt x="309690" y="103139"/>
                  <a:pt x="305345" y="98234"/>
                </a:cubicBezTo>
                <a:lnTo>
                  <a:pt x="305345" y="131151"/>
                </a:lnTo>
                <a:lnTo>
                  <a:pt x="286692" y="131151"/>
                </a:lnTo>
                <a:lnTo>
                  <a:pt x="286692" y="34466"/>
                </a:lnTo>
                <a:lnTo>
                  <a:pt x="303989" y="34466"/>
                </a:lnTo>
                <a:lnTo>
                  <a:pt x="304635" y="41307"/>
                </a:lnTo>
                <a:cubicBezTo>
                  <a:pt x="309153" y="35886"/>
                  <a:pt x="315047" y="33175"/>
                  <a:pt x="322319" y="33175"/>
                </a:cubicBezTo>
                <a:cubicBezTo>
                  <a:pt x="330925" y="33175"/>
                  <a:pt x="337616" y="36359"/>
                  <a:pt x="342392" y="42727"/>
                </a:cubicBezTo>
                <a:cubicBezTo>
                  <a:pt x="347168" y="49095"/>
                  <a:pt x="349556" y="57873"/>
                  <a:pt x="349556" y="69061"/>
                </a:cubicBezTo>
                <a:lnTo>
                  <a:pt x="349556" y="70029"/>
                </a:lnTo>
                <a:moveTo>
                  <a:pt x="330903" y="68673"/>
                </a:moveTo>
                <a:cubicBezTo>
                  <a:pt x="330903" y="62176"/>
                  <a:pt x="329752" y="57163"/>
                  <a:pt x="327450" y="53635"/>
                </a:cubicBezTo>
                <a:cubicBezTo>
                  <a:pt x="325148" y="50107"/>
                  <a:pt x="321803" y="48342"/>
                  <a:pt x="317414" y="48342"/>
                </a:cubicBezTo>
                <a:cubicBezTo>
                  <a:pt x="311562" y="48342"/>
                  <a:pt x="307539" y="50580"/>
                  <a:pt x="305345" y="55055"/>
                </a:cubicBezTo>
                <a:lnTo>
                  <a:pt x="305345" y="83647"/>
                </a:lnTo>
                <a:cubicBezTo>
                  <a:pt x="307625" y="88251"/>
                  <a:pt x="311691" y="90553"/>
                  <a:pt x="317543" y="90553"/>
                </a:cubicBezTo>
                <a:cubicBezTo>
                  <a:pt x="326450" y="90553"/>
                  <a:pt x="330903" y="83260"/>
                  <a:pt x="330903" y="68673"/>
                </a:cubicBezTo>
                <a:close/>
                <a:moveTo>
                  <a:pt x="423956" y="70029"/>
                </a:moveTo>
                <a:cubicBezTo>
                  <a:pt x="423956" y="80786"/>
                  <a:pt x="421514" y="89402"/>
                  <a:pt x="416630" y="95878"/>
                </a:cubicBezTo>
                <a:cubicBezTo>
                  <a:pt x="411746" y="102354"/>
                  <a:pt x="405152" y="105592"/>
                  <a:pt x="396848" y="105592"/>
                </a:cubicBezTo>
                <a:cubicBezTo>
                  <a:pt x="389791" y="105592"/>
                  <a:pt x="384090" y="103139"/>
                  <a:pt x="379744" y="98234"/>
                </a:cubicBezTo>
                <a:lnTo>
                  <a:pt x="379744" y="131151"/>
                </a:lnTo>
                <a:lnTo>
                  <a:pt x="361091" y="131151"/>
                </a:lnTo>
                <a:lnTo>
                  <a:pt x="361091" y="34466"/>
                </a:lnTo>
                <a:lnTo>
                  <a:pt x="378389" y="34466"/>
                </a:lnTo>
                <a:lnTo>
                  <a:pt x="379034" y="41307"/>
                </a:lnTo>
                <a:cubicBezTo>
                  <a:pt x="383552" y="35886"/>
                  <a:pt x="389447" y="33175"/>
                  <a:pt x="396719" y="33175"/>
                </a:cubicBezTo>
                <a:cubicBezTo>
                  <a:pt x="405324" y="33175"/>
                  <a:pt x="412015" y="36359"/>
                  <a:pt x="416791" y="42727"/>
                </a:cubicBezTo>
                <a:cubicBezTo>
                  <a:pt x="421568" y="49095"/>
                  <a:pt x="423956" y="57873"/>
                  <a:pt x="423956" y="69061"/>
                </a:cubicBezTo>
                <a:lnTo>
                  <a:pt x="423956" y="70029"/>
                </a:lnTo>
                <a:moveTo>
                  <a:pt x="405303" y="68673"/>
                </a:moveTo>
                <a:cubicBezTo>
                  <a:pt x="405303" y="62176"/>
                  <a:pt x="404152" y="57163"/>
                  <a:pt x="401850" y="53635"/>
                </a:cubicBezTo>
                <a:cubicBezTo>
                  <a:pt x="399548" y="50107"/>
                  <a:pt x="396202" y="48342"/>
                  <a:pt x="391813" y="48342"/>
                </a:cubicBezTo>
                <a:cubicBezTo>
                  <a:pt x="385962" y="48342"/>
                  <a:pt x="381938" y="50580"/>
                  <a:pt x="379744" y="55055"/>
                </a:cubicBezTo>
                <a:lnTo>
                  <a:pt x="379744" y="83647"/>
                </a:lnTo>
                <a:cubicBezTo>
                  <a:pt x="382024" y="88251"/>
                  <a:pt x="386091" y="90553"/>
                  <a:pt x="391943" y="90553"/>
                </a:cubicBezTo>
                <a:cubicBezTo>
                  <a:pt x="400849" y="90553"/>
                  <a:pt x="405303" y="83260"/>
                  <a:pt x="405303" y="68673"/>
                </a:cubicBezTo>
                <a:close/>
                <a:moveTo>
                  <a:pt x="474733" y="51957"/>
                </a:moveTo>
                <a:cubicBezTo>
                  <a:pt x="472194" y="51613"/>
                  <a:pt x="469956" y="51441"/>
                  <a:pt x="468020" y="51441"/>
                </a:cubicBezTo>
                <a:cubicBezTo>
                  <a:pt x="460963" y="51441"/>
                  <a:pt x="456338" y="53829"/>
                  <a:pt x="454143" y="58605"/>
                </a:cubicBezTo>
                <a:lnTo>
                  <a:pt x="454143" y="104301"/>
                </a:lnTo>
                <a:lnTo>
                  <a:pt x="435491" y="104301"/>
                </a:lnTo>
                <a:lnTo>
                  <a:pt x="435491" y="34466"/>
                </a:lnTo>
                <a:lnTo>
                  <a:pt x="453111" y="34466"/>
                </a:lnTo>
                <a:lnTo>
                  <a:pt x="453627" y="42792"/>
                </a:lnTo>
                <a:cubicBezTo>
                  <a:pt x="457371" y="36381"/>
                  <a:pt x="462555" y="33175"/>
                  <a:pt x="469182" y="33175"/>
                </a:cubicBezTo>
                <a:cubicBezTo>
                  <a:pt x="471247" y="33175"/>
                  <a:pt x="473184" y="33455"/>
                  <a:pt x="474991" y="34014"/>
                </a:cubicBezTo>
                <a:lnTo>
                  <a:pt x="474733" y="51957"/>
                </a:lnTo>
                <a:close/>
                <a:moveTo>
                  <a:pt x="478464" y="68738"/>
                </a:moveTo>
                <a:cubicBezTo>
                  <a:pt x="478464" y="61810"/>
                  <a:pt x="479798" y="55636"/>
                  <a:pt x="482466" y="50214"/>
                </a:cubicBezTo>
                <a:cubicBezTo>
                  <a:pt x="485134" y="44793"/>
                  <a:pt x="488974" y="40597"/>
                  <a:pt x="493987" y="37628"/>
                </a:cubicBezTo>
                <a:cubicBezTo>
                  <a:pt x="498999" y="34659"/>
                  <a:pt x="504819" y="33175"/>
                  <a:pt x="511445" y="33175"/>
                </a:cubicBezTo>
                <a:cubicBezTo>
                  <a:pt x="520869" y="33175"/>
                  <a:pt x="528560" y="36058"/>
                  <a:pt x="534519" y="41824"/>
                </a:cubicBezTo>
                <a:cubicBezTo>
                  <a:pt x="540479" y="47589"/>
                  <a:pt x="543803" y="55421"/>
                  <a:pt x="544491" y="65317"/>
                </a:cubicBezTo>
                <a:lnTo>
                  <a:pt x="544620" y="70093"/>
                </a:lnTo>
                <a:cubicBezTo>
                  <a:pt x="544620" y="80807"/>
                  <a:pt x="541630" y="89402"/>
                  <a:pt x="535649" y="95878"/>
                </a:cubicBezTo>
                <a:cubicBezTo>
                  <a:pt x="529668" y="102354"/>
                  <a:pt x="521643" y="105592"/>
                  <a:pt x="511575" y="105592"/>
                </a:cubicBezTo>
                <a:cubicBezTo>
                  <a:pt x="501506" y="105592"/>
                  <a:pt x="493470" y="102365"/>
                  <a:pt x="487468" y="95910"/>
                </a:cubicBezTo>
                <a:cubicBezTo>
                  <a:pt x="481465" y="89456"/>
                  <a:pt x="478464" y="80678"/>
                  <a:pt x="478464" y="69577"/>
                </a:cubicBezTo>
                <a:lnTo>
                  <a:pt x="478464" y="68738"/>
                </a:lnTo>
                <a:moveTo>
                  <a:pt x="497117" y="70093"/>
                </a:moveTo>
                <a:cubicBezTo>
                  <a:pt x="497117" y="76720"/>
                  <a:pt x="498365" y="81786"/>
                  <a:pt x="500860" y="85293"/>
                </a:cubicBezTo>
                <a:cubicBezTo>
                  <a:pt x="503356" y="88800"/>
                  <a:pt x="506927" y="90553"/>
                  <a:pt x="511575" y="90553"/>
                </a:cubicBezTo>
                <a:cubicBezTo>
                  <a:pt x="516093" y="90553"/>
                  <a:pt x="519621" y="88821"/>
                  <a:pt x="522160" y="85358"/>
                </a:cubicBezTo>
                <a:cubicBezTo>
                  <a:pt x="524698" y="81894"/>
                  <a:pt x="525968" y="76354"/>
                  <a:pt x="525968" y="68738"/>
                </a:cubicBezTo>
                <a:cubicBezTo>
                  <a:pt x="525968" y="62241"/>
                  <a:pt x="524698" y="57206"/>
                  <a:pt x="522160" y="53635"/>
                </a:cubicBezTo>
                <a:cubicBezTo>
                  <a:pt x="519621" y="50064"/>
                  <a:pt x="516049" y="48278"/>
                  <a:pt x="511445" y="48278"/>
                </a:cubicBezTo>
                <a:cubicBezTo>
                  <a:pt x="506884" y="48278"/>
                  <a:pt x="503356" y="50053"/>
                  <a:pt x="500860" y="53603"/>
                </a:cubicBezTo>
                <a:cubicBezTo>
                  <a:pt x="498365" y="57153"/>
                  <a:pt x="497117" y="62649"/>
                  <a:pt x="497117" y="70093"/>
                </a:cubicBezTo>
                <a:close/>
                <a:moveTo>
                  <a:pt x="596559" y="104301"/>
                </a:moveTo>
                <a:cubicBezTo>
                  <a:pt x="595698" y="102623"/>
                  <a:pt x="595074" y="100536"/>
                  <a:pt x="594687" y="98040"/>
                </a:cubicBezTo>
                <a:cubicBezTo>
                  <a:pt x="590169" y="103075"/>
                  <a:pt x="584296" y="105592"/>
                  <a:pt x="577067" y="105592"/>
                </a:cubicBezTo>
                <a:cubicBezTo>
                  <a:pt x="570226" y="105592"/>
                  <a:pt x="564557" y="103610"/>
                  <a:pt x="560060" y="99646"/>
                </a:cubicBezTo>
                <a:cubicBezTo>
                  <a:pt x="555564" y="95681"/>
                  <a:pt x="553315" y="90682"/>
                  <a:pt x="553315" y="84650"/>
                </a:cubicBezTo>
                <a:cubicBezTo>
                  <a:pt x="553315" y="77238"/>
                  <a:pt x="556058" y="71550"/>
                  <a:pt x="561545" y="67586"/>
                </a:cubicBezTo>
                <a:cubicBezTo>
                  <a:pt x="567031" y="63621"/>
                  <a:pt x="574959" y="61617"/>
                  <a:pt x="585329" y="61574"/>
                </a:cubicBezTo>
                <a:lnTo>
                  <a:pt x="593913" y="61574"/>
                </a:lnTo>
                <a:lnTo>
                  <a:pt x="593913" y="57590"/>
                </a:lnTo>
                <a:cubicBezTo>
                  <a:pt x="593913" y="54377"/>
                  <a:pt x="593084" y="51806"/>
                  <a:pt x="591428" y="49879"/>
                </a:cubicBezTo>
                <a:cubicBezTo>
                  <a:pt x="589771" y="47951"/>
                  <a:pt x="587157" y="46987"/>
                  <a:pt x="583586" y="46987"/>
                </a:cubicBezTo>
                <a:cubicBezTo>
                  <a:pt x="580445" y="46987"/>
                  <a:pt x="577981" y="47735"/>
                  <a:pt x="576196" y="49230"/>
                </a:cubicBezTo>
                <a:cubicBezTo>
                  <a:pt x="574410" y="50724"/>
                  <a:pt x="573517" y="52773"/>
                  <a:pt x="573517" y="55378"/>
                </a:cubicBezTo>
                <a:lnTo>
                  <a:pt x="554864" y="55378"/>
                </a:lnTo>
                <a:cubicBezTo>
                  <a:pt x="554864" y="51345"/>
                  <a:pt x="556112" y="47613"/>
                  <a:pt x="558608" y="44181"/>
                </a:cubicBezTo>
                <a:cubicBezTo>
                  <a:pt x="561103" y="40749"/>
                  <a:pt x="564632" y="38056"/>
                  <a:pt x="569193" y="36104"/>
                </a:cubicBezTo>
                <a:cubicBezTo>
                  <a:pt x="573754" y="34151"/>
                  <a:pt x="578874" y="33175"/>
                  <a:pt x="584554" y="33175"/>
                </a:cubicBezTo>
                <a:cubicBezTo>
                  <a:pt x="593160" y="33175"/>
                  <a:pt x="599990" y="35337"/>
                  <a:pt x="605046" y="39661"/>
                </a:cubicBezTo>
                <a:cubicBezTo>
                  <a:pt x="610102" y="43986"/>
                  <a:pt x="612630" y="50064"/>
                  <a:pt x="612630" y="57895"/>
                </a:cubicBezTo>
                <a:lnTo>
                  <a:pt x="612630" y="88165"/>
                </a:lnTo>
                <a:cubicBezTo>
                  <a:pt x="612673" y="94792"/>
                  <a:pt x="613598" y="99805"/>
                  <a:pt x="615405" y="103204"/>
                </a:cubicBezTo>
                <a:lnTo>
                  <a:pt x="615405" y="104301"/>
                </a:lnTo>
                <a:lnTo>
                  <a:pt x="596559" y="104301"/>
                </a:lnTo>
                <a:moveTo>
                  <a:pt x="581133" y="91328"/>
                </a:moveTo>
                <a:cubicBezTo>
                  <a:pt x="583887" y="91328"/>
                  <a:pt x="586426" y="90713"/>
                  <a:pt x="588749" y="89482"/>
                </a:cubicBezTo>
                <a:cubicBezTo>
                  <a:pt x="591073" y="88252"/>
                  <a:pt x="592794" y="86600"/>
                  <a:pt x="593913" y="84527"/>
                </a:cubicBezTo>
                <a:lnTo>
                  <a:pt x="593913" y="72481"/>
                </a:lnTo>
                <a:lnTo>
                  <a:pt x="586942" y="72481"/>
                </a:lnTo>
                <a:cubicBezTo>
                  <a:pt x="577605" y="72481"/>
                  <a:pt x="572635" y="75719"/>
                  <a:pt x="572033" y="82195"/>
                </a:cubicBezTo>
                <a:lnTo>
                  <a:pt x="571968" y="83296"/>
                </a:lnTo>
                <a:cubicBezTo>
                  <a:pt x="571968" y="85628"/>
                  <a:pt x="572786" y="87549"/>
                  <a:pt x="574421" y="89061"/>
                </a:cubicBezTo>
                <a:cubicBezTo>
                  <a:pt x="576056" y="90572"/>
                  <a:pt x="578293" y="91328"/>
                  <a:pt x="581133" y="91328"/>
                </a:cubicBezTo>
                <a:close/>
                <a:moveTo>
                  <a:pt x="655985" y="90553"/>
                </a:moveTo>
                <a:cubicBezTo>
                  <a:pt x="659428" y="90553"/>
                  <a:pt x="662225" y="89607"/>
                  <a:pt x="664376" y="87714"/>
                </a:cubicBezTo>
                <a:cubicBezTo>
                  <a:pt x="666527" y="85820"/>
                  <a:pt x="667646" y="83303"/>
                  <a:pt x="667732" y="80162"/>
                </a:cubicBezTo>
                <a:lnTo>
                  <a:pt x="685223" y="80162"/>
                </a:lnTo>
                <a:cubicBezTo>
                  <a:pt x="685180" y="84895"/>
                  <a:pt x="683889" y="89230"/>
                  <a:pt x="681351" y="93167"/>
                </a:cubicBezTo>
                <a:cubicBezTo>
                  <a:pt x="678812" y="97104"/>
                  <a:pt x="675337" y="100159"/>
                  <a:pt x="670927" y="102332"/>
                </a:cubicBezTo>
                <a:cubicBezTo>
                  <a:pt x="666517" y="104505"/>
                  <a:pt x="661644" y="105592"/>
                  <a:pt x="656308" y="105592"/>
                </a:cubicBezTo>
                <a:cubicBezTo>
                  <a:pt x="646326" y="105592"/>
                  <a:pt x="638451" y="102418"/>
                  <a:pt x="632685" y="96072"/>
                </a:cubicBezTo>
                <a:cubicBezTo>
                  <a:pt x="626920" y="89725"/>
                  <a:pt x="624037" y="80958"/>
                  <a:pt x="624037" y="69771"/>
                </a:cubicBezTo>
                <a:lnTo>
                  <a:pt x="624037" y="68544"/>
                </a:lnTo>
                <a:cubicBezTo>
                  <a:pt x="624037" y="57787"/>
                  <a:pt x="626898" y="49203"/>
                  <a:pt x="632621" y="42792"/>
                </a:cubicBezTo>
                <a:cubicBezTo>
                  <a:pt x="638344" y="36381"/>
                  <a:pt x="646196" y="33175"/>
                  <a:pt x="656179" y="33175"/>
                </a:cubicBezTo>
                <a:cubicBezTo>
                  <a:pt x="664914" y="33175"/>
                  <a:pt x="671917" y="35660"/>
                  <a:pt x="677188" y="40630"/>
                </a:cubicBezTo>
                <a:cubicBezTo>
                  <a:pt x="682459" y="45599"/>
                  <a:pt x="685137" y="52215"/>
                  <a:pt x="685223" y="60476"/>
                </a:cubicBezTo>
                <a:lnTo>
                  <a:pt x="667732" y="60476"/>
                </a:lnTo>
                <a:cubicBezTo>
                  <a:pt x="667646" y="56862"/>
                  <a:pt x="666527" y="53925"/>
                  <a:pt x="664376" y="51666"/>
                </a:cubicBezTo>
                <a:cubicBezTo>
                  <a:pt x="662225" y="49407"/>
                  <a:pt x="659385" y="48278"/>
                  <a:pt x="655856" y="48278"/>
                </a:cubicBezTo>
                <a:cubicBezTo>
                  <a:pt x="651510" y="48278"/>
                  <a:pt x="648230" y="49859"/>
                  <a:pt x="646014" y="53022"/>
                </a:cubicBezTo>
                <a:cubicBezTo>
                  <a:pt x="643798" y="56184"/>
                  <a:pt x="642690" y="61316"/>
                  <a:pt x="642690" y="68415"/>
                </a:cubicBezTo>
                <a:lnTo>
                  <a:pt x="642690" y="70352"/>
                </a:lnTo>
                <a:cubicBezTo>
                  <a:pt x="642690" y="77537"/>
                  <a:pt x="643787" y="82701"/>
                  <a:pt x="645981" y="85842"/>
                </a:cubicBezTo>
                <a:cubicBezTo>
                  <a:pt x="648176" y="88983"/>
                  <a:pt x="651510" y="90553"/>
                  <a:pt x="655985" y="90553"/>
                </a:cubicBezTo>
                <a:close/>
                <a:moveTo>
                  <a:pt x="714057" y="42082"/>
                </a:moveTo>
                <a:cubicBezTo>
                  <a:pt x="719005" y="36144"/>
                  <a:pt x="725223" y="33175"/>
                  <a:pt x="732710" y="33175"/>
                </a:cubicBezTo>
                <a:cubicBezTo>
                  <a:pt x="747856" y="33175"/>
                  <a:pt x="755536" y="41974"/>
                  <a:pt x="755751" y="59573"/>
                </a:cubicBezTo>
                <a:lnTo>
                  <a:pt x="755751" y="104301"/>
                </a:lnTo>
                <a:lnTo>
                  <a:pt x="737098" y="104301"/>
                </a:lnTo>
                <a:lnTo>
                  <a:pt x="737098" y="60089"/>
                </a:lnTo>
                <a:cubicBezTo>
                  <a:pt x="737098" y="56088"/>
                  <a:pt x="736238" y="53129"/>
                  <a:pt x="734517" y="51215"/>
                </a:cubicBezTo>
                <a:cubicBezTo>
                  <a:pt x="732796" y="49300"/>
                  <a:pt x="729934" y="48342"/>
                  <a:pt x="725933" y="48342"/>
                </a:cubicBezTo>
                <a:cubicBezTo>
                  <a:pt x="720468" y="48342"/>
                  <a:pt x="716509" y="50451"/>
                  <a:pt x="714057" y="54668"/>
                </a:cubicBezTo>
                <a:lnTo>
                  <a:pt x="714057" y="104301"/>
                </a:lnTo>
                <a:lnTo>
                  <a:pt x="695404" y="104301"/>
                </a:lnTo>
                <a:lnTo>
                  <a:pt x="695404" y="5163"/>
                </a:lnTo>
                <a:lnTo>
                  <a:pt x="714057" y="5163"/>
                </a:lnTo>
                <a:lnTo>
                  <a:pt x="714057" y="42082"/>
                </a:lnTo>
                <a:close/>
                <a:moveTo>
                  <a:pt x="803938" y="104301"/>
                </a:moveTo>
                <a:lnTo>
                  <a:pt x="803938" y="10327"/>
                </a:lnTo>
                <a:lnTo>
                  <a:pt x="832854" y="10327"/>
                </a:lnTo>
                <a:cubicBezTo>
                  <a:pt x="841115" y="10327"/>
                  <a:pt x="848505" y="12188"/>
                  <a:pt x="855024" y="15910"/>
                </a:cubicBezTo>
                <a:cubicBezTo>
                  <a:pt x="861543" y="19632"/>
                  <a:pt x="866631" y="24924"/>
                  <a:pt x="870288" y="31787"/>
                </a:cubicBezTo>
                <a:cubicBezTo>
                  <a:pt x="873946" y="38650"/>
                  <a:pt x="875774" y="46449"/>
                  <a:pt x="875774" y="55184"/>
                </a:cubicBezTo>
                <a:lnTo>
                  <a:pt x="875774" y="59508"/>
                </a:lnTo>
                <a:cubicBezTo>
                  <a:pt x="875774" y="68243"/>
                  <a:pt x="873978" y="76010"/>
                  <a:pt x="870385" y="82808"/>
                </a:cubicBezTo>
                <a:cubicBezTo>
                  <a:pt x="866792" y="89607"/>
                  <a:pt x="861726" y="94878"/>
                  <a:pt x="855185" y="98621"/>
                </a:cubicBezTo>
                <a:cubicBezTo>
                  <a:pt x="848645" y="102365"/>
                  <a:pt x="841266" y="104258"/>
                  <a:pt x="833047" y="104301"/>
                </a:cubicBezTo>
                <a:lnTo>
                  <a:pt x="803938" y="104301"/>
                </a:lnTo>
                <a:moveTo>
                  <a:pt x="823301" y="26011"/>
                </a:moveTo>
                <a:lnTo>
                  <a:pt x="823301" y="88746"/>
                </a:lnTo>
                <a:lnTo>
                  <a:pt x="832660" y="88746"/>
                </a:lnTo>
                <a:cubicBezTo>
                  <a:pt x="840233" y="88746"/>
                  <a:pt x="846020" y="86272"/>
                  <a:pt x="850022" y="81324"/>
                </a:cubicBezTo>
                <a:cubicBezTo>
                  <a:pt x="854024" y="76376"/>
                  <a:pt x="856067" y="69297"/>
                  <a:pt x="856153" y="60089"/>
                </a:cubicBezTo>
                <a:lnTo>
                  <a:pt x="856153" y="55119"/>
                </a:lnTo>
                <a:cubicBezTo>
                  <a:pt x="856153" y="45567"/>
                  <a:pt x="854174" y="38328"/>
                  <a:pt x="850216" y="33401"/>
                </a:cubicBezTo>
                <a:cubicBezTo>
                  <a:pt x="846257" y="28474"/>
                  <a:pt x="840470" y="26011"/>
                  <a:pt x="832854" y="26011"/>
                </a:cubicBezTo>
                <a:lnTo>
                  <a:pt x="823301" y="26011"/>
                </a:lnTo>
                <a:close/>
                <a:moveTo>
                  <a:pt x="920740" y="105592"/>
                </a:moveTo>
                <a:cubicBezTo>
                  <a:pt x="910499" y="105592"/>
                  <a:pt x="902162" y="102451"/>
                  <a:pt x="895729" y="96169"/>
                </a:cubicBezTo>
                <a:cubicBezTo>
                  <a:pt x="889297" y="89886"/>
                  <a:pt x="886080" y="81517"/>
                  <a:pt x="886080" y="71062"/>
                </a:cubicBezTo>
                <a:lnTo>
                  <a:pt x="886080" y="69254"/>
                </a:lnTo>
                <a:cubicBezTo>
                  <a:pt x="886080" y="62241"/>
                  <a:pt x="887436" y="55969"/>
                  <a:pt x="890146" y="50440"/>
                </a:cubicBezTo>
                <a:cubicBezTo>
                  <a:pt x="892857" y="44911"/>
                  <a:pt x="896697" y="40651"/>
                  <a:pt x="901667" y="37661"/>
                </a:cubicBezTo>
                <a:cubicBezTo>
                  <a:pt x="906637" y="34670"/>
                  <a:pt x="912306" y="33175"/>
                  <a:pt x="918674" y="33175"/>
                </a:cubicBezTo>
                <a:cubicBezTo>
                  <a:pt x="928227" y="33175"/>
                  <a:pt x="935746" y="36187"/>
                  <a:pt x="941232" y="42211"/>
                </a:cubicBezTo>
                <a:cubicBezTo>
                  <a:pt x="946718" y="48235"/>
                  <a:pt x="949461" y="56776"/>
                  <a:pt x="949461" y="67834"/>
                </a:cubicBezTo>
                <a:lnTo>
                  <a:pt x="949461" y="75450"/>
                </a:lnTo>
                <a:lnTo>
                  <a:pt x="904991" y="75450"/>
                </a:lnTo>
                <a:cubicBezTo>
                  <a:pt x="905594" y="80011"/>
                  <a:pt x="907412" y="83669"/>
                  <a:pt x="910445" y="86423"/>
                </a:cubicBezTo>
                <a:cubicBezTo>
                  <a:pt x="913479" y="89176"/>
                  <a:pt x="917319" y="90553"/>
                  <a:pt x="921966" y="90553"/>
                </a:cubicBezTo>
                <a:cubicBezTo>
                  <a:pt x="929152" y="90553"/>
                  <a:pt x="934767" y="87950"/>
                  <a:pt x="938812" y="82744"/>
                </a:cubicBezTo>
                <a:lnTo>
                  <a:pt x="947977" y="93006"/>
                </a:lnTo>
                <a:cubicBezTo>
                  <a:pt x="945180" y="96965"/>
                  <a:pt x="941393" y="100052"/>
                  <a:pt x="936617" y="102268"/>
                </a:cubicBezTo>
                <a:cubicBezTo>
                  <a:pt x="931841" y="104484"/>
                  <a:pt x="926548" y="105592"/>
                  <a:pt x="920740" y="105592"/>
                </a:cubicBezTo>
                <a:moveTo>
                  <a:pt x="918610" y="48278"/>
                </a:moveTo>
                <a:cubicBezTo>
                  <a:pt x="914909" y="48278"/>
                  <a:pt x="911908" y="49526"/>
                  <a:pt x="909606" y="52021"/>
                </a:cubicBezTo>
                <a:cubicBezTo>
                  <a:pt x="907304" y="54517"/>
                  <a:pt x="905830" y="58088"/>
                  <a:pt x="905185" y="62735"/>
                </a:cubicBezTo>
                <a:lnTo>
                  <a:pt x="931131" y="62735"/>
                </a:lnTo>
                <a:lnTo>
                  <a:pt x="931131" y="61251"/>
                </a:lnTo>
                <a:cubicBezTo>
                  <a:pt x="931045" y="57120"/>
                  <a:pt x="929926" y="53925"/>
                  <a:pt x="927775" y="51666"/>
                </a:cubicBezTo>
                <a:cubicBezTo>
                  <a:pt x="925623" y="49407"/>
                  <a:pt x="922568" y="48278"/>
                  <a:pt x="918610" y="48278"/>
                </a:cubicBezTo>
                <a:close/>
                <a:moveTo>
                  <a:pt x="982360" y="17297"/>
                </a:moveTo>
                <a:lnTo>
                  <a:pt x="982360" y="34466"/>
                </a:lnTo>
                <a:lnTo>
                  <a:pt x="994301" y="34466"/>
                </a:lnTo>
                <a:lnTo>
                  <a:pt x="994301" y="48149"/>
                </a:lnTo>
                <a:lnTo>
                  <a:pt x="982360" y="48149"/>
                </a:lnTo>
                <a:lnTo>
                  <a:pt x="982360" y="83002"/>
                </a:lnTo>
                <a:cubicBezTo>
                  <a:pt x="982360" y="85584"/>
                  <a:pt x="982855" y="87434"/>
                  <a:pt x="983845" y="88553"/>
                </a:cubicBezTo>
                <a:cubicBezTo>
                  <a:pt x="984834" y="89671"/>
                  <a:pt x="986728" y="90231"/>
                  <a:pt x="989525" y="90231"/>
                </a:cubicBezTo>
                <a:cubicBezTo>
                  <a:pt x="991590" y="90231"/>
                  <a:pt x="993419" y="90080"/>
                  <a:pt x="995011" y="89779"/>
                </a:cubicBezTo>
                <a:lnTo>
                  <a:pt x="995011" y="103914"/>
                </a:lnTo>
                <a:cubicBezTo>
                  <a:pt x="991353" y="105032"/>
                  <a:pt x="987588" y="105592"/>
                  <a:pt x="983716" y="105592"/>
                </a:cubicBezTo>
                <a:cubicBezTo>
                  <a:pt x="970635" y="105592"/>
                  <a:pt x="963966" y="98987"/>
                  <a:pt x="963707" y="85777"/>
                </a:cubicBezTo>
                <a:lnTo>
                  <a:pt x="963707" y="48149"/>
                </a:lnTo>
                <a:lnTo>
                  <a:pt x="953510" y="48149"/>
                </a:lnTo>
                <a:lnTo>
                  <a:pt x="953510" y="34466"/>
                </a:lnTo>
                <a:lnTo>
                  <a:pt x="963707" y="34466"/>
                </a:lnTo>
                <a:lnTo>
                  <a:pt x="963707" y="17297"/>
                </a:lnTo>
                <a:lnTo>
                  <a:pt x="982360" y="17297"/>
                </a:lnTo>
                <a:close/>
                <a:moveTo>
                  <a:pt x="1036823" y="105592"/>
                </a:moveTo>
                <a:cubicBezTo>
                  <a:pt x="1026583" y="105592"/>
                  <a:pt x="1018246" y="102451"/>
                  <a:pt x="1011813" y="96169"/>
                </a:cubicBezTo>
                <a:cubicBezTo>
                  <a:pt x="1005380" y="89886"/>
                  <a:pt x="1002164" y="81517"/>
                  <a:pt x="1002164" y="71062"/>
                </a:cubicBezTo>
                <a:lnTo>
                  <a:pt x="1002164" y="69254"/>
                </a:lnTo>
                <a:cubicBezTo>
                  <a:pt x="1002164" y="62241"/>
                  <a:pt x="1003519" y="55969"/>
                  <a:pt x="1006230" y="50440"/>
                </a:cubicBezTo>
                <a:cubicBezTo>
                  <a:pt x="1008941" y="44911"/>
                  <a:pt x="1012781" y="40651"/>
                  <a:pt x="1017751" y="37661"/>
                </a:cubicBezTo>
                <a:cubicBezTo>
                  <a:pt x="1022721" y="34670"/>
                  <a:pt x="1028390" y="33175"/>
                  <a:pt x="1034758" y="33175"/>
                </a:cubicBezTo>
                <a:cubicBezTo>
                  <a:pt x="1044310" y="33175"/>
                  <a:pt x="1051830" y="36187"/>
                  <a:pt x="1057316" y="42211"/>
                </a:cubicBezTo>
                <a:cubicBezTo>
                  <a:pt x="1062802" y="48235"/>
                  <a:pt x="1065545" y="56776"/>
                  <a:pt x="1065545" y="67834"/>
                </a:cubicBezTo>
                <a:lnTo>
                  <a:pt x="1065545" y="75450"/>
                </a:lnTo>
                <a:lnTo>
                  <a:pt x="1021075" y="75450"/>
                </a:lnTo>
                <a:cubicBezTo>
                  <a:pt x="1021677" y="80011"/>
                  <a:pt x="1023495" y="83669"/>
                  <a:pt x="1026529" y="86423"/>
                </a:cubicBezTo>
                <a:cubicBezTo>
                  <a:pt x="1029562" y="89176"/>
                  <a:pt x="1033403" y="90553"/>
                  <a:pt x="1038050" y="90553"/>
                </a:cubicBezTo>
                <a:cubicBezTo>
                  <a:pt x="1045235" y="90553"/>
                  <a:pt x="1050851" y="87950"/>
                  <a:pt x="1054895" y="82744"/>
                </a:cubicBezTo>
                <a:lnTo>
                  <a:pt x="1064060" y="93006"/>
                </a:lnTo>
                <a:cubicBezTo>
                  <a:pt x="1061264" y="96965"/>
                  <a:pt x="1057477" y="100052"/>
                  <a:pt x="1052701" y="102268"/>
                </a:cubicBezTo>
                <a:cubicBezTo>
                  <a:pt x="1047925" y="104484"/>
                  <a:pt x="1042632" y="105592"/>
                  <a:pt x="1036823" y="105592"/>
                </a:cubicBezTo>
                <a:moveTo>
                  <a:pt x="1034693" y="48278"/>
                </a:moveTo>
                <a:cubicBezTo>
                  <a:pt x="1030993" y="48278"/>
                  <a:pt x="1027992" y="49526"/>
                  <a:pt x="1025690" y="52021"/>
                </a:cubicBezTo>
                <a:cubicBezTo>
                  <a:pt x="1023388" y="54517"/>
                  <a:pt x="1021914" y="58088"/>
                  <a:pt x="1021269" y="62735"/>
                </a:cubicBezTo>
                <a:lnTo>
                  <a:pt x="1047215" y="62735"/>
                </a:lnTo>
                <a:lnTo>
                  <a:pt x="1047215" y="61251"/>
                </a:lnTo>
                <a:cubicBezTo>
                  <a:pt x="1047129" y="57120"/>
                  <a:pt x="1046010" y="53925"/>
                  <a:pt x="1043859" y="51666"/>
                </a:cubicBezTo>
                <a:cubicBezTo>
                  <a:pt x="1041707" y="49407"/>
                  <a:pt x="1038652" y="48278"/>
                  <a:pt x="1034693" y="48278"/>
                </a:cubicBezTo>
                <a:close/>
                <a:moveTo>
                  <a:pt x="1115354" y="51957"/>
                </a:moveTo>
                <a:cubicBezTo>
                  <a:pt x="1112816" y="51613"/>
                  <a:pt x="1110578" y="51441"/>
                  <a:pt x="1108642" y="51441"/>
                </a:cubicBezTo>
                <a:cubicBezTo>
                  <a:pt x="1101585" y="51441"/>
                  <a:pt x="1096960" y="53829"/>
                  <a:pt x="1094765" y="58605"/>
                </a:cubicBezTo>
                <a:lnTo>
                  <a:pt x="1094765" y="104301"/>
                </a:lnTo>
                <a:lnTo>
                  <a:pt x="1076112" y="104301"/>
                </a:lnTo>
                <a:lnTo>
                  <a:pt x="1076112" y="34466"/>
                </a:lnTo>
                <a:lnTo>
                  <a:pt x="1093732" y="34466"/>
                </a:lnTo>
                <a:lnTo>
                  <a:pt x="1094249" y="42792"/>
                </a:lnTo>
                <a:cubicBezTo>
                  <a:pt x="1097992" y="36381"/>
                  <a:pt x="1103177" y="33175"/>
                  <a:pt x="1109804" y="33175"/>
                </a:cubicBezTo>
                <a:cubicBezTo>
                  <a:pt x="1111869" y="33175"/>
                  <a:pt x="1113805" y="33455"/>
                  <a:pt x="1115612" y="34014"/>
                </a:cubicBezTo>
                <a:lnTo>
                  <a:pt x="1115354" y="51957"/>
                </a:lnTo>
                <a:close/>
                <a:moveTo>
                  <a:pt x="1141805" y="34466"/>
                </a:moveTo>
                <a:lnTo>
                  <a:pt x="1142386" y="42275"/>
                </a:lnTo>
                <a:cubicBezTo>
                  <a:pt x="1147334" y="36208"/>
                  <a:pt x="1154025" y="33175"/>
                  <a:pt x="1162459" y="33175"/>
                </a:cubicBezTo>
                <a:cubicBezTo>
                  <a:pt x="1171451" y="33175"/>
                  <a:pt x="1177626" y="36725"/>
                  <a:pt x="1180982" y="43824"/>
                </a:cubicBezTo>
                <a:cubicBezTo>
                  <a:pt x="1185888" y="36725"/>
                  <a:pt x="1192880" y="33175"/>
                  <a:pt x="1201959" y="33175"/>
                </a:cubicBezTo>
                <a:cubicBezTo>
                  <a:pt x="1209532" y="33175"/>
                  <a:pt x="1215168" y="35380"/>
                  <a:pt x="1218869" y="39791"/>
                </a:cubicBezTo>
                <a:cubicBezTo>
                  <a:pt x="1222569" y="44201"/>
                  <a:pt x="1224419" y="50838"/>
                  <a:pt x="1224419" y="59702"/>
                </a:cubicBezTo>
                <a:lnTo>
                  <a:pt x="1224419" y="104301"/>
                </a:lnTo>
                <a:lnTo>
                  <a:pt x="1205702" y="104301"/>
                </a:lnTo>
                <a:lnTo>
                  <a:pt x="1205702" y="59767"/>
                </a:lnTo>
                <a:cubicBezTo>
                  <a:pt x="1205702" y="55808"/>
                  <a:pt x="1204928" y="52914"/>
                  <a:pt x="1203379" y="51086"/>
                </a:cubicBezTo>
                <a:cubicBezTo>
                  <a:pt x="1201830" y="49257"/>
                  <a:pt x="1199097" y="48342"/>
                  <a:pt x="1195182" y="48342"/>
                </a:cubicBezTo>
                <a:cubicBezTo>
                  <a:pt x="1189588" y="48342"/>
                  <a:pt x="1185715" y="51010"/>
                  <a:pt x="1183564" y="56346"/>
                </a:cubicBezTo>
                <a:lnTo>
                  <a:pt x="1183629" y="104301"/>
                </a:lnTo>
                <a:lnTo>
                  <a:pt x="1164976" y="104301"/>
                </a:lnTo>
                <a:lnTo>
                  <a:pt x="1164976" y="59831"/>
                </a:lnTo>
                <a:cubicBezTo>
                  <a:pt x="1164976" y="55786"/>
                  <a:pt x="1164180" y="52860"/>
                  <a:pt x="1162588" y="51053"/>
                </a:cubicBezTo>
                <a:cubicBezTo>
                  <a:pt x="1160996" y="49246"/>
                  <a:pt x="1158285" y="48342"/>
                  <a:pt x="1154455" y="48342"/>
                </a:cubicBezTo>
                <a:cubicBezTo>
                  <a:pt x="1149163" y="48342"/>
                  <a:pt x="1145333" y="50537"/>
                  <a:pt x="1142967" y="54926"/>
                </a:cubicBezTo>
                <a:lnTo>
                  <a:pt x="1142967" y="104301"/>
                </a:lnTo>
                <a:lnTo>
                  <a:pt x="1124314" y="104301"/>
                </a:lnTo>
                <a:lnTo>
                  <a:pt x="1124314" y="34466"/>
                </a:lnTo>
                <a:lnTo>
                  <a:pt x="1141805" y="34466"/>
                </a:lnTo>
                <a:close/>
                <a:moveTo>
                  <a:pt x="1258406" y="104301"/>
                </a:moveTo>
                <a:lnTo>
                  <a:pt x="1239688" y="104301"/>
                </a:lnTo>
                <a:lnTo>
                  <a:pt x="1239688" y="34466"/>
                </a:lnTo>
                <a:lnTo>
                  <a:pt x="1258406" y="34466"/>
                </a:lnTo>
                <a:lnTo>
                  <a:pt x="1258406" y="104301"/>
                </a:lnTo>
                <a:moveTo>
                  <a:pt x="1238591" y="16394"/>
                </a:moveTo>
                <a:cubicBezTo>
                  <a:pt x="1238591" y="13597"/>
                  <a:pt x="1239527" y="11295"/>
                  <a:pt x="1241399" y="9488"/>
                </a:cubicBezTo>
                <a:cubicBezTo>
                  <a:pt x="1243270" y="7681"/>
                  <a:pt x="1245820" y="6777"/>
                  <a:pt x="1249047" y="6777"/>
                </a:cubicBezTo>
                <a:cubicBezTo>
                  <a:pt x="1252231" y="6777"/>
                  <a:pt x="1254770" y="7681"/>
                  <a:pt x="1256663" y="9488"/>
                </a:cubicBezTo>
                <a:cubicBezTo>
                  <a:pt x="1258556" y="11295"/>
                  <a:pt x="1259503" y="13597"/>
                  <a:pt x="1259503" y="16394"/>
                </a:cubicBezTo>
                <a:cubicBezTo>
                  <a:pt x="1259503" y="19234"/>
                  <a:pt x="1258545" y="21557"/>
                  <a:pt x="1256631" y="23364"/>
                </a:cubicBezTo>
                <a:cubicBezTo>
                  <a:pt x="1254716" y="25172"/>
                  <a:pt x="1252188" y="26075"/>
                  <a:pt x="1249047" y="26075"/>
                </a:cubicBezTo>
                <a:cubicBezTo>
                  <a:pt x="1245906" y="26075"/>
                  <a:pt x="1243378" y="25172"/>
                  <a:pt x="1241463" y="23364"/>
                </a:cubicBezTo>
                <a:cubicBezTo>
                  <a:pt x="1239548" y="21557"/>
                  <a:pt x="1238591" y="19234"/>
                  <a:pt x="1238591" y="16394"/>
                </a:cubicBezTo>
                <a:close/>
                <a:moveTo>
                  <a:pt x="1290926" y="34466"/>
                </a:moveTo>
                <a:lnTo>
                  <a:pt x="1291507" y="42534"/>
                </a:lnTo>
                <a:cubicBezTo>
                  <a:pt x="1296498" y="36295"/>
                  <a:pt x="1303189" y="33175"/>
                  <a:pt x="1311580" y="33175"/>
                </a:cubicBezTo>
                <a:cubicBezTo>
                  <a:pt x="1318981" y="33175"/>
                  <a:pt x="1324488" y="35348"/>
                  <a:pt x="1328103" y="39694"/>
                </a:cubicBezTo>
                <a:cubicBezTo>
                  <a:pt x="1331717" y="44040"/>
                  <a:pt x="1333567" y="50537"/>
                  <a:pt x="1333653" y="59186"/>
                </a:cubicBezTo>
                <a:lnTo>
                  <a:pt x="1333653" y="104301"/>
                </a:lnTo>
                <a:lnTo>
                  <a:pt x="1315001" y="104301"/>
                </a:lnTo>
                <a:lnTo>
                  <a:pt x="1315001" y="59637"/>
                </a:lnTo>
                <a:cubicBezTo>
                  <a:pt x="1315001" y="55679"/>
                  <a:pt x="1314140" y="52807"/>
                  <a:pt x="1312419" y="51021"/>
                </a:cubicBezTo>
                <a:cubicBezTo>
                  <a:pt x="1310698" y="49235"/>
                  <a:pt x="1307836" y="48342"/>
                  <a:pt x="1303835" y="48342"/>
                </a:cubicBezTo>
                <a:cubicBezTo>
                  <a:pt x="1298585" y="48342"/>
                  <a:pt x="1294648" y="50580"/>
                  <a:pt x="1292023" y="55055"/>
                </a:cubicBezTo>
                <a:lnTo>
                  <a:pt x="1292023" y="104301"/>
                </a:lnTo>
                <a:lnTo>
                  <a:pt x="1273371" y="104301"/>
                </a:lnTo>
                <a:lnTo>
                  <a:pt x="1273371" y="34466"/>
                </a:lnTo>
                <a:lnTo>
                  <a:pt x="1290926" y="34466"/>
                </a:lnTo>
                <a:close/>
                <a:moveTo>
                  <a:pt x="1388239" y="104301"/>
                </a:moveTo>
                <a:cubicBezTo>
                  <a:pt x="1387378" y="102623"/>
                  <a:pt x="1386754" y="100536"/>
                  <a:pt x="1386367" y="98040"/>
                </a:cubicBezTo>
                <a:cubicBezTo>
                  <a:pt x="1381849" y="103075"/>
                  <a:pt x="1375975" y="105592"/>
                  <a:pt x="1368747" y="105592"/>
                </a:cubicBezTo>
                <a:cubicBezTo>
                  <a:pt x="1361905" y="105592"/>
                  <a:pt x="1356236" y="103610"/>
                  <a:pt x="1351740" y="99646"/>
                </a:cubicBezTo>
                <a:cubicBezTo>
                  <a:pt x="1347243" y="95681"/>
                  <a:pt x="1344995" y="90682"/>
                  <a:pt x="1344995" y="84650"/>
                </a:cubicBezTo>
                <a:cubicBezTo>
                  <a:pt x="1344995" y="77238"/>
                  <a:pt x="1347738" y="71550"/>
                  <a:pt x="1353224" y="67586"/>
                </a:cubicBezTo>
                <a:cubicBezTo>
                  <a:pt x="1358710" y="63621"/>
                  <a:pt x="1366638" y="61617"/>
                  <a:pt x="1377008" y="61574"/>
                </a:cubicBezTo>
                <a:lnTo>
                  <a:pt x="1385592" y="61574"/>
                </a:lnTo>
                <a:lnTo>
                  <a:pt x="1385592" y="57590"/>
                </a:lnTo>
                <a:cubicBezTo>
                  <a:pt x="1385592" y="54377"/>
                  <a:pt x="1384764" y="51806"/>
                  <a:pt x="1383107" y="49879"/>
                </a:cubicBezTo>
                <a:cubicBezTo>
                  <a:pt x="1381451" y="47951"/>
                  <a:pt x="1378837" y="46987"/>
                  <a:pt x="1375265" y="46987"/>
                </a:cubicBezTo>
                <a:cubicBezTo>
                  <a:pt x="1372124" y="46987"/>
                  <a:pt x="1369661" y="47735"/>
                  <a:pt x="1367875" y="49230"/>
                </a:cubicBezTo>
                <a:cubicBezTo>
                  <a:pt x="1366090" y="50724"/>
                  <a:pt x="1365197" y="52773"/>
                  <a:pt x="1365197" y="55378"/>
                </a:cubicBezTo>
                <a:lnTo>
                  <a:pt x="1346544" y="55378"/>
                </a:lnTo>
                <a:cubicBezTo>
                  <a:pt x="1346544" y="51345"/>
                  <a:pt x="1347792" y="47613"/>
                  <a:pt x="1350287" y="44181"/>
                </a:cubicBezTo>
                <a:cubicBezTo>
                  <a:pt x="1352783" y="40749"/>
                  <a:pt x="1356311" y="38056"/>
                  <a:pt x="1360872" y="36104"/>
                </a:cubicBezTo>
                <a:cubicBezTo>
                  <a:pt x="1365433" y="34151"/>
                  <a:pt x="1370554" y="33175"/>
                  <a:pt x="1376234" y="33175"/>
                </a:cubicBezTo>
                <a:cubicBezTo>
                  <a:pt x="1384839" y="33175"/>
                  <a:pt x="1391670" y="35337"/>
                  <a:pt x="1396726" y="39661"/>
                </a:cubicBezTo>
                <a:cubicBezTo>
                  <a:pt x="1401782" y="43986"/>
                  <a:pt x="1404310" y="50064"/>
                  <a:pt x="1404310" y="57895"/>
                </a:cubicBezTo>
                <a:lnTo>
                  <a:pt x="1404310" y="88165"/>
                </a:lnTo>
                <a:cubicBezTo>
                  <a:pt x="1404353" y="94792"/>
                  <a:pt x="1405278" y="99805"/>
                  <a:pt x="1407085" y="103204"/>
                </a:cubicBezTo>
                <a:lnTo>
                  <a:pt x="1407085" y="104301"/>
                </a:lnTo>
                <a:lnTo>
                  <a:pt x="1388239" y="104301"/>
                </a:lnTo>
                <a:moveTo>
                  <a:pt x="1372813" y="91328"/>
                </a:moveTo>
                <a:cubicBezTo>
                  <a:pt x="1375567" y="91328"/>
                  <a:pt x="1378105" y="90713"/>
                  <a:pt x="1380429" y="89482"/>
                </a:cubicBezTo>
                <a:cubicBezTo>
                  <a:pt x="1382752" y="88252"/>
                  <a:pt x="1384474" y="86600"/>
                  <a:pt x="1385592" y="84527"/>
                </a:cubicBezTo>
                <a:lnTo>
                  <a:pt x="1385592" y="72481"/>
                </a:lnTo>
                <a:lnTo>
                  <a:pt x="1378622" y="72481"/>
                </a:lnTo>
                <a:cubicBezTo>
                  <a:pt x="1369285" y="72481"/>
                  <a:pt x="1364315" y="75719"/>
                  <a:pt x="1363712" y="82195"/>
                </a:cubicBezTo>
                <a:lnTo>
                  <a:pt x="1363648" y="83296"/>
                </a:lnTo>
                <a:cubicBezTo>
                  <a:pt x="1363648" y="85628"/>
                  <a:pt x="1364465" y="87549"/>
                  <a:pt x="1366100" y="89061"/>
                </a:cubicBezTo>
                <a:cubicBezTo>
                  <a:pt x="1367735" y="90572"/>
                  <a:pt x="1369973" y="91328"/>
                  <a:pt x="1372813" y="91328"/>
                </a:cubicBezTo>
                <a:close/>
                <a:moveTo>
                  <a:pt x="1440953" y="17297"/>
                </a:moveTo>
                <a:lnTo>
                  <a:pt x="1440953" y="34466"/>
                </a:lnTo>
                <a:lnTo>
                  <a:pt x="1452893" y="34466"/>
                </a:lnTo>
                <a:lnTo>
                  <a:pt x="1452893" y="48149"/>
                </a:lnTo>
                <a:lnTo>
                  <a:pt x="1440953" y="48149"/>
                </a:lnTo>
                <a:lnTo>
                  <a:pt x="1440953" y="83002"/>
                </a:lnTo>
                <a:cubicBezTo>
                  <a:pt x="1440953" y="85584"/>
                  <a:pt x="1441447" y="87434"/>
                  <a:pt x="1442437" y="88553"/>
                </a:cubicBezTo>
                <a:cubicBezTo>
                  <a:pt x="1443427" y="89671"/>
                  <a:pt x="1445320" y="90231"/>
                  <a:pt x="1448117" y="90231"/>
                </a:cubicBezTo>
                <a:cubicBezTo>
                  <a:pt x="1450182" y="90231"/>
                  <a:pt x="1452011" y="90080"/>
                  <a:pt x="1453603" y="89779"/>
                </a:cubicBezTo>
                <a:lnTo>
                  <a:pt x="1453603" y="103914"/>
                </a:lnTo>
                <a:cubicBezTo>
                  <a:pt x="1449946" y="105032"/>
                  <a:pt x="1446181" y="105592"/>
                  <a:pt x="1442308" y="105592"/>
                </a:cubicBezTo>
                <a:cubicBezTo>
                  <a:pt x="1429227" y="105592"/>
                  <a:pt x="1422558" y="98987"/>
                  <a:pt x="1422300" y="85777"/>
                </a:cubicBezTo>
                <a:lnTo>
                  <a:pt x="1422300" y="48149"/>
                </a:lnTo>
                <a:lnTo>
                  <a:pt x="1412102" y="48149"/>
                </a:lnTo>
                <a:lnTo>
                  <a:pt x="1412102" y="34466"/>
                </a:lnTo>
                <a:lnTo>
                  <a:pt x="1422300" y="34466"/>
                </a:lnTo>
                <a:lnTo>
                  <a:pt x="1422300" y="17297"/>
                </a:lnTo>
                <a:lnTo>
                  <a:pt x="1440953" y="17297"/>
                </a:lnTo>
                <a:close/>
                <a:moveTo>
                  <a:pt x="1482959" y="104301"/>
                </a:moveTo>
                <a:lnTo>
                  <a:pt x="1464241" y="104301"/>
                </a:lnTo>
                <a:lnTo>
                  <a:pt x="1464241" y="34466"/>
                </a:lnTo>
                <a:lnTo>
                  <a:pt x="1482959" y="34466"/>
                </a:lnTo>
                <a:lnTo>
                  <a:pt x="1482959" y="104301"/>
                </a:lnTo>
                <a:moveTo>
                  <a:pt x="1463144" y="16394"/>
                </a:moveTo>
                <a:cubicBezTo>
                  <a:pt x="1463144" y="13597"/>
                  <a:pt x="1464080" y="11295"/>
                  <a:pt x="1465952" y="9488"/>
                </a:cubicBezTo>
                <a:cubicBezTo>
                  <a:pt x="1467824" y="7681"/>
                  <a:pt x="1470373" y="6777"/>
                  <a:pt x="1473600" y="6777"/>
                </a:cubicBezTo>
                <a:cubicBezTo>
                  <a:pt x="1476784" y="6777"/>
                  <a:pt x="1479323" y="7681"/>
                  <a:pt x="1481216" y="9488"/>
                </a:cubicBezTo>
                <a:cubicBezTo>
                  <a:pt x="1483109" y="11295"/>
                  <a:pt x="1484056" y="13597"/>
                  <a:pt x="1484056" y="16394"/>
                </a:cubicBezTo>
                <a:cubicBezTo>
                  <a:pt x="1484056" y="19234"/>
                  <a:pt x="1483099" y="21557"/>
                  <a:pt x="1481184" y="23364"/>
                </a:cubicBezTo>
                <a:cubicBezTo>
                  <a:pt x="1479269" y="25172"/>
                  <a:pt x="1476741" y="26075"/>
                  <a:pt x="1473600" y="26075"/>
                </a:cubicBezTo>
                <a:cubicBezTo>
                  <a:pt x="1470459" y="26075"/>
                  <a:pt x="1467931" y="25172"/>
                  <a:pt x="1466016" y="23364"/>
                </a:cubicBezTo>
                <a:cubicBezTo>
                  <a:pt x="1464102" y="21557"/>
                  <a:pt x="1463144" y="19234"/>
                  <a:pt x="1463144" y="16394"/>
                </a:cubicBezTo>
                <a:close/>
                <a:moveTo>
                  <a:pt x="1495407" y="68738"/>
                </a:moveTo>
                <a:cubicBezTo>
                  <a:pt x="1495407" y="61810"/>
                  <a:pt x="1496741" y="55636"/>
                  <a:pt x="1499409" y="50214"/>
                </a:cubicBezTo>
                <a:cubicBezTo>
                  <a:pt x="1502076" y="44793"/>
                  <a:pt x="1505917" y="40597"/>
                  <a:pt x="1510929" y="37628"/>
                </a:cubicBezTo>
                <a:cubicBezTo>
                  <a:pt x="1515942" y="34659"/>
                  <a:pt x="1521762" y="33175"/>
                  <a:pt x="1528388" y="33175"/>
                </a:cubicBezTo>
                <a:cubicBezTo>
                  <a:pt x="1537811" y="33175"/>
                  <a:pt x="1545503" y="36058"/>
                  <a:pt x="1551462" y="41824"/>
                </a:cubicBezTo>
                <a:cubicBezTo>
                  <a:pt x="1557422" y="47589"/>
                  <a:pt x="1560746" y="55421"/>
                  <a:pt x="1561434" y="65317"/>
                </a:cubicBezTo>
                <a:lnTo>
                  <a:pt x="1561563" y="70093"/>
                </a:lnTo>
                <a:cubicBezTo>
                  <a:pt x="1561563" y="80807"/>
                  <a:pt x="1558573" y="89402"/>
                  <a:pt x="1552592" y="95878"/>
                </a:cubicBezTo>
                <a:cubicBezTo>
                  <a:pt x="1546611" y="102354"/>
                  <a:pt x="1538586" y="105592"/>
                  <a:pt x="1528517" y="105592"/>
                </a:cubicBezTo>
                <a:cubicBezTo>
                  <a:pt x="1518449" y="105592"/>
                  <a:pt x="1510413" y="102365"/>
                  <a:pt x="1504411" y="95910"/>
                </a:cubicBezTo>
                <a:cubicBezTo>
                  <a:pt x="1498408" y="89456"/>
                  <a:pt x="1495407" y="80678"/>
                  <a:pt x="1495407" y="69577"/>
                </a:cubicBezTo>
                <a:lnTo>
                  <a:pt x="1495407" y="68738"/>
                </a:lnTo>
                <a:moveTo>
                  <a:pt x="1514060" y="70093"/>
                </a:moveTo>
                <a:cubicBezTo>
                  <a:pt x="1514060" y="76720"/>
                  <a:pt x="1515308" y="81786"/>
                  <a:pt x="1517803" y="85293"/>
                </a:cubicBezTo>
                <a:cubicBezTo>
                  <a:pt x="1520299" y="88800"/>
                  <a:pt x="1523870" y="90553"/>
                  <a:pt x="1528517" y="90553"/>
                </a:cubicBezTo>
                <a:cubicBezTo>
                  <a:pt x="1533035" y="90553"/>
                  <a:pt x="1536564" y="88821"/>
                  <a:pt x="1539102" y="85358"/>
                </a:cubicBezTo>
                <a:cubicBezTo>
                  <a:pt x="1541641" y="81894"/>
                  <a:pt x="1542910" y="76354"/>
                  <a:pt x="1542910" y="68738"/>
                </a:cubicBezTo>
                <a:cubicBezTo>
                  <a:pt x="1542910" y="62241"/>
                  <a:pt x="1541641" y="57206"/>
                  <a:pt x="1539102" y="53635"/>
                </a:cubicBezTo>
                <a:cubicBezTo>
                  <a:pt x="1536564" y="50064"/>
                  <a:pt x="1532992" y="48278"/>
                  <a:pt x="1528388" y="48278"/>
                </a:cubicBezTo>
                <a:cubicBezTo>
                  <a:pt x="1523827" y="48278"/>
                  <a:pt x="1520299" y="50053"/>
                  <a:pt x="1517803" y="53603"/>
                </a:cubicBezTo>
                <a:cubicBezTo>
                  <a:pt x="1515308" y="57153"/>
                  <a:pt x="1514060" y="62649"/>
                  <a:pt x="1514060" y="70093"/>
                </a:cubicBezTo>
                <a:close/>
                <a:moveTo>
                  <a:pt x="1590202" y="34466"/>
                </a:moveTo>
                <a:lnTo>
                  <a:pt x="1590783" y="42534"/>
                </a:lnTo>
                <a:cubicBezTo>
                  <a:pt x="1595774" y="36295"/>
                  <a:pt x="1602465" y="33175"/>
                  <a:pt x="1610856" y="33175"/>
                </a:cubicBezTo>
                <a:cubicBezTo>
                  <a:pt x="1618256" y="33175"/>
                  <a:pt x="1623764" y="35348"/>
                  <a:pt x="1627378" y="39694"/>
                </a:cubicBezTo>
                <a:cubicBezTo>
                  <a:pt x="1630993" y="44040"/>
                  <a:pt x="1632843" y="50537"/>
                  <a:pt x="1632929" y="59186"/>
                </a:cubicBezTo>
                <a:lnTo>
                  <a:pt x="1632929" y="104301"/>
                </a:lnTo>
                <a:lnTo>
                  <a:pt x="1614276" y="104301"/>
                </a:lnTo>
                <a:lnTo>
                  <a:pt x="1614276" y="59637"/>
                </a:lnTo>
                <a:cubicBezTo>
                  <a:pt x="1614276" y="55679"/>
                  <a:pt x="1613416" y="52807"/>
                  <a:pt x="1611695" y="51021"/>
                </a:cubicBezTo>
                <a:cubicBezTo>
                  <a:pt x="1609973" y="49235"/>
                  <a:pt x="1607112" y="48342"/>
                  <a:pt x="1603110" y="48342"/>
                </a:cubicBezTo>
                <a:cubicBezTo>
                  <a:pt x="1597861" y="48342"/>
                  <a:pt x="1593924" y="50580"/>
                  <a:pt x="1591299" y="55055"/>
                </a:cubicBezTo>
                <a:lnTo>
                  <a:pt x="1591299" y="104301"/>
                </a:lnTo>
                <a:lnTo>
                  <a:pt x="1572646" y="104301"/>
                </a:lnTo>
                <a:lnTo>
                  <a:pt x="1572646" y="34466"/>
                </a:lnTo>
                <a:lnTo>
                  <a:pt x="1590202" y="344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InitialTrials">
            <a:extLst xmlns:a="http://schemas.openxmlformats.org/drawingml/2006/main">
              <a:ext uri="{FF2B5EF4-FFF2-40B4-BE49-F238E27FC236}">
                <a16:creationId xmlns:a16="http://schemas.microsoft.com/office/drawing/2014/main" id="{3C93FD23-8D3E-48BF-BD1F-72B2758E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781" y="2934149"/>
            <a:ext cx="682383" cy="100428"/>
          </a:xfrm>
          <a:custGeom xmlns:a="http://schemas.openxmlformats.org/drawingml/2006/main">
            <a:pathLst>
              <a:path w="682383" h="100428">
                <a:moveTo>
                  <a:pt x="19363" y="99138"/>
                </a:moveTo>
                <a:lnTo>
                  <a:pt x="0" y="99138"/>
                </a:lnTo>
                <a:lnTo>
                  <a:pt x="0" y="5163"/>
                </a:lnTo>
                <a:lnTo>
                  <a:pt x="19363" y="5163"/>
                </a:lnTo>
                <a:lnTo>
                  <a:pt x="19363" y="99138"/>
                </a:lnTo>
                <a:close/>
                <a:moveTo>
                  <a:pt x="53238" y="29302"/>
                </a:moveTo>
                <a:lnTo>
                  <a:pt x="53819" y="37370"/>
                </a:lnTo>
                <a:cubicBezTo>
                  <a:pt x="58810" y="31131"/>
                  <a:pt x="65501" y="28012"/>
                  <a:pt x="73892" y="28012"/>
                </a:cubicBezTo>
                <a:cubicBezTo>
                  <a:pt x="81293" y="28012"/>
                  <a:pt x="86800" y="30184"/>
                  <a:pt x="90415" y="34530"/>
                </a:cubicBezTo>
                <a:cubicBezTo>
                  <a:pt x="94029" y="38876"/>
                  <a:pt x="95879" y="45374"/>
                  <a:pt x="95966" y="54022"/>
                </a:cubicBezTo>
                <a:lnTo>
                  <a:pt x="95966" y="99138"/>
                </a:lnTo>
                <a:lnTo>
                  <a:pt x="77313" y="99138"/>
                </a:lnTo>
                <a:lnTo>
                  <a:pt x="77313" y="54474"/>
                </a:lnTo>
                <a:cubicBezTo>
                  <a:pt x="77313" y="50515"/>
                  <a:pt x="76452" y="47643"/>
                  <a:pt x="74731" y="45858"/>
                </a:cubicBezTo>
                <a:cubicBezTo>
                  <a:pt x="73010" y="44072"/>
                  <a:pt x="70148" y="43179"/>
                  <a:pt x="66147" y="43179"/>
                </a:cubicBezTo>
                <a:cubicBezTo>
                  <a:pt x="60897" y="43179"/>
                  <a:pt x="56960" y="45417"/>
                  <a:pt x="54335" y="49891"/>
                </a:cubicBezTo>
                <a:lnTo>
                  <a:pt x="54335" y="99138"/>
                </a:lnTo>
                <a:lnTo>
                  <a:pt x="35683" y="99138"/>
                </a:lnTo>
                <a:lnTo>
                  <a:pt x="35683" y="29302"/>
                </a:lnTo>
                <a:lnTo>
                  <a:pt x="53238" y="29302"/>
                </a:lnTo>
                <a:close/>
                <a:moveTo>
                  <a:pt x="129768" y="99138"/>
                </a:moveTo>
                <a:lnTo>
                  <a:pt x="111050" y="99138"/>
                </a:lnTo>
                <a:lnTo>
                  <a:pt x="111050" y="29302"/>
                </a:lnTo>
                <a:lnTo>
                  <a:pt x="129768" y="29302"/>
                </a:lnTo>
                <a:lnTo>
                  <a:pt x="129768" y="99138"/>
                </a:lnTo>
                <a:moveTo>
                  <a:pt x="109953" y="11230"/>
                </a:moveTo>
                <a:cubicBezTo>
                  <a:pt x="109953" y="8434"/>
                  <a:pt x="110889" y="6132"/>
                  <a:pt x="112761" y="4324"/>
                </a:cubicBezTo>
                <a:cubicBezTo>
                  <a:pt x="114633" y="2517"/>
                  <a:pt x="117182" y="1614"/>
                  <a:pt x="120409" y="1614"/>
                </a:cubicBezTo>
                <a:cubicBezTo>
                  <a:pt x="123593" y="1614"/>
                  <a:pt x="126132" y="2517"/>
                  <a:pt x="128025" y="4324"/>
                </a:cubicBezTo>
                <a:cubicBezTo>
                  <a:pt x="129918" y="6132"/>
                  <a:pt x="130865" y="8434"/>
                  <a:pt x="130865" y="11230"/>
                </a:cubicBezTo>
                <a:cubicBezTo>
                  <a:pt x="130865" y="14070"/>
                  <a:pt x="129908" y="16394"/>
                  <a:pt x="127993" y="18201"/>
                </a:cubicBezTo>
                <a:cubicBezTo>
                  <a:pt x="126078" y="20008"/>
                  <a:pt x="123550" y="20912"/>
                  <a:pt x="120409" y="20912"/>
                </a:cubicBezTo>
                <a:cubicBezTo>
                  <a:pt x="117268" y="20912"/>
                  <a:pt x="114740" y="20008"/>
                  <a:pt x="112825" y="18201"/>
                </a:cubicBezTo>
                <a:cubicBezTo>
                  <a:pt x="110911" y="16394"/>
                  <a:pt x="109953" y="14070"/>
                  <a:pt x="109953" y="11230"/>
                </a:cubicBezTo>
                <a:close/>
                <a:moveTo>
                  <a:pt x="167452" y="12134"/>
                </a:moveTo>
                <a:lnTo>
                  <a:pt x="167452" y="29302"/>
                </a:lnTo>
                <a:lnTo>
                  <a:pt x="179393" y="29302"/>
                </a:lnTo>
                <a:lnTo>
                  <a:pt x="179393" y="42985"/>
                </a:lnTo>
                <a:lnTo>
                  <a:pt x="167452" y="42985"/>
                </a:lnTo>
                <a:lnTo>
                  <a:pt x="167452" y="77838"/>
                </a:lnTo>
                <a:cubicBezTo>
                  <a:pt x="167452" y="80420"/>
                  <a:pt x="167947" y="82270"/>
                  <a:pt x="168937" y="83389"/>
                </a:cubicBezTo>
                <a:cubicBezTo>
                  <a:pt x="169926" y="84508"/>
                  <a:pt x="171820" y="85067"/>
                  <a:pt x="174616" y="85067"/>
                </a:cubicBezTo>
                <a:cubicBezTo>
                  <a:pt x="176682" y="85067"/>
                  <a:pt x="178510" y="84917"/>
                  <a:pt x="180103" y="84615"/>
                </a:cubicBezTo>
                <a:lnTo>
                  <a:pt x="180103" y="98750"/>
                </a:lnTo>
                <a:cubicBezTo>
                  <a:pt x="176445" y="99869"/>
                  <a:pt x="172680" y="100428"/>
                  <a:pt x="168808" y="100428"/>
                </a:cubicBezTo>
                <a:cubicBezTo>
                  <a:pt x="155727" y="100428"/>
                  <a:pt x="149057" y="93824"/>
                  <a:pt x="148799" y="80614"/>
                </a:cubicBezTo>
                <a:lnTo>
                  <a:pt x="148799" y="42985"/>
                </a:lnTo>
                <a:lnTo>
                  <a:pt x="138602" y="42985"/>
                </a:lnTo>
                <a:lnTo>
                  <a:pt x="138602" y="29302"/>
                </a:lnTo>
                <a:lnTo>
                  <a:pt x="148799" y="29302"/>
                </a:lnTo>
                <a:lnTo>
                  <a:pt x="148799" y="12134"/>
                </a:lnTo>
                <a:lnTo>
                  <a:pt x="167452" y="12134"/>
                </a:lnTo>
                <a:close/>
                <a:moveTo>
                  <a:pt x="209458" y="99138"/>
                </a:moveTo>
                <a:lnTo>
                  <a:pt x="190741" y="99138"/>
                </a:lnTo>
                <a:lnTo>
                  <a:pt x="190741" y="29302"/>
                </a:lnTo>
                <a:lnTo>
                  <a:pt x="209458" y="29302"/>
                </a:lnTo>
                <a:lnTo>
                  <a:pt x="209458" y="99138"/>
                </a:lnTo>
                <a:moveTo>
                  <a:pt x="189644" y="11230"/>
                </a:moveTo>
                <a:cubicBezTo>
                  <a:pt x="189644" y="8434"/>
                  <a:pt x="190580" y="6132"/>
                  <a:pt x="192451" y="4324"/>
                </a:cubicBezTo>
                <a:cubicBezTo>
                  <a:pt x="194323" y="2517"/>
                  <a:pt x="196873" y="1614"/>
                  <a:pt x="200100" y="1614"/>
                </a:cubicBezTo>
                <a:cubicBezTo>
                  <a:pt x="203284" y="1614"/>
                  <a:pt x="205822" y="2517"/>
                  <a:pt x="207716" y="4324"/>
                </a:cubicBezTo>
                <a:cubicBezTo>
                  <a:pt x="209609" y="6132"/>
                  <a:pt x="210556" y="8434"/>
                  <a:pt x="210556" y="11230"/>
                </a:cubicBezTo>
                <a:cubicBezTo>
                  <a:pt x="210556" y="14070"/>
                  <a:pt x="209598" y="16394"/>
                  <a:pt x="207683" y="18201"/>
                </a:cubicBezTo>
                <a:cubicBezTo>
                  <a:pt x="205769" y="20008"/>
                  <a:pt x="203241" y="20912"/>
                  <a:pt x="200100" y="20912"/>
                </a:cubicBezTo>
                <a:cubicBezTo>
                  <a:pt x="196959" y="20912"/>
                  <a:pt x="194431" y="20008"/>
                  <a:pt x="192516" y="18201"/>
                </a:cubicBezTo>
                <a:cubicBezTo>
                  <a:pt x="190601" y="16394"/>
                  <a:pt x="189644" y="14070"/>
                  <a:pt x="189644" y="11230"/>
                </a:cubicBezTo>
                <a:close/>
                <a:moveTo>
                  <a:pt x="265279" y="99138"/>
                </a:moveTo>
                <a:cubicBezTo>
                  <a:pt x="264419" y="97459"/>
                  <a:pt x="263795" y="95373"/>
                  <a:pt x="263408" y="92877"/>
                </a:cubicBezTo>
                <a:cubicBezTo>
                  <a:pt x="258890" y="97911"/>
                  <a:pt x="253016" y="100428"/>
                  <a:pt x="245787" y="100428"/>
                </a:cubicBezTo>
                <a:cubicBezTo>
                  <a:pt x="238946" y="100428"/>
                  <a:pt x="233277" y="98446"/>
                  <a:pt x="228781" y="94482"/>
                </a:cubicBezTo>
                <a:cubicBezTo>
                  <a:pt x="224284" y="90517"/>
                  <a:pt x="222036" y="85518"/>
                  <a:pt x="222036" y="79486"/>
                </a:cubicBezTo>
                <a:cubicBezTo>
                  <a:pt x="222036" y="72075"/>
                  <a:pt x="224779" y="66387"/>
                  <a:pt x="230265" y="62423"/>
                </a:cubicBezTo>
                <a:cubicBezTo>
                  <a:pt x="235751" y="58458"/>
                  <a:pt x="243679" y="56453"/>
                  <a:pt x="254049" y="56410"/>
                </a:cubicBezTo>
                <a:lnTo>
                  <a:pt x="262633" y="56410"/>
                </a:lnTo>
                <a:lnTo>
                  <a:pt x="262633" y="52427"/>
                </a:lnTo>
                <a:cubicBezTo>
                  <a:pt x="262633" y="49213"/>
                  <a:pt x="261805" y="46643"/>
                  <a:pt x="260148" y="44716"/>
                </a:cubicBezTo>
                <a:cubicBezTo>
                  <a:pt x="258492" y="42788"/>
                  <a:pt x="255878" y="41824"/>
                  <a:pt x="252306" y="41824"/>
                </a:cubicBezTo>
                <a:cubicBezTo>
                  <a:pt x="249165" y="41824"/>
                  <a:pt x="246702" y="42571"/>
                  <a:pt x="244916" y="44067"/>
                </a:cubicBezTo>
                <a:cubicBezTo>
                  <a:pt x="243130" y="45560"/>
                  <a:pt x="242238" y="47610"/>
                  <a:pt x="242238" y="50214"/>
                </a:cubicBezTo>
                <a:lnTo>
                  <a:pt x="223585" y="50214"/>
                </a:lnTo>
                <a:cubicBezTo>
                  <a:pt x="223585" y="46182"/>
                  <a:pt x="224833" y="42450"/>
                  <a:pt x="227328" y="39018"/>
                </a:cubicBezTo>
                <a:cubicBezTo>
                  <a:pt x="229824" y="35585"/>
                  <a:pt x="233352" y="32893"/>
                  <a:pt x="237913" y="30940"/>
                </a:cubicBezTo>
                <a:cubicBezTo>
                  <a:pt x="242474" y="28988"/>
                  <a:pt x="247595" y="28012"/>
                  <a:pt x="253274" y="28012"/>
                </a:cubicBezTo>
                <a:cubicBezTo>
                  <a:pt x="261880" y="28012"/>
                  <a:pt x="268711" y="30174"/>
                  <a:pt x="273767" y="34498"/>
                </a:cubicBezTo>
                <a:cubicBezTo>
                  <a:pt x="278823" y="38822"/>
                  <a:pt x="281351" y="44900"/>
                  <a:pt x="281351" y="52731"/>
                </a:cubicBezTo>
                <a:lnTo>
                  <a:pt x="281351" y="83002"/>
                </a:lnTo>
                <a:cubicBezTo>
                  <a:pt x="281394" y="89628"/>
                  <a:pt x="282319" y="94641"/>
                  <a:pt x="284126" y="98040"/>
                </a:cubicBezTo>
                <a:lnTo>
                  <a:pt x="284126" y="99138"/>
                </a:lnTo>
                <a:lnTo>
                  <a:pt x="265279" y="99138"/>
                </a:lnTo>
                <a:moveTo>
                  <a:pt x="249854" y="86164"/>
                </a:moveTo>
                <a:cubicBezTo>
                  <a:pt x="252608" y="86164"/>
                  <a:pt x="255146" y="85549"/>
                  <a:pt x="257470" y="84319"/>
                </a:cubicBezTo>
                <a:cubicBezTo>
                  <a:pt x="259793" y="83089"/>
                  <a:pt x="261514" y="81437"/>
                  <a:pt x="262633" y="79363"/>
                </a:cubicBezTo>
                <a:lnTo>
                  <a:pt x="262633" y="67318"/>
                </a:lnTo>
                <a:lnTo>
                  <a:pt x="255663" y="67318"/>
                </a:lnTo>
                <a:cubicBezTo>
                  <a:pt x="246325" y="67318"/>
                  <a:pt x="241356" y="70556"/>
                  <a:pt x="240753" y="77032"/>
                </a:cubicBezTo>
                <a:lnTo>
                  <a:pt x="240689" y="78133"/>
                </a:lnTo>
                <a:cubicBezTo>
                  <a:pt x="240689" y="80465"/>
                  <a:pt x="241506" y="82386"/>
                  <a:pt x="243141" y="83897"/>
                </a:cubicBezTo>
                <a:cubicBezTo>
                  <a:pt x="244776" y="85409"/>
                  <a:pt x="247014" y="86164"/>
                  <a:pt x="249854" y="86164"/>
                </a:cubicBezTo>
                <a:close/>
                <a:moveTo>
                  <a:pt x="315347" y="99138"/>
                </a:moveTo>
                <a:lnTo>
                  <a:pt x="296630" y="99138"/>
                </a:lnTo>
                <a:lnTo>
                  <a:pt x="296630" y="0"/>
                </a:lnTo>
                <a:lnTo>
                  <a:pt x="315347" y="0"/>
                </a:lnTo>
                <a:lnTo>
                  <a:pt x="315347" y="99138"/>
                </a:lnTo>
                <a:close/>
                <a:moveTo>
                  <a:pt x="431701" y="20847"/>
                </a:moveTo>
                <a:lnTo>
                  <a:pt x="402915" y="20847"/>
                </a:lnTo>
                <a:lnTo>
                  <a:pt x="402915" y="99138"/>
                </a:lnTo>
                <a:lnTo>
                  <a:pt x="383552" y="99138"/>
                </a:lnTo>
                <a:lnTo>
                  <a:pt x="383552" y="20847"/>
                </a:lnTo>
                <a:lnTo>
                  <a:pt x="355153" y="20847"/>
                </a:lnTo>
                <a:lnTo>
                  <a:pt x="355153" y="5163"/>
                </a:lnTo>
                <a:lnTo>
                  <a:pt x="431701" y="5163"/>
                </a:lnTo>
                <a:lnTo>
                  <a:pt x="431701" y="20847"/>
                </a:lnTo>
                <a:close/>
                <a:moveTo>
                  <a:pt x="476538" y="46793"/>
                </a:moveTo>
                <a:cubicBezTo>
                  <a:pt x="473999" y="46449"/>
                  <a:pt x="471762" y="46277"/>
                  <a:pt x="469826" y="46277"/>
                </a:cubicBezTo>
                <a:cubicBezTo>
                  <a:pt x="462769" y="46277"/>
                  <a:pt x="458143" y="48665"/>
                  <a:pt x="455949" y="53441"/>
                </a:cubicBezTo>
                <a:lnTo>
                  <a:pt x="455949" y="99138"/>
                </a:lnTo>
                <a:lnTo>
                  <a:pt x="437296" y="99138"/>
                </a:lnTo>
                <a:lnTo>
                  <a:pt x="437296" y="29302"/>
                </a:lnTo>
                <a:lnTo>
                  <a:pt x="454916" y="29302"/>
                </a:lnTo>
                <a:lnTo>
                  <a:pt x="455433" y="37628"/>
                </a:lnTo>
                <a:cubicBezTo>
                  <a:pt x="459176" y="31217"/>
                  <a:pt x="464361" y="28012"/>
                  <a:pt x="470987" y="28012"/>
                </a:cubicBezTo>
                <a:cubicBezTo>
                  <a:pt x="473053" y="28012"/>
                  <a:pt x="474989" y="28291"/>
                  <a:pt x="476796" y="28851"/>
                </a:cubicBezTo>
                <a:lnTo>
                  <a:pt x="476538" y="46793"/>
                </a:lnTo>
                <a:close/>
                <a:moveTo>
                  <a:pt x="505183" y="99138"/>
                </a:moveTo>
                <a:lnTo>
                  <a:pt x="486466" y="99138"/>
                </a:lnTo>
                <a:lnTo>
                  <a:pt x="486466" y="29302"/>
                </a:lnTo>
                <a:lnTo>
                  <a:pt x="505183" y="29302"/>
                </a:lnTo>
                <a:lnTo>
                  <a:pt x="505183" y="99138"/>
                </a:lnTo>
                <a:moveTo>
                  <a:pt x="485368" y="11230"/>
                </a:moveTo>
                <a:cubicBezTo>
                  <a:pt x="485368" y="8434"/>
                  <a:pt x="486304" y="6132"/>
                  <a:pt x="488176" y="4324"/>
                </a:cubicBezTo>
                <a:cubicBezTo>
                  <a:pt x="490048" y="2517"/>
                  <a:pt x="492597" y="1614"/>
                  <a:pt x="495824" y="1614"/>
                </a:cubicBezTo>
                <a:cubicBezTo>
                  <a:pt x="499008" y="1614"/>
                  <a:pt x="501547" y="2517"/>
                  <a:pt x="503440" y="4324"/>
                </a:cubicBezTo>
                <a:cubicBezTo>
                  <a:pt x="505334" y="6132"/>
                  <a:pt x="506280" y="8434"/>
                  <a:pt x="506280" y="11230"/>
                </a:cubicBezTo>
                <a:cubicBezTo>
                  <a:pt x="506280" y="14070"/>
                  <a:pt x="505323" y="16394"/>
                  <a:pt x="503408" y="18201"/>
                </a:cubicBezTo>
                <a:cubicBezTo>
                  <a:pt x="501493" y="20008"/>
                  <a:pt x="498965" y="20912"/>
                  <a:pt x="495824" y="20912"/>
                </a:cubicBezTo>
                <a:cubicBezTo>
                  <a:pt x="492683" y="20912"/>
                  <a:pt x="490155" y="20008"/>
                  <a:pt x="488241" y="18201"/>
                </a:cubicBezTo>
                <a:cubicBezTo>
                  <a:pt x="486326" y="16394"/>
                  <a:pt x="485368" y="14070"/>
                  <a:pt x="485368" y="11230"/>
                </a:cubicBezTo>
                <a:close/>
                <a:moveTo>
                  <a:pt x="561004" y="99138"/>
                </a:moveTo>
                <a:cubicBezTo>
                  <a:pt x="560143" y="97459"/>
                  <a:pt x="559519" y="95373"/>
                  <a:pt x="559132" y="92877"/>
                </a:cubicBezTo>
                <a:cubicBezTo>
                  <a:pt x="554614" y="97911"/>
                  <a:pt x="548741" y="100428"/>
                  <a:pt x="541512" y="100428"/>
                </a:cubicBezTo>
                <a:cubicBezTo>
                  <a:pt x="534670" y="100428"/>
                  <a:pt x="529001" y="98446"/>
                  <a:pt x="524505" y="94482"/>
                </a:cubicBezTo>
                <a:cubicBezTo>
                  <a:pt x="520009" y="90517"/>
                  <a:pt x="517760" y="85518"/>
                  <a:pt x="517760" y="79486"/>
                </a:cubicBezTo>
                <a:cubicBezTo>
                  <a:pt x="517760" y="72075"/>
                  <a:pt x="520503" y="66387"/>
                  <a:pt x="525989" y="62423"/>
                </a:cubicBezTo>
                <a:cubicBezTo>
                  <a:pt x="531476" y="58458"/>
                  <a:pt x="539404" y="56453"/>
                  <a:pt x="549773" y="56410"/>
                </a:cubicBezTo>
                <a:lnTo>
                  <a:pt x="558358" y="56410"/>
                </a:lnTo>
                <a:lnTo>
                  <a:pt x="558358" y="52427"/>
                </a:lnTo>
                <a:cubicBezTo>
                  <a:pt x="558358" y="49213"/>
                  <a:pt x="557529" y="46643"/>
                  <a:pt x="555873" y="44716"/>
                </a:cubicBezTo>
                <a:cubicBezTo>
                  <a:pt x="554216" y="42788"/>
                  <a:pt x="551602" y="41824"/>
                  <a:pt x="548031" y="41824"/>
                </a:cubicBezTo>
                <a:cubicBezTo>
                  <a:pt x="544890" y="41824"/>
                  <a:pt x="542426" y="42571"/>
                  <a:pt x="540641" y="44067"/>
                </a:cubicBezTo>
                <a:cubicBezTo>
                  <a:pt x="538855" y="45560"/>
                  <a:pt x="537962" y="47610"/>
                  <a:pt x="537962" y="50214"/>
                </a:cubicBezTo>
                <a:lnTo>
                  <a:pt x="519309" y="50214"/>
                </a:lnTo>
                <a:cubicBezTo>
                  <a:pt x="519309" y="46182"/>
                  <a:pt x="520557" y="42450"/>
                  <a:pt x="523053" y="39018"/>
                </a:cubicBezTo>
                <a:cubicBezTo>
                  <a:pt x="525548" y="35585"/>
                  <a:pt x="529077" y="32893"/>
                  <a:pt x="533638" y="30940"/>
                </a:cubicBezTo>
                <a:cubicBezTo>
                  <a:pt x="538199" y="28988"/>
                  <a:pt x="543319" y="28012"/>
                  <a:pt x="548999" y="28012"/>
                </a:cubicBezTo>
                <a:cubicBezTo>
                  <a:pt x="557605" y="28012"/>
                  <a:pt x="564435" y="30174"/>
                  <a:pt x="569491" y="34498"/>
                </a:cubicBezTo>
                <a:cubicBezTo>
                  <a:pt x="574547" y="38822"/>
                  <a:pt x="577075" y="44900"/>
                  <a:pt x="577075" y="52731"/>
                </a:cubicBezTo>
                <a:lnTo>
                  <a:pt x="577075" y="83002"/>
                </a:lnTo>
                <a:cubicBezTo>
                  <a:pt x="577118" y="89628"/>
                  <a:pt x="578043" y="94641"/>
                  <a:pt x="579850" y="98040"/>
                </a:cubicBezTo>
                <a:lnTo>
                  <a:pt x="579850" y="99138"/>
                </a:lnTo>
                <a:lnTo>
                  <a:pt x="561004" y="99138"/>
                </a:lnTo>
                <a:moveTo>
                  <a:pt x="545578" y="86164"/>
                </a:moveTo>
                <a:cubicBezTo>
                  <a:pt x="548332" y="86164"/>
                  <a:pt x="550871" y="85549"/>
                  <a:pt x="553194" y="84319"/>
                </a:cubicBezTo>
                <a:cubicBezTo>
                  <a:pt x="555518" y="83089"/>
                  <a:pt x="557239" y="81437"/>
                  <a:pt x="558358" y="79363"/>
                </a:cubicBezTo>
                <a:lnTo>
                  <a:pt x="558358" y="67318"/>
                </a:lnTo>
                <a:lnTo>
                  <a:pt x="551387" y="67318"/>
                </a:lnTo>
                <a:cubicBezTo>
                  <a:pt x="542050" y="67318"/>
                  <a:pt x="537080" y="70556"/>
                  <a:pt x="536478" y="77032"/>
                </a:cubicBezTo>
                <a:lnTo>
                  <a:pt x="536413" y="78133"/>
                </a:lnTo>
                <a:cubicBezTo>
                  <a:pt x="536413" y="80465"/>
                  <a:pt x="537231" y="82386"/>
                  <a:pt x="538866" y="83897"/>
                </a:cubicBezTo>
                <a:cubicBezTo>
                  <a:pt x="540501" y="85409"/>
                  <a:pt x="542738" y="86164"/>
                  <a:pt x="545578" y="86164"/>
                </a:cubicBezTo>
                <a:close/>
                <a:moveTo>
                  <a:pt x="611072" y="99138"/>
                </a:moveTo>
                <a:lnTo>
                  <a:pt x="592354" y="99138"/>
                </a:lnTo>
                <a:lnTo>
                  <a:pt x="592354" y="0"/>
                </a:lnTo>
                <a:lnTo>
                  <a:pt x="611072" y="0"/>
                </a:lnTo>
                <a:lnTo>
                  <a:pt x="611072" y="99138"/>
                </a:lnTo>
                <a:close/>
                <a:moveTo>
                  <a:pt x="664246" y="79839"/>
                </a:moveTo>
                <a:cubicBezTo>
                  <a:pt x="664246" y="77559"/>
                  <a:pt x="663117" y="75762"/>
                  <a:pt x="660858" y="74450"/>
                </a:cubicBezTo>
                <a:cubicBezTo>
                  <a:pt x="658599" y="73138"/>
                  <a:pt x="654974" y="71965"/>
                  <a:pt x="649982" y="70932"/>
                </a:cubicBezTo>
                <a:cubicBezTo>
                  <a:pt x="633373" y="67447"/>
                  <a:pt x="625069" y="60390"/>
                  <a:pt x="625069" y="49762"/>
                </a:cubicBezTo>
                <a:cubicBezTo>
                  <a:pt x="625069" y="43566"/>
                  <a:pt x="627640" y="38392"/>
                  <a:pt x="632782" y="34240"/>
                </a:cubicBezTo>
                <a:cubicBezTo>
                  <a:pt x="637924" y="30088"/>
                  <a:pt x="644647" y="28012"/>
                  <a:pt x="652951" y="28012"/>
                </a:cubicBezTo>
                <a:cubicBezTo>
                  <a:pt x="661815" y="28012"/>
                  <a:pt x="668904" y="30098"/>
                  <a:pt x="674218" y="34272"/>
                </a:cubicBezTo>
                <a:cubicBezTo>
                  <a:pt x="679532" y="38446"/>
                  <a:pt x="682189" y="43868"/>
                  <a:pt x="682189" y="50537"/>
                </a:cubicBezTo>
                <a:lnTo>
                  <a:pt x="663536" y="50537"/>
                </a:lnTo>
                <a:cubicBezTo>
                  <a:pt x="663536" y="47869"/>
                  <a:pt x="662676" y="45664"/>
                  <a:pt x="660955" y="43921"/>
                </a:cubicBezTo>
                <a:cubicBezTo>
                  <a:pt x="659233" y="42179"/>
                  <a:pt x="656544" y="41307"/>
                  <a:pt x="652887" y="41307"/>
                </a:cubicBezTo>
                <a:cubicBezTo>
                  <a:pt x="649746" y="41307"/>
                  <a:pt x="647315" y="42017"/>
                  <a:pt x="645593" y="43437"/>
                </a:cubicBezTo>
                <a:cubicBezTo>
                  <a:pt x="643872" y="44857"/>
                  <a:pt x="643012" y="46664"/>
                  <a:pt x="643012" y="48859"/>
                </a:cubicBezTo>
                <a:cubicBezTo>
                  <a:pt x="643012" y="50924"/>
                  <a:pt x="643991" y="52592"/>
                  <a:pt x="645948" y="53861"/>
                </a:cubicBezTo>
                <a:cubicBezTo>
                  <a:pt x="647906" y="55130"/>
                  <a:pt x="651209" y="56227"/>
                  <a:pt x="655856" y="57153"/>
                </a:cubicBezTo>
                <a:cubicBezTo>
                  <a:pt x="660503" y="58078"/>
                  <a:pt x="664418" y="59121"/>
                  <a:pt x="667603" y="60283"/>
                </a:cubicBezTo>
                <a:cubicBezTo>
                  <a:pt x="677456" y="63897"/>
                  <a:pt x="682383" y="70158"/>
                  <a:pt x="682383" y="79065"/>
                </a:cubicBezTo>
                <a:cubicBezTo>
                  <a:pt x="682383" y="85433"/>
                  <a:pt x="679650" y="90586"/>
                  <a:pt x="674186" y="94523"/>
                </a:cubicBezTo>
                <a:cubicBezTo>
                  <a:pt x="668721" y="98460"/>
                  <a:pt x="661665" y="100428"/>
                  <a:pt x="653016" y="100428"/>
                </a:cubicBezTo>
                <a:cubicBezTo>
                  <a:pt x="647164" y="100428"/>
                  <a:pt x="641968" y="99385"/>
                  <a:pt x="637429" y="97298"/>
                </a:cubicBezTo>
                <a:cubicBezTo>
                  <a:pt x="632889" y="95211"/>
                  <a:pt x="629329" y="92350"/>
                  <a:pt x="626747" y="88714"/>
                </a:cubicBezTo>
                <a:cubicBezTo>
                  <a:pt x="624165" y="85078"/>
                  <a:pt x="622874" y="81152"/>
                  <a:pt x="622874" y="76935"/>
                </a:cubicBezTo>
                <a:lnTo>
                  <a:pt x="640559" y="76935"/>
                </a:lnTo>
                <a:cubicBezTo>
                  <a:pt x="640731" y="80248"/>
                  <a:pt x="641958" y="82787"/>
                  <a:pt x="644238" y="84551"/>
                </a:cubicBezTo>
                <a:cubicBezTo>
                  <a:pt x="646519" y="86315"/>
                  <a:pt x="649574" y="87197"/>
                  <a:pt x="653403" y="87197"/>
                </a:cubicBezTo>
                <a:cubicBezTo>
                  <a:pt x="656974" y="87197"/>
                  <a:pt x="659675" y="86519"/>
                  <a:pt x="661503" y="85164"/>
                </a:cubicBezTo>
                <a:cubicBezTo>
                  <a:pt x="663332" y="83809"/>
                  <a:pt x="664246" y="82034"/>
                  <a:pt x="664246" y="798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Encountersw/Challenges/Failures">
            <a:extLst xmlns:a="http://schemas.openxmlformats.org/drawingml/2006/main">
              <a:ext uri="{FF2B5EF4-FFF2-40B4-BE49-F238E27FC236}">
                <a16:creationId xmlns:a16="http://schemas.microsoft.com/office/drawing/2014/main" id="{B7CA60A2-0520-49C5-BA22-B468FD90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509" y="3367244"/>
            <a:ext cx="2053643" cy="126633"/>
          </a:xfrm>
          <a:custGeom xmlns:a="http://schemas.openxmlformats.org/drawingml/2006/main">
            <a:pathLst>
              <a:path w="2053643" h="126633">
                <a:moveTo>
                  <a:pt x="56539" y="58411"/>
                </a:moveTo>
                <a:lnTo>
                  <a:pt x="19363" y="58411"/>
                </a:lnTo>
                <a:lnTo>
                  <a:pt x="19363" y="83583"/>
                </a:lnTo>
                <a:lnTo>
                  <a:pt x="62994" y="83583"/>
                </a:lnTo>
                <a:lnTo>
                  <a:pt x="62994" y="99138"/>
                </a:lnTo>
                <a:lnTo>
                  <a:pt x="0" y="99138"/>
                </a:lnTo>
                <a:lnTo>
                  <a:pt x="0" y="5163"/>
                </a:lnTo>
                <a:lnTo>
                  <a:pt x="62865" y="5163"/>
                </a:lnTo>
                <a:lnTo>
                  <a:pt x="62865" y="20847"/>
                </a:lnTo>
                <a:lnTo>
                  <a:pt x="19363" y="20847"/>
                </a:lnTo>
                <a:lnTo>
                  <a:pt x="19363" y="43244"/>
                </a:lnTo>
                <a:lnTo>
                  <a:pt x="56539" y="43244"/>
                </a:lnTo>
                <a:lnTo>
                  <a:pt x="56539" y="58411"/>
                </a:lnTo>
                <a:close/>
                <a:moveTo>
                  <a:pt x="90277" y="29302"/>
                </a:moveTo>
                <a:lnTo>
                  <a:pt x="90858" y="37370"/>
                </a:lnTo>
                <a:cubicBezTo>
                  <a:pt x="95849" y="31131"/>
                  <a:pt x="102540" y="28012"/>
                  <a:pt x="110931" y="28012"/>
                </a:cubicBezTo>
                <a:cubicBezTo>
                  <a:pt x="118331" y="28012"/>
                  <a:pt x="123839" y="30184"/>
                  <a:pt x="127453" y="34530"/>
                </a:cubicBezTo>
                <a:cubicBezTo>
                  <a:pt x="131068" y="38876"/>
                  <a:pt x="132918" y="45374"/>
                  <a:pt x="133004" y="54022"/>
                </a:cubicBezTo>
                <a:lnTo>
                  <a:pt x="133004" y="99138"/>
                </a:lnTo>
                <a:lnTo>
                  <a:pt x="114351" y="99138"/>
                </a:lnTo>
                <a:lnTo>
                  <a:pt x="114351" y="54474"/>
                </a:lnTo>
                <a:cubicBezTo>
                  <a:pt x="114351" y="50515"/>
                  <a:pt x="113491" y="47643"/>
                  <a:pt x="111770" y="45858"/>
                </a:cubicBezTo>
                <a:cubicBezTo>
                  <a:pt x="110048" y="44072"/>
                  <a:pt x="107187" y="43179"/>
                  <a:pt x="103185" y="43179"/>
                </a:cubicBezTo>
                <a:cubicBezTo>
                  <a:pt x="97936" y="43179"/>
                  <a:pt x="93999" y="45417"/>
                  <a:pt x="91374" y="49891"/>
                </a:cubicBezTo>
                <a:lnTo>
                  <a:pt x="91374" y="99138"/>
                </a:lnTo>
                <a:lnTo>
                  <a:pt x="72721" y="99138"/>
                </a:lnTo>
                <a:lnTo>
                  <a:pt x="72721" y="29302"/>
                </a:lnTo>
                <a:lnTo>
                  <a:pt x="90277" y="29302"/>
                </a:lnTo>
                <a:close/>
                <a:moveTo>
                  <a:pt x="176165" y="85390"/>
                </a:moveTo>
                <a:cubicBezTo>
                  <a:pt x="179607" y="85390"/>
                  <a:pt x="182404" y="84443"/>
                  <a:pt x="184556" y="82550"/>
                </a:cubicBezTo>
                <a:cubicBezTo>
                  <a:pt x="186707" y="80657"/>
                  <a:pt x="187826" y="78140"/>
                  <a:pt x="187912" y="74999"/>
                </a:cubicBezTo>
                <a:lnTo>
                  <a:pt x="205403" y="74999"/>
                </a:lnTo>
                <a:cubicBezTo>
                  <a:pt x="205360" y="79732"/>
                  <a:pt x="204069" y="84067"/>
                  <a:pt x="201530" y="88004"/>
                </a:cubicBezTo>
                <a:cubicBezTo>
                  <a:pt x="198992" y="91941"/>
                  <a:pt x="195517" y="94996"/>
                  <a:pt x="191107" y="97169"/>
                </a:cubicBezTo>
                <a:cubicBezTo>
                  <a:pt x="186696" y="99342"/>
                  <a:pt x="181823" y="100428"/>
                  <a:pt x="176488" y="100428"/>
                </a:cubicBezTo>
                <a:cubicBezTo>
                  <a:pt x="166505" y="100428"/>
                  <a:pt x="158631" y="97255"/>
                  <a:pt x="152865" y="90908"/>
                </a:cubicBezTo>
                <a:cubicBezTo>
                  <a:pt x="147099" y="84562"/>
                  <a:pt x="144216" y="75795"/>
                  <a:pt x="144216" y="64607"/>
                </a:cubicBezTo>
                <a:lnTo>
                  <a:pt x="144216" y="63381"/>
                </a:lnTo>
                <a:cubicBezTo>
                  <a:pt x="144216" y="52624"/>
                  <a:pt x="147078" y="44040"/>
                  <a:pt x="152801" y="37628"/>
                </a:cubicBezTo>
                <a:cubicBezTo>
                  <a:pt x="158523" y="31217"/>
                  <a:pt x="166376" y="28012"/>
                  <a:pt x="176359" y="28012"/>
                </a:cubicBezTo>
                <a:cubicBezTo>
                  <a:pt x="185093" y="28012"/>
                  <a:pt x="192096" y="30496"/>
                  <a:pt x="197367" y="35466"/>
                </a:cubicBezTo>
                <a:cubicBezTo>
                  <a:pt x="202638" y="40436"/>
                  <a:pt x="205317" y="47052"/>
                  <a:pt x="205403" y="55313"/>
                </a:cubicBezTo>
                <a:lnTo>
                  <a:pt x="187912" y="55313"/>
                </a:lnTo>
                <a:cubicBezTo>
                  <a:pt x="187826" y="51699"/>
                  <a:pt x="186707" y="48762"/>
                  <a:pt x="184556" y="46503"/>
                </a:cubicBezTo>
                <a:cubicBezTo>
                  <a:pt x="182404" y="44244"/>
                  <a:pt x="179564" y="43115"/>
                  <a:pt x="176036" y="43115"/>
                </a:cubicBezTo>
                <a:cubicBezTo>
                  <a:pt x="171690" y="43115"/>
                  <a:pt x="168409" y="44696"/>
                  <a:pt x="166193" y="47858"/>
                </a:cubicBezTo>
                <a:cubicBezTo>
                  <a:pt x="163977" y="51021"/>
                  <a:pt x="162869" y="56152"/>
                  <a:pt x="162869" y="63252"/>
                </a:cubicBezTo>
                <a:lnTo>
                  <a:pt x="162869" y="65188"/>
                </a:lnTo>
                <a:cubicBezTo>
                  <a:pt x="162869" y="72374"/>
                  <a:pt x="163966" y="77537"/>
                  <a:pt x="166161" y="80678"/>
                </a:cubicBezTo>
                <a:cubicBezTo>
                  <a:pt x="168355" y="83819"/>
                  <a:pt x="171690" y="85390"/>
                  <a:pt x="176165" y="85390"/>
                </a:cubicBezTo>
                <a:close/>
                <a:moveTo>
                  <a:pt x="213131" y="63575"/>
                </a:moveTo>
                <a:cubicBezTo>
                  <a:pt x="213131" y="56647"/>
                  <a:pt x="214465" y="50472"/>
                  <a:pt x="217133" y="45051"/>
                </a:cubicBezTo>
                <a:cubicBezTo>
                  <a:pt x="219800" y="39629"/>
                  <a:pt x="223641" y="35434"/>
                  <a:pt x="228654" y="32465"/>
                </a:cubicBezTo>
                <a:cubicBezTo>
                  <a:pt x="233666" y="29496"/>
                  <a:pt x="239486" y="28012"/>
                  <a:pt x="246112" y="28012"/>
                </a:cubicBezTo>
                <a:cubicBezTo>
                  <a:pt x="255536" y="28012"/>
                  <a:pt x="263227" y="30894"/>
                  <a:pt x="269186" y="36660"/>
                </a:cubicBezTo>
                <a:cubicBezTo>
                  <a:pt x="275146" y="42426"/>
                  <a:pt x="278470" y="50257"/>
                  <a:pt x="279158" y="60154"/>
                </a:cubicBezTo>
                <a:lnTo>
                  <a:pt x="279287" y="64930"/>
                </a:lnTo>
                <a:cubicBezTo>
                  <a:pt x="279287" y="75644"/>
                  <a:pt x="276297" y="84239"/>
                  <a:pt x="270316" y="90715"/>
                </a:cubicBezTo>
                <a:cubicBezTo>
                  <a:pt x="264335" y="97191"/>
                  <a:pt x="256310" y="100428"/>
                  <a:pt x="246241" y="100428"/>
                </a:cubicBezTo>
                <a:cubicBezTo>
                  <a:pt x="236173" y="100428"/>
                  <a:pt x="228137" y="97201"/>
                  <a:pt x="222135" y="90747"/>
                </a:cubicBezTo>
                <a:cubicBezTo>
                  <a:pt x="216132" y="84293"/>
                  <a:pt x="213131" y="75515"/>
                  <a:pt x="213131" y="64414"/>
                </a:cubicBezTo>
                <a:lnTo>
                  <a:pt x="213131" y="63575"/>
                </a:lnTo>
                <a:moveTo>
                  <a:pt x="231784" y="64930"/>
                </a:moveTo>
                <a:cubicBezTo>
                  <a:pt x="231784" y="71556"/>
                  <a:pt x="233032" y="76623"/>
                  <a:pt x="235527" y="80130"/>
                </a:cubicBezTo>
                <a:cubicBezTo>
                  <a:pt x="238023" y="83637"/>
                  <a:pt x="241594" y="85390"/>
                  <a:pt x="246241" y="85390"/>
                </a:cubicBezTo>
                <a:cubicBezTo>
                  <a:pt x="250759" y="85390"/>
                  <a:pt x="254288" y="83658"/>
                  <a:pt x="256826" y="80194"/>
                </a:cubicBezTo>
                <a:cubicBezTo>
                  <a:pt x="259365" y="76731"/>
                  <a:pt x="260634" y="71191"/>
                  <a:pt x="260634" y="63575"/>
                </a:cubicBezTo>
                <a:cubicBezTo>
                  <a:pt x="260634" y="57077"/>
                  <a:pt x="259365" y="52043"/>
                  <a:pt x="256826" y="48472"/>
                </a:cubicBezTo>
                <a:cubicBezTo>
                  <a:pt x="254288" y="44900"/>
                  <a:pt x="250716" y="43115"/>
                  <a:pt x="246112" y="43115"/>
                </a:cubicBezTo>
                <a:cubicBezTo>
                  <a:pt x="241551" y="43115"/>
                  <a:pt x="238023" y="44889"/>
                  <a:pt x="235527" y="48439"/>
                </a:cubicBezTo>
                <a:cubicBezTo>
                  <a:pt x="233032" y="51989"/>
                  <a:pt x="231784" y="57486"/>
                  <a:pt x="231784" y="64930"/>
                </a:cubicBezTo>
                <a:close/>
                <a:moveTo>
                  <a:pt x="332581" y="92038"/>
                </a:moveTo>
                <a:cubicBezTo>
                  <a:pt x="327977" y="97632"/>
                  <a:pt x="321609" y="100428"/>
                  <a:pt x="313476" y="100428"/>
                </a:cubicBezTo>
                <a:cubicBezTo>
                  <a:pt x="305990" y="100428"/>
                  <a:pt x="300278" y="98277"/>
                  <a:pt x="296340" y="93974"/>
                </a:cubicBezTo>
                <a:cubicBezTo>
                  <a:pt x="292403" y="89671"/>
                  <a:pt x="290392" y="83368"/>
                  <a:pt x="290306" y="75063"/>
                </a:cubicBezTo>
                <a:lnTo>
                  <a:pt x="290306" y="29302"/>
                </a:lnTo>
                <a:lnTo>
                  <a:pt x="308959" y="29302"/>
                </a:lnTo>
                <a:lnTo>
                  <a:pt x="308959" y="74418"/>
                </a:lnTo>
                <a:cubicBezTo>
                  <a:pt x="308959" y="81690"/>
                  <a:pt x="312272" y="85325"/>
                  <a:pt x="318898" y="85325"/>
                </a:cubicBezTo>
                <a:cubicBezTo>
                  <a:pt x="325223" y="85325"/>
                  <a:pt x="329569" y="83131"/>
                  <a:pt x="331936" y="78742"/>
                </a:cubicBezTo>
                <a:lnTo>
                  <a:pt x="331936" y="29302"/>
                </a:lnTo>
                <a:lnTo>
                  <a:pt x="350653" y="29302"/>
                </a:lnTo>
                <a:lnTo>
                  <a:pt x="350653" y="99138"/>
                </a:lnTo>
                <a:lnTo>
                  <a:pt x="333097" y="99138"/>
                </a:lnTo>
                <a:lnTo>
                  <a:pt x="332581" y="92038"/>
                </a:lnTo>
                <a:close/>
                <a:moveTo>
                  <a:pt x="381874" y="29302"/>
                </a:moveTo>
                <a:lnTo>
                  <a:pt x="382454" y="37370"/>
                </a:lnTo>
                <a:cubicBezTo>
                  <a:pt x="387446" y="31131"/>
                  <a:pt x="394137" y="28012"/>
                  <a:pt x="402527" y="28012"/>
                </a:cubicBezTo>
                <a:cubicBezTo>
                  <a:pt x="409928" y="28012"/>
                  <a:pt x="415436" y="30184"/>
                  <a:pt x="419050" y="34530"/>
                </a:cubicBezTo>
                <a:cubicBezTo>
                  <a:pt x="422665" y="38876"/>
                  <a:pt x="424515" y="45374"/>
                  <a:pt x="424601" y="54022"/>
                </a:cubicBezTo>
                <a:lnTo>
                  <a:pt x="424601" y="99138"/>
                </a:lnTo>
                <a:lnTo>
                  <a:pt x="405948" y="99138"/>
                </a:lnTo>
                <a:lnTo>
                  <a:pt x="405948" y="54474"/>
                </a:lnTo>
                <a:cubicBezTo>
                  <a:pt x="405948" y="50515"/>
                  <a:pt x="405087" y="47643"/>
                  <a:pt x="403366" y="45858"/>
                </a:cubicBezTo>
                <a:cubicBezTo>
                  <a:pt x="401645" y="44072"/>
                  <a:pt x="398784" y="43179"/>
                  <a:pt x="394782" y="43179"/>
                </a:cubicBezTo>
                <a:cubicBezTo>
                  <a:pt x="389533" y="43179"/>
                  <a:pt x="385596" y="45417"/>
                  <a:pt x="382971" y="49891"/>
                </a:cubicBezTo>
                <a:lnTo>
                  <a:pt x="382971" y="99138"/>
                </a:lnTo>
                <a:lnTo>
                  <a:pt x="364318" y="99138"/>
                </a:lnTo>
                <a:lnTo>
                  <a:pt x="364318" y="29302"/>
                </a:lnTo>
                <a:lnTo>
                  <a:pt x="381874" y="29302"/>
                </a:lnTo>
                <a:close/>
                <a:moveTo>
                  <a:pt x="461049" y="12134"/>
                </a:moveTo>
                <a:lnTo>
                  <a:pt x="461049" y="29302"/>
                </a:lnTo>
                <a:lnTo>
                  <a:pt x="472990" y="29302"/>
                </a:lnTo>
                <a:lnTo>
                  <a:pt x="472990" y="42985"/>
                </a:lnTo>
                <a:lnTo>
                  <a:pt x="461049" y="42985"/>
                </a:lnTo>
                <a:lnTo>
                  <a:pt x="461049" y="77838"/>
                </a:lnTo>
                <a:cubicBezTo>
                  <a:pt x="461049" y="80420"/>
                  <a:pt x="461544" y="82270"/>
                  <a:pt x="462534" y="83389"/>
                </a:cubicBezTo>
                <a:cubicBezTo>
                  <a:pt x="463523" y="84508"/>
                  <a:pt x="465417" y="85067"/>
                  <a:pt x="468213" y="85067"/>
                </a:cubicBezTo>
                <a:cubicBezTo>
                  <a:pt x="470279" y="85067"/>
                  <a:pt x="472108" y="84917"/>
                  <a:pt x="473700" y="84615"/>
                </a:cubicBezTo>
                <a:lnTo>
                  <a:pt x="473700" y="98750"/>
                </a:lnTo>
                <a:cubicBezTo>
                  <a:pt x="470042" y="99869"/>
                  <a:pt x="466277" y="100428"/>
                  <a:pt x="462405" y="100428"/>
                </a:cubicBezTo>
                <a:cubicBezTo>
                  <a:pt x="449324" y="100428"/>
                  <a:pt x="442655" y="93824"/>
                  <a:pt x="442396" y="80614"/>
                </a:cubicBezTo>
                <a:lnTo>
                  <a:pt x="442396" y="42985"/>
                </a:lnTo>
                <a:lnTo>
                  <a:pt x="432199" y="42985"/>
                </a:lnTo>
                <a:lnTo>
                  <a:pt x="432199" y="29302"/>
                </a:lnTo>
                <a:lnTo>
                  <a:pt x="442396" y="29302"/>
                </a:lnTo>
                <a:lnTo>
                  <a:pt x="442396" y="12134"/>
                </a:lnTo>
                <a:lnTo>
                  <a:pt x="461049" y="12134"/>
                </a:lnTo>
                <a:close/>
                <a:moveTo>
                  <a:pt x="515512" y="100428"/>
                </a:moveTo>
                <a:cubicBezTo>
                  <a:pt x="505271" y="100428"/>
                  <a:pt x="496935" y="97287"/>
                  <a:pt x="490502" y="91005"/>
                </a:cubicBezTo>
                <a:cubicBezTo>
                  <a:pt x="484069" y="84723"/>
                  <a:pt x="480853" y="76354"/>
                  <a:pt x="480853" y="65898"/>
                </a:cubicBezTo>
                <a:lnTo>
                  <a:pt x="480853" y="64091"/>
                </a:lnTo>
                <a:cubicBezTo>
                  <a:pt x="480853" y="57077"/>
                  <a:pt x="482208" y="50806"/>
                  <a:pt x="484919" y="45277"/>
                </a:cubicBezTo>
                <a:cubicBezTo>
                  <a:pt x="487630" y="39748"/>
                  <a:pt x="491470" y="35488"/>
                  <a:pt x="496440" y="32497"/>
                </a:cubicBezTo>
                <a:cubicBezTo>
                  <a:pt x="501410" y="29507"/>
                  <a:pt x="507079" y="28012"/>
                  <a:pt x="513447" y="28012"/>
                </a:cubicBezTo>
                <a:cubicBezTo>
                  <a:pt x="522999" y="28012"/>
                  <a:pt x="530518" y="31024"/>
                  <a:pt x="536005" y="37048"/>
                </a:cubicBezTo>
                <a:cubicBezTo>
                  <a:pt x="541491" y="43071"/>
                  <a:pt x="544234" y="51613"/>
                  <a:pt x="544234" y="62671"/>
                </a:cubicBezTo>
                <a:lnTo>
                  <a:pt x="544234" y="70287"/>
                </a:lnTo>
                <a:lnTo>
                  <a:pt x="499764" y="70287"/>
                </a:lnTo>
                <a:cubicBezTo>
                  <a:pt x="500366" y="74848"/>
                  <a:pt x="502184" y="78505"/>
                  <a:pt x="505218" y="81259"/>
                </a:cubicBezTo>
                <a:cubicBezTo>
                  <a:pt x="508251" y="84013"/>
                  <a:pt x="512091" y="85390"/>
                  <a:pt x="516739" y="85390"/>
                </a:cubicBezTo>
                <a:cubicBezTo>
                  <a:pt x="523924" y="85390"/>
                  <a:pt x="529540" y="82787"/>
                  <a:pt x="533584" y="77580"/>
                </a:cubicBezTo>
                <a:lnTo>
                  <a:pt x="542749" y="87843"/>
                </a:lnTo>
                <a:cubicBezTo>
                  <a:pt x="539952" y="91801"/>
                  <a:pt x="536166" y="94889"/>
                  <a:pt x="531390" y="97104"/>
                </a:cubicBezTo>
                <a:cubicBezTo>
                  <a:pt x="526614" y="99320"/>
                  <a:pt x="521321" y="100428"/>
                  <a:pt x="515512" y="100428"/>
                </a:cubicBezTo>
                <a:moveTo>
                  <a:pt x="513382" y="43115"/>
                </a:moveTo>
                <a:cubicBezTo>
                  <a:pt x="509682" y="43115"/>
                  <a:pt x="506681" y="44362"/>
                  <a:pt x="504379" y="46858"/>
                </a:cubicBezTo>
                <a:cubicBezTo>
                  <a:pt x="502077" y="49354"/>
                  <a:pt x="500603" y="52925"/>
                  <a:pt x="499957" y="57572"/>
                </a:cubicBezTo>
                <a:lnTo>
                  <a:pt x="525904" y="57572"/>
                </a:lnTo>
                <a:lnTo>
                  <a:pt x="525904" y="56088"/>
                </a:lnTo>
                <a:cubicBezTo>
                  <a:pt x="525818" y="51957"/>
                  <a:pt x="524699" y="48762"/>
                  <a:pt x="522547" y="46503"/>
                </a:cubicBezTo>
                <a:cubicBezTo>
                  <a:pt x="520396" y="44244"/>
                  <a:pt x="517341" y="43115"/>
                  <a:pt x="513382" y="43115"/>
                </a:cubicBezTo>
                <a:close/>
                <a:moveTo>
                  <a:pt x="594043" y="46793"/>
                </a:moveTo>
                <a:cubicBezTo>
                  <a:pt x="591504" y="46449"/>
                  <a:pt x="589267" y="46277"/>
                  <a:pt x="587331" y="46277"/>
                </a:cubicBezTo>
                <a:cubicBezTo>
                  <a:pt x="580274" y="46277"/>
                  <a:pt x="575648" y="48665"/>
                  <a:pt x="573454" y="53441"/>
                </a:cubicBezTo>
                <a:lnTo>
                  <a:pt x="573454" y="99138"/>
                </a:lnTo>
                <a:lnTo>
                  <a:pt x="554801" y="99138"/>
                </a:lnTo>
                <a:lnTo>
                  <a:pt x="554801" y="29302"/>
                </a:lnTo>
                <a:lnTo>
                  <a:pt x="572421" y="29302"/>
                </a:lnTo>
                <a:lnTo>
                  <a:pt x="572938" y="37628"/>
                </a:lnTo>
                <a:cubicBezTo>
                  <a:pt x="576681" y="31217"/>
                  <a:pt x="581866" y="28012"/>
                  <a:pt x="588492" y="28012"/>
                </a:cubicBezTo>
                <a:cubicBezTo>
                  <a:pt x="590558" y="28012"/>
                  <a:pt x="592494" y="28291"/>
                  <a:pt x="594301" y="28851"/>
                </a:cubicBezTo>
                <a:lnTo>
                  <a:pt x="594043" y="46793"/>
                </a:lnTo>
                <a:close/>
                <a:moveTo>
                  <a:pt x="640825" y="79839"/>
                </a:moveTo>
                <a:cubicBezTo>
                  <a:pt x="640825" y="77559"/>
                  <a:pt x="639695" y="75762"/>
                  <a:pt x="637436" y="74450"/>
                </a:cubicBezTo>
                <a:cubicBezTo>
                  <a:pt x="635177" y="73138"/>
                  <a:pt x="631552" y="71965"/>
                  <a:pt x="626561" y="70932"/>
                </a:cubicBezTo>
                <a:cubicBezTo>
                  <a:pt x="609952" y="67447"/>
                  <a:pt x="601647" y="60390"/>
                  <a:pt x="601647" y="49762"/>
                </a:cubicBezTo>
                <a:cubicBezTo>
                  <a:pt x="601647" y="43566"/>
                  <a:pt x="604218" y="38392"/>
                  <a:pt x="609360" y="34240"/>
                </a:cubicBezTo>
                <a:cubicBezTo>
                  <a:pt x="614502" y="30088"/>
                  <a:pt x="621225" y="28012"/>
                  <a:pt x="629530" y="28012"/>
                </a:cubicBezTo>
                <a:cubicBezTo>
                  <a:pt x="638394" y="28012"/>
                  <a:pt x="645482" y="30098"/>
                  <a:pt x="650796" y="34272"/>
                </a:cubicBezTo>
                <a:cubicBezTo>
                  <a:pt x="656111" y="38446"/>
                  <a:pt x="658768" y="43868"/>
                  <a:pt x="658768" y="50537"/>
                </a:cubicBezTo>
                <a:lnTo>
                  <a:pt x="640115" y="50537"/>
                </a:lnTo>
                <a:cubicBezTo>
                  <a:pt x="640115" y="47869"/>
                  <a:pt x="639254" y="45664"/>
                  <a:pt x="637533" y="43921"/>
                </a:cubicBezTo>
                <a:cubicBezTo>
                  <a:pt x="635812" y="42179"/>
                  <a:pt x="633123" y="41307"/>
                  <a:pt x="629465" y="41307"/>
                </a:cubicBezTo>
                <a:cubicBezTo>
                  <a:pt x="626324" y="41307"/>
                  <a:pt x="623893" y="42017"/>
                  <a:pt x="622172" y="43437"/>
                </a:cubicBezTo>
                <a:cubicBezTo>
                  <a:pt x="620451" y="44857"/>
                  <a:pt x="619590" y="46664"/>
                  <a:pt x="619590" y="48859"/>
                </a:cubicBezTo>
                <a:cubicBezTo>
                  <a:pt x="619590" y="50924"/>
                  <a:pt x="620569" y="52592"/>
                  <a:pt x="622527" y="53861"/>
                </a:cubicBezTo>
                <a:cubicBezTo>
                  <a:pt x="624485" y="55130"/>
                  <a:pt x="627787" y="56227"/>
                  <a:pt x="632434" y="57153"/>
                </a:cubicBezTo>
                <a:cubicBezTo>
                  <a:pt x="637081" y="58078"/>
                  <a:pt x="640997" y="59121"/>
                  <a:pt x="644181" y="60283"/>
                </a:cubicBezTo>
                <a:cubicBezTo>
                  <a:pt x="654034" y="63897"/>
                  <a:pt x="658961" y="70158"/>
                  <a:pt x="658961" y="79065"/>
                </a:cubicBezTo>
                <a:cubicBezTo>
                  <a:pt x="658961" y="85433"/>
                  <a:pt x="656229" y="90586"/>
                  <a:pt x="650764" y="94523"/>
                </a:cubicBezTo>
                <a:cubicBezTo>
                  <a:pt x="645300" y="98460"/>
                  <a:pt x="638243" y="100428"/>
                  <a:pt x="629594" y="100428"/>
                </a:cubicBezTo>
                <a:cubicBezTo>
                  <a:pt x="623742" y="100428"/>
                  <a:pt x="618547" y="99385"/>
                  <a:pt x="614007" y="97298"/>
                </a:cubicBezTo>
                <a:cubicBezTo>
                  <a:pt x="609468" y="95211"/>
                  <a:pt x="605907" y="92350"/>
                  <a:pt x="603325" y="88714"/>
                </a:cubicBezTo>
                <a:cubicBezTo>
                  <a:pt x="600744" y="85078"/>
                  <a:pt x="599453" y="81152"/>
                  <a:pt x="599453" y="76935"/>
                </a:cubicBezTo>
                <a:lnTo>
                  <a:pt x="617137" y="76935"/>
                </a:lnTo>
                <a:cubicBezTo>
                  <a:pt x="617310" y="80248"/>
                  <a:pt x="618536" y="82787"/>
                  <a:pt x="620816" y="84551"/>
                </a:cubicBezTo>
                <a:cubicBezTo>
                  <a:pt x="623097" y="86315"/>
                  <a:pt x="626152" y="87197"/>
                  <a:pt x="629981" y="87197"/>
                </a:cubicBezTo>
                <a:cubicBezTo>
                  <a:pt x="633553" y="87197"/>
                  <a:pt x="636253" y="86519"/>
                  <a:pt x="638082" y="85164"/>
                </a:cubicBezTo>
                <a:cubicBezTo>
                  <a:pt x="639910" y="83809"/>
                  <a:pt x="640825" y="82034"/>
                  <a:pt x="640825" y="79839"/>
                </a:cubicBezTo>
                <a:close/>
                <a:moveTo>
                  <a:pt x="764593" y="73772"/>
                </a:moveTo>
                <a:lnTo>
                  <a:pt x="773758" y="29302"/>
                </a:lnTo>
                <a:lnTo>
                  <a:pt x="791766" y="29302"/>
                </a:lnTo>
                <a:lnTo>
                  <a:pt x="773952" y="99138"/>
                </a:lnTo>
                <a:lnTo>
                  <a:pt x="758332" y="99138"/>
                </a:lnTo>
                <a:lnTo>
                  <a:pt x="745101" y="55184"/>
                </a:lnTo>
                <a:lnTo>
                  <a:pt x="731870" y="99138"/>
                </a:lnTo>
                <a:lnTo>
                  <a:pt x="716315" y="99138"/>
                </a:lnTo>
                <a:lnTo>
                  <a:pt x="698501" y="29302"/>
                </a:lnTo>
                <a:lnTo>
                  <a:pt x="716509" y="29302"/>
                </a:lnTo>
                <a:lnTo>
                  <a:pt x="725609" y="73708"/>
                </a:lnTo>
                <a:lnTo>
                  <a:pt x="738389" y="29302"/>
                </a:lnTo>
                <a:lnTo>
                  <a:pt x="751878" y="29302"/>
                </a:lnTo>
                <a:lnTo>
                  <a:pt x="764593" y="73772"/>
                </a:lnTo>
                <a:close/>
                <a:moveTo>
                  <a:pt x="806845" y="107270"/>
                </a:moveTo>
                <a:lnTo>
                  <a:pt x="792968" y="107270"/>
                </a:lnTo>
                <a:lnTo>
                  <a:pt x="827563" y="5163"/>
                </a:lnTo>
                <a:lnTo>
                  <a:pt x="841440" y="5163"/>
                </a:lnTo>
                <a:lnTo>
                  <a:pt x="806845" y="107270"/>
                </a:lnTo>
                <a:close/>
                <a:moveTo>
                  <a:pt x="958242" y="67834"/>
                </a:moveTo>
                <a:cubicBezTo>
                  <a:pt x="957510" y="77946"/>
                  <a:pt x="953777" y="85906"/>
                  <a:pt x="947043" y="91715"/>
                </a:cubicBezTo>
                <a:cubicBezTo>
                  <a:pt x="940310" y="97524"/>
                  <a:pt x="931435" y="100428"/>
                  <a:pt x="920420" y="100428"/>
                </a:cubicBezTo>
                <a:cubicBezTo>
                  <a:pt x="908372" y="100428"/>
                  <a:pt x="898895" y="96373"/>
                  <a:pt x="891989" y="88262"/>
                </a:cubicBezTo>
                <a:cubicBezTo>
                  <a:pt x="885083" y="80151"/>
                  <a:pt x="881629" y="69018"/>
                  <a:pt x="881629" y="54861"/>
                </a:cubicBezTo>
                <a:lnTo>
                  <a:pt x="881629" y="49117"/>
                </a:lnTo>
                <a:cubicBezTo>
                  <a:pt x="881629" y="40081"/>
                  <a:pt x="883222" y="32121"/>
                  <a:pt x="886406" y="25236"/>
                </a:cubicBezTo>
                <a:cubicBezTo>
                  <a:pt x="889590" y="18352"/>
                  <a:pt x="894140" y="13070"/>
                  <a:pt x="900056" y="9391"/>
                </a:cubicBezTo>
                <a:cubicBezTo>
                  <a:pt x="905973" y="5712"/>
                  <a:pt x="912847" y="3873"/>
                  <a:pt x="920678" y="3873"/>
                </a:cubicBezTo>
                <a:cubicBezTo>
                  <a:pt x="931521" y="3873"/>
                  <a:pt x="940256" y="6777"/>
                  <a:pt x="946882" y="12586"/>
                </a:cubicBezTo>
                <a:cubicBezTo>
                  <a:pt x="953509" y="18395"/>
                  <a:pt x="957338" y="26549"/>
                  <a:pt x="958371" y="37048"/>
                </a:cubicBezTo>
                <a:lnTo>
                  <a:pt x="939008" y="37048"/>
                </a:lnTo>
                <a:cubicBezTo>
                  <a:pt x="938535" y="30980"/>
                  <a:pt x="936846" y="26581"/>
                  <a:pt x="933941" y="23849"/>
                </a:cubicBezTo>
                <a:cubicBezTo>
                  <a:pt x="931037" y="21116"/>
                  <a:pt x="926616" y="19750"/>
                  <a:pt x="920678" y="19750"/>
                </a:cubicBezTo>
                <a:cubicBezTo>
                  <a:pt x="914224" y="19750"/>
                  <a:pt x="909394" y="22063"/>
                  <a:pt x="906188" y="26688"/>
                </a:cubicBezTo>
                <a:cubicBezTo>
                  <a:pt x="902982" y="31314"/>
                  <a:pt x="901337" y="38489"/>
                  <a:pt x="901250" y="48213"/>
                </a:cubicBezTo>
                <a:lnTo>
                  <a:pt x="901250" y="55313"/>
                </a:lnTo>
                <a:cubicBezTo>
                  <a:pt x="901250" y="65468"/>
                  <a:pt x="902789" y="72890"/>
                  <a:pt x="905865" y="77580"/>
                </a:cubicBezTo>
                <a:cubicBezTo>
                  <a:pt x="908942" y="82270"/>
                  <a:pt x="913793" y="84615"/>
                  <a:pt x="920420" y="84615"/>
                </a:cubicBezTo>
                <a:cubicBezTo>
                  <a:pt x="926401" y="84615"/>
                  <a:pt x="930865" y="83249"/>
                  <a:pt x="933812" y="80517"/>
                </a:cubicBezTo>
                <a:cubicBezTo>
                  <a:pt x="936760" y="77785"/>
                  <a:pt x="938449" y="73557"/>
                  <a:pt x="938879" y="67834"/>
                </a:cubicBezTo>
                <a:lnTo>
                  <a:pt x="958242" y="67834"/>
                </a:lnTo>
                <a:close/>
                <a:moveTo>
                  <a:pt x="987910" y="36918"/>
                </a:moveTo>
                <a:cubicBezTo>
                  <a:pt x="992858" y="30980"/>
                  <a:pt x="999076" y="28012"/>
                  <a:pt x="1006563" y="28012"/>
                </a:cubicBezTo>
                <a:cubicBezTo>
                  <a:pt x="1021709" y="28012"/>
                  <a:pt x="1029389" y="36811"/>
                  <a:pt x="1029604" y="54409"/>
                </a:cubicBezTo>
                <a:lnTo>
                  <a:pt x="1029604" y="99138"/>
                </a:lnTo>
                <a:lnTo>
                  <a:pt x="1010952" y="99138"/>
                </a:lnTo>
                <a:lnTo>
                  <a:pt x="1010952" y="54926"/>
                </a:lnTo>
                <a:cubicBezTo>
                  <a:pt x="1010952" y="50924"/>
                  <a:pt x="1010091" y="47966"/>
                  <a:pt x="1008370" y="46051"/>
                </a:cubicBezTo>
                <a:cubicBezTo>
                  <a:pt x="1006649" y="44136"/>
                  <a:pt x="1003787" y="43179"/>
                  <a:pt x="999786" y="43179"/>
                </a:cubicBezTo>
                <a:cubicBezTo>
                  <a:pt x="994321" y="43179"/>
                  <a:pt x="990362" y="45287"/>
                  <a:pt x="987910" y="49504"/>
                </a:cubicBezTo>
                <a:lnTo>
                  <a:pt x="987910" y="99138"/>
                </a:lnTo>
                <a:lnTo>
                  <a:pt x="969257" y="99138"/>
                </a:lnTo>
                <a:lnTo>
                  <a:pt x="969257" y="0"/>
                </a:lnTo>
                <a:lnTo>
                  <a:pt x="987910" y="0"/>
                </a:lnTo>
                <a:lnTo>
                  <a:pt x="987910" y="36918"/>
                </a:lnTo>
                <a:close/>
                <a:moveTo>
                  <a:pt x="1084125" y="99138"/>
                </a:moveTo>
                <a:cubicBezTo>
                  <a:pt x="1083264" y="97459"/>
                  <a:pt x="1082640" y="95373"/>
                  <a:pt x="1082253" y="92877"/>
                </a:cubicBezTo>
                <a:cubicBezTo>
                  <a:pt x="1077735" y="97911"/>
                  <a:pt x="1071862" y="100428"/>
                  <a:pt x="1064633" y="100428"/>
                </a:cubicBezTo>
                <a:cubicBezTo>
                  <a:pt x="1057791" y="100428"/>
                  <a:pt x="1052122" y="98446"/>
                  <a:pt x="1047626" y="94482"/>
                </a:cubicBezTo>
                <a:cubicBezTo>
                  <a:pt x="1043129" y="90517"/>
                  <a:pt x="1040881" y="85518"/>
                  <a:pt x="1040881" y="79486"/>
                </a:cubicBezTo>
                <a:cubicBezTo>
                  <a:pt x="1040881" y="72075"/>
                  <a:pt x="1043624" y="66387"/>
                  <a:pt x="1049110" y="62423"/>
                </a:cubicBezTo>
                <a:cubicBezTo>
                  <a:pt x="1054596" y="58458"/>
                  <a:pt x="1062524" y="56453"/>
                  <a:pt x="1072894" y="56410"/>
                </a:cubicBezTo>
                <a:lnTo>
                  <a:pt x="1081479" y="56410"/>
                </a:lnTo>
                <a:lnTo>
                  <a:pt x="1081479" y="52427"/>
                </a:lnTo>
                <a:cubicBezTo>
                  <a:pt x="1081479" y="49213"/>
                  <a:pt x="1080650" y="46643"/>
                  <a:pt x="1078994" y="44716"/>
                </a:cubicBezTo>
                <a:cubicBezTo>
                  <a:pt x="1077337" y="42788"/>
                  <a:pt x="1074723" y="41824"/>
                  <a:pt x="1071152" y="41824"/>
                </a:cubicBezTo>
                <a:cubicBezTo>
                  <a:pt x="1068011" y="41824"/>
                  <a:pt x="1065547" y="42571"/>
                  <a:pt x="1063762" y="44067"/>
                </a:cubicBezTo>
                <a:cubicBezTo>
                  <a:pt x="1061976" y="45560"/>
                  <a:pt x="1061083" y="47610"/>
                  <a:pt x="1061083" y="50214"/>
                </a:cubicBezTo>
                <a:lnTo>
                  <a:pt x="1042430" y="50214"/>
                </a:lnTo>
                <a:cubicBezTo>
                  <a:pt x="1042430" y="46182"/>
                  <a:pt x="1043678" y="42450"/>
                  <a:pt x="1046174" y="39018"/>
                </a:cubicBezTo>
                <a:cubicBezTo>
                  <a:pt x="1048669" y="35585"/>
                  <a:pt x="1052198" y="32893"/>
                  <a:pt x="1056759" y="30940"/>
                </a:cubicBezTo>
                <a:cubicBezTo>
                  <a:pt x="1061320" y="28988"/>
                  <a:pt x="1066440" y="28012"/>
                  <a:pt x="1072120" y="28012"/>
                </a:cubicBezTo>
                <a:cubicBezTo>
                  <a:pt x="1080726" y="28012"/>
                  <a:pt x="1087556" y="30174"/>
                  <a:pt x="1092612" y="34498"/>
                </a:cubicBezTo>
                <a:cubicBezTo>
                  <a:pt x="1097668" y="38822"/>
                  <a:pt x="1100196" y="44900"/>
                  <a:pt x="1100196" y="52731"/>
                </a:cubicBezTo>
                <a:lnTo>
                  <a:pt x="1100196" y="83002"/>
                </a:lnTo>
                <a:cubicBezTo>
                  <a:pt x="1100239" y="89628"/>
                  <a:pt x="1101164" y="94641"/>
                  <a:pt x="1102971" y="98040"/>
                </a:cubicBezTo>
                <a:lnTo>
                  <a:pt x="1102971" y="99138"/>
                </a:lnTo>
                <a:lnTo>
                  <a:pt x="1084125" y="99138"/>
                </a:lnTo>
                <a:moveTo>
                  <a:pt x="1068699" y="86164"/>
                </a:moveTo>
                <a:cubicBezTo>
                  <a:pt x="1071453" y="86164"/>
                  <a:pt x="1073992" y="85549"/>
                  <a:pt x="1076315" y="84319"/>
                </a:cubicBezTo>
                <a:cubicBezTo>
                  <a:pt x="1078639" y="83089"/>
                  <a:pt x="1080360" y="81437"/>
                  <a:pt x="1081479" y="79363"/>
                </a:cubicBezTo>
                <a:lnTo>
                  <a:pt x="1081479" y="67318"/>
                </a:lnTo>
                <a:lnTo>
                  <a:pt x="1074508" y="67318"/>
                </a:lnTo>
                <a:cubicBezTo>
                  <a:pt x="1065171" y="67318"/>
                  <a:pt x="1060201" y="70556"/>
                  <a:pt x="1059599" y="77032"/>
                </a:cubicBezTo>
                <a:lnTo>
                  <a:pt x="1059534" y="78133"/>
                </a:lnTo>
                <a:cubicBezTo>
                  <a:pt x="1059534" y="80465"/>
                  <a:pt x="1060352" y="82386"/>
                  <a:pt x="1061987" y="83897"/>
                </a:cubicBezTo>
                <a:cubicBezTo>
                  <a:pt x="1063622" y="85409"/>
                  <a:pt x="1065859" y="86164"/>
                  <a:pt x="1068699" y="86164"/>
                </a:cubicBezTo>
                <a:close/>
                <a:moveTo>
                  <a:pt x="1134193" y="99138"/>
                </a:moveTo>
                <a:lnTo>
                  <a:pt x="1115475" y="99138"/>
                </a:lnTo>
                <a:lnTo>
                  <a:pt x="1115475" y="0"/>
                </a:lnTo>
                <a:lnTo>
                  <a:pt x="1134193" y="0"/>
                </a:lnTo>
                <a:lnTo>
                  <a:pt x="1134193" y="99138"/>
                </a:lnTo>
                <a:close/>
                <a:moveTo>
                  <a:pt x="1169230" y="99138"/>
                </a:moveTo>
                <a:lnTo>
                  <a:pt x="1150513" y="99138"/>
                </a:lnTo>
                <a:lnTo>
                  <a:pt x="1150513" y="0"/>
                </a:lnTo>
                <a:lnTo>
                  <a:pt x="1169230" y="0"/>
                </a:lnTo>
                <a:lnTo>
                  <a:pt x="1169230" y="99138"/>
                </a:lnTo>
                <a:close/>
                <a:moveTo>
                  <a:pt x="1216725" y="100428"/>
                </a:moveTo>
                <a:cubicBezTo>
                  <a:pt x="1206485" y="100428"/>
                  <a:pt x="1198148" y="97287"/>
                  <a:pt x="1191715" y="91005"/>
                </a:cubicBezTo>
                <a:cubicBezTo>
                  <a:pt x="1185282" y="84723"/>
                  <a:pt x="1182066" y="76354"/>
                  <a:pt x="1182066" y="65898"/>
                </a:cubicBezTo>
                <a:lnTo>
                  <a:pt x="1182066" y="64091"/>
                </a:lnTo>
                <a:cubicBezTo>
                  <a:pt x="1182066" y="57077"/>
                  <a:pt x="1183421" y="50806"/>
                  <a:pt x="1186132" y="45277"/>
                </a:cubicBezTo>
                <a:cubicBezTo>
                  <a:pt x="1188843" y="39748"/>
                  <a:pt x="1192683" y="35488"/>
                  <a:pt x="1197653" y="32497"/>
                </a:cubicBezTo>
                <a:cubicBezTo>
                  <a:pt x="1202623" y="29507"/>
                  <a:pt x="1208292" y="28012"/>
                  <a:pt x="1214660" y="28012"/>
                </a:cubicBezTo>
                <a:cubicBezTo>
                  <a:pt x="1224212" y="28012"/>
                  <a:pt x="1231731" y="31024"/>
                  <a:pt x="1237218" y="37048"/>
                </a:cubicBezTo>
                <a:cubicBezTo>
                  <a:pt x="1242704" y="43071"/>
                  <a:pt x="1245447" y="51613"/>
                  <a:pt x="1245447" y="62671"/>
                </a:cubicBezTo>
                <a:lnTo>
                  <a:pt x="1245447" y="70287"/>
                </a:lnTo>
                <a:lnTo>
                  <a:pt x="1200977" y="70287"/>
                </a:lnTo>
                <a:cubicBezTo>
                  <a:pt x="1201579" y="74848"/>
                  <a:pt x="1203397" y="78505"/>
                  <a:pt x="1206431" y="81259"/>
                </a:cubicBezTo>
                <a:cubicBezTo>
                  <a:pt x="1209464" y="84013"/>
                  <a:pt x="1213305" y="85390"/>
                  <a:pt x="1217952" y="85390"/>
                </a:cubicBezTo>
                <a:cubicBezTo>
                  <a:pt x="1225137" y="85390"/>
                  <a:pt x="1230753" y="82787"/>
                  <a:pt x="1234797" y="77580"/>
                </a:cubicBezTo>
                <a:lnTo>
                  <a:pt x="1243962" y="87843"/>
                </a:lnTo>
                <a:cubicBezTo>
                  <a:pt x="1241165" y="91801"/>
                  <a:pt x="1237379" y="94889"/>
                  <a:pt x="1232603" y="97104"/>
                </a:cubicBezTo>
                <a:cubicBezTo>
                  <a:pt x="1227827" y="99320"/>
                  <a:pt x="1222534" y="100428"/>
                  <a:pt x="1216725" y="100428"/>
                </a:cubicBezTo>
                <a:moveTo>
                  <a:pt x="1214595" y="43115"/>
                </a:moveTo>
                <a:cubicBezTo>
                  <a:pt x="1210895" y="43115"/>
                  <a:pt x="1207894" y="44362"/>
                  <a:pt x="1205592" y="46858"/>
                </a:cubicBezTo>
                <a:cubicBezTo>
                  <a:pt x="1203290" y="49354"/>
                  <a:pt x="1201816" y="52925"/>
                  <a:pt x="1201171" y="57572"/>
                </a:cubicBezTo>
                <a:lnTo>
                  <a:pt x="1227117" y="57572"/>
                </a:lnTo>
                <a:lnTo>
                  <a:pt x="1227117" y="56088"/>
                </a:lnTo>
                <a:cubicBezTo>
                  <a:pt x="1227031" y="51957"/>
                  <a:pt x="1225912" y="48762"/>
                  <a:pt x="1223760" y="46503"/>
                </a:cubicBezTo>
                <a:cubicBezTo>
                  <a:pt x="1221609" y="44244"/>
                  <a:pt x="1218554" y="43115"/>
                  <a:pt x="1214595" y="43115"/>
                </a:cubicBezTo>
                <a:close/>
                <a:moveTo>
                  <a:pt x="1273183" y="29302"/>
                </a:moveTo>
                <a:lnTo>
                  <a:pt x="1273763" y="37370"/>
                </a:lnTo>
                <a:cubicBezTo>
                  <a:pt x="1278755" y="31131"/>
                  <a:pt x="1285446" y="28012"/>
                  <a:pt x="1293836" y="28012"/>
                </a:cubicBezTo>
                <a:cubicBezTo>
                  <a:pt x="1301237" y="28012"/>
                  <a:pt x="1306745" y="30184"/>
                  <a:pt x="1310359" y="34530"/>
                </a:cubicBezTo>
                <a:cubicBezTo>
                  <a:pt x="1313974" y="38876"/>
                  <a:pt x="1315824" y="45374"/>
                  <a:pt x="1315910" y="54022"/>
                </a:cubicBezTo>
                <a:lnTo>
                  <a:pt x="1315910" y="99138"/>
                </a:lnTo>
                <a:lnTo>
                  <a:pt x="1297257" y="99138"/>
                </a:lnTo>
                <a:lnTo>
                  <a:pt x="1297257" y="54474"/>
                </a:lnTo>
                <a:cubicBezTo>
                  <a:pt x="1297257" y="50515"/>
                  <a:pt x="1296396" y="47643"/>
                  <a:pt x="1294675" y="45858"/>
                </a:cubicBezTo>
                <a:cubicBezTo>
                  <a:pt x="1292954" y="44072"/>
                  <a:pt x="1290093" y="43179"/>
                  <a:pt x="1286091" y="43179"/>
                </a:cubicBezTo>
                <a:cubicBezTo>
                  <a:pt x="1280842" y="43179"/>
                  <a:pt x="1276905" y="45417"/>
                  <a:pt x="1274280" y="49891"/>
                </a:cubicBezTo>
                <a:lnTo>
                  <a:pt x="1274280" y="99138"/>
                </a:lnTo>
                <a:lnTo>
                  <a:pt x="1255627" y="99138"/>
                </a:lnTo>
                <a:lnTo>
                  <a:pt x="1255627" y="29302"/>
                </a:lnTo>
                <a:lnTo>
                  <a:pt x="1273183" y="29302"/>
                </a:lnTo>
                <a:close/>
                <a:moveTo>
                  <a:pt x="1327316" y="63704"/>
                </a:moveTo>
                <a:cubicBezTo>
                  <a:pt x="1327316" y="52990"/>
                  <a:pt x="1329865" y="44362"/>
                  <a:pt x="1334964" y="37822"/>
                </a:cubicBezTo>
                <a:cubicBezTo>
                  <a:pt x="1340063" y="31282"/>
                  <a:pt x="1346937" y="28012"/>
                  <a:pt x="1355585" y="28012"/>
                </a:cubicBezTo>
                <a:cubicBezTo>
                  <a:pt x="1363244" y="28012"/>
                  <a:pt x="1369204" y="30636"/>
                  <a:pt x="1373464" y="35886"/>
                </a:cubicBezTo>
                <a:lnTo>
                  <a:pt x="1374238" y="29302"/>
                </a:lnTo>
                <a:lnTo>
                  <a:pt x="1391148" y="29302"/>
                </a:lnTo>
                <a:lnTo>
                  <a:pt x="1391148" y="96814"/>
                </a:lnTo>
                <a:cubicBezTo>
                  <a:pt x="1391148" y="102924"/>
                  <a:pt x="1389761" y="108238"/>
                  <a:pt x="1386985" y="112756"/>
                </a:cubicBezTo>
                <a:cubicBezTo>
                  <a:pt x="1384210" y="117274"/>
                  <a:pt x="1380305" y="120716"/>
                  <a:pt x="1375271" y="123083"/>
                </a:cubicBezTo>
                <a:cubicBezTo>
                  <a:pt x="1370236" y="125449"/>
                  <a:pt x="1364342" y="126633"/>
                  <a:pt x="1357586" y="126633"/>
                </a:cubicBezTo>
                <a:cubicBezTo>
                  <a:pt x="1352466" y="126633"/>
                  <a:pt x="1347474" y="125611"/>
                  <a:pt x="1342612" y="123567"/>
                </a:cubicBezTo>
                <a:cubicBezTo>
                  <a:pt x="1337750" y="121523"/>
                  <a:pt x="1334071" y="118888"/>
                  <a:pt x="1331575" y="115661"/>
                </a:cubicBezTo>
                <a:lnTo>
                  <a:pt x="1339837" y="104301"/>
                </a:lnTo>
                <a:cubicBezTo>
                  <a:pt x="1344484" y="109507"/>
                  <a:pt x="1350121" y="112111"/>
                  <a:pt x="1356747" y="112111"/>
                </a:cubicBezTo>
                <a:cubicBezTo>
                  <a:pt x="1361695" y="112111"/>
                  <a:pt x="1365546" y="110788"/>
                  <a:pt x="1368300" y="108141"/>
                </a:cubicBezTo>
                <a:cubicBezTo>
                  <a:pt x="1371054" y="105495"/>
                  <a:pt x="1372431" y="101741"/>
                  <a:pt x="1372431" y="96879"/>
                </a:cubicBezTo>
                <a:lnTo>
                  <a:pt x="1372431" y="93135"/>
                </a:lnTo>
                <a:cubicBezTo>
                  <a:pt x="1368128" y="97997"/>
                  <a:pt x="1362470" y="100428"/>
                  <a:pt x="1355456" y="100428"/>
                </a:cubicBezTo>
                <a:cubicBezTo>
                  <a:pt x="1347066" y="100428"/>
                  <a:pt x="1340278" y="97148"/>
                  <a:pt x="1335093" y="90586"/>
                </a:cubicBezTo>
                <a:cubicBezTo>
                  <a:pt x="1329908" y="84024"/>
                  <a:pt x="1327316" y="75321"/>
                  <a:pt x="1327316" y="64478"/>
                </a:cubicBezTo>
                <a:lnTo>
                  <a:pt x="1327316" y="63704"/>
                </a:lnTo>
                <a:moveTo>
                  <a:pt x="1345968" y="65059"/>
                </a:moveTo>
                <a:cubicBezTo>
                  <a:pt x="1345968" y="71384"/>
                  <a:pt x="1347238" y="76343"/>
                  <a:pt x="1349776" y="79936"/>
                </a:cubicBezTo>
                <a:cubicBezTo>
                  <a:pt x="1352315" y="83529"/>
                  <a:pt x="1355800" y="85325"/>
                  <a:pt x="1360232" y="85325"/>
                </a:cubicBezTo>
                <a:cubicBezTo>
                  <a:pt x="1365912" y="85325"/>
                  <a:pt x="1369978" y="83196"/>
                  <a:pt x="1372431" y="78936"/>
                </a:cubicBezTo>
                <a:lnTo>
                  <a:pt x="1372431" y="49569"/>
                </a:lnTo>
                <a:cubicBezTo>
                  <a:pt x="1369935" y="45309"/>
                  <a:pt x="1365912" y="43179"/>
                  <a:pt x="1360361" y="43179"/>
                </a:cubicBezTo>
                <a:cubicBezTo>
                  <a:pt x="1355886" y="43179"/>
                  <a:pt x="1352369" y="45008"/>
                  <a:pt x="1349809" y="48665"/>
                </a:cubicBezTo>
                <a:cubicBezTo>
                  <a:pt x="1347249" y="52323"/>
                  <a:pt x="1345968" y="57787"/>
                  <a:pt x="1345968" y="65059"/>
                </a:cubicBezTo>
                <a:close/>
                <a:moveTo>
                  <a:pt x="1437601" y="100428"/>
                </a:moveTo>
                <a:cubicBezTo>
                  <a:pt x="1427360" y="100428"/>
                  <a:pt x="1419023" y="97287"/>
                  <a:pt x="1412590" y="91005"/>
                </a:cubicBezTo>
                <a:cubicBezTo>
                  <a:pt x="1406158" y="84723"/>
                  <a:pt x="1402941" y="76354"/>
                  <a:pt x="1402941" y="65898"/>
                </a:cubicBezTo>
                <a:lnTo>
                  <a:pt x="1402941" y="64091"/>
                </a:lnTo>
                <a:cubicBezTo>
                  <a:pt x="1402941" y="57077"/>
                  <a:pt x="1404297" y="50806"/>
                  <a:pt x="1407007" y="45277"/>
                </a:cubicBezTo>
                <a:cubicBezTo>
                  <a:pt x="1409718" y="39748"/>
                  <a:pt x="1413558" y="35488"/>
                  <a:pt x="1418528" y="32497"/>
                </a:cubicBezTo>
                <a:cubicBezTo>
                  <a:pt x="1423498" y="29507"/>
                  <a:pt x="1429167" y="28012"/>
                  <a:pt x="1435535" y="28012"/>
                </a:cubicBezTo>
                <a:cubicBezTo>
                  <a:pt x="1445088" y="28012"/>
                  <a:pt x="1452607" y="31024"/>
                  <a:pt x="1458093" y="37048"/>
                </a:cubicBezTo>
                <a:cubicBezTo>
                  <a:pt x="1463579" y="43071"/>
                  <a:pt x="1466322" y="51613"/>
                  <a:pt x="1466322" y="62671"/>
                </a:cubicBezTo>
                <a:lnTo>
                  <a:pt x="1466322" y="70287"/>
                </a:lnTo>
                <a:lnTo>
                  <a:pt x="1421852" y="70287"/>
                </a:lnTo>
                <a:cubicBezTo>
                  <a:pt x="1422455" y="74848"/>
                  <a:pt x="1424273" y="78505"/>
                  <a:pt x="1427306" y="81259"/>
                </a:cubicBezTo>
                <a:cubicBezTo>
                  <a:pt x="1430340" y="84013"/>
                  <a:pt x="1434180" y="85390"/>
                  <a:pt x="1438827" y="85390"/>
                </a:cubicBezTo>
                <a:cubicBezTo>
                  <a:pt x="1446013" y="85390"/>
                  <a:pt x="1451628" y="82787"/>
                  <a:pt x="1455673" y="77580"/>
                </a:cubicBezTo>
                <a:lnTo>
                  <a:pt x="1464838" y="87843"/>
                </a:lnTo>
                <a:cubicBezTo>
                  <a:pt x="1462041" y="91801"/>
                  <a:pt x="1458254" y="94889"/>
                  <a:pt x="1453478" y="97104"/>
                </a:cubicBezTo>
                <a:cubicBezTo>
                  <a:pt x="1448702" y="99320"/>
                  <a:pt x="1443409" y="100428"/>
                  <a:pt x="1437601" y="100428"/>
                </a:cubicBezTo>
                <a:moveTo>
                  <a:pt x="1435471" y="43115"/>
                </a:moveTo>
                <a:cubicBezTo>
                  <a:pt x="1431770" y="43115"/>
                  <a:pt x="1428769" y="44362"/>
                  <a:pt x="1426467" y="46858"/>
                </a:cubicBezTo>
                <a:cubicBezTo>
                  <a:pt x="1424165" y="49354"/>
                  <a:pt x="1422691" y="52925"/>
                  <a:pt x="1422046" y="57572"/>
                </a:cubicBezTo>
                <a:lnTo>
                  <a:pt x="1447992" y="57572"/>
                </a:lnTo>
                <a:lnTo>
                  <a:pt x="1447992" y="56088"/>
                </a:lnTo>
                <a:cubicBezTo>
                  <a:pt x="1447906" y="51957"/>
                  <a:pt x="1446787" y="48762"/>
                  <a:pt x="1444636" y="46503"/>
                </a:cubicBezTo>
                <a:cubicBezTo>
                  <a:pt x="1442484" y="44244"/>
                  <a:pt x="1439429" y="43115"/>
                  <a:pt x="1435471" y="43115"/>
                </a:cubicBezTo>
                <a:close/>
                <a:moveTo>
                  <a:pt x="1514712" y="79839"/>
                </a:moveTo>
                <a:cubicBezTo>
                  <a:pt x="1514712" y="77559"/>
                  <a:pt x="1513582" y="75762"/>
                  <a:pt x="1511323" y="74450"/>
                </a:cubicBezTo>
                <a:cubicBezTo>
                  <a:pt x="1509064" y="73138"/>
                  <a:pt x="1505439" y="71965"/>
                  <a:pt x="1500448" y="70932"/>
                </a:cubicBezTo>
                <a:cubicBezTo>
                  <a:pt x="1483839" y="67447"/>
                  <a:pt x="1475534" y="60390"/>
                  <a:pt x="1475534" y="49762"/>
                </a:cubicBezTo>
                <a:cubicBezTo>
                  <a:pt x="1475534" y="43566"/>
                  <a:pt x="1478105" y="38392"/>
                  <a:pt x="1483247" y="34240"/>
                </a:cubicBezTo>
                <a:cubicBezTo>
                  <a:pt x="1488389" y="30088"/>
                  <a:pt x="1495112" y="28012"/>
                  <a:pt x="1503417" y="28012"/>
                </a:cubicBezTo>
                <a:cubicBezTo>
                  <a:pt x="1512281" y="28012"/>
                  <a:pt x="1519370" y="30098"/>
                  <a:pt x="1524684" y="34272"/>
                </a:cubicBezTo>
                <a:cubicBezTo>
                  <a:pt x="1529998" y="38446"/>
                  <a:pt x="1532655" y="43868"/>
                  <a:pt x="1532655" y="50537"/>
                </a:cubicBezTo>
                <a:lnTo>
                  <a:pt x="1514002" y="50537"/>
                </a:lnTo>
                <a:cubicBezTo>
                  <a:pt x="1514002" y="47869"/>
                  <a:pt x="1513141" y="45664"/>
                  <a:pt x="1511420" y="43921"/>
                </a:cubicBezTo>
                <a:cubicBezTo>
                  <a:pt x="1509699" y="42179"/>
                  <a:pt x="1507010" y="41307"/>
                  <a:pt x="1503352" y="41307"/>
                </a:cubicBezTo>
                <a:cubicBezTo>
                  <a:pt x="1500211" y="41307"/>
                  <a:pt x="1497780" y="42017"/>
                  <a:pt x="1496059" y="43437"/>
                </a:cubicBezTo>
                <a:cubicBezTo>
                  <a:pt x="1494338" y="44857"/>
                  <a:pt x="1493477" y="46664"/>
                  <a:pt x="1493477" y="48859"/>
                </a:cubicBezTo>
                <a:cubicBezTo>
                  <a:pt x="1493477" y="50924"/>
                  <a:pt x="1494456" y="52592"/>
                  <a:pt x="1496414" y="53861"/>
                </a:cubicBezTo>
                <a:cubicBezTo>
                  <a:pt x="1498372" y="55130"/>
                  <a:pt x="1501674" y="56227"/>
                  <a:pt x="1506321" y="57153"/>
                </a:cubicBezTo>
                <a:cubicBezTo>
                  <a:pt x="1510968" y="58078"/>
                  <a:pt x="1514884" y="59121"/>
                  <a:pt x="1518068" y="60283"/>
                </a:cubicBezTo>
                <a:cubicBezTo>
                  <a:pt x="1527922" y="63897"/>
                  <a:pt x="1532848" y="70158"/>
                  <a:pt x="1532848" y="79065"/>
                </a:cubicBezTo>
                <a:cubicBezTo>
                  <a:pt x="1532848" y="85433"/>
                  <a:pt x="1530116" y="90586"/>
                  <a:pt x="1524651" y="94523"/>
                </a:cubicBezTo>
                <a:cubicBezTo>
                  <a:pt x="1519187" y="98460"/>
                  <a:pt x="1512130" y="100428"/>
                  <a:pt x="1503481" y="100428"/>
                </a:cubicBezTo>
                <a:cubicBezTo>
                  <a:pt x="1497630" y="100428"/>
                  <a:pt x="1492434" y="99385"/>
                  <a:pt x="1487894" y="97298"/>
                </a:cubicBezTo>
                <a:cubicBezTo>
                  <a:pt x="1483355" y="95211"/>
                  <a:pt x="1479794" y="92350"/>
                  <a:pt x="1477213" y="88714"/>
                </a:cubicBezTo>
                <a:cubicBezTo>
                  <a:pt x="1474631" y="85078"/>
                  <a:pt x="1473340" y="81152"/>
                  <a:pt x="1473340" y="76935"/>
                </a:cubicBezTo>
                <a:lnTo>
                  <a:pt x="1491025" y="76935"/>
                </a:lnTo>
                <a:cubicBezTo>
                  <a:pt x="1491197" y="80248"/>
                  <a:pt x="1492423" y="82787"/>
                  <a:pt x="1494704" y="84551"/>
                </a:cubicBezTo>
                <a:cubicBezTo>
                  <a:pt x="1496984" y="86315"/>
                  <a:pt x="1500039" y="87197"/>
                  <a:pt x="1503869" y="87197"/>
                </a:cubicBezTo>
                <a:cubicBezTo>
                  <a:pt x="1507440" y="87197"/>
                  <a:pt x="1510140" y="86519"/>
                  <a:pt x="1511969" y="85164"/>
                </a:cubicBezTo>
                <a:cubicBezTo>
                  <a:pt x="1513797" y="83809"/>
                  <a:pt x="1514712" y="82034"/>
                  <a:pt x="1514712" y="79839"/>
                </a:cubicBezTo>
                <a:close/>
                <a:moveTo>
                  <a:pt x="1550710" y="107270"/>
                </a:moveTo>
                <a:lnTo>
                  <a:pt x="1536833" y="107270"/>
                </a:lnTo>
                <a:lnTo>
                  <a:pt x="1571428" y="5163"/>
                </a:lnTo>
                <a:lnTo>
                  <a:pt x="1585305" y="5163"/>
                </a:lnTo>
                <a:lnTo>
                  <a:pt x="1550710" y="107270"/>
                </a:lnTo>
                <a:close/>
                <a:moveTo>
                  <a:pt x="1651965" y="60670"/>
                </a:moveTo>
                <a:lnTo>
                  <a:pt x="1614789" y="60670"/>
                </a:lnTo>
                <a:lnTo>
                  <a:pt x="1614789" y="99138"/>
                </a:lnTo>
                <a:lnTo>
                  <a:pt x="1595426" y="99138"/>
                </a:lnTo>
                <a:lnTo>
                  <a:pt x="1595426" y="5163"/>
                </a:lnTo>
                <a:lnTo>
                  <a:pt x="1656612" y="5163"/>
                </a:lnTo>
                <a:lnTo>
                  <a:pt x="1656612" y="20847"/>
                </a:lnTo>
                <a:lnTo>
                  <a:pt x="1614789" y="20847"/>
                </a:lnTo>
                <a:lnTo>
                  <a:pt x="1614789" y="45051"/>
                </a:lnTo>
                <a:lnTo>
                  <a:pt x="1651965" y="45051"/>
                </a:lnTo>
                <a:lnTo>
                  <a:pt x="1651965" y="60670"/>
                </a:lnTo>
                <a:close/>
                <a:moveTo>
                  <a:pt x="1704872" y="99138"/>
                </a:moveTo>
                <a:cubicBezTo>
                  <a:pt x="1704012" y="97459"/>
                  <a:pt x="1703388" y="95373"/>
                  <a:pt x="1703001" y="92877"/>
                </a:cubicBezTo>
                <a:cubicBezTo>
                  <a:pt x="1698483" y="97911"/>
                  <a:pt x="1692609" y="100428"/>
                  <a:pt x="1685380" y="100428"/>
                </a:cubicBezTo>
                <a:cubicBezTo>
                  <a:pt x="1678539" y="100428"/>
                  <a:pt x="1672870" y="98446"/>
                  <a:pt x="1668373" y="94482"/>
                </a:cubicBezTo>
                <a:cubicBezTo>
                  <a:pt x="1663877" y="90517"/>
                  <a:pt x="1661629" y="85518"/>
                  <a:pt x="1661629" y="79486"/>
                </a:cubicBezTo>
                <a:cubicBezTo>
                  <a:pt x="1661629" y="72075"/>
                  <a:pt x="1664372" y="66387"/>
                  <a:pt x="1669858" y="62423"/>
                </a:cubicBezTo>
                <a:cubicBezTo>
                  <a:pt x="1675344" y="58458"/>
                  <a:pt x="1683272" y="56453"/>
                  <a:pt x="1693642" y="56410"/>
                </a:cubicBezTo>
                <a:lnTo>
                  <a:pt x="1702226" y="56410"/>
                </a:lnTo>
                <a:lnTo>
                  <a:pt x="1702226" y="52427"/>
                </a:lnTo>
                <a:cubicBezTo>
                  <a:pt x="1702226" y="49213"/>
                  <a:pt x="1701398" y="46643"/>
                  <a:pt x="1699741" y="44716"/>
                </a:cubicBezTo>
                <a:cubicBezTo>
                  <a:pt x="1698085" y="42788"/>
                  <a:pt x="1695471" y="41824"/>
                  <a:pt x="1691899" y="41824"/>
                </a:cubicBezTo>
                <a:cubicBezTo>
                  <a:pt x="1688758" y="41824"/>
                  <a:pt x="1686295" y="42571"/>
                  <a:pt x="1684509" y="44067"/>
                </a:cubicBezTo>
                <a:cubicBezTo>
                  <a:pt x="1682723" y="45560"/>
                  <a:pt x="1681831" y="47610"/>
                  <a:pt x="1681831" y="50214"/>
                </a:cubicBezTo>
                <a:lnTo>
                  <a:pt x="1663178" y="50214"/>
                </a:lnTo>
                <a:cubicBezTo>
                  <a:pt x="1663178" y="46182"/>
                  <a:pt x="1664426" y="42450"/>
                  <a:pt x="1666921" y="39018"/>
                </a:cubicBezTo>
                <a:cubicBezTo>
                  <a:pt x="1669417" y="35585"/>
                  <a:pt x="1672945" y="32893"/>
                  <a:pt x="1677506" y="30940"/>
                </a:cubicBezTo>
                <a:cubicBezTo>
                  <a:pt x="1682067" y="28988"/>
                  <a:pt x="1687188" y="28012"/>
                  <a:pt x="1692867" y="28012"/>
                </a:cubicBezTo>
                <a:cubicBezTo>
                  <a:pt x="1701473" y="28012"/>
                  <a:pt x="1708304" y="30174"/>
                  <a:pt x="1713360" y="34498"/>
                </a:cubicBezTo>
                <a:cubicBezTo>
                  <a:pt x="1718416" y="38822"/>
                  <a:pt x="1720943" y="44900"/>
                  <a:pt x="1720943" y="52731"/>
                </a:cubicBezTo>
                <a:lnTo>
                  <a:pt x="1720943" y="83002"/>
                </a:lnTo>
                <a:cubicBezTo>
                  <a:pt x="1720987" y="89628"/>
                  <a:pt x="1721912" y="94641"/>
                  <a:pt x="1723719" y="98040"/>
                </a:cubicBezTo>
                <a:lnTo>
                  <a:pt x="1723719" y="99138"/>
                </a:lnTo>
                <a:lnTo>
                  <a:pt x="1704872" y="99138"/>
                </a:lnTo>
                <a:moveTo>
                  <a:pt x="1689447" y="86164"/>
                </a:moveTo>
                <a:cubicBezTo>
                  <a:pt x="1692200" y="86164"/>
                  <a:pt x="1694739" y="85549"/>
                  <a:pt x="1697063" y="84319"/>
                </a:cubicBezTo>
                <a:cubicBezTo>
                  <a:pt x="1699386" y="83089"/>
                  <a:pt x="1701107" y="81437"/>
                  <a:pt x="1702226" y="79363"/>
                </a:cubicBezTo>
                <a:lnTo>
                  <a:pt x="1702226" y="67318"/>
                </a:lnTo>
                <a:lnTo>
                  <a:pt x="1695256" y="67318"/>
                </a:lnTo>
                <a:cubicBezTo>
                  <a:pt x="1685918" y="67318"/>
                  <a:pt x="1680949" y="70556"/>
                  <a:pt x="1680346" y="77032"/>
                </a:cubicBezTo>
                <a:lnTo>
                  <a:pt x="1680282" y="78133"/>
                </a:lnTo>
                <a:cubicBezTo>
                  <a:pt x="1680282" y="80465"/>
                  <a:pt x="1681099" y="82386"/>
                  <a:pt x="1682734" y="83897"/>
                </a:cubicBezTo>
                <a:cubicBezTo>
                  <a:pt x="1684369" y="85409"/>
                  <a:pt x="1686607" y="86164"/>
                  <a:pt x="1689447" y="86164"/>
                </a:cubicBezTo>
                <a:close/>
                <a:moveTo>
                  <a:pt x="1754940" y="99138"/>
                </a:moveTo>
                <a:lnTo>
                  <a:pt x="1736223" y="99138"/>
                </a:lnTo>
                <a:lnTo>
                  <a:pt x="1736223" y="29302"/>
                </a:lnTo>
                <a:lnTo>
                  <a:pt x="1754940" y="29302"/>
                </a:lnTo>
                <a:lnTo>
                  <a:pt x="1754940" y="99138"/>
                </a:lnTo>
                <a:moveTo>
                  <a:pt x="1735126" y="11230"/>
                </a:moveTo>
                <a:cubicBezTo>
                  <a:pt x="1735126" y="8434"/>
                  <a:pt x="1736061" y="6132"/>
                  <a:pt x="1737933" y="4324"/>
                </a:cubicBezTo>
                <a:cubicBezTo>
                  <a:pt x="1739805" y="2517"/>
                  <a:pt x="1742354" y="1614"/>
                  <a:pt x="1745582" y="1614"/>
                </a:cubicBezTo>
                <a:cubicBezTo>
                  <a:pt x="1748766" y="1614"/>
                  <a:pt x="1751304" y="2517"/>
                  <a:pt x="1753198" y="4324"/>
                </a:cubicBezTo>
                <a:cubicBezTo>
                  <a:pt x="1755091" y="6132"/>
                  <a:pt x="1756037" y="8434"/>
                  <a:pt x="1756037" y="11230"/>
                </a:cubicBezTo>
                <a:cubicBezTo>
                  <a:pt x="1756037" y="14070"/>
                  <a:pt x="1755080" y="16394"/>
                  <a:pt x="1753165" y="18201"/>
                </a:cubicBezTo>
                <a:cubicBezTo>
                  <a:pt x="1751251" y="20008"/>
                  <a:pt x="1748723" y="20912"/>
                  <a:pt x="1745582" y="20912"/>
                </a:cubicBezTo>
                <a:cubicBezTo>
                  <a:pt x="1742440" y="20912"/>
                  <a:pt x="1739913" y="20008"/>
                  <a:pt x="1737998" y="18201"/>
                </a:cubicBezTo>
                <a:cubicBezTo>
                  <a:pt x="1736083" y="16394"/>
                  <a:pt x="1735126" y="14070"/>
                  <a:pt x="1735126" y="11230"/>
                </a:cubicBezTo>
                <a:close/>
                <a:moveTo>
                  <a:pt x="1789978" y="99138"/>
                </a:moveTo>
                <a:lnTo>
                  <a:pt x="1771261" y="99138"/>
                </a:lnTo>
                <a:lnTo>
                  <a:pt x="1771261" y="0"/>
                </a:lnTo>
                <a:lnTo>
                  <a:pt x="1789978" y="0"/>
                </a:lnTo>
                <a:lnTo>
                  <a:pt x="1789978" y="99138"/>
                </a:lnTo>
                <a:close/>
                <a:moveTo>
                  <a:pt x="1847155" y="92038"/>
                </a:moveTo>
                <a:cubicBezTo>
                  <a:pt x="1842551" y="97632"/>
                  <a:pt x="1836182" y="100428"/>
                  <a:pt x="1828050" y="100428"/>
                </a:cubicBezTo>
                <a:cubicBezTo>
                  <a:pt x="1820563" y="100428"/>
                  <a:pt x="1814851" y="98277"/>
                  <a:pt x="1810914" y="93974"/>
                </a:cubicBezTo>
                <a:cubicBezTo>
                  <a:pt x="1806977" y="89671"/>
                  <a:pt x="1804965" y="83368"/>
                  <a:pt x="1804879" y="75063"/>
                </a:cubicBezTo>
                <a:lnTo>
                  <a:pt x="1804879" y="29302"/>
                </a:lnTo>
                <a:lnTo>
                  <a:pt x="1823532" y="29302"/>
                </a:lnTo>
                <a:lnTo>
                  <a:pt x="1823532" y="74418"/>
                </a:lnTo>
                <a:cubicBezTo>
                  <a:pt x="1823532" y="81690"/>
                  <a:pt x="1826845" y="85325"/>
                  <a:pt x="1833472" y="85325"/>
                </a:cubicBezTo>
                <a:cubicBezTo>
                  <a:pt x="1839797" y="85325"/>
                  <a:pt x="1844143" y="83131"/>
                  <a:pt x="1846509" y="78742"/>
                </a:cubicBezTo>
                <a:lnTo>
                  <a:pt x="1846509" y="29302"/>
                </a:lnTo>
                <a:lnTo>
                  <a:pt x="1865227" y="29302"/>
                </a:lnTo>
                <a:lnTo>
                  <a:pt x="1865227" y="99138"/>
                </a:lnTo>
                <a:lnTo>
                  <a:pt x="1847671" y="99138"/>
                </a:lnTo>
                <a:lnTo>
                  <a:pt x="1847155" y="92038"/>
                </a:lnTo>
                <a:close/>
                <a:moveTo>
                  <a:pt x="1918520" y="46793"/>
                </a:moveTo>
                <a:cubicBezTo>
                  <a:pt x="1915982" y="46449"/>
                  <a:pt x="1913744" y="46277"/>
                  <a:pt x="1911808" y="46277"/>
                </a:cubicBezTo>
                <a:cubicBezTo>
                  <a:pt x="1904751" y="46277"/>
                  <a:pt x="1900126" y="48665"/>
                  <a:pt x="1897931" y="53441"/>
                </a:cubicBezTo>
                <a:lnTo>
                  <a:pt x="1897931" y="99138"/>
                </a:lnTo>
                <a:lnTo>
                  <a:pt x="1879278" y="99138"/>
                </a:lnTo>
                <a:lnTo>
                  <a:pt x="1879278" y="29302"/>
                </a:lnTo>
                <a:lnTo>
                  <a:pt x="1896899" y="29302"/>
                </a:lnTo>
                <a:lnTo>
                  <a:pt x="1897415" y="37628"/>
                </a:lnTo>
                <a:cubicBezTo>
                  <a:pt x="1901158" y="31217"/>
                  <a:pt x="1906343" y="28012"/>
                  <a:pt x="1912970" y="28012"/>
                </a:cubicBezTo>
                <a:cubicBezTo>
                  <a:pt x="1915035" y="28012"/>
                  <a:pt x="1916971" y="28291"/>
                  <a:pt x="1918779" y="28851"/>
                </a:cubicBezTo>
                <a:lnTo>
                  <a:pt x="1918520" y="46793"/>
                </a:lnTo>
                <a:close/>
                <a:moveTo>
                  <a:pt x="1958396" y="100428"/>
                </a:moveTo>
                <a:cubicBezTo>
                  <a:pt x="1948155" y="100428"/>
                  <a:pt x="1939818" y="97287"/>
                  <a:pt x="1933385" y="91005"/>
                </a:cubicBezTo>
                <a:cubicBezTo>
                  <a:pt x="1926953" y="84723"/>
                  <a:pt x="1923736" y="76354"/>
                  <a:pt x="1923736" y="65898"/>
                </a:cubicBezTo>
                <a:lnTo>
                  <a:pt x="1923736" y="64091"/>
                </a:lnTo>
                <a:cubicBezTo>
                  <a:pt x="1923736" y="57077"/>
                  <a:pt x="1925092" y="50806"/>
                  <a:pt x="1927802" y="45277"/>
                </a:cubicBezTo>
                <a:cubicBezTo>
                  <a:pt x="1930513" y="39748"/>
                  <a:pt x="1934354" y="35488"/>
                  <a:pt x="1939323" y="32497"/>
                </a:cubicBezTo>
                <a:cubicBezTo>
                  <a:pt x="1944293" y="29507"/>
                  <a:pt x="1949962" y="28012"/>
                  <a:pt x="1956330" y="28012"/>
                </a:cubicBezTo>
                <a:cubicBezTo>
                  <a:pt x="1965883" y="28012"/>
                  <a:pt x="1973402" y="31024"/>
                  <a:pt x="1978888" y="37048"/>
                </a:cubicBezTo>
                <a:cubicBezTo>
                  <a:pt x="1984374" y="43071"/>
                  <a:pt x="1987117" y="51613"/>
                  <a:pt x="1987117" y="62671"/>
                </a:cubicBezTo>
                <a:lnTo>
                  <a:pt x="1987117" y="70287"/>
                </a:lnTo>
                <a:lnTo>
                  <a:pt x="1942647" y="70287"/>
                </a:lnTo>
                <a:cubicBezTo>
                  <a:pt x="1943250" y="74848"/>
                  <a:pt x="1945068" y="78505"/>
                  <a:pt x="1948101" y="81259"/>
                </a:cubicBezTo>
                <a:cubicBezTo>
                  <a:pt x="1951135" y="84013"/>
                  <a:pt x="1954975" y="85390"/>
                  <a:pt x="1959622" y="85390"/>
                </a:cubicBezTo>
                <a:cubicBezTo>
                  <a:pt x="1966808" y="85390"/>
                  <a:pt x="1972423" y="82787"/>
                  <a:pt x="1976468" y="77580"/>
                </a:cubicBezTo>
                <a:lnTo>
                  <a:pt x="1985633" y="87843"/>
                </a:lnTo>
                <a:cubicBezTo>
                  <a:pt x="1982836" y="91801"/>
                  <a:pt x="1979049" y="94889"/>
                  <a:pt x="1974273" y="97104"/>
                </a:cubicBezTo>
                <a:cubicBezTo>
                  <a:pt x="1969497" y="99320"/>
                  <a:pt x="1964205" y="100428"/>
                  <a:pt x="1958396" y="100428"/>
                </a:cubicBezTo>
                <a:moveTo>
                  <a:pt x="1956266" y="43115"/>
                </a:moveTo>
                <a:cubicBezTo>
                  <a:pt x="1952565" y="43115"/>
                  <a:pt x="1949564" y="44362"/>
                  <a:pt x="1947262" y="46858"/>
                </a:cubicBezTo>
                <a:cubicBezTo>
                  <a:pt x="1944960" y="49354"/>
                  <a:pt x="1943486" y="52925"/>
                  <a:pt x="1942841" y="57572"/>
                </a:cubicBezTo>
                <a:lnTo>
                  <a:pt x="1968787" y="57572"/>
                </a:lnTo>
                <a:lnTo>
                  <a:pt x="1968787" y="56088"/>
                </a:lnTo>
                <a:cubicBezTo>
                  <a:pt x="1968701" y="51957"/>
                  <a:pt x="1967582" y="48762"/>
                  <a:pt x="1965431" y="46503"/>
                </a:cubicBezTo>
                <a:cubicBezTo>
                  <a:pt x="1963279" y="44244"/>
                  <a:pt x="1960224" y="43115"/>
                  <a:pt x="1956266" y="43115"/>
                </a:cubicBezTo>
                <a:close/>
                <a:moveTo>
                  <a:pt x="2035507" y="79839"/>
                </a:moveTo>
                <a:cubicBezTo>
                  <a:pt x="2035507" y="77559"/>
                  <a:pt x="2034377" y="75762"/>
                  <a:pt x="2032118" y="74450"/>
                </a:cubicBezTo>
                <a:cubicBezTo>
                  <a:pt x="2029859" y="73138"/>
                  <a:pt x="2026234" y="71965"/>
                  <a:pt x="2021243" y="70932"/>
                </a:cubicBezTo>
                <a:cubicBezTo>
                  <a:pt x="2004634" y="67447"/>
                  <a:pt x="1996330" y="60390"/>
                  <a:pt x="1996330" y="49762"/>
                </a:cubicBezTo>
                <a:cubicBezTo>
                  <a:pt x="1996330" y="43566"/>
                  <a:pt x="1998901" y="38392"/>
                  <a:pt x="2004042" y="34240"/>
                </a:cubicBezTo>
                <a:cubicBezTo>
                  <a:pt x="2009184" y="30088"/>
                  <a:pt x="2015908" y="28012"/>
                  <a:pt x="2024212" y="28012"/>
                </a:cubicBezTo>
                <a:cubicBezTo>
                  <a:pt x="2033076" y="28012"/>
                  <a:pt x="2040165" y="30098"/>
                  <a:pt x="2045479" y="34272"/>
                </a:cubicBezTo>
                <a:cubicBezTo>
                  <a:pt x="2050793" y="38446"/>
                  <a:pt x="2053450" y="43868"/>
                  <a:pt x="2053450" y="50537"/>
                </a:cubicBezTo>
                <a:lnTo>
                  <a:pt x="2034797" y="50537"/>
                </a:lnTo>
                <a:cubicBezTo>
                  <a:pt x="2034797" y="47869"/>
                  <a:pt x="2033936" y="45664"/>
                  <a:pt x="2032215" y="43921"/>
                </a:cubicBezTo>
                <a:cubicBezTo>
                  <a:pt x="2030494" y="42179"/>
                  <a:pt x="2027805" y="41307"/>
                  <a:pt x="2024147" y="41307"/>
                </a:cubicBezTo>
                <a:cubicBezTo>
                  <a:pt x="2021006" y="41307"/>
                  <a:pt x="2018575" y="42017"/>
                  <a:pt x="2016854" y="43437"/>
                </a:cubicBezTo>
                <a:cubicBezTo>
                  <a:pt x="2015133" y="44857"/>
                  <a:pt x="2014272" y="46664"/>
                  <a:pt x="2014272" y="48859"/>
                </a:cubicBezTo>
                <a:cubicBezTo>
                  <a:pt x="2014272" y="50924"/>
                  <a:pt x="2015251" y="52592"/>
                  <a:pt x="2017209" y="53861"/>
                </a:cubicBezTo>
                <a:cubicBezTo>
                  <a:pt x="2019167" y="55130"/>
                  <a:pt x="2022469" y="56227"/>
                  <a:pt x="2027116" y="57153"/>
                </a:cubicBezTo>
                <a:cubicBezTo>
                  <a:pt x="2031763" y="58078"/>
                  <a:pt x="2035679" y="59121"/>
                  <a:pt x="2038863" y="60283"/>
                </a:cubicBezTo>
                <a:cubicBezTo>
                  <a:pt x="2048717" y="63897"/>
                  <a:pt x="2053643" y="70158"/>
                  <a:pt x="2053643" y="79065"/>
                </a:cubicBezTo>
                <a:cubicBezTo>
                  <a:pt x="2053643" y="85433"/>
                  <a:pt x="2050911" y="90586"/>
                  <a:pt x="2045447" y="94523"/>
                </a:cubicBezTo>
                <a:cubicBezTo>
                  <a:pt x="2039982" y="98460"/>
                  <a:pt x="2032925" y="100428"/>
                  <a:pt x="2024277" y="100428"/>
                </a:cubicBezTo>
                <a:cubicBezTo>
                  <a:pt x="2018425" y="100428"/>
                  <a:pt x="2013229" y="99385"/>
                  <a:pt x="2008689" y="97298"/>
                </a:cubicBezTo>
                <a:cubicBezTo>
                  <a:pt x="2004150" y="95211"/>
                  <a:pt x="2000589" y="92350"/>
                  <a:pt x="1998008" y="88714"/>
                </a:cubicBezTo>
                <a:cubicBezTo>
                  <a:pt x="1995426" y="85078"/>
                  <a:pt x="1994135" y="81152"/>
                  <a:pt x="1994135" y="76935"/>
                </a:cubicBezTo>
                <a:lnTo>
                  <a:pt x="2011820" y="76935"/>
                </a:lnTo>
                <a:cubicBezTo>
                  <a:pt x="2011992" y="80248"/>
                  <a:pt x="2013218" y="82787"/>
                  <a:pt x="2015499" y="84551"/>
                </a:cubicBezTo>
                <a:cubicBezTo>
                  <a:pt x="2017779" y="86315"/>
                  <a:pt x="2020834" y="87197"/>
                  <a:pt x="2024664" y="87197"/>
                </a:cubicBezTo>
                <a:cubicBezTo>
                  <a:pt x="2028235" y="87197"/>
                  <a:pt x="2030935" y="86519"/>
                  <a:pt x="2032764" y="85164"/>
                </a:cubicBezTo>
                <a:cubicBezTo>
                  <a:pt x="2034593" y="83809"/>
                  <a:pt x="2035507" y="82034"/>
                  <a:pt x="2035507" y="798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&lt;--&gt;">
            <a:extLst xmlns:a="http://schemas.openxmlformats.org/drawingml/2006/main">
              <a:ext uri="{FF2B5EF4-FFF2-40B4-BE49-F238E27FC236}">
                <a16:creationId xmlns:a16="http://schemas.microsoft.com/office/drawing/2014/main" id="{1878F375-F973-44E0-B239-98E01636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637" y="2102893"/>
            <a:ext cx="230182" cy="62477"/>
          </a:xfrm>
          <a:custGeom xmlns:a="http://schemas.openxmlformats.org/drawingml/2006/main">
            <a:pathLst>
              <a:path w="230182" h="62477">
                <a:moveTo>
                  <a:pt x="18782" y="31303"/>
                </a:moveTo>
                <a:lnTo>
                  <a:pt x="55571" y="44276"/>
                </a:lnTo>
                <a:lnTo>
                  <a:pt x="55571" y="62348"/>
                </a:lnTo>
                <a:lnTo>
                  <a:pt x="0" y="38790"/>
                </a:lnTo>
                <a:lnTo>
                  <a:pt x="0" y="23558"/>
                </a:lnTo>
                <a:lnTo>
                  <a:pt x="55571" y="0"/>
                </a:lnTo>
                <a:lnTo>
                  <a:pt x="55571" y="18072"/>
                </a:lnTo>
                <a:lnTo>
                  <a:pt x="18782" y="31303"/>
                </a:lnTo>
                <a:close/>
                <a:moveTo>
                  <a:pt x="107189" y="38532"/>
                </a:moveTo>
                <a:lnTo>
                  <a:pt x="70852" y="38532"/>
                </a:lnTo>
                <a:lnTo>
                  <a:pt x="70852" y="23494"/>
                </a:lnTo>
                <a:lnTo>
                  <a:pt x="107189" y="23494"/>
                </a:lnTo>
                <a:lnTo>
                  <a:pt x="107189" y="38532"/>
                </a:lnTo>
                <a:close/>
                <a:moveTo>
                  <a:pt x="158423" y="38532"/>
                </a:moveTo>
                <a:lnTo>
                  <a:pt x="122086" y="38532"/>
                </a:lnTo>
                <a:lnTo>
                  <a:pt x="122086" y="23494"/>
                </a:lnTo>
                <a:lnTo>
                  <a:pt x="158423" y="23494"/>
                </a:lnTo>
                <a:lnTo>
                  <a:pt x="158423" y="38532"/>
                </a:lnTo>
                <a:close/>
                <a:moveTo>
                  <a:pt x="211465" y="31174"/>
                </a:moveTo>
                <a:lnTo>
                  <a:pt x="173965" y="18072"/>
                </a:lnTo>
                <a:lnTo>
                  <a:pt x="173965" y="129"/>
                </a:lnTo>
                <a:lnTo>
                  <a:pt x="230182" y="23687"/>
                </a:lnTo>
                <a:lnTo>
                  <a:pt x="230182" y="38855"/>
                </a:lnTo>
                <a:lnTo>
                  <a:pt x="173965" y="62477"/>
                </a:lnTo>
                <a:lnTo>
                  <a:pt x="173965" y="44470"/>
                </a:lnTo>
                <a:lnTo>
                  <a:pt x="211465" y="311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(3)Experience&amp;Learning">
            <a:extLst xmlns:a="http://schemas.openxmlformats.org/drawingml/2006/main">
              <a:ext uri="{FF2B5EF4-FFF2-40B4-BE49-F238E27FC236}">
                <a16:creationId xmlns:a16="http://schemas.microsoft.com/office/drawing/2014/main" id="{AA9A413E-A8D7-497B-8D8C-B3CE970F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36" y="3597885"/>
            <a:ext cx="1516073" cy="133732"/>
          </a:xfrm>
          <a:custGeom xmlns:a="http://schemas.openxmlformats.org/drawingml/2006/main">
            <a:pathLst>
              <a:path w="1516073" h="133732">
                <a:moveTo>
                  <a:pt x="0" y="66124"/>
                </a:moveTo>
                <a:cubicBezTo>
                  <a:pt x="0" y="56265"/>
                  <a:pt x="1312" y="46880"/>
                  <a:pt x="3937" y="37969"/>
                </a:cubicBezTo>
                <a:cubicBezTo>
                  <a:pt x="6562" y="29058"/>
                  <a:pt x="10434" y="21170"/>
                  <a:pt x="15555" y="14304"/>
                </a:cubicBezTo>
                <a:cubicBezTo>
                  <a:pt x="20675" y="7437"/>
                  <a:pt x="26226" y="2669"/>
                  <a:pt x="32207" y="0"/>
                </a:cubicBezTo>
                <a:lnTo>
                  <a:pt x="35821" y="10073"/>
                </a:lnTo>
                <a:cubicBezTo>
                  <a:pt x="29539" y="14722"/>
                  <a:pt x="24634" y="21912"/>
                  <a:pt x="21105" y="31642"/>
                </a:cubicBezTo>
                <a:cubicBezTo>
                  <a:pt x="17577" y="41371"/>
                  <a:pt x="15813" y="52735"/>
                  <a:pt x="15813" y="65737"/>
                </a:cubicBezTo>
                <a:lnTo>
                  <a:pt x="15813" y="67738"/>
                </a:lnTo>
                <a:cubicBezTo>
                  <a:pt x="15813" y="80782"/>
                  <a:pt x="17556" y="92190"/>
                  <a:pt x="21041" y="101963"/>
                </a:cubicBezTo>
                <a:cubicBezTo>
                  <a:pt x="24526" y="111735"/>
                  <a:pt x="29453" y="119032"/>
                  <a:pt x="35821" y="123853"/>
                </a:cubicBezTo>
                <a:lnTo>
                  <a:pt x="32207" y="133732"/>
                </a:lnTo>
                <a:cubicBezTo>
                  <a:pt x="26355" y="131106"/>
                  <a:pt x="20901" y="126467"/>
                  <a:pt x="15845" y="119815"/>
                </a:cubicBezTo>
                <a:cubicBezTo>
                  <a:pt x="10789" y="113165"/>
                  <a:pt x="6928" y="105492"/>
                  <a:pt x="4260" y="96796"/>
                </a:cubicBezTo>
                <a:cubicBezTo>
                  <a:pt x="1592" y="88100"/>
                  <a:pt x="172" y="79017"/>
                  <a:pt x="0" y="69547"/>
                </a:cubicBezTo>
                <a:lnTo>
                  <a:pt x="0" y="66124"/>
                </a:lnTo>
                <a:close/>
                <a:moveTo>
                  <a:pt x="63757" y="49052"/>
                </a:moveTo>
                <a:lnTo>
                  <a:pt x="73696" y="49052"/>
                </a:lnTo>
                <a:cubicBezTo>
                  <a:pt x="78429" y="49052"/>
                  <a:pt x="81936" y="47869"/>
                  <a:pt x="84217" y="45503"/>
                </a:cubicBezTo>
                <a:cubicBezTo>
                  <a:pt x="86497" y="43136"/>
                  <a:pt x="87638" y="39995"/>
                  <a:pt x="87638" y="36079"/>
                </a:cubicBezTo>
                <a:cubicBezTo>
                  <a:pt x="87638" y="32293"/>
                  <a:pt x="86508" y="29345"/>
                  <a:pt x="84249" y="27237"/>
                </a:cubicBezTo>
                <a:cubicBezTo>
                  <a:pt x="81990" y="25129"/>
                  <a:pt x="78881" y="24074"/>
                  <a:pt x="74923" y="24074"/>
                </a:cubicBezTo>
                <a:cubicBezTo>
                  <a:pt x="71351" y="24074"/>
                  <a:pt x="68361" y="25053"/>
                  <a:pt x="65951" y="27011"/>
                </a:cubicBezTo>
                <a:cubicBezTo>
                  <a:pt x="63542" y="28969"/>
                  <a:pt x="62337" y="31518"/>
                  <a:pt x="62337" y="34659"/>
                </a:cubicBezTo>
                <a:lnTo>
                  <a:pt x="43684" y="34659"/>
                </a:lnTo>
                <a:cubicBezTo>
                  <a:pt x="43684" y="29754"/>
                  <a:pt x="45007" y="25355"/>
                  <a:pt x="47653" y="21460"/>
                </a:cubicBezTo>
                <a:cubicBezTo>
                  <a:pt x="50300" y="17566"/>
                  <a:pt x="54000" y="14522"/>
                  <a:pt x="58755" y="12328"/>
                </a:cubicBezTo>
                <a:cubicBezTo>
                  <a:pt x="63509" y="10133"/>
                  <a:pt x="68748" y="9036"/>
                  <a:pt x="74471" y="9036"/>
                </a:cubicBezTo>
                <a:cubicBezTo>
                  <a:pt x="84410" y="9036"/>
                  <a:pt x="92199" y="11413"/>
                  <a:pt x="97835" y="16168"/>
                </a:cubicBezTo>
                <a:cubicBezTo>
                  <a:pt x="103472" y="20923"/>
                  <a:pt x="106290" y="27474"/>
                  <a:pt x="106290" y="35821"/>
                </a:cubicBezTo>
                <a:cubicBezTo>
                  <a:pt x="106290" y="40124"/>
                  <a:pt x="104978" y="44083"/>
                  <a:pt x="102353" y="47697"/>
                </a:cubicBezTo>
                <a:cubicBezTo>
                  <a:pt x="99729" y="51311"/>
                  <a:pt x="96286" y="54087"/>
                  <a:pt x="92026" y="56023"/>
                </a:cubicBezTo>
                <a:cubicBezTo>
                  <a:pt x="97319" y="57916"/>
                  <a:pt x="101267" y="60756"/>
                  <a:pt x="103870" y="64543"/>
                </a:cubicBezTo>
                <a:cubicBezTo>
                  <a:pt x="106473" y="68329"/>
                  <a:pt x="107775" y="72804"/>
                  <a:pt x="107775" y="77968"/>
                </a:cubicBezTo>
                <a:cubicBezTo>
                  <a:pt x="107775" y="86315"/>
                  <a:pt x="104731" y="93006"/>
                  <a:pt x="98642" y="98040"/>
                </a:cubicBezTo>
                <a:cubicBezTo>
                  <a:pt x="92554" y="103075"/>
                  <a:pt x="84496" y="105592"/>
                  <a:pt x="74471" y="105592"/>
                </a:cubicBezTo>
                <a:cubicBezTo>
                  <a:pt x="65091" y="105592"/>
                  <a:pt x="57421" y="103118"/>
                  <a:pt x="51461" y="98169"/>
                </a:cubicBezTo>
                <a:cubicBezTo>
                  <a:pt x="45502" y="93221"/>
                  <a:pt x="42522" y="86681"/>
                  <a:pt x="42522" y="78548"/>
                </a:cubicBezTo>
                <a:lnTo>
                  <a:pt x="61175" y="78548"/>
                </a:lnTo>
                <a:cubicBezTo>
                  <a:pt x="61175" y="82077"/>
                  <a:pt x="62498" y="84960"/>
                  <a:pt x="65144" y="87197"/>
                </a:cubicBezTo>
                <a:cubicBezTo>
                  <a:pt x="67791" y="89435"/>
                  <a:pt x="71050" y="90553"/>
                  <a:pt x="74923" y="90553"/>
                </a:cubicBezTo>
                <a:cubicBezTo>
                  <a:pt x="79355" y="90553"/>
                  <a:pt x="82829" y="89381"/>
                  <a:pt x="85346" y="87036"/>
                </a:cubicBezTo>
                <a:cubicBezTo>
                  <a:pt x="87863" y="84691"/>
                  <a:pt x="89122" y="81582"/>
                  <a:pt x="89122" y="77709"/>
                </a:cubicBezTo>
                <a:cubicBezTo>
                  <a:pt x="89122" y="68329"/>
                  <a:pt x="83959" y="63639"/>
                  <a:pt x="73632" y="63639"/>
                </a:cubicBezTo>
                <a:lnTo>
                  <a:pt x="63757" y="63639"/>
                </a:lnTo>
                <a:lnTo>
                  <a:pt x="63757" y="49052"/>
                </a:lnTo>
                <a:close/>
                <a:moveTo>
                  <a:pt x="153517" y="67608"/>
                </a:moveTo>
                <a:cubicBezTo>
                  <a:pt x="153517" y="77338"/>
                  <a:pt x="152119" y="86702"/>
                  <a:pt x="149322" y="95699"/>
                </a:cubicBezTo>
                <a:cubicBezTo>
                  <a:pt x="146525" y="104696"/>
                  <a:pt x="142502" y="112638"/>
                  <a:pt x="137252" y="119525"/>
                </a:cubicBezTo>
                <a:cubicBezTo>
                  <a:pt x="132003" y="126414"/>
                  <a:pt x="126388" y="131149"/>
                  <a:pt x="120407" y="133732"/>
                </a:cubicBezTo>
                <a:lnTo>
                  <a:pt x="116792" y="123853"/>
                </a:lnTo>
                <a:cubicBezTo>
                  <a:pt x="122902" y="119247"/>
                  <a:pt x="127722" y="112144"/>
                  <a:pt x="131250" y="102544"/>
                </a:cubicBezTo>
                <a:cubicBezTo>
                  <a:pt x="134778" y="92943"/>
                  <a:pt x="136607" y="81901"/>
                  <a:pt x="136736" y="69418"/>
                </a:cubicBezTo>
                <a:lnTo>
                  <a:pt x="136736" y="65995"/>
                </a:lnTo>
                <a:cubicBezTo>
                  <a:pt x="136736" y="53123"/>
                  <a:pt x="134983" y="41779"/>
                  <a:pt x="131476" y="31965"/>
                </a:cubicBezTo>
                <a:cubicBezTo>
                  <a:pt x="127969" y="22149"/>
                  <a:pt x="123074" y="14787"/>
                  <a:pt x="116792" y="9879"/>
                </a:cubicBezTo>
                <a:lnTo>
                  <a:pt x="120407" y="0"/>
                </a:lnTo>
                <a:cubicBezTo>
                  <a:pt x="126259" y="2540"/>
                  <a:pt x="131777" y="7147"/>
                  <a:pt x="136962" y="13820"/>
                </a:cubicBezTo>
                <a:cubicBezTo>
                  <a:pt x="142147" y="20492"/>
                  <a:pt x="146170" y="28262"/>
                  <a:pt x="149031" y="37130"/>
                </a:cubicBezTo>
                <a:cubicBezTo>
                  <a:pt x="151893" y="45998"/>
                  <a:pt x="153388" y="55189"/>
                  <a:pt x="153517" y="64702"/>
                </a:cubicBezTo>
                <a:lnTo>
                  <a:pt x="153517" y="67608"/>
                </a:lnTo>
                <a:close/>
                <a:moveTo>
                  <a:pt x="258638" y="63575"/>
                </a:moveTo>
                <a:lnTo>
                  <a:pt x="221461" y="63575"/>
                </a:lnTo>
                <a:lnTo>
                  <a:pt x="221461" y="88746"/>
                </a:lnTo>
                <a:lnTo>
                  <a:pt x="265092" y="88746"/>
                </a:lnTo>
                <a:lnTo>
                  <a:pt x="265092" y="104301"/>
                </a:lnTo>
                <a:lnTo>
                  <a:pt x="202098" y="104301"/>
                </a:lnTo>
                <a:lnTo>
                  <a:pt x="202098" y="10327"/>
                </a:lnTo>
                <a:lnTo>
                  <a:pt x="264963" y="10327"/>
                </a:lnTo>
                <a:lnTo>
                  <a:pt x="264963" y="26011"/>
                </a:lnTo>
                <a:lnTo>
                  <a:pt x="221461" y="26011"/>
                </a:lnTo>
                <a:lnTo>
                  <a:pt x="221461" y="48407"/>
                </a:lnTo>
                <a:lnTo>
                  <a:pt x="258638" y="48407"/>
                </a:lnTo>
                <a:lnTo>
                  <a:pt x="258638" y="63575"/>
                </a:lnTo>
                <a:close/>
                <a:moveTo>
                  <a:pt x="301798" y="55313"/>
                </a:moveTo>
                <a:lnTo>
                  <a:pt x="313545" y="34466"/>
                </a:lnTo>
                <a:lnTo>
                  <a:pt x="333489" y="34466"/>
                </a:lnTo>
                <a:lnTo>
                  <a:pt x="313610" y="68673"/>
                </a:lnTo>
                <a:lnTo>
                  <a:pt x="334328" y="104301"/>
                </a:lnTo>
                <a:lnTo>
                  <a:pt x="314320" y="104301"/>
                </a:lnTo>
                <a:lnTo>
                  <a:pt x="301863" y="82356"/>
                </a:lnTo>
                <a:lnTo>
                  <a:pt x="289471" y="104301"/>
                </a:lnTo>
                <a:lnTo>
                  <a:pt x="269398" y="104301"/>
                </a:lnTo>
                <a:lnTo>
                  <a:pt x="290116" y="68673"/>
                </a:lnTo>
                <a:lnTo>
                  <a:pt x="270301" y="34466"/>
                </a:lnTo>
                <a:lnTo>
                  <a:pt x="290310" y="34466"/>
                </a:lnTo>
                <a:lnTo>
                  <a:pt x="301798" y="55313"/>
                </a:lnTo>
                <a:close/>
                <a:moveTo>
                  <a:pt x="405308" y="70029"/>
                </a:moveTo>
                <a:cubicBezTo>
                  <a:pt x="405308" y="80786"/>
                  <a:pt x="402866" y="89402"/>
                  <a:pt x="397983" y="95878"/>
                </a:cubicBezTo>
                <a:cubicBezTo>
                  <a:pt x="393099" y="102354"/>
                  <a:pt x="386505" y="105592"/>
                  <a:pt x="378200" y="105592"/>
                </a:cubicBezTo>
                <a:cubicBezTo>
                  <a:pt x="371144" y="105592"/>
                  <a:pt x="365442" y="103139"/>
                  <a:pt x="361096" y="98234"/>
                </a:cubicBezTo>
                <a:lnTo>
                  <a:pt x="361096" y="131151"/>
                </a:lnTo>
                <a:lnTo>
                  <a:pt x="342444" y="131151"/>
                </a:lnTo>
                <a:lnTo>
                  <a:pt x="342444" y="34466"/>
                </a:lnTo>
                <a:lnTo>
                  <a:pt x="359741" y="34466"/>
                </a:lnTo>
                <a:lnTo>
                  <a:pt x="360386" y="41307"/>
                </a:lnTo>
                <a:cubicBezTo>
                  <a:pt x="364904" y="35886"/>
                  <a:pt x="370799" y="33175"/>
                  <a:pt x="378071" y="33175"/>
                </a:cubicBezTo>
                <a:cubicBezTo>
                  <a:pt x="386677" y="33175"/>
                  <a:pt x="393368" y="36359"/>
                  <a:pt x="398144" y="42727"/>
                </a:cubicBezTo>
                <a:cubicBezTo>
                  <a:pt x="402920" y="49095"/>
                  <a:pt x="405308" y="57873"/>
                  <a:pt x="405308" y="69061"/>
                </a:cubicBezTo>
                <a:lnTo>
                  <a:pt x="405308" y="70029"/>
                </a:lnTo>
                <a:moveTo>
                  <a:pt x="386655" y="68673"/>
                </a:moveTo>
                <a:cubicBezTo>
                  <a:pt x="386655" y="62176"/>
                  <a:pt x="385504" y="57163"/>
                  <a:pt x="383202" y="53635"/>
                </a:cubicBezTo>
                <a:cubicBezTo>
                  <a:pt x="380900" y="50107"/>
                  <a:pt x="377555" y="48342"/>
                  <a:pt x="373166" y="48342"/>
                </a:cubicBezTo>
                <a:cubicBezTo>
                  <a:pt x="367314" y="48342"/>
                  <a:pt x="363291" y="50580"/>
                  <a:pt x="361096" y="55055"/>
                </a:cubicBezTo>
                <a:lnTo>
                  <a:pt x="361096" y="83647"/>
                </a:lnTo>
                <a:cubicBezTo>
                  <a:pt x="363377" y="88251"/>
                  <a:pt x="367443" y="90553"/>
                  <a:pt x="373295" y="90553"/>
                </a:cubicBezTo>
                <a:cubicBezTo>
                  <a:pt x="382202" y="90553"/>
                  <a:pt x="386655" y="83260"/>
                  <a:pt x="386655" y="68673"/>
                </a:cubicBezTo>
                <a:close/>
                <a:moveTo>
                  <a:pt x="448985" y="105592"/>
                </a:moveTo>
                <a:cubicBezTo>
                  <a:pt x="438745" y="105592"/>
                  <a:pt x="430408" y="102451"/>
                  <a:pt x="423975" y="96169"/>
                </a:cubicBezTo>
                <a:cubicBezTo>
                  <a:pt x="417542" y="89886"/>
                  <a:pt x="414326" y="81517"/>
                  <a:pt x="414326" y="71062"/>
                </a:cubicBezTo>
                <a:lnTo>
                  <a:pt x="414326" y="69254"/>
                </a:lnTo>
                <a:cubicBezTo>
                  <a:pt x="414326" y="62241"/>
                  <a:pt x="415681" y="55969"/>
                  <a:pt x="418392" y="50440"/>
                </a:cubicBezTo>
                <a:cubicBezTo>
                  <a:pt x="421103" y="44911"/>
                  <a:pt x="424943" y="40651"/>
                  <a:pt x="429913" y="37661"/>
                </a:cubicBezTo>
                <a:cubicBezTo>
                  <a:pt x="434883" y="34670"/>
                  <a:pt x="440552" y="33175"/>
                  <a:pt x="446920" y="33175"/>
                </a:cubicBezTo>
                <a:cubicBezTo>
                  <a:pt x="456472" y="33175"/>
                  <a:pt x="463992" y="36187"/>
                  <a:pt x="469478" y="42211"/>
                </a:cubicBezTo>
                <a:cubicBezTo>
                  <a:pt x="474964" y="48235"/>
                  <a:pt x="477707" y="56776"/>
                  <a:pt x="477707" y="67834"/>
                </a:cubicBezTo>
                <a:lnTo>
                  <a:pt x="477707" y="75450"/>
                </a:lnTo>
                <a:lnTo>
                  <a:pt x="433237" y="75450"/>
                </a:lnTo>
                <a:cubicBezTo>
                  <a:pt x="433839" y="80011"/>
                  <a:pt x="435657" y="83669"/>
                  <a:pt x="438691" y="86423"/>
                </a:cubicBezTo>
                <a:cubicBezTo>
                  <a:pt x="441724" y="89176"/>
                  <a:pt x="445565" y="90553"/>
                  <a:pt x="450212" y="90553"/>
                </a:cubicBezTo>
                <a:cubicBezTo>
                  <a:pt x="457397" y="90553"/>
                  <a:pt x="463013" y="87950"/>
                  <a:pt x="467057" y="82744"/>
                </a:cubicBezTo>
                <a:lnTo>
                  <a:pt x="476222" y="93006"/>
                </a:lnTo>
                <a:cubicBezTo>
                  <a:pt x="473426" y="96965"/>
                  <a:pt x="469639" y="100052"/>
                  <a:pt x="464863" y="102268"/>
                </a:cubicBezTo>
                <a:cubicBezTo>
                  <a:pt x="460087" y="104484"/>
                  <a:pt x="454794" y="105592"/>
                  <a:pt x="448985" y="105592"/>
                </a:cubicBezTo>
                <a:moveTo>
                  <a:pt x="446855" y="48278"/>
                </a:moveTo>
                <a:cubicBezTo>
                  <a:pt x="443155" y="48278"/>
                  <a:pt x="440154" y="49526"/>
                  <a:pt x="437852" y="52021"/>
                </a:cubicBezTo>
                <a:cubicBezTo>
                  <a:pt x="435550" y="54517"/>
                  <a:pt x="434076" y="58088"/>
                  <a:pt x="433431" y="62735"/>
                </a:cubicBezTo>
                <a:lnTo>
                  <a:pt x="459377" y="62735"/>
                </a:lnTo>
                <a:lnTo>
                  <a:pt x="459377" y="61251"/>
                </a:lnTo>
                <a:cubicBezTo>
                  <a:pt x="459291" y="57120"/>
                  <a:pt x="458172" y="53925"/>
                  <a:pt x="456021" y="51666"/>
                </a:cubicBezTo>
                <a:cubicBezTo>
                  <a:pt x="453869" y="49407"/>
                  <a:pt x="450814" y="48278"/>
                  <a:pt x="446855" y="48278"/>
                </a:cubicBezTo>
                <a:close/>
                <a:moveTo>
                  <a:pt x="527516" y="51957"/>
                </a:moveTo>
                <a:cubicBezTo>
                  <a:pt x="524978" y="51613"/>
                  <a:pt x="522740" y="51441"/>
                  <a:pt x="520804" y="51441"/>
                </a:cubicBezTo>
                <a:cubicBezTo>
                  <a:pt x="513747" y="51441"/>
                  <a:pt x="509122" y="53829"/>
                  <a:pt x="506927" y="58605"/>
                </a:cubicBezTo>
                <a:lnTo>
                  <a:pt x="506927" y="104301"/>
                </a:lnTo>
                <a:lnTo>
                  <a:pt x="488274" y="104301"/>
                </a:lnTo>
                <a:lnTo>
                  <a:pt x="488274" y="34466"/>
                </a:lnTo>
                <a:lnTo>
                  <a:pt x="505894" y="34466"/>
                </a:lnTo>
                <a:lnTo>
                  <a:pt x="506411" y="42792"/>
                </a:lnTo>
                <a:cubicBezTo>
                  <a:pt x="510154" y="36381"/>
                  <a:pt x="515339" y="33175"/>
                  <a:pt x="521966" y="33175"/>
                </a:cubicBezTo>
                <a:cubicBezTo>
                  <a:pt x="524031" y="33175"/>
                  <a:pt x="525967" y="33455"/>
                  <a:pt x="527774" y="34014"/>
                </a:cubicBezTo>
                <a:lnTo>
                  <a:pt x="527516" y="51957"/>
                </a:lnTo>
                <a:close/>
                <a:moveTo>
                  <a:pt x="556161" y="104301"/>
                </a:moveTo>
                <a:lnTo>
                  <a:pt x="537444" y="104301"/>
                </a:lnTo>
                <a:lnTo>
                  <a:pt x="537444" y="34466"/>
                </a:lnTo>
                <a:lnTo>
                  <a:pt x="556161" y="34466"/>
                </a:lnTo>
                <a:lnTo>
                  <a:pt x="556161" y="104301"/>
                </a:lnTo>
                <a:moveTo>
                  <a:pt x="536347" y="16394"/>
                </a:moveTo>
                <a:cubicBezTo>
                  <a:pt x="536347" y="13597"/>
                  <a:pt x="537283" y="11295"/>
                  <a:pt x="539154" y="9488"/>
                </a:cubicBezTo>
                <a:cubicBezTo>
                  <a:pt x="541026" y="7681"/>
                  <a:pt x="543576" y="6777"/>
                  <a:pt x="546803" y="6777"/>
                </a:cubicBezTo>
                <a:cubicBezTo>
                  <a:pt x="549987" y="6777"/>
                  <a:pt x="552525" y="7681"/>
                  <a:pt x="554419" y="9488"/>
                </a:cubicBezTo>
                <a:cubicBezTo>
                  <a:pt x="556312" y="11295"/>
                  <a:pt x="557259" y="13597"/>
                  <a:pt x="557259" y="16394"/>
                </a:cubicBezTo>
                <a:cubicBezTo>
                  <a:pt x="557259" y="19234"/>
                  <a:pt x="556301" y="21557"/>
                  <a:pt x="554386" y="23364"/>
                </a:cubicBezTo>
                <a:cubicBezTo>
                  <a:pt x="552472" y="25172"/>
                  <a:pt x="549944" y="26075"/>
                  <a:pt x="546803" y="26075"/>
                </a:cubicBezTo>
                <a:cubicBezTo>
                  <a:pt x="543662" y="26075"/>
                  <a:pt x="541134" y="25172"/>
                  <a:pt x="539219" y="23364"/>
                </a:cubicBezTo>
                <a:cubicBezTo>
                  <a:pt x="537304" y="21557"/>
                  <a:pt x="536347" y="19234"/>
                  <a:pt x="536347" y="16394"/>
                </a:cubicBezTo>
                <a:close/>
                <a:moveTo>
                  <a:pt x="603656" y="105592"/>
                </a:moveTo>
                <a:cubicBezTo>
                  <a:pt x="593415" y="105592"/>
                  <a:pt x="585079" y="102451"/>
                  <a:pt x="578646" y="96169"/>
                </a:cubicBezTo>
                <a:cubicBezTo>
                  <a:pt x="572213" y="89886"/>
                  <a:pt x="568997" y="81517"/>
                  <a:pt x="568997" y="71062"/>
                </a:cubicBezTo>
                <a:lnTo>
                  <a:pt x="568997" y="69254"/>
                </a:lnTo>
                <a:cubicBezTo>
                  <a:pt x="568997" y="62241"/>
                  <a:pt x="570352" y="55969"/>
                  <a:pt x="573063" y="50440"/>
                </a:cubicBezTo>
                <a:cubicBezTo>
                  <a:pt x="575774" y="44911"/>
                  <a:pt x="579614" y="40651"/>
                  <a:pt x="584584" y="37661"/>
                </a:cubicBezTo>
                <a:cubicBezTo>
                  <a:pt x="589554" y="34670"/>
                  <a:pt x="595223" y="33175"/>
                  <a:pt x="601591" y="33175"/>
                </a:cubicBezTo>
                <a:cubicBezTo>
                  <a:pt x="611143" y="33175"/>
                  <a:pt x="618662" y="36187"/>
                  <a:pt x="624149" y="42211"/>
                </a:cubicBezTo>
                <a:cubicBezTo>
                  <a:pt x="629635" y="48235"/>
                  <a:pt x="632378" y="56776"/>
                  <a:pt x="632378" y="67834"/>
                </a:cubicBezTo>
                <a:lnTo>
                  <a:pt x="632378" y="75450"/>
                </a:lnTo>
                <a:lnTo>
                  <a:pt x="587908" y="75450"/>
                </a:lnTo>
                <a:cubicBezTo>
                  <a:pt x="588510" y="80011"/>
                  <a:pt x="590328" y="83669"/>
                  <a:pt x="593362" y="86423"/>
                </a:cubicBezTo>
                <a:cubicBezTo>
                  <a:pt x="596395" y="89176"/>
                  <a:pt x="600235" y="90553"/>
                  <a:pt x="604883" y="90553"/>
                </a:cubicBezTo>
                <a:cubicBezTo>
                  <a:pt x="612068" y="90553"/>
                  <a:pt x="617684" y="87950"/>
                  <a:pt x="621728" y="82744"/>
                </a:cubicBezTo>
                <a:lnTo>
                  <a:pt x="630893" y="93006"/>
                </a:lnTo>
                <a:cubicBezTo>
                  <a:pt x="628096" y="96965"/>
                  <a:pt x="624310" y="100052"/>
                  <a:pt x="619534" y="102268"/>
                </a:cubicBezTo>
                <a:cubicBezTo>
                  <a:pt x="614758" y="104484"/>
                  <a:pt x="609465" y="105592"/>
                  <a:pt x="603656" y="105592"/>
                </a:cubicBezTo>
                <a:moveTo>
                  <a:pt x="601526" y="48278"/>
                </a:moveTo>
                <a:cubicBezTo>
                  <a:pt x="597826" y="48278"/>
                  <a:pt x="594825" y="49526"/>
                  <a:pt x="592523" y="52021"/>
                </a:cubicBezTo>
                <a:cubicBezTo>
                  <a:pt x="590221" y="54517"/>
                  <a:pt x="588747" y="58088"/>
                  <a:pt x="588101" y="62735"/>
                </a:cubicBezTo>
                <a:lnTo>
                  <a:pt x="614048" y="62735"/>
                </a:lnTo>
                <a:lnTo>
                  <a:pt x="614048" y="61251"/>
                </a:lnTo>
                <a:cubicBezTo>
                  <a:pt x="613962" y="57120"/>
                  <a:pt x="612843" y="53925"/>
                  <a:pt x="610691" y="51666"/>
                </a:cubicBezTo>
                <a:cubicBezTo>
                  <a:pt x="608540" y="49407"/>
                  <a:pt x="605485" y="48278"/>
                  <a:pt x="601526" y="48278"/>
                </a:cubicBezTo>
                <a:close/>
                <a:moveTo>
                  <a:pt x="660114" y="34466"/>
                </a:moveTo>
                <a:lnTo>
                  <a:pt x="660694" y="42534"/>
                </a:lnTo>
                <a:cubicBezTo>
                  <a:pt x="665686" y="36295"/>
                  <a:pt x="672377" y="33175"/>
                  <a:pt x="680767" y="33175"/>
                </a:cubicBezTo>
                <a:cubicBezTo>
                  <a:pt x="688168" y="33175"/>
                  <a:pt x="693676" y="35348"/>
                  <a:pt x="697290" y="39694"/>
                </a:cubicBezTo>
                <a:cubicBezTo>
                  <a:pt x="700905" y="44040"/>
                  <a:pt x="702755" y="50537"/>
                  <a:pt x="702841" y="59186"/>
                </a:cubicBezTo>
                <a:lnTo>
                  <a:pt x="702841" y="104301"/>
                </a:lnTo>
                <a:lnTo>
                  <a:pt x="684188" y="104301"/>
                </a:lnTo>
                <a:lnTo>
                  <a:pt x="684188" y="59637"/>
                </a:lnTo>
                <a:cubicBezTo>
                  <a:pt x="684188" y="55679"/>
                  <a:pt x="683327" y="52807"/>
                  <a:pt x="681606" y="51021"/>
                </a:cubicBezTo>
                <a:cubicBezTo>
                  <a:pt x="679885" y="49235"/>
                  <a:pt x="677024" y="48342"/>
                  <a:pt x="673022" y="48342"/>
                </a:cubicBezTo>
                <a:cubicBezTo>
                  <a:pt x="667773" y="48342"/>
                  <a:pt x="663835" y="50580"/>
                  <a:pt x="661211" y="55055"/>
                </a:cubicBezTo>
                <a:lnTo>
                  <a:pt x="661211" y="104301"/>
                </a:lnTo>
                <a:lnTo>
                  <a:pt x="642558" y="104301"/>
                </a:lnTo>
                <a:lnTo>
                  <a:pt x="642558" y="34466"/>
                </a:lnTo>
                <a:lnTo>
                  <a:pt x="660114" y="34466"/>
                </a:lnTo>
                <a:close/>
                <a:moveTo>
                  <a:pt x="746002" y="90553"/>
                </a:moveTo>
                <a:cubicBezTo>
                  <a:pt x="749444" y="90553"/>
                  <a:pt x="752241" y="89607"/>
                  <a:pt x="754392" y="87714"/>
                </a:cubicBezTo>
                <a:cubicBezTo>
                  <a:pt x="756544" y="85820"/>
                  <a:pt x="757662" y="83303"/>
                  <a:pt x="757749" y="80162"/>
                </a:cubicBezTo>
                <a:lnTo>
                  <a:pt x="775240" y="80162"/>
                </a:lnTo>
                <a:cubicBezTo>
                  <a:pt x="775197" y="84895"/>
                  <a:pt x="773906" y="89230"/>
                  <a:pt x="771367" y="93167"/>
                </a:cubicBezTo>
                <a:cubicBezTo>
                  <a:pt x="768828" y="97104"/>
                  <a:pt x="765354" y="100159"/>
                  <a:pt x="760943" y="102332"/>
                </a:cubicBezTo>
                <a:cubicBezTo>
                  <a:pt x="756533" y="104505"/>
                  <a:pt x="751660" y="105592"/>
                  <a:pt x="746324" y="105592"/>
                </a:cubicBezTo>
                <a:cubicBezTo>
                  <a:pt x="736342" y="105592"/>
                  <a:pt x="728468" y="102418"/>
                  <a:pt x="722702" y="96072"/>
                </a:cubicBezTo>
                <a:cubicBezTo>
                  <a:pt x="716936" y="89725"/>
                  <a:pt x="714053" y="80958"/>
                  <a:pt x="714053" y="69771"/>
                </a:cubicBezTo>
                <a:lnTo>
                  <a:pt x="714053" y="68544"/>
                </a:lnTo>
                <a:cubicBezTo>
                  <a:pt x="714053" y="57787"/>
                  <a:pt x="716915" y="49203"/>
                  <a:pt x="722637" y="42792"/>
                </a:cubicBezTo>
                <a:cubicBezTo>
                  <a:pt x="728360" y="36381"/>
                  <a:pt x="736213" y="33175"/>
                  <a:pt x="746195" y="33175"/>
                </a:cubicBezTo>
                <a:cubicBezTo>
                  <a:pt x="754930" y="33175"/>
                  <a:pt x="761933" y="35660"/>
                  <a:pt x="767204" y="40630"/>
                </a:cubicBezTo>
                <a:cubicBezTo>
                  <a:pt x="772475" y="45599"/>
                  <a:pt x="775154" y="52215"/>
                  <a:pt x="775240" y="60476"/>
                </a:cubicBezTo>
                <a:lnTo>
                  <a:pt x="757749" y="60476"/>
                </a:lnTo>
                <a:cubicBezTo>
                  <a:pt x="757662" y="56862"/>
                  <a:pt x="756544" y="53925"/>
                  <a:pt x="754392" y="51666"/>
                </a:cubicBezTo>
                <a:cubicBezTo>
                  <a:pt x="752241" y="49407"/>
                  <a:pt x="749401" y="48278"/>
                  <a:pt x="745873" y="48278"/>
                </a:cubicBezTo>
                <a:cubicBezTo>
                  <a:pt x="741527" y="48278"/>
                  <a:pt x="738246" y="49859"/>
                  <a:pt x="736030" y="53022"/>
                </a:cubicBezTo>
                <a:cubicBezTo>
                  <a:pt x="733814" y="56184"/>
                  <a:pt x="732706" y="61316"/>
                  <a:pt x="732706" y="68415"/>
                </a:cubicBezTo>
                <a:lnTo>
                  <a:pt x="732706" y="70352"/>
                </a:lnTo>
                <a:cubicBezTo>
                  <a:pt x="732706" y="77537"/>
                  <a:pt x="733803" y="82701"/>
                  <a:pt x="735998" y="85842"/>
                </a:cubicBezTo>
                <a:cubicBezTo>
                  <a:pt x="738192" y="88983"/>
                  <a:pt x="741527" y="90553"/>
                  <a:pt x="746002" y="90553"/>
                </a:cubicBezTo>
                <a:close/>
                <a:moveTo>
                  <a:pt x="818014" y="105592"/>
                </a:moveTo>
                <a:cubicBezTo>
                  <a:pt x="807774" y="105592"/>
                  <a:pt x="799437" y="102451"/>
                  <a:pt x="793004" y="96169"/>
                </a:cubicBezTo>
                <a:cubicBezTo>
                  <a:pt x="786571" y="89886"/>
                  <a:pt x="783355" y="81517"/>
                  <a:pt x="783355" y="71062"/>
                </a:cubicBezTo>
                <a:lnTo>
                  <a:pt x="783355" y="69254"/>
                </a:lnTo>
                <a:cubicBezTo>
                  <a:pt x="783355" y="62241"/>
                  <a:pt x="784710" y="55969"/>
                  <a:pt x="787421" y="50440"/>
                </a:cubicBezTo>
                <a:cubicBezTo>
                  <a:pt x="790132" y="44911"/>
                  <a:pt x="793972" y="40651"/>
                  <a:pt x="798942" y="37661"/>
                </a:cubicBezTo>
                <a:cubicBezTo>
                  <a:pt x="803912" y="34670"/>
                  <a:pt x="809581" y="33175"/>
                  <a:pt x="815949" y="33175"/>
                </a:cubicBezTo>
                <a:cubicBezTo>
                  <a:pt x="825501" y="33175"/>
                  <a:pt x="833021" y="36187"/>
                  <a:pt x="838507" y="42211"/>
                </a:cubicBezTo>
                <a:cubicBezTo>
                  <a:pt x="843993" y="48235"/>
                  <a:pt x="846736" y="56776"/>
                  <a:pt x="846736" y="67834"/>
                </a:cubicBezTo>
                <a:lnTo>
                  <a:pt x="846736" y="75450"/>
                </a:lnTo>
                <a:lnTo>
                  <a:pt x="802266" y="75450"/>
                </a:lnTo>
                <a:cubicBezTo>
                  <a:pt x="802868" y="80011"/>
                  <a:pt x="804686" y="83669"/>
                  <a:pt x="807720" y="86423"/>
                </a:cubicBezTo>
                <a:cubicBezTo>
                  <a:pt x="810753" y="89176"/>
                  <a:pt x="814594" y="90553"/>
                  <a:pt x="819241" y="90553"/>
                </a:cubicBezTo>
                <a:cubicBezTo>
                  <a:pt x="826426" y="90553"/>
                  <a:pt x="832042" y="87950"/>
                  <a:pt x="836086" y="82744"/>
                </a:cubicBezTo>
                <a:lnTo>
                  <a:pt x="845251" y="93006"/>
                </a:lnTo>
                <a:cubicBezTo>
                  <a:pt x="842454" y="96965"/>
                  <a:pt x="838668" y="100052"/>
                  <a:pt x="833892" y="102268"/>
                </a:cubicBezTo>
                <a:cubicBezTo>
                  <a:pt x="829116" y="104484"/>
                  <a:pt x="823823" y="105592"/>
                  <a:pt x="818014" y="105592"/>
                </a:cubicBezTo>
                <a:moveTo>
                  <a:pt x="815884" y="48278"/>
                </a:moveTo>
                <a:cubicBezTo>
                  <a:pt x="812184" y="48278"/>
                  <a:pt x="809183" y="49526"/>
                  <a:pt x="806881" y="52021"/>
                </a:cubicBezTo>
                <a:cubicBezTo>
                  <a:pt x="804579" y="54517"/>
                  <a:pt x="803105" y="58088"/>
                  <a:pt x="802460" y="62735"/>
                </a:cubicBezTo>
                <a:lnTo>
                  <a:pt x="828406" y="62735"/>
                </a:lnTo>
                <a:lnTo>
                  <a:pt x="828406" y="61251"/>
                </a:lnTo>
                <a:cubicBezTo>
                  <a:pt x="828320" y="57120"/>
                  <a:pt x="827201" y="53925"/>
                  <a:pt x="825049" y="51666"/>
                </a:cubicBezTo>
                <a:cubicBezTo>
                  <a:pt x="822898" y="49407"/>
                  <a:pt x="819843" y="48278"/>
                  <a:pt x="815884" y="48278"/>
                </a:cubicBezTo>
                <a:close/>
                <a:moveTo>
                  <a:pt x="887630" y="79000"/>
                </a:moveTo>
                <a:cubicBezTo>
                  <a:pt x="887630" y="74654"/>
                  <a:pt x="888846" y="70631"/>
                  <a:pt x="891277" y="66931"/>
                </a:cubicBezTo>
                <a:cubicBezTo>
                  <a:pt x="893708" y="63230"/>
                  <a:pt x="898172" y="59121"/>
                  <a:pt x="904670" y="54603"/>
                </a:cubicBezTo>
                <a:cubicBezTo>
                  <a:pt x="901873" y="50860"/>
                  <a:pt x="899678" y="47342"/>
                  <a:pt x="898086" y="44050"/>
                </a:cubicBezTo>
                <a:cubicBezTo>
                  <a:pt x="896494" y="40759"/>
                  <a:pt x="895698" y="37327"/>
                  <a:pt x="895698" y="33756"/>
                </a:cubicBezTo>
                <a:cubicBezTo>
                  <a:pt x="895698" y="26441"/>
                  <a:pt x="898011" y="20492"/>
                  <a:pt x="902637" y="15910"/>
                </a:cubicBezTo>
                <a:cubicBezTo>
                  <a:pt x="907262" y="11327"/>
                  <a:pt x="913490" y="9036"/>
                  <a:pt x="921322" y="9036"/>
                </a:cubicBezTo>
                <a:cubicBezTo>
                  <a:pt x="928335" y="9036"/>
                  <a:pt x="934090" y="11123"/>
                  <a:pt x="938587" y="15297"/>
                </a:cubicBezTo>
                <a:cubicBezTo>
                  <a:pt x="943083" y="19470"/>
                  <a:pt x="945332" y="24677"/>
                  <a:pt x="945332" y="30916"/>
                </a:cubicBezTo>
                <a:cubicBezTo>
                  <a:pt x="945332" y="38403"/>
                  <a:pt x="941545" y="45008"/>
                  <a:pt x="933972" y="50731"/>
                </a:cubicBezTo>
                <a:lnTo>
                  <a:pt x="926743" y="55959"/>
                </a:lnTo>
                <a:lnTo>
                  <a:pt x="942943" y="74805"/>
                </a:lnTo>
                <a:cubicBezTo>
                  <a:pt x="945482" y="69814"/>
                  <a:pt x="946751" y="64306"/>
                  <a:pt x="946751" y="58282"/>
                </a:cubicBezTo>
                <a:lnTo>
                  <a:pt x="962629" y="58282"/>
                </a:lnTo>
                <a:cubicBezTo>
                  <a:pt x="962629" y="70502"/>
                  <a:pt x="959811" y="80399"/>
                  <a:pt x="954174" y="87972"/>
                </a:cubicBezTo>
                <a:lnTo>
                  <a:pt x="968244" y="104301"/>
                </a:lnTo>
                <a:lnTo>
                  <a:pt x="947074" y="104301"/>
                </a:lnTo>
                <a:lnTo>
                  <a:pt x="942233" y="98750"/>
                </a:lnTo>
                <a:cubicBezTo>
                  <a:pt x="935306" y="103311"/>
                  <a:pt x="927346" y="105592"/>
                  <a:pt x="918353" y="105592"/>
                </a:cubicBezTo>
                <a:cubicBezTo>
                  <a:pt x="909059" y="105592"/>
                  <a:pt x="901615" y="103150"/>
                  <a:pt x="896021" y="98266"/>
                </a:cubicBezTo>
                <a:cubicBezTo>
                  <a:pt x="890427" y="93383"/>
                  <a:pt x="887630" y="86961"/>
                  <a:pt x="887630" y="79000"/>
                </a:cubicBezTo>
                <a:moveTo>
                  <a:pt x="919256" y="90618"/>
                </a:moveTo>
                <a:cubicBezTo>
                  <a:pt x="923731" y="90618"/>
                  <a:pt x="927970" y="89370"/>
                  <a:pt x="931971" y="86874"/>
                </a:cubicBezTo>
                <a:lnTo>
                  <a:pt x="913447" y="65446"/>
                </a:lnTo>
                <a:lnTo>
                  <a:pt x="912092" y="66414"/>
                </a:lnTo>
                <a:cubicBezTo>
                  <a:pt x="908262" y="69685"/>
                  <a:pt x="906348" y="73536"/>
                  <a:pt x="906348" y="77968"/>
                </a:cubicBezTo>
                <a:cubicBezTo>
                  <a:pt x="906348" y="81711"/>
                  <a:pt x="907542" y="84755"/>
                  <a:pt x="909930" y="87100"/>
                </a:cubicBezTo>
                <a:cubicBezTo>
                  <a:pt x="912318" y="89445"/>
                  <a:pt x="915427" y="90618"/>
                  <a:pt x="919256" y="90618"/>
                </a:cubicBezTo>
                <a:moveTo>
                  <a:pt x="912415" y="33498"/>
                </a:moveTo>
                <a:cubicBezTo>
                  <a:pt x="912415" y="36725"/>
                  <a:pt x="914308" y="40791"/>
                  <a:pt x="918094" y="45696"/>
                </a:cubicBezTo>
                <a:lnTo>
                  <a:pt x="923064" y="42405"/>
                </a:lnTo>
                <a:cubicBezTo>
                  <a:pt x="925603" y="40769"/>
                  <a:pt x="927356" y="39177"/>
                  <a:pt x="928325" y="37628"/>
                </a:cubicBezTo>
                <a:cubicBezTo>
                  <a:pt x="929293" y="36079"/>
                  <a:pt x="929777" y="34229"/>
                  <a:pt x="929777" y="32078"/>
                </a:cubicBezTo>
                <a:cubicBezTo>
                  <a:pt x="929777" y="29926"/>
                  <a:pt x="928981" y="28055"/>
                  <a:pt x="927389" y="26463"/>
                </a:cubicBezTo>
                <a:cubicBezTo>
                  <a:pt x="925797" y="24870"/>
                  <a:pt x="923753" y="24074"/>
                  <a:pt x="921257" y="24074"/>
                </a:cubicBezTo>
                <a:cubicBezTo>
                  <a:pt x="918589" y="24074"/>
                  <a:pt x="916449" y="24935"/>
                  <a:pt x="914835" y="26656"/>
                </a:cubicBezTo>
                <a:cubicBezTo>
                  <a:pt x="913222" y="28377"/>
                  <a:pt x="912415" y="30658"/>
                  <a:pt x="912415" y="33498"/>
                </a:cubicBezTo>
                <a:close/>
                <a:moveTo>
                  <a:pt x="1030434" y="88746"/>
                </a:moveTo>
                <a:lnTo>
                  <a:pt x="1071548" y="88746"/>
                </a:lnTo>
                <a:lnTo>
                  <a:pt x="1071548" y="104301"/>
                </a:lnTo>
                <a:lnTo>
                  <a:pt x="1011071" y="104301"/>
                </a:lnTo>
                <a:lnTo>
                  <a:pt x="1011071" y="10327"/>
                </a:lnTo>
                <a:lnTo>
                  <a:pt x="1030434" y="10327"/>
                </a:lnTo>
                <a:lnTo>
                  <a:pt x="1030434" y="88746"/>
                </a:lnTo>
                <a:close/>
                <a:moveTo>
                  <a:pt x="1113547" y="105592"/>
                </a:moveTo>
                <a:cubicBezTo>
                  <a:pt x="1103307" y="105592"/>
                  <a:pt x="1094970" y="102451"/>
                  <a:pt x="1088537" y="96169"/>
                </a:cubicBezTo>
                <a:cubicBezTo>
                  <a:pt x="1082104" y="89886"/>
                  <a:pt x="1078888" y="81517"/>
                  <a:pt x="1078888" y="71062"/>
                </a:cubicBezTo>
                <a:lnTo>
                  <a:pt x="1078888" y="69254"/>
                </a:lnTo>
                <a:cubicBezTo>
                  <a:pt x="1078888" y="62241"/>
                  <a:pt x="1080243" y="55969"/>
                  <a:pt x="1082954" y="50440"/>
                </a:cubicBezTo>
                <a:cubicBezTo>
                  <a:pt x="1085665" y="44911"/>
                  <a:pt x="1089505" y="40651"/>
                  <a:pt x="1094475" y="37661"/>
                </a:cubicBezTo>
                <a:cubicBezTo>
                  <a:pt x="1099445" y="34670"/>
                  <a:pt x="1105114" y="33175"/>
                  <a:pt x="1111482" y="33175"/>
                </a:cubicBezTo>
                <a:cubicBezTo>
                  <a:pt x="1121034" y="33175"/>
                  <a:pt x="1128553" y="36187"/>
                  <a:pt x="1134040" y="42211"/>
                </a:cubicBezTo>
                <a:cubicBezTo>
                  <a:pt x="1139526" y="48235"/>
                  <a:pt x="1142269" y="56776"/>
                  <a:pt x="1142269" y="67834"/>
                </a:cubicBezTo>
                <a:lnTo>
                  <a:pt x="1142269" y="75450"/>
                </a:lnTo>
                <a:lnTo>
                  <a:pt x="1097799" y="75450"/>
                </a:lnTo>
                <a:cubicBezTo>
                  <a:pt x="1098401" y="80011"/>
                  <a:pt x="1100219" y="83669"/>
                  <a:pt x="1103253" y="86423"/>
                </a:cubicBezTo>
                <a:cubicBezTo>
                  <a:pt x="1106286" y="89176"/>
                  <a:pt x="1110127" y="90553"/>
                  <a:pt x="1114774" y="90553"/>
                </a:cubicBezTo>
                <a:cubicBezTo>
                  <a:pt x="1121959" y="90553"/>
                  <a:pt x="1127575" y="87950"/>
                  <a:pt x="1131619" y="82744"/>
                </a:cubicBezTo>
                <a:lnTo>
                  <a:pt x="1140784" y="93006"/>
                </a:lnTo>
                <a:cubicBezTo>
                  <a:pt x="1137987" y="96965"/>
                  <a:pt x="1134201" y="100052"/>
                  <a:pt x="1129425" y="102268"/>
                </a:cubicBezTo>
                <a:cubicBezTo>
                  <a:pt x="1124649" y="104484"/>
                  <a:pt x="1119356" y="105592"/>
                  <a:pt x="1113547" y="105592"/>
                </a:cubicBezTo>
                <a:moveTo>
                  <a:pt x="1111417" y="48278"/>
                </a:moveTo>
                <a:cubicBezTo>
                  <a:pt x="1107717" y="48278"/>
                  <a:pt x="1104716" y="49526"/>
                  <a:pt x="1102414" y="52021"/>
                </a:cubicBezTo>
                <a:cubicBezTo>
                  <a:pt x="1100112" y="54517"/>
                  <a:pt x="1098638" y="58088"/>
                  <a:pt x="1097993" y="62735"/>
                </a:cubicBezTo>
                <a:lnTo>
                  <a:pt x="1123939" y="62735"/>
                </a:lnTo>
                <a:lnTo>
                  <a:pt x="1123939" y="61251"/>
                </a:lnTo>
                <a:cubicBezTo>
                  <a:pt x="1123853" y="57120"/>
                  <a:pt x="1122734" y="53925"/>
                  <a:pt x="1120582" y="51666"/>
                </a:cubicBezTo>
                <a:cubicBezTo>
                  <a:pt x="1118431" y="49407"/>
                  <a:pt x="1115376" y="48278"/>
                  <a:pt x="1111417" y="48278"/>
                </a:cubicBezTo>
                <a:close/>
                <a:moveTo>
                  <a:pt x="1193304" y="104301"/>
                </a:moveTo>
                <a:cubicBezTo>
                  <a:pt x="1192444" y="102623"/>
                  <a:pt x="1191820" y="100536"/>
                  <a:pt x="1191433" y="98040"/>
                </a:cubicBezTo>
                <a:cubicBezTo>
                  <a:pt x="1186915" y="103075"/>
                  <a:pt x="1181041" y="105592"/>
                  <a:pt x="1173813" y="105592"/>
                </a:cubicBezTo>
                <a:cubicBezTo>
                  <a:pt x="1166971" y="105592"/>
                  <a:pt x="1161302" y="103610"/>
                  <a:pt x="1156806" y="99646"/>
                </a:cubicBezTo>
                <a:cubicBezTo>
                  <a:pt x="1152309" y="95681"/>
                  <a:pt x="1150061" y="90682"/>
                  <a:pt x="1150061" y="84650"/>
                </a:cubicBezTo>
                <a:cubicBezTo>
                  <a:pt x="1150061" y="77238"/>
                  <a:pt x="1152804" y="71550"/>
                  <a:pt x="1158290" y="67586"/>
                </a:cubicBezTo>
                <a:cubicBezTo>
                  <a:pt x="1163776" y="63621"/>
                  <a:pt x="1171704" y="61617"/>
                  <a:pt x="1182074" y="61574"/>
                </a:cubicBezTo>
                <a:lnTo>
                  <a:pt x="1190658" y="61574"/>
                </a:lnTo>
                <a:lnTo>
                  <a:pt x="1190658" y="57590"/>
                </a:lnTo>
                <a:cubicBezTo>
                  <a:pt x="1190658" y="54377"/>
                  <a:pt x="1189830" y="51806"/>
                  <a:pt x="1188173" y="49879"/>
                </a:cubicBezTo>
                <a:cubicBezTo>
                  <a:pt x="1186517" y="47951"/>
                  <a:pt x="1183903" y="46987"/>
                  <a:pt x="1180331" y="46987"/>
                </a:cubicBezTo>
                <a:cubicBezTo>
                  <a:pt x="1177190" y="46987"/>
                  <a:pt x="1174727" y="47735"/>
                  <a:pt x="1172941" y="49230"/>
                </a:cubicBezTo>
                <a:cubicBezTo>
                  <a:pt x="1171156" y="50724"/>
                  <a:pt x="1170263" y="52773"/>
                  <a:pt x="1170263" y="55378"/>
                </a:cubicBezTo>
                <a:lnTo>
                  <a:pt x="1151610" y="55378"/>
                </a:lnTo>
                <a:cubicBezTo>
                  <a:pt x="1151610" y="51345"/>
                  <a:pt x="1152858" y="47613"/>
                  <a:pt x="1155353" y="44181"/>
                </a:cubicBezTo>
                <a:cubicBezTo>
                  <a:pt x="1157849" y="40749"/>
                  <a:pt x="1161377" y="38056"/>
                  <a:pt x="1165938" y="36104"/>
                </a:cubicBezTo>
                <a:cubicBezTo>
                  <a:pt x="1170499" y="34151"/>
                  <a:pt x="1175620" y="33175"/>
                  <a:pt x="1181300" y="33175"/>
                </a:cubicBezTo>
                <a:cubicBezTo>
                  <a:pt x="1189905" y="33175"/>
                  <a:pt x="1196736" y="35337"/>
                  <a:pt x="1201792" y="39661"/>
                </a:cubicBezTo>
                <a:cubicBezTo>
                  <a:pt x="1206848" y="43986"/>
                  <a:pt x="1209376" y="50064"/>
                  <a:pt x="1209376" y="57895"/>
                </a:cubicBezTo>
                <a:lnTo>
                  <a:pt x="1209376" y="88165"/>
                </a:lnTo>
                <a:cubicBezTo>
                  <a:pt x="1209419" y="94792"/>
                  <a:pt x="1210344" y="99805"/>
                  <a:pt x="1212151" y="103204"/>
                </a:cubicBezTo>
                <a:lnTo>
                  <a:pt x="1212151" y="104301"/>
                </a:lnTo>
                <a:lnTo>
                  <a:pt x="1193304" y="104301"/>
                </a:lnTo>
                <a:moveTo>
                  <a:pt x="1177879" y="91328"/>
                </a:moveTo>
                <a:cubicBezTo>
                  <a:pt x="1180633" y="91328"/>
                  <a:pt x="1183171" y="90713"/>
                  <a:pt x="1185495" y="89482"/>
                </a:cubicBezTo>
                <a:cubicBezTo>
                  <a:pt x="1187818" y="88252"/>
                  <a:pt x="1189539" y="86600"/>
                  <a:pt x="1190658" y="84527"/>
                </a:cubicBezTo>
                <a:lnTo>
                  <a:pt x="1190658" y="72481"/>
                </a:lnTo>
                <a:lnTo>
                  <a:pt x="1183688" y="72481"/>
                </a:lnTo>
                <a:cubicBezTo>
                  <a:pt x="1174350" y="72481"/>
                  <a:pt x="1169381" y="75719"/>
                  <a:pt x="1168778" y="82195"/>
                </a:cubicBezTo>
                <a:lnTo>
                  <a:pt x="1168714" y="83296"/>
                </a:lnTo>
                <a:cubicBezTo>
                  <a:pt x="1168714" y="85628"/>
                  <a:pt x="1169531" y="87549"/>
                  <a:pt x="1171166" y="89061"/>
                </a:cubicBezTo>
                <a:cubicBezTo>
                  <a:pt x="1172801" y="90572"/>
                  <a:pt x="1175039" y="91328"/>
                  <a:pt x="1177879" y="91328"/>
                </a:cubicBezTo>
                <a:close/>
                <a:moveTo>
                  <a:pt x="1262929" y="51957"/>
                </a:moveTo>
                <a:cubicBezTo>
                  <a:pt x="1260390" y="51613"/>
                  <a:pt x="1258152" y="51441"/>
                  <a:pt x="1256216" y="51441"/>
                </a:cubicBezTo>
                <a:cubicBezTo>
                  <a:pt x="1249159" y="51441"/>
                  <a:pt x="1244534" y="53829"/>
                  <a:pt x="1242339" y="58605"/>
                </a:cubicBezTo>
                <a:lnTo>
                  <a:pt x="1242339" y="104301"/>
                </a:lnTo>
                <a:lnTo>
                  <a:pt x="1223687" y="104301"/>
                </a:lnTo>
                <a:lnTo>
                  <a:pt x="1223687" y="34466"/>
                </a:lnTo>
                <a:lnTo>
                  <a:pt x="1241307" y="34466"/>
                </a:lnTo>
                <a:lnTo>
                  <a:pt x="1241823" y="42792"/>
                </a:lnTo>
                <a:cubicBezTo>
                  <a:pt x="1245567" y="36381"/>
                  <a:pt x="1250752" y="33175"/>
                  <a:pt x="1257378" y="33175"/>
                </a:cubicBezTo>
                <a:cubicBezTo>
                  <a:pt x="1259443" y="33175"/>
                  <a:pt x="1261380" y="33455"/>
                  <a:pt x="1263187" y="34014"/>
                </a:cubicBezTo>
                <a:lnTo>
                  <a:pt x="1262929" y="51957"/>
                </a:lnTo>
                <a:close/>
                <a:moveTo>
                  <a:pt x="1289057" y="34466"/>
                </a:moveTo>
                <a:lnTo>
                  <a:pt x="1289637" y="42534"/>
                </a:lnTo>
                <a:cubicBezTo>
                  <a:pt x="1294629" y="36295"/>
                  <a:pt x="1301320" y="33175"/>
                  <a:pt x="1309710" y="33175"/>
                </a:cubicBezTo>
                <a:cubicBezTo>
                  <a:pt x="1317111" y="33175"/>
                  <a:pt x="1322619" y="35348"/>
                  <a:pt x="1326233" y="39694"/>
                </a:cubicBezTo>
                <a:cubicBezTo>
                  <a:pt x="1329848" y="44040"/>
                  <a:pt x="1331698" y="50537"/>
                  <a:pt x="1331784" y="59186"/>
                </a:cubicBezTo>
                <a:lnTo>
                  <a:pt x="1331784" y="104301"/>
                </a:lnTo>
                <a:lnTo>
                  <a:pt x="1313131" y="104301"/>
                </a:lnTo>
                <a:lnTo>
                  <a:pt x="1313131" y="59637"/>
                </a:lnTo>
                <a:cubicBezTo>
                  <a:pt x="1313131" y="55679"/>
                  <a:pt x="1312270" y="52807"/>
                  <a:pt x="1310549" y="51021"/>
                </a:cubicBezTo>
                <a:cubicBezTo>
                  <a:pt x="1308828" y="49235"/>
                  <a:pt x="1305967" y="48342"/>
                  <a:pt x="1301965" y="48342"/>
                </a:cubicBezTo>
                <a:cubicBezTo>
                  <a:pt x="1296716" y="48342"/>
                  <a:pt x="1292779" y="50580"/>
                  <a:pt x="1290154" y="55055"/>
                </a:cubicBezTo>
                <a:lnTo>
                  <a:pt x="1290154" y="104301"/>
                </a:lnTo>
                <a:lnTo>
                  <a:pt x="1271501" y="104301"/>
                </a:lnTo>
                <a:lnTo>
                  <a:pt x="1271501" y="34466"/>
                </a:lnTo>
                <a:lnTo>
                  <a:pt x="1289057" y="34466"/>
                </a:lnTo>
                <a:close/>
                <a:moveTo>
                  <a:pt x="1365586" y="104301"/>
                </a:moveTo>
                <a:lnTo>
                  <a:pt x="1346869" y="104301"/>
                </a:lnTo>
                <a:lnTo>
                  <a:pt x="1346869" y="34466"/>
                </a:lnTo>
                <a:lnTo>
                  <a:pt x="1365586" y="34466"/>
                </a:lnTo>
                <a:lnTo>
                  <a:pt x="1365586" y="104301"/>
                </a:lnTo>
                <a:moveTo>
                  <a:pt x="1345771" y="16394"/>
                </a:moveTo>
                <a:cubicBezTo>
                  <a:pt x="1345771" y="13597"/>
                  <a:pt x="1346707" y="11295"/>
                  <a:pt x="1348579" y="9488"/>
                </a:cubicBezTo>
                <a:cubicBezTo>
                  <a:pt x="1350451" y="7681"/>
                  <a:pt x="1353000" y="6777"/>
                  <a:pt x="1356227" y="6777"/>
                </a:cubicBezTo>
                <a:cubicBezTo>
                  <a:pt x="1359411" y="6777"/>
                  <a:pt x="1361950" y="7681"/>
                  <a:pt x="1363843" y="9488"/>
                </a:cubicBezTo>
                <a:cubicBezTo>
                  <a:pt x="1365737" y="11295"/>
                  <a:pt x="1366683" y="13597"/>
                  <a:pt x="1366683" y="16394"/>
                </a:cubicBezTo>
                <a:cubicBezTo>
                  <a:pt x="1366683" y="19234"/>
                  <a:pt x="1365726" y="21557"/>
                  <a:pt x="1363811" y="23364"/>
                </a:cubicBezTo>
                <a:cubicBezTo>
                  <a:pt x="1361896" y="25172"/>
                  <a:pt x="1359368" y="26075"/>
                  <a:pt x="1356227" y="26075"/>
                </a:cubicBezTo>
                <a:cubicBezTo>
                  <a:pt x="1353086" y="26075"/>
                  <a:pt x="1350558" y="25172"/>
                  <a:pt x="1348643" y="23364"/>
                </a:cubicBezTo>
                <a:cubicBezTo>
                  <a:pt x="1346729" y="21557"/>
                  <a:pt x="1345771" y="19234"/>
                  <a:pt x="1345771" y="16394"/>
                </a:cubicBezTo>
                <a:close/>
                <a:moveTo>
                  <a:pt x="1398107" y="34466"/>
                </a:moveTo>
                <a:lnTo>
                  <a:pt x="1398688" y="42534"/>
                </a:lnTo>
                <a:cubicBezTo>
                  <a:pt x="1403679" y="36295"/>
                  <a:pt x="1410370" y="33175"/>
                  <a:pt x="1418761" y="33175"/>
                </a:cubicBezTo>
                <a:cubicBezTo>
                  <a:pt x="1426161" y="33175"/>
                  <a:pt x="1431669" y="35348"/>
                  <a:pt x="1435283" y="39694"/>
                </a:cubicBezTo>
                <a:cubicBezTo>
                  <a:pt x="1438898" y="44040"/>
                  <a:pt x="1440748" y="50537"/>
                  <a:pt x="1440834" y="59186"/>
                </a:cubicBezTo>
                <a:lnTo>
                  <a:pt x="1440834" y="104301"/>
                </a:lnTo>
                <a:lnTo>
                  <a:pt x="1422181" y="104301"/>
                </a:lnTo>
                <a:lnTo>
                  <a:pt x="1422181" y="59637"/>
                </a:lnTo>
                <a:cubicBezTo>
                  <a:pt x="1422181" y="55679"/>
                  <a:pt x="1421321" y="52807"/>
                  <a:pt x="1419600" y="51021"/>
                </a:cubicBezTo>
                <a:cubicBezTo>
                  <a:pt x="1417878" y="49235"/>
                  <a:pt x="1415017" y="48342"/>
                  <a:pt x="1411015" y="48342"/>
                </a:cubicBezTo>
                <a:cubicBezTo>
                  <a:pt x="1405766" y="48342"/>
                  <a:pt x="1401829" y="50580"/>
                  <a:pt x="1399204" y="55055"/>
                </a:cubicBezTo>
                <a:lnTo>
                  <a:pt x="1399204" y="104301"/>
                </a:lnTo>
                <a:lnTo>
                  <a:pt x="1380551" y="104301"/>
                </a:lnTo>
                <a:lnTo>
                  <a:pt x="1380551" y="34466"/>
                </a:lnTo>
                <a:lnTo>
                  <a:pt x="1398107" y="34466"/>
                </a:lnTo>
                <a:close/>
                <a:moveTo>
                  <a:pt x="1452240" y="68867"/>
                </a:moveTo>
                <a:cubicBezTo>
                  <a:pt x="1452240" y="58153"/>
                  <a:pt x="1454790" y="49526"/>
                  <a:pt x="1459888" y="42985"/>
                </a:cubicBezTo>
                <a:cubicBezTo>
                  <a:pt x="1464987" y="36445"/>
                  <a:pt x="1471861" y="33175"/>
                  <a:pt x="1480510" y="33175"/>
                </a:cubicBezTo>
                <a:cubicBezTo>
                  <a:pt x="1488169" y="33175"/>
                  <a:pt x="1494128" y="35800"/>
                  <a:pt x="1498388" y="41049"/>
                </a:cubicBezTo>
                <a:lnTo>
                  <a:pt x="1499163" y="34466"/>
                </a:lnTo>
                <a:lnTo>
                  <a:pt x="1516073" y="34466"/>
                </a:lnTo>
                <a:lnTo>
                  <a:pt x="1516073" y="101977"/>
                </a:lnTo>
                <a:cubicBezTo>
                  <a:pt x="1516073" y="108087"/>
                  <a:pt x="1514685" y="113402"/>
                  <a:pt x="1511910" y="117919"/>
                </a:cubicBezTo>
                <a:cubicBezTo>
                  <a:pt x="1509135" y="122437"/>
                  <a:pt x="1505230" y="125880"/>
                  <a:pt x="1500195" y="128246"/>
                </a:cubicBezTo>
                <a:cubicBezTo>
                  <a:pt x="1495161" y="130613"/>
                  <a:pt x="1489266" y="131796"/>
                  <a:pt x="1482511" y="131796"/>
                </a:cubicBezTo>
                <a:cubicBezTo>
                  <a:pt x="1477390" y="131796"/>
                  <a:pt x="1472399" y="130774"/>
                  <a:pt x="1467537" y="128730"/>
                </a:cubicBezTo>
                <a:cubicBezTo>
                  <a:pt x="1462675" y="126687"/>
                  <a:pt x="1458996" y="124051"/>
                  <a:pt x="1456500" y="120824"/>
                </a:cubicBezTo>
                <a:lnTo>
                  <a:pt x="1464761" y="109464"/>
                </a:lnTo>
                <a:cubicBezTo>
                  <a:pt x="1469409" y="114671"/>
                  <a:pt x="1475045" y="117274"/>
                  <a:pt x="1481672" y="117274"/>
                </a:cubicBezTo>
                <a:cubicBezTo>
                  <a:pt x="1486620" y="117274"/>
                  <a:pt x="1490471" y="115951"/>
                  <a:pt x="1493225" y="113305"/>
                </a:cubicBezTo>
                <a:cubicBezTo>
                  <a:pt x="1495979" y="110658"/>
                  <a:pt x="1497356" y="106904"/>
                  <a:pt x="1497356" y="102042"/>
                </a:cubicBezTo>
                <a:lnTo>
                  <a:pt x="1497356" y="98299"/>
                </a:lnTo>
                <a:cubicBezTo>
                  <a:pt x="1493053" y="103161"/>
                  <a:pt x="1487394" y="105592"/>
                  <a:pt x="1480381" y="105592"/>
                </a:cubicBezTo>
                <a:cubicBezTo>
                  <a:pt x="1471990" y="105592"/>
                  <a:pt x="1465202" y="102311"/>
                  <a:pt x="1460018" y="95749"/>
                </a:cubicBezTo>
                <a:cubicBezTo>
                  <a:pt x="1454833" y="89187"/>
                  <a:pt x="1452240" y="80485"/>
                  <a:pt x="1452240" y="69642"/>
                </a:cubicBezTo>
                <a:lnTo>
                  <a:pt x="1452240" y="68867"/>
                </a:lnTo>
                <a:moveTo>
                  <a:pt x="1470893" y="70222"/>
                </a:moveTo>
                <a:cubicBezTo>
                  <a:pt x="1470893" y="76548"/>
                  <a:pt x="1472162" y="81507"/>
                  <a:pt x="1474701" y="85100"/>
                </a:cubicBezTo>
                <a:cubicBezTo>
                  <a:pt x="1477240" y="88692"/>
                  <a:pt x="1480725" y="90489"/>
                  <a:pt x="1485157" y="90489"/>
                </a:cubicBezTo>
                <a:cubicBezTo>
                  <a:pt x="1490837" y="90489"/>
                  <a:pt x="1494903" y="88359"/>
                  <a:pt x="1497356" y="84099"/>
                </a:cubicBezTo>
                <a:lnTo>
                  <a:pt x="1497356" y="54732"/>
                </a:lnTo>
                <a:cubicBezTo>
                  <a:pt x="1494860" y="50472"/>
                  <a:pt x="1490837" y="48342"/>
                  <a:pt x="1485286" y="48342"/>
                </a:cubicBezTo>
                <a:cubicBezTo>
                  <a:pt x="1480811" y="48342"/>
                  <a:pt x="1477293" y="50171"/>
                  <a:pt x="1474733" y="53829"/>
                </a:cubicBezTo>
                <a:cubicBezTo>
                  <a:pt x="1472173" y="57486"/>
                  <a:pt x="1470893" y="62951"/>
                  <a:pt x="1470893" y="702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ResponsetoFailure">
            <a:extLst xmlns:a="http://schemas.openxmlformats.org/drawingml/2006/main">
              <a:ext uri="{FF2B5EF4-FFF2-40B4-BE49-F238E27FC236}">
                <a16:creationId xmlns:a16="http://schemas.microsoft.com/office/drawing/2014/main" id="{A19289DE-A88C-4C50-AA47-A438998B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1028" y="4156260"/>
            <a:ext cx="1166531" cy="125987"/>
          </a:xfrm>
          <a:custGeom xmlns:a="http://schemas.openxmlformats.org/drawingml/2006/main">
            <a:pathLst>
              <a:path w="1166531" h="125987">
                <a:moveTo>
                  <a:pt x="34789" y="64736"/>
                </a:moveTo>
                <a:lnTo>
                  <a:pt x="19363" y="64736"/>
                </a:lnTo>
                <a:lnTo>
                  <a:pt x="19363" y="99138"/>
                </a:lnTo>
                <a:lnTo>
                  <a:pt x="0" y="99138"/>
                </a:lnTo>
                <a:lnTo>
                  <a:pt x="0" y="5163"/>
                </a:lnTo>
                <a:lnTo>
                  <a:pt x="34918" y="5163"/>
                </a:lnTo>
                <a:cubicBezTo>
                  <a:pt x="46019" y="5163"/>
                  <a:pt x="54582" y="7638"/>
                  <a:pt x="60606" y="12586"/>
                </a:cubicBezTo>
                <a:cubicBezTo>
                  <a:pt x="66630" y="17534"/>
                  <a:pt x="69642" y="24526"/>
                  <a:pt x="69642" y="33562"/>
                </a:cubicBezTo>
                <a:cubicBezTo>
                  <a:pt x="69642" y="39973"/>
                  <a:pt x="68254" y="45320"/>
                  <a:pt x="65479" y="49601"/>
                </a:cubicBezTo>
                <a:cubicBezTo>
                  <a:pt x="62703" y="53882"/>
                  <a:pt x="58497" y="57292"/>
                  <a:pt x="52860" y="59831"/>
                </a:cubicBezTo>
                <a:lnTo>
                  <a:pt x="73191" y="98234"/>
                </a:lnTo>
                <a:lnTo>
                  <a:pt x="73191" y="99138"/>
                </a:lnTo>
                <a:lnTo>
                  <a:pt x="52409" y="99138"/>
                </a:lnTo>
                <a:lnTo>
                  <a:pt x="34789" y="64736"/>
                </a:lnTo>
                <a:moveTo>
                  <a:pt x="19363" y="49052"/>
                </a:moveTo>
                <a:lnTo>
                  <a:pt x="34982" y="49052"/>
                </a:lnTo>
                <a:cubicBezTo>
                  <a:pt x="39844" y="49052"/>
                  <a:pt x="43609" y="47815"/>
                  <a:pt x="46277" y="45341"/>
                </a:cubicBezTo>
                <a:cubicBezTo>
                  <a:pt x="48945" y="42867"/>
                  <a:pt x="50279" y="39457"/>
                  <a:pt x="50279" y="35111"/>
                </a:cubicBezTo>
                <a:cubicBezTo>
                  <a:pt x="50279" y="30679"/>
                  <a:pt x="49020" y="27194"/>
                  <a:pt x="46503" y="24655"/>
                </a:cubicBezTo>
                <a:cubicBezTo>
                  <a:pt x="43986" y="22117"/>
                  <a:pt x="40124" y="20847"/>
                  <a:pt x="34918" y="20847"/>
                </a:cubicBezTo>
                <a:lnTo>
                  <a:pt x="19363" y="20847"/>
                </a:lnTo>
                <a:lnTo>
                  <a:pt x="19363" y="49052"/>
                </a:lnTo>
                <a:close/>
                <a:moveTo>
                  <a:pt x="115253" y="100428"/>
                </a:moveTo>
                <a:cubicBezTo>
                  <a:pt x="105012" y="100428"/>
                  <a:pt x="96675" y="97287"/>
                  <a:pt x="90242" y="91005"/>
                </a:cubicBezTo>
                <a:cubicBezTo>
                  <a:pt x="83810" y="84723"/>
                  <a:pt x="80593" y="76354"/>
                  <a:pt x="80593" y="65898"/>
                </a:cubicBezTo>
                <a:lnTo>
                  <a:pt x="80593" y="64091"/>
                </a:lnTo>
                <a:cubicBezTo>
                  <a:pt x="80593" y="57077"/>
                  <a:pt x="81949" y="50806"/>
                  <a:pt x="84660" y="45277"/>
                </a:cubicBezTo>
                <a:cubicBezTo>
                  <a:pt x="87370" y="39748"/>
                  <a:pt x="91211" y="35488"/>
                  <a:pt x="96180" y="32497"/>
                </a:cubicBezTo>
                <a:cubicBezTo>
                  <a:pt x="101150" y="29507"/>
                  <a:pt x="106819" y="28012"/>
                  <a:pt x="113187" y="28012"/>
                </a:cubicBezTo>
                <a:cubicBezTo>
                  <a:pt x="122740" y="28012"/>
                  <a:pt x="130259" y="31024"/>
                  <a:pt x="135745" y="37048"/>
                </a:cubicBezTo>
                <a:cubicBezTo>
                  <a:pt x="141231" y="43071"/>
                  <a:pt x="143974" y="51613"/>
                  <a:pt x="143974" y="62671"/>
                </a:cubicBezTo>
                <a:lnTo>
                  <a:pt x="143974" y="70287"/>
                </a:lnTo>
                <a:lnTo>
                  <a:pt x="99504" y="70287"/>
                </a:lnTo>
                <a:cubicBezTo>
                  <a:pt x="100107" y="74848"/>
                  <a:pt x="101925" y="78505"/>
                  <a:pt x="104958" y="81259"/>
                </a:cubicBezTo>
                <a:cubicBezTo>
                  <a:pt x="107992" y="84013"/>
                  <a:pt x="111832" y="85390"/>
                  <a:pt x="116479" y="85390"/>
                </a:cubicBezTo>
                <a:cubicBezTo>
                  <a:pt x="123665" y="85390"/>
                  <a:pt x="129280" y="82787"/>
                  <a:pt x="133325" y="77580"/>
                </a:cubicBezTo>
                <a:lnTo>
                  <a:pt x="142490" y="87843"/>
                </a:lnTo>
                <a:cubicBezTo>
                  <a:pt x="139693" y="91801"/>
                  <a:pt x="135906" y="94889"/>
                  <a:pt x="131130" y="97104"/>
                </a:cubicBezTo>
                <a:cubicBezTo>
                  <a:pt x="126354" y="99320"/>
                  <a:pt x="121062" y="100428"/>
                  <a:pt x="115253" y="100428"/>
                </a:cubicBezTo>
                <a:moveTo>
                  <a:pt x="113123" y="43115"/>
                </a:moveTo>
                <a:cubicBezTo>
                  <a:pt x="109422" y="43115"/>
                  <a:pt x="106421" y="44362"/>
                  <a:pt x="104119" y="46858"/>
                </a:cubicBezTo>
                <a:cubicBezTo>
                  <a:pt x="101817" y="49354"/>
                  <a:pt x="100343" y="52925"/>
                  <a:pt x="99698" y="57572"/>
                </a:cubicBezTo>
                <a:lnTo>
                  <a:pt x="125644" y="57572"/>
                </a:lnTo>
                <a:lnTo>
                  <a:pt x="125644" y="56088"/>
                </a:lnTo>
                <a:cubicBezTo>
                  <a:pt x="125558" y="51957"/>
                  <a:pt x="124439" y="48762"/>
                  <a:pt x="122288" y="46503"/>
                </a:cubicBezTo>
                <a:cubicBezTo>
                  <a:pt x="120137" y="44244"/>
                  <a:pt x="117081" y="43115"/>
                  <a:pt x="113123" y="43115"/>
                </a:cubicBezTo>
                <a:close/>
                <a:moveTo>
                  <a:pt x="192364" y="79839"/>
                </a:moveTo>
                <a:cubicBezTo>
                  <a:pt x="192364" y="77559"/>
                  <a:pt x="191234" y="75762"/>
                  <a:pt x="188975" y="74450"/>
                </a:cubicBezTo>
                <a:cubicBezTo>
                  <a:pt x="186716" y="73138"/>
                  <a:pt x="183091" y="71965"/>
                  <a:pt x="178100" y="70932"/>
                </a:cubicBezTo>
                <a:cubicBezTo>
                  <a:pt x="161491" y="67447"/>
                  <a:pt x="153186" y="60390"/>
                  <a:pt x="153186" y="49762"/>
                </a:cubicBezTo>
                <a:cubicBezTo>
                  <a:pt x="153186" y="43566"/>
                  <a:pt x="155757" y="38392"/>
                  <a:pt x="160899" y="34240"/>
                </a:cubicBezTo>
                <a:cubicBezTo>
                  <a:pt x="166041" y="30088"/>
                  <a:pt x="172764" y="28012"/>
                  <a:pt x="181069" y="28012"/>
                </a:cubicBezTo>
                <a:cubicBezTo>
                  <a:pt x="189933" y="28012"/>
                  <a:pt x="197022" y="30098"/>
                  <a:pt x="202336" y="34272"/>
                </a:cubicBezTo>
                <a:cubicBezTo>
                  <a:pt x="207650" y="38446"/>
                  <a:pt x="210307" y="43868"/>
                  <a:pt x="210307" y="50537"/>
                </a:cubicBezTo>
                <a:lnTo>
                  <a:pt x="191654" y="50537"/>
                </a:lnTo>
                <a:cubicBezTo>
                  <a:pt x="191654" y="47869"/>
                  <a:pt x="190793" y="45664"/>
                  <a:pt x="189072" y="43921"/>
                </a:cubicBezTo>
                <a:cubicBezTo>
                  <a:pt x="187351" y="42179"/>
                  <a:pt x="184662" y="41307"/>
                  <a:pt x="181004" y="41307"/>
                </a:cubicBezTo>
                <a:cubicBezTo>
                  <a:pt x="177863" y="41307"/>
                  <a:pt x="175432" y="42017"/>
                  <a:pt x="173711" y="43437"/>
                </a:cubicBezTo>
                <a:cubicBezTo>
                  <a:pt x="171990" y="44857"/>
                  <a:pt x="171129" y="46664"/>
                  <a:pt x="171129" y="48859"/>
                </a:cubicBezTo>
                <a:cubicBezTo>
                  <a:pt x="171129" y="50924"/>
                  <a:pt x="172108" y="52592"/>
                  <a:pt x="174066" y="53861"/>
                </a:cubicBezTo>
                <a:cubicBezTo>
                  <a:pt x="176024" y="55130"/>
                  <a:pt x="179326" y="56227"/>
                  <a:pt x="183973" y="57153"/>
                </a:cubicBezTo>
                <a:cubicBezTo>
                  <a:pt x="188620" y="58078"/>
                  <a:pt x="192536" y="59121"/>
                  <a:pt x="195720" y="60283"/>
                </a:cubicBezTo>
                <a:cubicBezTo>
                  <a:pt x="205573" y="63897"/>
                  <a:pt x="210500" y="70158"/>
                  <a:pt x="210500" y="79065"/>
                </a:cubicBezTo>
                <a:cubicBezTo>
                  <a:pt x="210500" y="85433"/>
                  <a:pt x="207768" y="90586"/>
                  <a:pt x="202303" y="94523"/>
                </a:cubicBezTo>
                <a:cubicBezTo>
                  <a:pt x="196839" y="98460"/>
                  <a:pt x="189782" y="100428"/>
                  <a:pt x="181133" y="100428"/>
                </a:cubicBezTo>
                <a:cubicBezTo>
                  <a:pt x="175281" y="100428"/>
                  <a:pt x="170086" y="99385"/>
                  <a:pt x="165546" y="97298"/>
                </a:cubicBezTo>
                <a:cubicBezTo>
                  <a:pt x="161007" y="95211"/>
                  <a:pt x="157446" y="92350"/>
                  <a:pt x="154864" y="88714"/>
                </a:cubicBezTo>
                <a:cubicBezTo>
                  <a:pt x="152283" y="85078"/>
                  <a:pt x="150992" y="81152"/>
                  <a:pt x="150992" y="76935"/>
                </a:cubicBezTo>
                <a:lnTo>
                  <a:pt x="168677" y="76935"/>
                </a:lnTo>
                <a:cubicBezTo>
                  <a:pt x="168849" y="80248"/>
                  <a:pt x="170075" y="82787"/>
                  <a:pt x="172356" y="84551"/>
                </a:cubicBezTo>
                <a:cubicBezTo>
                  <a:pt x="174636" y="86315"/>
                  <a:pt x="177691" y="87197"/>
                  <a:pt x="181521" y="87197"/>
                </a:cubicBezTo>
                <a:cubicBezTo>
                  <a:pt x="185092" y="87197"/>
                  <a:pt x="187792" y="86519"/>
                  <a:pt x="189621" y="85164"/>
                </a:cubicBezTo>
                <a:cubicBezTo>
                  <a:pt x="191449" y="83809"/>
                  <a:pt x="192364" y="82034"/>
                  <a:pt x="192364" y="79839"/>
                </a:cubicBezTo>
                <a:close/>
                <a:moveTo>
                  <a:pt x="285353" y="64865"/>
                </a:moveTo>
                <a:cubicBezTo>
                  <a:pt x="285353" y="75623"/>
                  <a:pt x="282911" y="84239"/>
                  <a:pt x="278027" y="90715"/>
                </a:cubicBezTo>
                <a:cubicBezTo>
                  <a:pt x="273144" y="97191"/>
                  <a:pt x="266550" y="100428"/>
                  <a:pt x="258245" y="100428"/>
                </a:cubicBezTo>
                <a:cubicBezTo>
                  <a:pt x="251188" y="100428"/>
                  <a:pt x="245487" y="97976"/>
                  <a:pt x="241141" y="93071"/>
                </a:cubicBezTo>
                <a:lnTo>
                  <a:pt x="241141" y="125987"/>
                </a:lnTo>
                <a:lnTo>
                  <a:pt x="222488" y="125987"/>
                </a:lnTo>
                <a:lnTo>
                  <a:pt x="222488" y="29302"/>
                </a:lnTo>
                <a:lnTo>
                  <a:pt x="239786" y="29302"/>
                </a:lnTo>
                <a:lnTo>
                  <a:pt x="240431" y="36144"/>
                </a:lnTo>
                <a:cubicBezTo>
                  <a:pt x="244949" y="30722"/>
                  <a:pt x="250844" y="28012"/>
                  <a:pt x="258116" y="28012"/>
                </a:cubicBezTo>
                <a:cubicBezTo>
                  <a:pt x="266722" y="28012"/>
                  <a:pt x="273413" y="31196"/>
                  <a:pt x="278189" y="37564"/>
                </a:cubicBezTo>
                <a:cubicBezTo>
                  <a:pt x="282965" y="43932"/>
                  <a:pt x="285353" y="52710"/>
                  <a:pt x="285353" y="63897"/>
                </a:cubicBezTo>
                <a:lnTo>
                  <a:pt x="285353" y="64865"/>
                </a:lnTo>
                <a:moveTo>
                  <a:pt x="266700" y="63510"/>
                </a:moveTo>
                <a:cubicBezTo>
                  <a:pt x="266700" y="57013"/>
                  <a:pt x="265549" y="52000"/>
                  <a:pt x="263247" y="48472"/>
                </a:cubicBezTo>
                <a:cubicBezTo>
                  <a:pt x="260945" y="44943"/>
                  <a:pt x="257600" y="43179"/>
                  <a:pt x="253211" y="43179"/>
                </a:cubicBezTo>
                <a:cubicBezTo>
                  <a:pt x="247359" y="43179"/>
                  <a:pt x="243336" y="45417"/>
                  <a:pt x="241141" y="49891"/>
                </a:cubicBezTo>
                <a:lnTo>
                  <a:pt x="241141" y="78484"/>
                </a:lnTo>
                <a:cubicBezTo>
                  <a:pt x="243422" y="83088"/>
                  <a:pt x="247488" y="85390"/>
                  <a:pt x="253340" y="85390"/>
                </a:cubicBezTo>
                <a:cubicBezTo>
                  <a:pt x="262247" y="85390"/>
                  <a:pt x="266700" y="78097"/>
                  <a:pt x="266700" y="63510"/>
                </a:cubicBezTo>
                <a:close/>
                <a:moveTo>
                  <a:pt x="293983" y="63575"/>
                </a:moveTo>
                <a:cubicBezTo>
                  <a:pt x="293983" y="56647"/>
                  <a:pt x="295317" y="50472"/>
                  <a:pt x="297985" y="45051"/>
                </a:cubicBezTo>
                <a:cubicBezTo>
                  <a:pt x="300653" y="39629"/>
                  <a:pt x="304493" y="35434"/>
                  <a:pt x="309506" y="32465"/>
                </a:cubicBezTo>
                <a:cubicBezTo>
                  <a:pt x="314519" y="29496"/>
                  <a:pt x="320338" y="28012"/>
                  <a:pt x="326965" y="28012"/>
                </a:cubicBezTo>
                <a:cubicBezTo>
                  <a:pt x="336388" y="28012"/>
                  <a:pt x="344079" y="30894"/>
                  <a:pt x="350039" y="36660"/>
                </a:cubicBezTo>
                <a:cubicBezTo>
                  <a:pt x="355998" y="42426"/>
                  <a:pt x="359322" y="50257"/>
                  <a:pt x="360011" y="60154"/>
                </a:cubicBezTo>
                <a:lnTo>
                  <a:pt x="360140" y="64930"/>
                </a:lnTo>
                <a:cubicBezTo>
                  <a:pt x="360140" y="75644"/>
                  <a:pt x="357149" y="84239"/>
                  <a:pt x="351168" y="90715"/>
                </a:cubicBezTo>
                <a:cubicBezTo>
                  <a:pt x="345187" y="97191"/>
                  <a:pt x="337162" y="100428"/>
                  <a:pt x="327094" y="100428"/>
                </a:cubicBezTo>
                <a:cubicBezTo>
                  <a:pt x="317025" y="100428"/>
                  <a:pt x="308990" y="97201"/>
                  <a:pt x="302987" y="90747"/>
                </a:cubicBezTo>
                <a:cubicBezTo>
                  <a:pt x="296985" y="84293"/>
                  <a:pt x="293983" y="75515"/>
                  <a:pt x="293983" y="64414"/>
                </a:cubicBezTo>
                <a:lnTo>
                  <a:pt x="293983" y="63575"/>
                </a:lnTo>
                <a:moveTo>
                  <a:pt x="312636" y="64930"/>
                </a:moveTo>
                <a:cubicBezTo>
                  <a:pt x="312636" y="71556"/>
                  <a:pt x="313884" y="76623"/>
                  <a:pt x="316380" y="80130"/>
                </a:cubicBezTo>
                <a:cubicBezTo>
                  <a:pt x="318875" y="83637"/>
                  <a:pt x="322447" y="85390"/>
                  <a:pt x="327094" y="85390"/>
                </a:cubicBezTo>
                <a:cubicBezTo>
                  <a:pt x="331612" y="85390"/>
                  <a:pt x="335140" y="83658"/>
                  <a:pt x="337679" y="80194"/>
                </a:cubicBezTo>
                <a:cubicBezTo>
                  <a:pt x="340217" y="76731"/>
                  <a:pt x="341487" y="71191"/>
                  <a:pt x="341487" y="63575"/>
                </a:cubicBezTo>
                <a:cubicBezTo>
                  <a:pt x="341487" y="57077"/>
                  <a:pt x="340217" y="52043"/>
                  <a:pt x="337679" y="48472"/>
                </a:cubicBezTo>
                <a:cubicBezTo>
                  <a:pt x="335140" y="44900"/>
                  <a:pt x="331569" y="43115"/>
                  <a:pt x="326965" y="43115"/>
                </a:cubicBezTo>
                <a:cubicBezTo>
                  <a:pt x="322404" y="43115"/>
                  <a:pt x="318875" y="44889"/>
                  <a:pt x="316380" y="48439"/>
                </a:cubicBezTo>
                <a:cubicBezTo>
                  <a:pt x="313884" y="51989"/>
                  <a:pt x="312636" y="57486"/>
                  <a:pt x="312636" y="64930"/>
                </a:cubicBezTo>
                <a:close/>
                <a:moveTo>
                  <a:pt x="388778" y="29302"/>
                </a:moveTo>
                <a:lnTo>
                  <a:pt x="389359" y="37370"/>
                </a:lnTo>
                <a:cubicBezTo>
                  <a:pt x="394350" y="31131"/>
                  <a:pt x="401041" y="28012"/>
                  <a:pt x="409432" y="28012"/>
                </a:cubicBezTo>
                <a:cubicBezTo>
                  <a:pt x="416833" y="28012"/>
                  <a:pt x="422340" y="30184"/>
                  <a:pt x="425955" y="34530"/>
                </a:cubicBezTo>
                <a:cubicBezTo>
                  <a:pt x="429569" y="38876"/>
                  <a:pt x="431419" y="45374"/>
                  <a:pt x="431505" y="54022"/>
                </a:cubicBezTo>
                <a:lnTo>
                  <a:pt x="431505" y="99138"/>
                </a:lnTo>
                <a:lnTo>
                  <a:pt x="412852" y="99138"/>
                </a:lnTo>
                <a:lnTo>
                  <a:pt x="412852" y="54474"/>
                </a:lnTo>
                <a:cubicBezTo>
                  <a:pt x="412852" y="50515"/>
                  <a:pt x="411992" y="47643"/>
                  <a:pt x="410271" y="45858"/>
                </a:cubicBezTo>
                <a:cubicBezTo>
                  <a:pt x="408550" y="44072"/>
                  <a:pt x="405688" y="43179"/>
                  <a:pt x="401687" y="43179"/>
                </a:cubicBezTo>
                <a:cubicBezTo>
                  <a:pt x="396437" y="43179"/>
                  <a:pt x="392500" y="45417"/>
                  <a:pt x="389875" y="49891"/>
                </a:cubicBezTo>
                <a:lnTo>
                  <a:pt x="389875" y="99138"/>
                </a:lnTo>
                <a:lnTo>
                  <a:pt x="371222" y="99138"/>
                </a:lnTo>
                <a:lnTo>
                  <a:pt x="371222" y="29302"/>
                </a:lnTo>
                <a:lnTo>
                  <a:pt x="388778" y="29302"/>
                </a:lnTo>
                <a:close/>
                <a:moveTo>
                  <a:pt x="483444" y="79839"/>
                </a:moveTo>
                <a:cubicBezTo>
                  <a:pt x="483444" y="77559"/>
                  <a:pt x="482315" y="75762"/>
                  <a:pt x="480056" y="74450"/>
                </a:cubicBezTo>
                <a:cubicBezTo>
                  <a:pt x="477797" y="73138"/>
                  <a:pt x="474171" y="71965"/>
                  <a:pt x="469180" y="70932"/>
                </a:cubicBezTo>
                <a:cubicBezTo>
                  <a:pt x="452571" y="67447"/>
                  <a:pt x="444267" y="60390"/>
                  <a:pt x="444267" y="49762"/>
                </a:cubicBezTo>
                <a:cubicBezTo>
                  <a:pt x="444267" y="43566"/>
                  <a:pt x="446838" y="38392"/>
                  <a:pt x="451980" y="34240"/>
                </a:cubicBezTo>
                <a:cubicBezTo>
                  <a:pt x="457121" y="30088"/>
                  <a:pt x="463845" y="28012"/>
                  <a:pt x="472149" y="28012"/>
                </a:cubicBezTo>
                <a:cubicBezTo>
                  <a:pt x="481013" y="28012"/>
                  <a:pt x="488102" y="30098"/>
                  <a:pt x="493416" y="34272"/>
                </a:cubicBezTo>
                <a:cubicBezTo>
                  <a:pt x="498730" y="38446"/>
                  <a:pt x="501387" y="43868"/>
                  <a:pt x="501387" y="50537"/>
                </a:cubicBezTo>
                <a:lnTo>
                  <a:pt x="482734" y="50537"/>
                </a:lnTo>
                <a:cubicBezTo>
                  <a:pt x="482734" y="47869"/>
                  <a:pt x="481874" y="45664"/>
                  <a:pt x="480152" y="43921"/>
                </a:cubicBezTo>
                <a:cubicBezTo>
                  <a:pt x="478431" y="42179"/>
                  <a:pt x="475742" y="41307"/>
                  <a:pt x="472085" y="41307"/>
                </a:cubicBezTo>
                <a:cubicBezTo>
                  <a:pt x="468944" y="41307"/>
                  <a:pt x="466512" y="42017"/>
                  <a:pt x="464791" y="43437"/>
                </a:cubicBezTo>
                <a:cubicBezTo>
                  <a:pt x="463070" y="44857"/>
                  <a:pt x="462210" y="46664"/>
                  <a:pt x="462210" y="48859"/>
                </a:cubicBezTo>
                <a:cubicBezTo>
                  <a:pt x="462210" y="50924"/>
                  <a:pt x="463188" y="52592"/>
                  <a:pt x="465146" y="53861"/>
                </a:cubicBezTo>
                <a:cubicBezTo>
                  <a:pt x="467104" y="55130"/>
                  <a:pt x="470407" y="56227"/>
                  <a:pt x="475054" y="57153"/>
                </a:cubicBezTo>
                <a:cubicBezTo>
                  <a:pt x="479701" y="58078"/>
                  <a:pt x="483616" y="59121"/>
                  <a:pt x="486800" y="60283"/>
                </a:cubicBezTo>
                <a:cubicBezTo>
                  <a:pt x="496654" y="63897"/>
                  <a:pt x="501581" y="70158"/>
                  <a:pt x="501581" y="79065"/>
                </a:cubicBezTo>
                <a:cubicBezTo>
                  <a:pt x="501581" y="85433"/>
                  <a:pt x="498848" y="90586"/>
                  <a:pt x="493384" y="94523"/>
                </a:cubicBezTo>
                <a:cubicBezTo>
                  <a:pt x="487919" y="98460"/>
                  <a:pt x="480862" y="100428"/>
                  <a:pt x="472214" y="100428"/>
                </a:cubicBezTo>
                <a:cubicBezTo>
                  <a:pt x="466362" y="100428"/>
                  <a:pt x="461166" y="99385"/>
                  <a:pt x="456627" y="97298"/>
                </a:cubicBezTo>
                <a:cubicBezTo>
                  <a:pt x="452087" y="95211"/>
                  <a:pt x="448527" y="92350"/>
                  <a:pt x="445945" y="88714"/>
                </a:cubicBezTo>
                <a:cubicBezTo>
                  <a:pt x="443363" y="85078"/>
                  <a:pt x="442072" y="81152"/>
                  <a:pt x="442072" y="76935"/>
                </a:cubicBezTo>
                <a:lnTo>
                  <a:pt x="459757" y="76935"/>
                </a:lnTo>
                <a:cubicBezTo>
                  <a:pt x="459929" y="80248"/>
                  <a:pt x="461155" y="82787"/>
                  <a:pt x="463436" y="84551"/>
                </a:cubicBezTo>
                <a:cubicBezTo>
                  <a:pt x="465716" y="86315"/>
                  <a:pt x="468771" y="87197"/>
                  <a:pt x="472601" y="87197"/>
                </a:cubicBezTo>
                <a:cubicBezTo>
                  <a:pt x="476172" y="87197"/>
                  <a:pt x="478872" y="86519"/>
                  <a:pt x="480701" y="85164"/>
                </a:cubicBezTo>
                <a:cubicBezTo>
                  <a:pt x="482530" y="83809"/>
                  <a:pt x="483444" y="82034"/>
                  <a:pt x="483444" y="79839"/>
                </a:cubicBezTo>
                <a:close/>
                <a:moveTo>
                  <a:pt x="545711" y="100428"/>
                </a:moveTo>
                <a:cubicBezTo>
                  <a:pt x="535470" y="100428"/>
                  <a:pt x="527134" y="97287"/>
                  <a:pt x="520701" y="91005"/>
                </a:cubicBezTo>
                <a:cubicBezTo>
                  <a:pt x="514268" y="84723"/>
                  <a:pt x="511052" y="76354"/>
                  <a:pt x="511052" y="65898"/>
                </a:cubicBezTo>
                <a:lnTo>
                  <a:pt x="511052" y="64091"/>
                </a:lnTo>
                <a:cubicBezTo>
                  <a:pt x="511052" y="57077"/>
                  <a:pt x="512407" y="50806"/>
                  <a:pt x="515118" y="45277"/>
                </a:cubicBezTo>
                <a:cubicBezTo>
                  <a:pt x="517829" y="39748"/>
                  <a:pt x="521669" y="35488"/>
                  <a:pt x="526639" y="32497"/>
                </a:cubicBezTo>
                <a:cubicBezTo>
                  <a:pt x="531609" y="29507"/>
                  <a:pt x="537278" y="28012"/>
                  <a:pt x="543646" y="28012"/>
                </a:cubicBezTo>
                <a:cubicBezTo>
                  <a:pt x="553198" y="28012"/>
                  <a:pt x="560717" y="31024"/>
                  <a:pt x="566203" y="37048"/>
                </a:cubicBezTo>
                <a:cubicBezTo>
                  <a:pt x="571690" y="43071"/>
                  <a:pt x="574433" y="51613"/>
                  <a:pt x="574433" y="62671"/>
                </a:cubicBezTo>
                <a:lnTo>
                  <a:pt x="574433" y="70287"/>
                </a:lnTo>
                <a:lnTo>
                  <a:pt x="529963" y="70287"/>
                </a:lnTo>
                <a:cubicBezTo>
                  <a:pt x="530565" y="74848"/>
                  <a:pt x="532383" y="78505"/>
                  <a:pt x="535417" y="81259"/>
                </a:cubicBezTo>
                <a:cubicBezTo>
                  <a:pt x="538450" y="84013"/>
                  <a:pt x="542290" y="85390"/>
                  <a:pt x="546937" y="85390"/>
                </a:cubicBezTo>
                <a:cubicBezTo>
                  <a:pt x="554123" y="85390"/>
                  <a:pt x="559738" y="82787"/>
                  <a:pt x="563783" y="77580"/>
                </a:cubicBezTo>
                <a:lnTo>
                  <a:pt x="572948" y="87843"/>
                </a:lnTo>
                <a:cubicBezTo>
                  <a:pt x="570151" y="91801"/>
                  <a:pt x="566365" y="94889"/>
                  <a:pt x="561589" y="97104"/>
                </a:cubicBezTo>
                <a:cubicBezTo>
                  <a:pt x="556812" y="99320"/>
                  <a:pt x="551520" y="100428"/>
                  <a:pt x="545711" y="100428"/>
                </a:cubicBezTo>
                <a:moveTo>
                  <a:pt x="543581" y="43115"/>
                </a:moveTo>
                <a:cubicBezTo>
                  <a:pt x="539881" y="43115"/>
                  <a:pt x="536880" y="44362"/>
                  <a:pt x="534578" y="46858"/>
                </a:cubicBezTo>
                <a:cubicBezTo>
                  <a:pt x="532276" y="49354"/>
                  <a:pt x="530802" y="52925"/>
                  <a:pt x="530156" y="57572"/>
                </a:cubicBezTo>
                <a:lnTo>
                  <a:pt x="556103" y="57572"/>
                </a:lnTo>
                <a:lnTo>
                  <a:pt x="556103" y="56088"/>
                </a:lnTo>
                <a:cubicBezTo>
                  <a:pt x="556016" y="51957"/>
                  <a:pt x="554898" y="48762"/>
                  <a:pt x="552746" y="46503"/>
                </a:cubicBezTo>
                <a:cubicBezTo>
                  <a:pt x="550595" y="44244"/>
                  <a:pt x="547540" y="43115"/>
                  <a:pt x="543581" y="43115"/>
                </a:cubicBezTo>
                <a:close/>
                <a:moveTo>
                  <a:pt x="640241" y="12134"/>
                </a:moveTo>
                <a:lnTo>
                  <a:pt x="640241" y="29302"/>
                </a:lnTo>
                <a:lnTo>
                  <a:pt x="652181" y="29302"/>
                </a:lnTo>
                <a:lnTo>
                  <a:pt x="652181" y="42985"/>
                </a:lnTo>
                <a:lnTo>
                  <a:pt x="640241" y="42985"/>
                </a:lnTo>
                <a:lnTo>
                  <a:pt x="640241" y="77838"/>
                </a:lnTo>
                <a:cubicBezTo>
                  <a:pt x="640241" y="80420"/>
                  <a:pt x="640735" y="82270"/>
                  <a:pt x="641725" y="83389"/>
                </a:cubicBezTo>
                <a:cubicBezTo>
                  <a:pt x="642715" y="84508"/>
                  <a:pt x="644608" y="85067"/>
                  <a:pt x="647405" y="85067"/>
                </a:cubicBezTo>
                <a:cubicBezTo>
                  <a:pt x="649470" y="85067"/>
                  <a:pt x="651299" y="84917"/>
                  <a:pt x="652891" y="84615"/>
                </a:cubicBezTo>
                <a:lnTo>
                  <a:pt x="652891" y="98750"/>
                </a:lnTo>
                <a:cubicBezTo>
                  <a:pt x="649234" y="99869"/>
                  <a:pt x="645469" y="100428"/>
                  <a:pt x="641596" y="100428"/>
                </a:cubicBezTo>
                <a:cubicBezTo>
                  <a:pt x="628515" y="100428"/>
                  <a:pt x="621846" y="93824"/>
                  <a:pt x="621588" y="80614"/>
                </a:cubicBezTo>
                <a:lnTo>
                  <a:pt x="621588" y="42985"/>
                </a:lnTo>
                <a:lnTo>
                  <a:pt x="611390" y="42985"/>
                </a:lnTo>
                <a:lnTo>
                  <a:pt x="611390" y="29302"/>
                </a:lnTo>
                <a:lnTo>
                  <a:pt x="621588" y="29302"/>
                </a:lnTo>
                <a:lnTo>
                  <a:pt x="621588" y="12134"/>
                </a:lnTo>
                <a:lnTo>
                  <a:pt x="640241" y="12134"/>
                </a:lnTo>
                <a:close/>
                <a:moveTo>
                  <a:pt x="659657" y="63575"/>
                </a:moveTo>
                <a:cubicBezTo>
                  <a:pt x="659657" y="56647"/>
                  <a:pt x="660991" y="50472"/>
                  <a:pt x="663659" y="45051"/>
                </a:cubicBezTo>
                <a:cubicBezTo>
                  <a:pt x="666326" y="39629"/>
                  <a:pt x="670167" y="35434"/>
                  <a:pt x="675180" y="32465"/>
                </a:cubicBezTo>
                <a:cubicBezTo>
                  <a:pt x="680192" y="29496"/>
                  <a:pt x="686012" y="28012"/>
                  <a:pt x="692638" y="28012"/>
                </a:cubicBezTo>
                <a:cubicBezTo>
                  <a:pt x="702062" y="28012"/>
                  <a:pt x="709753" y="30894"/>
                  <a:pt x="715712" y="36660"/>
                </a:cubicBezTo>
                <a:cubicBezTo>
                  <a:pt x="721672" y="42426"/>
                  <a:pt x="724996" y="50257"/>
                  <a:pt x="725684" y="60154"/>
                </a:cubicBezTo>
                <a:lnTo>
                  <a:pt x="725813" y="64930"/>
                </a:lnTo>
                <a:cubicBezTo>
                  <a:pt x="725813" y="75644"/>
                  <a:pt x="722823" y="84239"/>
                  <a:pt x="716842" y="90715"/>
                </a:cubicBezTo>
                <a:cubicBezTo>
                  <a:pt x="710861" y="97191"/>
                  <a:pt x="702836" y="100428"/>
                  <a:pt x="692767" y="100428"/>
                </a:cubicBezTo>
                <a:cubicBezTo>
                  <a:pt x="682699" y="100428"/>
                  <a:pt x="674663" y="97201"/>
                  <a:pt x="668661" y="90747"/>
                </a:cubicBezTo>
                <a:cubicBezTo>
                  <a:pt x="662658" y="84293"/>
                  <a:pt x="659657" y="75515"/>
                  <a:pt x="659657" y="64414"/>
                </a:cubicBezTo>
                <a:lnTo>
                  <a:pt x="659657" y="63575"/>
                </a:lnTo>
                <a:moveTo>
                  <a:pt x="678310" y="64930"/>
                </a:moveTo>
                <a:cubicBezTo>
                  <a:pt x="678310" y="71556"/>
                  <a:pt x="679558" y="76623"/>
                  <a:pt x="682053" y="80130"/>
                </a:cubicBezTo>
                <a:cubicBezTo>
                  <a:pt x="684549" y="83637"/>
                  <a:pt x="688120" y="85390"/>
                  <a:pt x="692767" y="85390"/>
                </a:cubicBezTo>
                <a:cubicBezTo>
                  <a:pt x="697285" y="85390"/>
                  <a:pt x="700814" y="83658"/>
                  <a:pt x="703352" y="80194"/>
                </a:cubicBezTo>
                <a:cubicBezTo>
                  <a:pt x="705891" y="76731"/>
                  <a:pt x="707161" y="71191"/>
                  <a:pt x="707161" y="63575"/>
                </a:cubicBezTo>
                <a:cubicBezTo>
                  <a:pt x="707161" y="57077"/>
                  <a:pt x="705891" y="52043"/>
                  <a:pt x="703352" y="48472"/>
                </a:cubicBezTo>
                <a:cubicBezTo>
                  <a:pt x="700814" y="44900"/>
                  <a:pt x="697242" y="43115"/>
                  <a:pt x="692638" y="43115"/>
                </a:cubicBezTo>
                <a:cubicBezTo>
                  <a:pt x="688077" y="43115"/>
                  <a:pt x="684549" y="44889"/>
                  <a:pt x="682053" y="48439"/>
                </a:cubicBezTo>
                <a:cubicBezTo>
                  <a:pt x="679558" y="51989"/>
                  <a:pt x="678310" y="57486"/>
                  <a:pt x="678310" y="64930"/>
                </a:cubicBezTo>
                <a:close/>
                <a:moveTo>
                  <a:pt x="827958" y="60670"/>
                </a:moveTo>
                <a:lnTo>
                  <a:pt x="790781" y="60670"/>
                </a:lnTo>
                <a:lnTo>
                  <a:pt x="790781" y="99138"/>
                </a:lnTo>
                <a:lnTo>
                  <a:pt x="771418" y="99138"/>
                </a:lnTo>
                <a:lnTo>
                  <a:pt x="771418" y="5163"/>
                </a:lnTo>
                <a:lnTo>
                  <a:pt x="832605" y="5163"/>
                </a:lnTo>
                <a:lnTo>
                  <a:pt x="832605" y="20847"/>
                </a:lnTo>
                <a:lnTo>
                  <a:pt x="790781" y="20847"/>
                </a:lnTo>
                <a:lnTo>
                  <a:pt x="790781" y="45051"/>
                </a:lnTo>
                <a:lnTo>
                  <a:pt x="827958" y="45051"/>
                </a:lnTo>
                <a:lnTo>
                  <a:pt x="827958" y="60670"/>
                </a:lnTo>
                <a:close/>
                <a:moveTo>
                  <a:pt x="883059" y="99138"/>
                </a:moveTo>
                <a:cubicBezTo>
                  <a:pt x="882199" y="97459"/>
                  <a:pt x="881575" y="95373"/>
                  <a:pt x="881188" y="92877"/>
                </a:cubicBezTo>
                <a:cubicBezTo>
                  <a:pt x="876670" y="97911"/>
                  <a:pt x="870796" y="100428"/>
                  <a:pt x="863568" y="100428"/>
                </a:cubicBezTo>
                <a:cubicBezTo>
                  <a:pt x="856726" y="100428"/>
                  <a:pt x="851057" y="98446"/>
                  <a:pt x="846561" y="94482"/>
                </a:cubicBezTo>
                <a:cubicBezTo>
                  <a:pt x="842064" y="90517"/>
                  <a:pt x="839816" y="85518"/>
                  <a:pt x="839816" y="79486"/>
                </a:cubicBezTo>
                <a:cubicBezTo>
                  <a:pt x="839816" y="72075"/>
                  <a:pt x="842559" y="66387"/>
                  <a:pt x="848045" y="62423"/>
                </a:cubicBezTo>
                <a:cubicBezTo>
                  <a:pt x="853531" y="58458"/>
                  <a:pt x="861459" y="56453"/>
                  <a:pt x="871829" y="56410"/>
                </a:cubicBezTo>
                <a:lnTo>
                  <a:pt x="880413" y="56410"/>
                </a:lnTo>
                <a:lnTo>
                  <a:pt x="880413" y="52427"/>
                </a:lnTo>
                <a:cubicBezTo>
                  <a:pt x="880413" y="49213"/>
                  <a:pt x="879585" y="46643"/>
                  <a:pt x="877928" y="44716"/>
                </a:cubicBezTo>
                <a:cubicBezTo>
                  <a:pt x="876272" y="42788"/>
                  <a:pt x="873658" y="41824"/>
                  <a:pt x="870086" y="41824"/>
                </a:cubicBezTo>
                <a:cubicBezTo>
                  <a:pt x="866945" y="41824"/>
                  <a:pt x="864482" y="42571"/>
                  <a:pt x="862696" y="44067"/>
                </a:cubicBezTo>
                <a:cubicBezTo>
                  <a:pt x="860911" y="45560"/>
                  <a:pt x="860018" y="47610"/>
                  <a:pt x="860018" y="50214"/>
                </a:cubicBezTo>
                <a:lnTo>
                  <a:pt x="841365" y="50214"/>
                </a:lnTo>
                <a:cubicBezTo>
                  <a:pt x="841365" y="46182"/>
                  <a:pt x="842613" y="42450"/>
                  <a:pt x="845108" y="39018"/>
                </a:cubicBezTo>
                <a:cubicBezTo>
                  <a:pt x="847604" y="35585"/>
                  <a:pt x="851132" y="32893"/>
                  <a:pt x="855693" y="30940"/>
                </a:cubicBezTo>
                <a:cubicBezTo>
                  <a:pt x="860254" y="28988"/>
                  <a:pt x="865375" y="28012"/>
                  <a:pt x="871054" y="28012"/>
                </a:cubicBezTo>
                <a:cubicBezTo>
                  <a:pt x="879660" y="28012"/>
                  <a:pt x="886491" y="30174"/>
                  <a:pt x="891547" y="34498"/>
                </a:cubicBezTo>
                <a:cubicBezTo>
                  <a:pt x="896603" y="38822"/>
                  <a:pt x="899131" y="44900"/>
                  <a:pt x="899131" y="52731"/>
                </a:cubicBezTo>
                <a:lnTo>
                  <a:pt x="899131" y="83002"/>
                </a:lnTo>
                <a:cubicBezTo>
                  <a:pt x="899174" y="89628"/>
                  <a:pt x="900099" y="94641"/>
                  <a:pt x="901906" y="98040"/>
                </a:cubicBezTo>
                <a:lnTo>
                  <a:pt x="901906" y="99138"/>
                </a:lnTo>
                <a:lnTo>
                  <a:pt x="883059" y="99138"/>
                </a:lnTo>
                <a:moveTo>
                  <a:pt x="867634" y="86164"/>
                </a:moveTo>
                <a:cubicBezTo>
                  <a:pt x="870388" y="86164"/>
                  <a:pt x="872926" y="85549"/>
                  <a:pt x="875250" y="84319"/>
                </a:cubicBezTo>
                <a:cubicBezTo>
                  <a:pt x="877573" y="83089"/>
                  <a:pt x="879294" y="81437"/>
                  <a:pt x="880413" y="79363"/>
                </a:cubicBezTo>
                <a:lnTo>
                  <a:pt x="880413" y="67318"/>
                </a:lnTo>
                <a:lnTo>
                  <a:pt x="873443" y="67318"/>
                </a:lnTo>
                <a:cubicBezTo>
                  <a:pt x="864105" y="67318"/>
                  <a:pt x="859136" y="70556"/>
                  <a:pt x="858533" y="77032"/>
                </a:cubicBezTo>
                <a:lnTo>
                  <a:pt x="858469" y="78133"/>
                </a:lnTo>
                <a:cubicBezTo>
                  <a:pt x="858469" y="80465"/>
                  <a:pt x="859286" y="82386"/>
                  <a:pt x="860921" y="83897"/>
                </a:cubicBezTo>
                <a:cubicBezTo>
                  <a:pt x="862556" y="85409"/>
                  <a:pt x="864794" y="86164"/>
                  <a:pt x="867634" y="86164"/>
                </a:cubicBezTo>
                <a:close/>
                <a:moveTo>
                  <a:pt x="933127" y="99138"/>
                </a:moveTo>
                <a:lnTo>
                  <a:pt x="914410" y="99138"/>
                </a:lnTo>
                <a:lnTo>
                  <a:pt x="914410" y="29302"/>
                </a:lnTo>
                <a:lnTo>
                  <a:pt x="933127" y="29302"/>
                </a:lnTo>
                <a:lnTo>
                  <a:pt x="933127" y="99138"/>
                </a:lnTo>
                <a:moveTo>
                  <a:pt x="913313" y="11230"/>
                </a:moveTo>
                <a:cubicBezTo>
                  <a:pt x="913313" y="8434"/>
                  <a:pt x="914249" y="6132"/>
                  <a:pt x="916120" y="4324"/>
                </a:cubicBezTo>
                <a:cubicBezTo>
                  <a:pt x="917992" y="2517"/>
                  <a:pt x="920541" y="1614"/>
                  <a:pt x="923769" y="1614"/>
                </a:cubicBezTo>
                <a:cubicBezTo>
                  <a:pt x="926953" y="1614"/>
                  <a:pt x="929491" y="2517"/>
                  <a:pt x="931385" y="4324"/>
                </a:cubicBezTo>
                <a:cubicBezTo>
                  <a:pt x="933278" y="6132"/>
                  <a:pt x="934224" y="8434"/>
                  <a:pt x="934224" y="11230"/>
                </a:cubicBezTo>
                <a:cubicBezTo>
                  <a:pt x="934224" y="14070"/>
                  <a:pt x="933267" y="16394"/>
                  <a:pt x="931352" y="18201"/>
                </a:cubicBezTo>
                <a:cubicBezTo>
                  <a:pt x="929438" y="20008"/>
                  <a:pt x="926910" y="20912"/>
                  <a:pt x="923769" y="20912"/>
                </a:cubicBezTo>
                <a:cubicBezTo>
                  <a:pt x="920627" y="20912"/>
                  <a:pt x="918100" y="20008"/>
                  <a:pt x="916185" y="18201"/>
                </a:cubicBezTo>
                <a:cubicBezTo>
                  <a:pt x="914270" y="16394"/>
                  <a:pt x="913313" y="14070"/>
                  <a:pt x="913313" y="11230"/>
                </a:cubicBezTo>
                <a:close/>
                <a:moveTo>
                  <a:pt x="968165" y="99138"/>
                </a:moveTo>
                <a:lnTo>
                  <a:pt x="949448" y="99138"/>
                </a:lnTo>
                <a:lnTo>
                  <a:pt x="949448" y="0"/>
                </a:lnTo>
                <a:lnTo>
                  <a:pt x="968165" y="0"/>
                </a:lnTo>
                <a:lnTo>
                  <a:pt x="968165" y="99138"/>
                </a:lnTo>
                <a:close/>
                <a:moveTo>
                  <a:pt x="1025341" y="92038"/>
                </a:moveTo>
                <a:cubicBezTo>
                  <a:pt x="1020737" y="97632"/>
                  <a:pt x="1014369" y="100428"/>
                  <a:pt x="1006237" y="100428"/>
                </a:cubicBezTo>
                <a:cubicBezTo>
                  <a:pt x="998750" y="100428"/>
                  <a:pt x="993038" y="98277"/>
                  <a:pt x="989101" y="93974"/>
                </a:cubicBezTo>
                <a:cubicBezTo>
                  <a:pt x="985163" y="89671"/>
                  <a:pt x="983152" y="83368"/>
                  <a:pt x="983066" y="75063"/>
                </a:cubicBezTo>
                <a:lnTo>
                  <a:pt x="983066" y="29302"/>
                </a:lnTo>
                <a:lnTo>
                  <a:pt x="1001719" y="29302"/>
                </a:lnTo>
                <a:lnTo>
                  <a:pt x="1001719" y="74418"/>
                </a:lnTo>
                <a:cubicBezTo>
                  <a:pt x="1001719" y="81690"/>
                  <a:pt x="1005032" y="85325"/>
                  <a:pt x="1011658" y="85325"/>
                </a:cubicBezTo>
                <a:cubicBezTo>
                  <a:pt x="1017983" y="85325"/>
                  <a:pt x="1022329" y="83131"/>
                  <a:pt x="1024696" y="78742"/>
                </a:cubicBezTo>
                <a:lnTo>
                  <a:pt x="1024696" y="29302"/>
                </a:lnTo>
                <a:lnTo>
                  <a:pt x="1043413" y="29302"/>
                </a:lnTo>
                <a:lnTo>
                  <a:pt x="1043413" y="99138"/>
                </a:lnTo>
                <a:lnTo>
                  <a:pt x="1025858" y="99138"/>
                </a:lnTo>
                <a:lnTo>
                  <a:pt x="1025341" y="92038"/>
                </a:lnTo>
                <a:close/>
                <a:moveTo>
                  <a:pt x="1096708" y="46793"/>
                </a:moveTo>
                <a:cubicBezTo>
                  <a:pt x="1094169" y="46449"/>
                  <a:pt x="1091932" y="46277"/>
                  <a:pt x="1089995" y="46277"/>
                </a:cubicBezTo>
                <a:cubicBezTo>
                  <a:pt x="1082939" y="46277"/>
                  <a:pt x="1078313" y="48665"/>
                  <a:pt x="1076119" y="53441"/>
                </a:cubicBezTo>
                <a:lnTo>
                  <a:pt x="1076119" y="99138"/>
                </a:lnTo>
                <a:lnTo>
                  <a:pt x="1057466" y="99138"/>
                </a:lnTo>
                <a:lnTo>
                  <a:pt x="1057466" y="29302"/>
                </a:lnTo>
                <a:lnTo>
                  <a:pt x="1075086" y="29302"/>
                </a:lnTo>
                <a:lnTo>
                  <a:pt x="1075602" y="37628"/>
                </a:lnTo>
                <a:cubicBezTo>
                  <a:pt x="1079346" y="31217"/>
                  <a:pt x="1084531" y="28012"/>
                  <a:pt x="1091157" y="28012"/>
                </a:cubicBezTo>
                <a:cubicBezTo>
                  <a:pt x="1093222" y="28012"/>
                  <a:pt x="1095159" y="28291"/>
                  <a:pt x="1096966" y="28851"/>
                </a:cubicBezTo>
                <a:lnTo>
                  <a:pt x="1096708" y="46793"/>
                </a:lnTo>
                <a:close/>
                <a:moveTo>
                  <a:pt x="1137809" y="100428"/>
                </a:moveTo>
                <a:cubicBezTo>
                  <a:pt x="1127569" y="100428"/>
                  <a:pt x="1119232" y="97287"/>
                  <a:pt x="1112799" y="91005"/>
                </a:cubicBezTo>
                <a:cubicBezTo>
                  <a:pt x="1106366" y="84723"/>
                  <a:pt x="1103150" y="76354"/>
                  <a:pt x="1103150" y="65898"/>
                </a:cubicBezTo>
                <a:lnTo>
                  <a:pt x="1103150" y="64091"/>
                </a:lnTo>
                <a:cubicBezTo>
                  <a:pt x="1103150" y="57077"/>
                  <a:pt x="1104505" y="50806"/>
                  <a:pt x="1107216" y="45277"/>
                </a:cubicBezTo>
                <a:cubicBezTo>
                  <a:pt x="1109927" y="39748"/>
                  <a:pt x="1113767" y="35488"/>
                  <a:pt x="1118737" y="32497"/>
                </a:cubicBezTo>
                <a:cubicBezTo>
                  <a:pt x="1123707" y="29507"/>
                  <a:pt x="1129376" y="28012"/>
                  <a:pt x="1135744" y="28012"/>
                </a:cubicBezTo>
                <a:cubicBezTo>
                  <a:pt x="1145296" y="28012"/>
                  <a:pt x="1152816" y="31024"/>
                  <a:pt x="1158302" y="37048"/>
                </a:cubicBezTo>
                <a:cubicBezTo>
                  <a:pt x="1163788" y="43071"/>
                  <a:pt x="1166531" y="51613"/>
                  <a:pt x="1166531" y="62671"/>
                </a:cubicBezTo>
                <a:lnTo>
                  <a:pt x="1166531" y="70287"/>
                </a:lnTo>
                <a:lnTo>
                  <a:pt x="1122061" y="70287"/>
                </a:lnTo>
                <a:cubicBezTo>
                  <a:pt x="1122663" y="74848"/>
                  <a:pt x="1124481" y="78505"/>
                  <a:pt x="1127515" y="81259"/>
                </a:cubicBezTo>
                <a:cubicBezTo>
                  <a:pt x="1130548" y="84013"/>
                  <a:pt x="1134389" y="85390"/>
                  <a:pt x="1139036" y="85390"/>
                </a:cubicBezTo>
                <a:cubicBezTo>
                  <a:pt x="1146221" y="85390"/>
                  <a:pt x="1151837" y="82787"/>
                  <a:pt x="1155881" y="77580"/>
                </a:cubicBezTo>
                <a:lnTo>
                  <a:pt x="1165046" y="87843"/>
                </a:lnTo>
                <a:cubicBezTo>
                  <a:pt x="1162250" y="91801"/>
                  <a:pt x="1158463" y="94889"/>
                  <a:pt x="1153687" y="97104"/>
                </a:cubicBezTo>
                <a:cubicBezTo>
                  <a:pt x="1148911" y="99320"/>
                  <a:pt x="1143618" y="100428"/>
                  <a:pt x="1137809" y="100428"/>
                </a:cubicBezTo>
                <a:moveTo>
                  <a:pt x="1135680" y="43115"/>
                </a:moveTo>
                <a:cubicBezTo>
                  <a:pt x="1131979" y="43115"/>
                  <a:pt x="1128978" y="44362"/>
                  <a:pt x="1126676" y="46858"/>
                </a:cubicBezTo>
                <a:cubicBezTo>
                  <a:pt x="1124374" y="49354"/>
                  <a:pt x="1122900" y="52925"/>
                  <a:pt x="1122255" y="57572"/>
                </a:cubicBezTo>
                <a:lnTo>
                  <a:pt x="1148201" y="57572"/>
                </a:lnTo>
                <a:lnTo>
                  <a:pt x="1148201" y="56088"/>
                </a:lnTo>
                <a:cubicBezTo>
                  <a:pt x="1148115" y="51957"/>
                  <a:pt x="1146996" y="48762"/>
                  <a:pt x="1144845" y="46503"/>
                </a:cubicBezTo>
                <a:cubicBezTo>
                  <a:pt x="1142693" y="44244"/>
                  <a:pt x="1139638" y="43115"/>
                  <a:pt x="1135680" y="431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[adaptivepersistence/">
            <a:extLst xmlns:a="http://schemas.openxmlformats.org/drawingml/2006/main">
              <a:ext uri="{FF2B5EF4-FFF2-40B4-BE49-F238E27FC236}">
                <a16:creationId xmlns:a16="http://schemas.microsoft.com/office/drawing/2014/main" id="{4A75BD92-C963-413B-93CE-EB7DF1F9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881" y="4318700"/>
            <a:ext cx="1115153" cy="115723"/>
          </a:xfrm>
          <a:custGeom xmlns:a="http://schemas.openxmlformats.org/drawingml/2006/main">
            <a:pathLst>
              <a:path w="1115153" h="115723">
                <a:moveTo>
                  <a:pt x="23693" y="12230"/>
                </a:moveTo>
                <a:lnTo>
                  <a:pt x="15905" y="12230"/>
                </a:lnTo>
                <a:lnTo>
                  <a:pt x="15905" y="99324"/>
                </a:lnTo>
                <a:lnTo>
                  <a:pt x="23693" y="99324"/>
                </a:lnTo>
                <a:lnTo>
                  <a:pt x="23693" y="111555"/>
                </a:lnTo>
                <a:lnTo>
                  <a:pt x="0" y="111555"/>
                </a:lnTo>
                <a:lnTo>
                  <a:pt x="0" y="0"/>
                </a:lnTo>
                <a:lnTo>
                  <a:pt x="23693" y="0"/>
                </a:lnTo>
                <a:lnTo>
                  <a:pt x="23693" y="12230"/>
                </a:lnTo>
                <a:close/>
                <a:moveTo>
                  <a:pt x="65088" y="92907"/>
                </a:moveTo>
                <a:cubicBezTo>
                  <a:pt x="64357" y="91481"/>
                  <a:pt x="63827" y="89708"/>
                  <a:pt x="63498" y="87587"/>
                </a:cubicBezTo>
                <a:cubicBezTo>
                  <a:pt x="59658" y="91865"/>
                  <a:pt x="54668" y="94004"/>
                  <a:pt x="48525" y="94004"/>
                </a:cubicBezTo>
                <a:cubicBezTo>
                  <a:pt x="42711" y="94004"/>
                  <a:pt x="37894" y="92320"/>
                  <a:pt x="34073" y="88952"/>
                </a:cubicBezTo>
                <a:cubicBezTo>
                  <a:pt x="30252" y="85582"/>
                  <a:pt x="28342" y="81334"/>
                  <a:pt x="28342" y="76209"/>
                </a:cubicBezTo>
                <a:cubicBezTo>
                  <a:pt x="28342" y="69911"/>
                  <a:pt x="30673" y="65078"/>
                  <a:pt x="35335" y="61709"/>
                </a:cubicBezTo>
                <a:cubicBezTo>
                  <a:pt x="39997" y="58340"/>
                  <a:pt x="46733" y="56637"/>
                  <a:pt x="55545" y="56600"/>
                </a:cubicBezTo>
                <a:lnTo>
                  <a:pt x="62839" y="56600"/>
                </a:lnTo>
                <a:lnTo>
                  <a:pt x="62839" y="53215"/>
                </a:lnTo>
                <a:cubicBezTo>
                  <a:pt x="62839" y="50484"/>
                  <a:pt x="62136" y="48300"/>
                  <a:pt x="60728" y="46663"/>
                </a:cubicBezTo>
                <a:cubicBezTo>
                  <a:pt x="59320" y="45024"/>
                  <a:pt x="57099" y="44205"/>
                  <a:pt x="54064" y="44205"/>
                </a:cubicBezTo>
                <a:cubicBezTo>
                  <a:pt x="51395" y="44205"/>
                  <a:pt x="49302" y="44840"/>
                  <a:pt x="47784" y="46111"/>
                </a:cubicBezTo>
                <a:cubicBezTo>
                  <a:pt x="46267" y="47380"/>
                  <a:pt x="45508" y="49122"/>
                  <a:pt x="45508" y="51335"/>
                </a:cubicBezTo>
                <a:lnTo>
                  <a:pt x="29658" y="51335"/>
                </a:lnTo>
                <a:cubicBezTo>
                  <a:pt x="29658" y="47908"/>
                  <a:pt x="30719" y="44737"/>
                  <a:pt x="32839" y="41821"/>
                </a:cubicBezTo>
                <a:cubicBezTo>
                  <a:pt x="34960" y="38904"/>
                  <a:pt x="37958" y="36616"/>
                  <a:pt x="41834" y="34957"/>
                </a:cubicBezTo>
                <a:cubicBezTo>
                  <a:pt x="45710" y="33298"/>
                  <a:pt x="50061" y="32468"/>
                  <a:pt x="54887" y="32468"/>
                </a:cubicBezTo>
                <a:cubicBezTo>
                  <a:pt x="62200" y="32468"/>
                  <a:pt x="68004" y="34306"/>
                  <a:pt x="72300" y="37980"/>
                </a:cubicBezTo>
                <a:cubicBezTo>
                  <a:pt x="76596" y="41655"/>
                  <a:pt x="78744" y="46819"/>
                  <a:pt x="78744" y="53474"/>
                </a:cubicBezTo>
                <a:lnTo>
                  <a:pt x="78744" y="79196"/>
                </a:lnTo>
                <a:cubicBezTo>
                  <a:pt x="78781" y="84827"/>
                  <a:pt x="79567" y="89086"/>
                  <a:pt x="81103" y="91975"/>
                </a:cubicBezTo>
                <a:lnTo>
                  <a:pt x="81103" y="92907"/>
                </a:lnTo>
                <a:lnTo>
                  <a:pt x="65088" y="92907"/>
                </a:lnTo>
                <a:moveTo>
                  <a:pt x="51980" y="81883"/>
                </a:moveTo>
                <a:cubicBezTo>
                  <a:pt x="54320" y="81883"/>
                  <a:pt x="56477" y="81361"/>
                  <a:pt x="58452" y="80315"/>
                </a:cubicBezTo>
                <a:cubicBezTo>
                  <a:pt x="60426" y="79270"/>
                  <a:pt x="61889" y="77866"/>
                  <a:pt x="62839" y="76104"/>
                </a:cubicBezTo>
                <a:lnTo>
                  <a:pt x="62839" y="65869"/>
                </a:lnTo>
                <a:lnTo>
                  <a:pt x="56916" y="65869"/>
                </a:lnTo>
                <a:cubicBezTo>
                  <a:pt x="48982" y="65869"/>
                  <a:pt x="44759" y="68620"/>
                  <a:pt x="44247" y="74123"/>
                </a:cubicBezTo>
                <a:lnTo>
                  <a:pt x="44192" y="75059"/>
                </a:lnTo>
                <a:cubicBezTo>
                  <a:pt x="44192" y="77040"/>
                  <a:pt x="44887" y="78673"/>
                  <a:pt x="46276" y="79957"/>
                </a:cubicBezTo>
                <a:cubicBezTo>
                  <a:pt x="47666" y="81241"/>
                  <a:pt x="49567" y="81883"/>
                  <a:pt x="51980" y="81883"/>
                </a:cubicBezTo>
                <a:close/>
                <a:moveTo>
                  <a:pt x="88427" y="62797"/>
                </a:moveTo>
                <a:cubicBezTo>
                  <a:pt x="88427" y="53547"/>
                  <a:pt x="90502" y="46179"/>
                  <a:pt x="94652" y="40695"/>
                </a:cubicBezTo>
                <a:cubicBezTo>
                  <a:pt x="98802" y="35210"/>
                  <a:pt x="104478" y="32468"/>
                  <a:pt x="111681" y="32468"/>
                </a:cubicBezTo>
                <a:cubicBezTo>
                  <a:pt x="117458" y="32468"/>
                  <a:pt x="122230" y="34625"/>
                  <a:pt x="125996" y="38940"/>
                </a:cubicBezTo>
                <a:lnTo>
                  <a:pt x="125996" y="8666"/>
                </a:lnTo>
                <a:lnTo>
                  <a:pt x="141901" y="8666"/>
                </a:lnTo>
                <a:lnTo>
                  <a:pt x="141901" y="92907"/>
                </a:lnTo>
                <a:lnTo>
                  <a:pt x="127586" y="92907"/>
                </a:lnTo>
                <a:lnTo>
                  <a:pt x="126818" y="86600"/>
                </a:lnTo>
                <a:cubicBezTo>
                  <a:pt x="122870" y="91536"/>
                  <a:pt x="117787" y="94004"/>
                  <a:pt x="111572" y="94004"/>
                </a:cubicBezTo>
                <a:cubicBezTo>
                  <a:pt x="104588" y="94004"/>
                  <a:pt x="98985" y="91253"/>
                  <a:pt x="94762" y="85750"/>
                </a:cubicBezTo>
                <a:cubicBezTo>
                  <a:pt x="90538" y="80247"/>
                  <a:pt x="88427" y="72596"/>
                  <a:pt x="88427" y="62797"/>
                </a:cubicBezTo>
                <a:moveTo>
                  <a:pt x="104277" y="63949"/>
                </a:moveTo>
                <a:cubicBezTo>
                  <a:pt x="104277" y="69507"/>
                  <a:pt x="105246" y="73766"/>
                  <a:pt x="107184" y="76728"/>
                </a:cubicBezTo>
                <a:cubicBezTo>
                  <a:pt x="109122" y="79690"/>
                  <a:pt x="111937" y="81171"/>
                  <a:pt x="115630" y="81171"/>
                </a:cubicBezTo>
                <a:cubicBezTo>
                  <a:pt x="120530" y="81171"/>
                  <a:pt x="123985" y="79105"/>
                  <a:pt x="125996" y="74973"/>
                </a:cubicBezTo>
                <a:lnTo>
                  <a:pt x="125996" y="51554"/>
                </a:lnTo>
                <a:cubicBezTo>
                  <a:pt x="124021" y="47423"/>
                  <a:pt x="120603" y="45357"/>
                  <a:pt x="115740" y="45357"/>
                </a:cubicBezTo>
                <a:cubicBezTo>
                  <a:pt x="108098" y="45357"/>
                  <a:pt x="104277" y="51554"/>
                  <a:pt x="104277" y="63949"/>
                </a:cubicBezTo>
                <a:close/>
                <a:moveTo>
                  <a:pt x="188548" y="92907"/>
                </a:moveTo>
                <a:cubicBezTo>
                  <a:pt x="187817" y="91481"/>
                  <a:pt x="187286" y="89708"/>
                  <a:pt x="186957" y="87587"/>
                </a:cubicBezTo>
                <a:cubicBezTo>
                  <a:pt x="183118" y="91865"/>
                  <a:pt x="178127" y="94004"/>
                  <a:pt x="171985" y="94004"/>
                </a:cubicBezTo>
                <a:cubicBezTo>
                  <a:pt x="166171" y="94004"/>
                  <a:pt x="161354" y="92320"/>
                  <a:pt x="157533" y="88952"/>
                </a:cubicBezTo>
                <a:cubicBezTo>
                  <a:pt x="153712" y="85582"/>
                  <a:pt x="151802" y="81334"/>
                  <a:pt x="151802" y="76209"/>
                </a:cubicBezTo>
                <a:cubicBezTo>
                  <a:pt x="151802" y="69911"/>
                  <a:pt x="154133" y="65078"/>
                  <a:pt x="158794" y="61709"/>
                </a:cubicBezTo>
                <a:cubicBezTo>
                  <a:pt x="163456" y="58340"/>
                  <a:pt x="170193" y="56637"/>
                  <a:pt x="179005" y="56600"/>
                </a:cubicBezTo>
                <a:lnTo>
                  <a:pt x="186299" y="56600"/>
                </a:lnTo>
                <a:lnTo>
                  <a:pt x="186299" y="53215"/>
                </a:lnTo>
                <a:cubicBezTo>
                  <a:pt x="186299" y="50484"/>
                  <a:pt x="185595" y="48300"/>
                  <a:pt x="184188" y="46663"/>
                </a:cubicBezTo>
                <a:cubicBezTo>
                  <a:pt x="182780" y="45024"/>
                  <a:pt x="180559" y="44205"/>
                  <a:pt x="177524" y="44205"/>
                </a:cubicBezTo>
                <a:cubicBezTo>
                  <a:pt x="174855" y="44205"/>
                  <a:pt x="172762" y="44840"/>
                  <a:pt x="171244" y="46111"/>
                </a:cubicBezTo>
                <a:cubicBezTo>
                  <a:pt x="169727" y="47380"/>
                  <a:pt x="168968" y="49122"/>
                  <a:pt x="168968" y="51335"/>
                </a:cubicBezTo>
                <a:lnTo>
                  <a:pt x="153118" y="51335"/>
                </a:lnTo>
                <a:cubicBezTo>
                  <a:pt x="153118" y="47908"/>
                  <a:pt x="154178" y="44737"/>
                  <a:pt x="156299" y="41821"/>
                </a:cubicBezTo>
                <a:cubicBezTo>
                  <a:pt x="158420" y="38904"/>
                  <a:pt x="161418" y="36616"/>
                  <a:pt x="165294" y="34957"/>
                </a:cubicBezTo>
                <a:cubicBezTo>
                  <a:pt x="169169" y="33298"/>
                  <a:pt x="173520" y="32468"/>
                  <a:pt x="178347" y="32468"/>
                </a:cubicBezTo>
                <a:cubicBezTo>
                  <a:pt x="185659" y="32468"/>
                  <a:pt x="191464" y="34306"/>
                  <a:pt x="195760" y="37980"/>
                </a:cubicBezTo>
                <a:cubicBezTo>
                  <a:pt x="200056" y="41655"/>
                  <a:pt x="202204" y="46819"/>
                  <a:pt x="202204" y="53474"/>
                </a:cubicBezTo>
                <a:lnTo>
                  <a:pt x="202204" y="79196"/>
                </a:lnTo>
                <a:cubicBezTo>
                  <a:pt x="202241" y="84827"/>
                  <a:pt x="203027" y="89086"/>
                  <a:pt x="204563" y="91975"/>
                </a:cubicBezTo>
                <a:lnTo>
                  <a:pt x="204563" y="92907"/>
                </a:lnTo>
                <a:lnTo>
                  <a:pt x="188548" y="92907"/>
                </a:lnTo>
                <a:moveTo>
                  <a:pt x="175440" y="81883"/>
                </a:moveTo>
                <a:cubicBezTo>
                  <a:pt x="177780" y="81883"/>
                  <a:pt x="179937" y="81361"/>
                  <a:pt x="181912" y="80315"/>
                </a:cubicBezTo>
                <a:cubicBezTo>
                  <a:pt x="183886" y="79270"/>
                  <a:pt x="185349" y="77866"/>
                  <a:pt x="186299" y="76104"/>
                </a:cubicBezTo>
                <a:lnTo>
                  <a:pt x="186299" y="65869"/>
                </a:lnTo>
                <a:lnTo>
                  <a:pt x="180376" y="65869"/>
                </a:lnTo>
                <a:cubicBezTo>
                  <a:pt x="172442" y="65869"/>
                  <a:pt x="168219" y="68620"/>
                  <a:pt x="167707" y="74123"/>
                </a:cubicBezTo>
                <a:lnTo>
                  <a:pt x="167652" y="75059"/>
                </a:lnTo>
                <a:cubicBezTo>
                  <a:pt x="167652" y="77040"/>
                  <a:pt x="168347" y="78673"/>
                  <a:pt x="169736" y="79957"/>
                </a:cubicBezTo>
                <a:cubicBezTo>
                  <a:pt x="171125" y="81241"/>
                  <a:pt x="173027" y="81883"/>
                  <a:pt x="175440" y="81883"/>
                </a:cubicBezTo>
                <a:close/>
                <a:moveTo>
                  <a:pt x="267774" y="63785"/>
                </a:moveTo>
                <a:cubicBezTo>
                  <a:pt x="267774" y="72925"/>
                  <a:pt x="265699" y="80247"/>
                  <a:pt x="261549" y="85750"/>
                </a:cubicBezTo>
                <a:cubicBezTo>
                  <a:pt x="257399" y="91253"/>
                  <a:pt x="251795" y="94004"/>
                  <a:pt x="244739" y="94004"/>
                </a:cubicBezTo>
                <a:cubicBezTo>
                  <a:pt x="238742" y="94004"/>
                  <a:pt x="233898" y="91920"/>
                  <a:pt x="230205" y="87752"/>
                </a:cubicBezTo>
                <a:lnTo>
                  <a:pt x="230205" y="115723"/>
                </a:lnTo>
                <a:lnTo>
                  <a:pt x="214355" y="115723"/>
                </a:lnTo>
                <a:lnTo>
                  <a:pt x="214355" y="33565"/>
                </a:lnTo>
                <a:lnTo>
                  <a:pt x="229053" y="33565"/>
                </a:lnTo>
                <a:lnTo>
                  <a:pt x="229602" y="39379"/>
                </a:lnTo>
                <a:cubicBezTo>
                  <a:pt x="233441" y="34772"/>
                  <a:pt x="238450" y="32468"/>
                  <a:pt x="244629" y="32468"/>
                </a:cubicBezTo>
                <a:cubicBezTo>
                  <a:pt x="251942" y="32468"/>
                  <a:pt x="257627" y="35174"/>
                  <a:pt x="261686" y="40585"/>
                </a:cubicBezTo>
                <a:cubicBezTo>
                  <a:pt x="265744" y="45997"/>
                  <a:pt x="267774" y="53456"/>
                  <a:pt x="267774" y="62962"/>
                </a:cubicBezTo>
                <a:lnTo>
                  <a:pt x="267774" y="63785"/>
                </a:lnTo>
                <a:moveTo>
                  <a:pt x="251923" y="62633"/>
                </a:moveTo>
                <a:cubicBezTo>
                  <a:pt x="251923" y="57112"/>
                  <a:pt x="250945" y="52852"/>
                  <a:pt x="248989" y="49854"/>
                </a:cubicBezTo>
                <a:cubicBezTo>
                  <a:pt x="247033" y="46856"/>
                  <a:pt x="244190" y="45357"/>
                  <a:pt x="240461" y="45357"/>
                </a:cubicBezTo>
                <a:cubicBezTo>
                  <a:pt x="235488" y="45357"/>
                  <a:pt x="232070" y="47258"/>
                  <a:pt x="230205" y="51061"/>
                </a:cubicBezTo>
                <a:lnTo>
                  <a:pt x="230205" y="75357"/>
                </a:lnTo>
                <a:cubicBezTo>
                  <a:pt x="232143" y="79269"/>
                  <a:pt x="235598" y="81225"/>
                  <a:pt x="240571" y="81225"/>
                </a:cubicBezTo>
                <a:cubicBezTo>
                  <a:pt x="248139" y="81225"/>
                  <a:pt x="251923" y="75028"/>
                  <a:pt x="251923" y="62633"/>
                </a:cubicBezTo>
                <a:close/>
                <a:moveTo>
                  <a:pt x="296541" y="18976"/>
                </a:moveTo>
                <a:lnTo>
                  <a:pt x="296541" y="33565"/>
                </a:lnTo>
                <a:lnTo>
                  <a:pt x="306687" y="33565"/>
                </a:lnTo>
                <a:lnTo>
                  <a:pt x="306687" y="45192"/>
                </a:lnTo>
                <a:lnTo>
                  <a:pt x="296541" y="45192"/>
                </a:lnTo>
                <a:lnTo>
                  <a:pt x="296541" y="74809"/>
                </a:lnTo>
                <a:cubicBezTo>
                  <a:pt x="296541" y="77002"/>
                  <a:pt x="296962" y="78575"/>
                  <a:pt x="297803" y="79525"/>
                </a:cubicBezTo>
                <a:cubicBezTo>
                  <a:pt x="298644" y="80476"/>
                  <a:pt x="300252" y="80951"/>
                  <a:pt x="302629" y="80951"/>
                </a:cubicBezTo>
                <a:cubicBezTo>
                  <a:pt x="304384" y="80951"/>
                  <a:pt x="305938" y="80823"/>
                  <a:pt x="307291" y="80567"/>
                </a:cubicBezTo>
                <a:lnTo>
                  <a:pt x="307291" y="92578"/>
                </a:lnTo>
                <a:cubicBezTo>
                  <a:pt x="304183" y="93529"/>
                  <a:pt x="300984" y="94004"/>
                  <a:pt x="297693" y="94004"/>
                </a:cubicBezTo>
                <a:cubicBezTo>
                  <a:pt x="286578" y="94004"/>
                  <a:pt x="280910" y="88392"/>
                  <a:pt x="280691" y="77167"/>
                </a:cubicBezTo>
                <a:lnTo>
                  <a:pt x="280691" y="45192"/>
                </a:lnTo>
                <a:lnTo>
                  <a:pt x="272025" y="45192"/>
                </a:lnTo>
                <a:lnTo>
                  <a:pt x="272025" y="33565"/>
                </a:lnTo>
                <a:lnTo>
                  <a:pt x="280691" y="33565"/>
                </a:lnTo>
                <a:lnTo>
                  <a:pt x="280691" y="18976"/>
                </a:lnTo>
                <a:lnTo>
                  <a:pt x="296541" y="18976"/>
                </a:lnTo>
                <a:close/>
                <a:moveTo>
                  <a:pt x="332230" y="92907"/>
                </a:moveTo>
                <a:lnTo>
                  <a:pt x="316324" y="92907"/>
                </a:lnTo>
                <a:lnTo>
                  <a:pt x="316324" y="33565"/>
                </a:lnTo>
                <a:lnTo>
                  <a:pt x="332230" y="33565"/>
                </a:lnTo>
                <a:lnTo>
                  <a:pt x="332230" y="92907"/>
                </a:lnTo>
                <a:moveTo>
                  <a:pt x="315392" y="18209"/>
                </a:moveTo>
                <a:cubicBezTo>
                  <a:pt x="315392" y="15832"/>
                  <a:pt x="316187" y="13876"/>
                  <a:pt x="317778" y="12340"/>
                </a:cubicBezTo>
                <a:cubicBezTo>
                  <a:pt x="319368" y="10804"/>
                  <a:pt x="321535" y="10037"/>
                  <a:pt x="324277" y="10037"/>
                </a:cubicBezTo>
                <a:cubicBezTo>
                  <a:pt x="326983" y="10037"/>
                  <a:pt x="329140" y="10804"/>
                  <a:pt x="330749" y="12340"/>
                </a:cubicBezTo>
                <a:cubicBezTo>
                  <a:pt x="332357" y="13876"/>
                  <a:pt x="333162" y="15832"/>
                  <a:pt x="333162" y="18209"/>
                </a:cubicBezTo>
                <a:cubicBezTo>
                  <a:pt x="333162" y="20622"/>
                  <a:pt x="332348" y="22596"/>
                  <a:pt x="330721" y="24132"/>
                </a:cubicBezTo>
                <a:cubicBezTo>
                  <a:pt x="329094" y="25667"/>
                  <a:pt x="326946" y="26435"/>
                  <a:pt x="324277" y="26435"/>
                </a:cubicBezTo>
                <a:cubicBezTo>
                  <a:pt x="321608" y="26435"/>
                  <a:pt x="319460" y="25667"/>
                  <a:pt x="317833" y="24132"/>
                </a:cubicBezTo>
                <a:cubicBezTo>
                  <a:pt x="316206" y="22596"/>
                  <a:pt x="315392" y="20622"/>
                  <a:pt x="315392" y="18209"/>
                </a:cubicBezTo>
                <a:close/>
                <a:moveTo>
                  <a:pt x="367483" y="73547"/>
                </a:moveTo>
                <a:lnTo>
                  <a:pt x="378506" y="33565"/>
                </a:lnTo>
                <a:lnTo>
                  <a:pt x="395070" y="33565"/>
                </a:lnTo>
                <a:lnTo>
                  <a:pt x="375051" y="92907"/>
                </a:lnTo>
                <a:lnTo>
                  <a:pt x="359914" y="92907"/>
                </a:lnTo>
                <a:lnTo>
                  <a:pt x="339896" y="33565"/>
                </a:lnTo>
                <a:lnTo>
                  <a:pt x="356459" y="33565"/>
                </a:lnTo>
                <a:lnTo>
                  <a:pt x="367483" y="73547"/>
                </a:lnTo>
                <a:close/>
                <a:moveTo>
                  <a:pt x="428611" y="94004"/>
                </a:moveTo>
                <a:cubicBezTo>
                  <a:pt x="419909" y="94004"/>
                  <a:pt x="412825" y="91335"/>
                  <a:pt x="407359" y="85997"/>
                </a:cubicBezTo>
                <a:cubicBezTo>
                  <a:pt x="401892" y="80659"/>
                  <a:pt x="399159" y="73547"/>
                  <a:pt x="399159" y="64662"/>
                </a:cubicBezTo>
                <a:lnTo>
                  <a:pt x="399159" y="63127"/>
                </a:lnTo>
                <a:cubicBezTo>
                  <a:pt x="399159" y="57167"/>
                  <a:pt x="400311" y="51838"/>
                  <a:pt x="402615" y="47139"/>
                </a:cubicBezTo>
                <a:cubicBezTo>
                  <a:pt x="404918" y="42441"/>
                  <a:pt x="408181" y="38821"/>
                  <a:pt x="412404" y="36280"/>
                </a:cubicBezTo>
                <a:cubicBezTo>
                  <a:pt x="416627" y="33739"/>
                  <a:pt x="421445" y="32468"/>
                  <a:pt x="426856" y="32468"/>
                </a:cubicBezTo>
                <a:cubicBezTo>
                  <a:pt x="434973" y="32468"/>
                  <a:pt x="441363" y="35028"/>
                  <a:pt x="446024" y="40146"/>
                </a:cubicBezTo>
                <a:cubicBezTo>
                  <a:pt x="450686" y="45265"/>
                  <a:pt x="453017" y="52523"/>
                  <a:pt x="453017" y="61920"/>
                </a:cubicBezTo>
                <a:lnTo>
                  <a:pt x="453017" y="68392"/>
                </a:lnTo>
                <a:lnTo>
                  <a:pt x="415229" y="68392"/>
                </a:lnTo>
                <a:cubicBezTo>
                  <a:pt x="415741" y="72267"/>
                  <a:pt x="417286" y="75375"/>
                  <a:pt x="419863" y="77715"/>
                </a:cubicBezTo>
                <a:cubicBezTo>
                  <a:pt x="422441" y="80055"/>
                  <a:pt x="425704" y="81225"/>
                  <a:pt x="429653" y="81225"/>
                </a:cubicBezTo>
                <a:cubicBezTo>
                  <a:pt x="435759" y="81225"/>
                  <a:pt x="440531" y="79013"/>
                  <a:pt x="443968" y="74589"/>
                </a:cubicBezTo>
                <a:lnTo>
                  <a:pt x="451756" y="83309"/>
                </a:lnTo>
                <a:cubicBezTo>
                  <a:pt x="449379" y="86673"/>
                  <a:pt x="446161" y="89297"/>
                  <a:pt x="442103" y="91180"/>
                </a:cubicBezTo>
                <a:cubicBezTo>
                  <a:pt x="438044" y="93063"/>
                  <a:pt x="433547" y="94004"/>
                  <a:pt x="428611" y="94004"/>
                </a:cubicBezTo>
                <a:moveTo>
                  <a:pt x="426801" y="45302"/>
                </a:moveTo>
                <a:cubicBezTo>
                  <a:pt x="423657" y="45302"/>
                  <a:pt x="421106" y="46362"/>
                  <a:pt x="419150" y="48483"/>
                </a:cubicBezTo>
                <a:cubicBezTo>
                  <a:pt x="417194" y="50604"/>
                  <a:pt x="415942" y="53638"/>
                  <a:pt x="415393" y="57587"/>
                </a:cubicBezTo>
                <a:lnTo>
                  <a:pt x="437441" y="57587"/>
                </a:lnTo>
                <a:lnTo>
                  <a:pt x="437441" y="56326"/>
                </a:lnTo>
                <a:cubicBezTo>
                  <a:pt x="437368" y="52816"/>
                  <a:pt x="436417" y="50101"/>
                  <a:pt x="434589" y="48181"/>
                </a:cubicBezTo>
                <a:cubicBezTo>
                  <a:pt x="432761" y="46262"/>
                  <a:pt x="430165" y="45302"/>
                  <a:pt x="426801" y="45302"/>
                </a:cubicBezTo>
                <a:close/>
                <a:moveTo>
                  <a:pt x="543365" y="63785"/>
                </a:moveTo>
                <a:cubicBezTo>
                  <a:pt x="543365" y="72925"/>
                  <a:pt x="541290" y="80247"/>
                  <a:pt x="537140" y="85750"/>
                </a:cubicBezTo>
                <a:cubicBezTo>
                  <a:pt x="532990" y="91253"/>
                  <a:pt x="527387" y="94004"/>
                  <a:pt x="520330" y="94004"/>
                </a:cubicBezTo>
                <a:cubicBezTo>
                  <a:pt x="514334" y="94004"/>
                  <a:pt x="509489" y="91920"/>
                  <a:pt x="505796" y="87752"/>
                </a:cubicBezTo>
                <a:lnTo>
                  <a:pt x="505796" y="115723"/>
                </a:lnTo>
                <a:lnTo>
                  <a:pt x="489946" y="115723"/>
                </a:lnTo>
                <a:lnTo>
                  <a:pt x="489946" y="33565"/>
                </a:lnTo>
                <a:lnTo>
                  <a:pt x="504644" y="33565"/>
                </a:lnTo>
                <a:lnTo>
                  <a:pt x="505193" y="39379"/>
                </a:lnTo>
                <a:cubicBezTo>
                  <a:pt x="509032" y="34772"/>
                  <a:pt x="514041" y="32468"/>
                  <a:pt x="520220" y="32468"/>
                </a:cubicBezTo>
                <a:cubicBezTo>
                  <a:pt x="527533" y="32468"/>
                  <a:pt x="533219" y="35174"/>
                  <a:pt x="537277" y="40585"/>
                </a:cubicBezTo>
                <a:cubicBezTo>
                  <a:pt x="541336" y="45997"/>
                  <a:pt x="543365" y="53456"/>
                  <a:pt x="543365" y="62962"/>
                </a:cubicBezTo>
                <a:lnTo>
                  <a:pt x="543365" y="63785"/>
                </a:lnTo>
                <a:moveTo>
                  <a:pt x="527515" y="62633"/>
                </a:moveTo>
                <a:cubicBezTo>
                  <a:pt x="527515" y="57112"/>
                  <a:pt x="526537" y="52852"/>
                  <a:pt x="524581" y="49854"/>
                </a:cubicBezTo>
                <a:cubicBezTo>
                  <a:pt x="522624" y="46856"/>
                  <a:pt x="519782" y="45357"/>
                  <a:pt x="516052" y="45357"/>
                </a:cubicBezTo>
                <a:cubicBezTo>
                  <a:pt x="511080" y="45357"/>
                  <a:pt x="507661" y="47258"/>
                  <a:pt x="505796" y="51061"/>
                </a:cubicBezTo>
                <a:lnTo>
                  <a:pt x="505796" y="75357"/>
                </a:lnTo>
                <a:cubicBezTo>
                  <a:pt x="507734" y="79269"/>
                  <a:pt x="511189" y="81225"/>
                  <a:pt x="516162" y="81225"/>
                </a:cubicBezTo>
                <a:cubicBezTo>
                  <a:pt x="523730" y="81225"/>
                  <a:pt x="527515" y="75028"/>
                  <a:pt x="527515" y="62633"/>
                </a:cubicBezTo>
                <a:close/>
                <a:moveTo>
                  <a:pt x="580469" y="94004"/>
                </a:moveTo>
                <a:cubicBezTo>
                  <a:pt x="571767" y="94004"/>
                  <a:pt x="564682" y="91335"/>
                  <a:pt x="559216" y="85997"/>
                </a:cubicBezTo>
                <a:cubicBezTo>
                  <a:pt x="553750" y="80659"/>
                  <a:pt x="551017" y="73547"/>
                  <a:pt x="551017" y="64662"/>
                </a:cubicBezTo>
                <a:lnTo>
                  <a:pt x="551017" y="63127"/>
                </a:lnTo>
                <a:cubicBezTo>
                  <a:pt x="551017" y="57167"/>
                  <a:pt x="552169" y="51838"/>
                  <a:pt x="554472" y="47139"/>
                </a:cubicBezTo>
                <a:cubicBezTo>
                  <a:pt x="556776" y="42441"/>
                  <a:pt x="560039" y="38821"/>
                  <a:pt x="564262" y="36280"/>
                </a:cubicBezTo>
                <a:cubicBezTo>
                  <a:pt x="568485" y="33739"/>
                  <a:pt x="573302" y="32468"/>
                  <a:pt x="578714" y="32468"/>
                </a:cubicBezTo>
                <a:cubicBezTo>
                  <a:pt x="586831" y="32468"/>
                  <a:pt x="593220" y="35028"/>
                  <a:pt x="597882" y="40146"/>
                </a:cubicBezTo>
                <a:cubicBezTo>
                  <a:pt x="602544" y="45265"/>
                  <a:pt x="604875" y="52523"/>
                  <a:pt x="604875" y="61920"/>
                </a:cubicBezTo>
                <a:lnTo>
                  <a:pt x="604875" y="68392"/>
                </a:lnTo>
                <a:lnTo>
                  <a:pt x="567086" y="68392"/>
                </a:lnTo>
                <a:cubicBezTo>
                  <a:pt x="567598" y="72267"/>
                  <a:pt x="569143" y="75375"/>
                  <a:pt x="571721" y="77715"/>
                </a:cubicBezTo>
                <a:cubicBezTo>
                  <a:pt x="574299" y="80055"/>
                  <a:pt x="577562" y="81225"/>
                  <a:pt x="581511" y="81225"/>
                </a:cubicBezTo>
                <a:cubicBezTo>
                  <a:pt x="587617" y="81225"/>
                  <a:pt x="592388" y="79013"/>
                  <a:pt x="595825" y="74589"/>
                </a:cubicBezTo>
                <a:lnTo>
                  <a:pt x="603613" y="83309"/>
                </a:lnTo>
                <a:cubicBezTo>
                  <a:pt x="601237" y="86673"/>
                  <a:pt x="598019" y="89297"/>
                  <a:pt x="593961" y="91180"/>
                </a:cubicBezTo>
                <a:cubicBezTo>
                  <a:pt x="589902" y="93063"/>
                  <a:pt x="585405" y="94004"/>
                  <a:pt x="580469" y="94004"/>
                </a:cubicBezTo>
                <a:moveTo>
                  <a:pt x="578659" y="45302"/>
                </a:moveTo>
                <a:cubicBezTo>
                  <a:pt x="575514" y="45302"/>
                  <a:pt x="572964" y="46362"/>
                  <a:pt x="571008" y="48483"/>
                </a:cubicBezTo>
                <a:cubicBezTo>
                  <a:pt x="569052" y="50604"/>
                  <a:pt x="567799" y="53638"/>
                  <a:pt x="567251" y="57587"/>
                </a:cubicBezTo>
                <a:lnTo>
                  <a:pt x="589299" y="57587"/>
                </a:lnTo>
                <a:lnTo>
                  <a:pt x="589299" y="56326"/>
                </a:lnTo>
                <a:cubicBezTo>
                  <a:pt x="589226" y="52816"/>
                  <a:pt x="588275" y="50101"/>
                  <a:pt x="586447" y="48181"/>
                </a:cubicBezTo>
                <a:cubicBezTo>
                  <a:pt x="584619" y="46262"/>
                  <a:pt x="582023" y="45302"/>
                  <a:pt x="578659" y="45302"/>
                </a:cubicBezTo>
                <a:close/>
                <a:moveTo>
                  <a:pt x="647190" y="48428"/>
                </a:moveTo>
                <a:cubicBezTo>
                  <a:pt x="645033" y="48136"/>
                  <a:pt x="643131" y="47989"/>
                  <a:pt x="641486" y="47989"/>
                </a:cubicBezTo>
                <a:cubicBezTo>
                  <a:pt x="635490" y="47989"/>
                  <a:pt x="631559" y="50019"/>
                  <a:pt x="629694" y="54077"/>
                </a:cubicBezTo>
                <a:lnTo>
                  <a:pt x="629694" y="92907"/>
                </a:lnTo>
                <a:lnTo>
                  <a:pt x="613844" y="92907"/>
                </a:lnTo>
                <a:lnTo>
                  <a:pt x="613844" y="33565"/>
                </a:lnTo>
                <a:lnTo>
                  <a:pt x="628817" y="33565"/>
                </a:lnTo>
                <a:lnTo>
                  <a:pt x="629255" y="40640"/>
                </a:lnTo>
                <a:cubicBezTo>
                  <a:pt x="632436" y="35192"/>
                  <a:pt x="636842" y="32468"/>
                  <a:pt x="642473" y="32468"/>
                </a:cubicBezTo>
                <a:cubicBezTo>
                  <a:pt x="644228" y="32468"/>
                  <a:pt x="645873" y="32706"/>
                  <a:pt x="647409" y="33181"/>
                </a:cubicBezTo>
                <a:lnTo>
                  <a:pt x="647190" y="48428"/>
                </a:lnTo>
                <a:close/>
                <a:moveTo>
                  <a:pt x="686935" y="76509"/>
                </a:moveTo>
                <a:cubicBezTo>
                  <a:pt x="686935" y="74571"/>
                  <a:pt x="685976" y="73044"/>
                  <a:pt x="684056" y="71929"/>
                </a:cubicBezTo>
                <a:cubicBezTo>
                  <a:pt x="682137" y="70814"/>
                  <a:pt x="679056" y="69818"/>
                  <a:pt x="674815" y="68940"/>
                </a:cubicBezTo>
                <a:cubicBezTo>
                  <a:pt x="660701" y="65978"/>
                  <a:pt x="653645" y="59982"/>
                  <a:pt x="653645" y="50951"/>
                </a:cubicBezTo>
                <a:cubicBezTo>
                  <a:pt x="653645" y="45686"/>
                  <a:pt x="655829" y="41289"/>
                  <a:pt x="660199" y="37761"/>
                </a:cubicBezTo>
                <a:cubicBezTo>
                  <a:pt x="664568" y="34232"/>
                  <a:pt x="670281" y="32468"/>
                  <a:pt x="677338" y="32468"/>
                </a:cubicBezTo>
                <a:cubicBezTo>
                  <a:pt x="684870" y="32468"/>
                  <a:pt x="690893" y="34242"/>
                  <a:pt x="695409" y="37788"/>
                </a:cubicBezTo>
                <a:cubicBezTo>
                  <a:pt x="699925" y="41335"/>
                  <a:pt x="702182" y="45942"/>
                  <a:pt x="702182" y="51609"/>
                </a:cubicBezTo>
                <a:lnTo>
                  <a:pt x="686332" y="51609"/>
                </a:lnTo>
                <a:cubicBezTo>
                  <a:pt x="686332" y="49342"/>
                  <a:pt x="685601" y="47468"/>
                  <a:pt x="684138" y="45987"/>
                </a:cubicBezTo>
                <a:cubicBezTo>
                  <a:pt x="682676" y="44507"/>
                  <a:pt x="680391" y="43766"/>
                  <a:pt x="677283" y="43766"/>
                </a:cubicBezTo>
                <a:cubicBezTo>
                  <a:pt x="674614" y="43766"/>
                  <a:pt x="672548" y="44370"/>
                  <a:pt x="671085" y="45576"/>
                </a:cubicBezTo>
                <a:cubicBezTo>
                  <a:pt x="669623" y="46783"/>
                  <a:pt x="668891" y="48318"/>
                  <a:pt x="668891" y="50183"/>
                </a:cubicBezTo>
                <a:cubicBezTo>
                  <a:pt x="668891" y="51938"/>
                  <a:pt x="669723" y="53355"/>
                  <a:pt x="671387" y="54434"/>
                </a:cubicBezTo>
                <a:cubicBezTo>
                  <a:pt x="673051" y="55512"/>
                  <a:pt x="675857" y="56445"/>
                  <a:pt x="679806" y="57231"/>
                </a:cubicBezTo>
                <a:cubicBezTo>
                  <a:pt x="683754" y="58017"/>
                  <a:pt x="687082" y="58903"/>
                  <a:pt x="689787" y="59891"/>
                </a:cubicBezTo>
                <a:cubicBezTo>
                  <a:pt x="698160" y="62962"/>
                  <a:pt x="702347" y="68282"/>
                  <a:pt x="702347" y="75851"/>
                </a:cubicBezTo>
                <a:cubicBezTo>
                  <a:pt x="702347" y="81262"/>
                  <a:pt x="700025" y="85640"/>
                  <a:pt x="695382" y="88986"/>
                </a:cubicBezTo>
                <a:cubicBezTo>
                  <a:pt x="690738" y="92331"/>
                  <a:pt x="684742" y="94004"/>
                  <a:pt x="677392" y="94004"/>
                </a:cubicBezTo>
                <a:cubicBezTo>
                  <a:pt x="672420" y="94004"/>
                  <a:pt x="668005" y="93118"/>
                  <a:pt x="664147" y="91344"/>
                </a:cubicBezTo>
                <a:cubicBezTo>
                  <a:pt x="660290" y="89571"/>
                  <a:pt x="657264" y="87139"/>
                  <a:pt x="655071" y="84050"/>
                </a:cubicBezTo>
                <a:cubicBezTo>
                  <a:pt x="652877" y="80960"/>
                  <a:pt x="651780" y="77624"/>
                  <a:pt x="651780" y="74041"/>
                </a:cubicBezTo>
                <a:lnTo>
                  <a:pt x="666807" y="74041"/>
                </a:lnTo>
                <a:cubicBezTo>
                  <a:pt x="666954" y="76856"/>
                  <a:pt x="667996" y="79013"/>
                  <a:pt x="669934" y="80512"/>
                </a:cubicBezTo>
                <a:cubicBezTo>
                  <a:pt x="671871" y="82011"/>
                  <a:pt x="674467" y="82761"/>
                  <a:pt x="677721" y="82761"/>
                </a:cubicBezTo>
                <a:cubicBezTo>
                  <a:pt x="680756" y="82761"/>
                  <a:pt x="683051" y="82185"/>
                  <a:pt x="684605" y="81033"/>
                </a:cubicBezTo>
                <a:cubicBezTo>
                  <a:pt x="686158" y="79882"/>
                  <a:pt x="686935" y="78373"/>
                  <a:pt x="686935" y="76509"/>
                </a:cubicBezTo>
                <a:close/>
                <a:moveTo>
                  <a:pt x="729252" y="92907"/>
                </a:moveTo>
                <a:lnTo>
                  <a:pt x="713347" y="92907"/>
                </a:lnTo>
                <a:lnTo>
                  <a:pt x="713347" y="33565"/>
                </a:lnTo>
                <a:lnTo>
                  <a:pt x="729252" y="33565"/>
                </a:lnTo>
                <a:lnTo>
                  <a:pt x="729252" y="92907"/>
                </a:lnTo>
                <a:moveTo>
                  <a:pt x="712414" y="18209"/>
                </a:moveTo>
                <a:cubicBezTo>
                  <a:pt x="712414" y="15832"/>
                  <a:pt x="713210" y="13876"/>
                  <a:pt x="714800" y="12340"/>
                </a:cubicBezTo>
                <a:cubicBezTo>
                  <a:pt x="716391" y="10804"/>
                  <a:pt x="718557" y="10037"/>
                  <a:pt x="721299" y="10037"/>
                </a:cubicBezTo>
                <a:cubicBezTo>
                  <a:pt x="724005" y="10037"/>
                  <a:pt x="726162" y="10804"/>
                  <a:pt x="727771" y="12340"/>
                </a:cubicBezTo>
                <a:cubicBezTo>
                  <a:pt x="729380" y="13876"/>
                  <a:pt x="730184" y="15832"/>
                  <a:pt x="730184" y="18209"/>
                </a:cubicBezTo>
                <a:cubicBezTo>
                  <a:pt x="730184" y="20622"/>
                  <a:pt x="729371" y="22596"/>
                  <a:pt x="727744" y="24132"/>
                </a:cubicBezTo>
                <a:cubicBezTo>
                  <a:pt x="726116" y="25667"/>
                  <a:pt x="723968" y="26435"/>
                  <a:pt x="721299" y="26435"/>
                </a:cubicBezTo>
                <a:cubicBezTo>
                  <a:pt x="718630" y="26435"/>
                  <a:pt x="716482" y="25667"/>
                  <a:pt x="714855" y="24132"/>
                </a:cubicBezTo>
                <a:cubicBezTo>
                  <a:pt x="713228" y="22596"/>
                  <a:pt x="712414" y="20622"/>
                  <a:pt x="712414" y="18209"/>
                </a:cubicBezTo>
                <a:close/>
                <a:moveTo>
                  <a:pt x="774432" y="76509"/>
                </a:moveTo>
                <a:cubicBezTo>
                  <a:pt x="774432" y="74571"/>
                  <a:pt x="773472" y="73044"/>
                  <a:pt x="771552" y="71929"/>
                </a:cubicBezTo>
                <a:cubicBezTo>
                  <a:pt x="769633" y="70814"/>
                  <a:pt x="766552" y="69818"/>
                  <a:pt x="762311" y="68940"/>
                </a:cubicBezTo>
                <a:cubicBezTo>
                  <a:pt x="748198" y="65978"/>
                  <a:pt x="741141" y="59982"/>
                  <a:pt x="741141" y="50951"/>
                </a:cubicBezTo>
                <a:cubicBezTo>
                  <a:pt x="741141" y="45686"/>
                  <a:pt x="743326" y="41289"/>
                  <a:pt x="747695" y="37761"/>
                </a:cubicBezTo>
                <a:cubicBezTo>
                  <a:pt x="752064" y="34232"/>
                  <a:pt x="757777" y="32468"/>
                  <a:pt x="764834" y="32468"/>
                </a:cubicBezTo>
                <a:cubicBezTo>
                  <a:pt x="772366" y="32468"/>
                  <a:pt x="778390" y="34242"/>
                  <a:pt x="782905" y="37788"/>
                </a:cubicBezTo>
                <a:cubicBezTo>
                  <a:pt x="787421" y="41335"/>
                  <a:pt x="789679" y="45942"/>
                  <a:pt x="789679" y="51609"/>
                </a:cubicBezTo>
                <a:lnTo>
                  <a:pt x="773829" y="51609"/>
                </a:lnTo>
                <a:cubicBezTo>
                  <a:pt x="773829" y="49342"/>
                  <a:pt x="773097" y="47468"/>
                  <a:pt x="771635" y="45987"/>
                </a:cubicBezTo>
                <a:cubicBezTo>
                  <a:pt x="770172" y="44507"/>
                  <a:pt x="767887" y="43766"/>
                  <a:pt x="764779" y="43766"/>
                </a:cubicBezTo>
                <a:cubicBezTo>
                  <a:pt x="762110" y="43766"/>
                  <a:pt x="760044" y="44370"/>
                  <a:pt x="758582" y="45576"/>
                </a:cubicBezTo>
                <a:cubicBezTo>
                  <a:pt x="757119" y="46783"/>
                  <a:pt x="756388" y="48318"/>
                  <a:pt x="756388" y="50183"/>
                </a:cubicBezTo>
                <a:cubicBezTo>
                  <a:pt x="756388" y="51938"/>
                  <a:pt x="757220" y="53355"/>
                  <a:pt x="758883" y="54434"/>
                </a:cubicBezTo>
                <a:cubicBezTo>
                  <a:pt x="760547" y="55512"/>
                  <a:pt x="763353" y="56445"/>
                  <a:pt x="767302" y="57231"/>
                </a:cubicBezTo>
                <a:cubicBezTo>
                  <a:pt x="771251" y="58017"/>
                  <a:pt x="774578" y="58903"/>
                  <a:pt x="777284" y="59891"/>
                </a:cubicBezTo>
                <a:cubicBezTo>
                  <a:pt x="785657" y="62962"/>
                  <a:pt x="789843" y="68282"/>
                  <a:pt x="789843" y="75851"/>
                </a:cubicBezTo>
                <a:cubicBezTo>
                  <a:pt x="789843" y="81262"/>
                  <a:pt x="787521" y="85640"/>
                  <a:pt x="782878" y="88986"/>
                </a:cubicBezTo>
                <a:cubicBezTo>
                  <a:pt x="778234" y="92331"/>
                  <a:pt x="772238" y="94004"/>
                  <a:pt x="764889" y="94004"/>
                </a:cubicBezTo>
                <a:cubicBezTo>
                  <a:pt x="759916" y="94004"/>
                  <a:pt x="755501" y="93118"/>
                  <a:pt x="751644" y="91344"/>
                </a:cubicBezTo>
                <a:cubicBezTo>
                  <a:pt x="747786" y="89571"/>
                  <a:pt x="744761" y="87139"/>
                  <a:pt x="742567" y="84050"/>
                </a:cubicBezTo>
                <a:cubicBezTo>
                  <a:pt x="740373" y="80960"/>
                  <a:pt x="739276" y="77624"/>
                  <a:pt x="739276" y="74041"/>
                </a:cubicBezTo>
                <a:lnTo>
                  <a:pt x="754304" y="74041"/>
                </a:lnTo>
                <a:cubicBezTo>
                  <a:pt x="754450" y="76856"/>
                  <a:pt x="755492" y="79013"/>
                  <a:pt x="757430" y="80512"/>
                </a:cubicBezTo>
                <a:cubicBezTo>
                  <a:pt x="759368" y="82011"/>
                  <a:pt x="761964" y="82761"/>
                  <a:pt x="765218" y="82761"/>
                </a:cubicBezTo>
                <a:cubicBezTo>
                  <a:pt x="768253" y="82761"/>
                  <a:pt x="770547" y="82185"/>
                  <a:pt x="772101" y="81033"/>
                </a:cubicBezTo>
                <a:cubicBezTo>
                  <a:pt x="773655" y="79882"/>
                  <a:pt x="774432" y="78373"/>
                  <a:pt x="774432" y="76509"/>
                </a:cubicBezTo>
                <a:close/>
                <a:moveTo>
                  <a:pt x="818997" y="18976"/>
                </a:moveTo>
                <a:lnTo>
                  <a:pt x="818997" y="33565"/>
                </a:lnTo>
                <a:lnTo>
                  <a:pt x="829143" y="33565"/>
                </a:lnTo>
                <a:lnTo>
                  <a:pt x="829143" y="45192"/>
                </a:lnTo>
                <a:lnTo>
                  <a:pt x="818997" y="45192"/>
                </a:lnTo>
                <a:lnTo>
                  <a:pt x="818997" y="74809"/>
                </a:lnTo>
                <a:cubicBezTo>
                  <a:pt x="818997" y="77002"/>
                  <a:pt x="819417" y="78575"/>
                  <a:pt x="820258" y="79525"/>
                </a:cubicBezTo>
                <a:cubicBezTo>
                  <a:pt x="821099" y="80476"/>
                  <a:pt x="822708" y="80951"/>
                  <a:pt x="825084" y="80951"/>
                </a:cubicBezTo>
                <a:cubicBezTo>
                  <a:pt x="826839" y="80951"/>
                  <a:pt x="828393" y="80823"/>
                  <a:pt x="829746" y="80567"/>
                </a:cubicBezTo>
                <a:lnTo>
                  <a:pt x="829746" y="92578"/>
                </a:lnTo>
                <a:cubicBezTo>
                  <a:pt x="826638" y="93529"/>
                  <a:pt x="823439" y="94004"/>
                  <a:pt x="820148" y="94004"/>
                </a:cubicBezTo>
                <a:cubicBezTo>
                  <a:pt x="809033" y="94004"/>
                  <a:pt x="803366" y="88392"/>
                  <a:pt x="803146" y="77167"/>
                </a:cubicBezTo>
                <a:lnTo>
                  <a:pt x="803146" y="45192"/>
                </a:lnTo>
                <a:lnTo>
                  <a:pt x="794481" y="45192"/>
                </a:lnTo>
                <a:lnTo>
                  <a:pt x="794481" y="33565"/>
                </a:lnTo>
                <a:lnTo>
                  <a:pt x="803146" y="33565"/>
                </a:lnTo>
                <a:lnTo>
                  <a:pt x="803146" y="18976"/>
                </a:lnTo>
                <a:lnTo>
                  <a:pt x="818997" y="18976"/>
                </a:lnTo>
                <a:close/>
                <a:moveTo>
                  <a:pt x="865270" y="94004"/>
                </a:moveTo>
                <a:cubicBezTo>
                  <a:pt x="856568" y="94004"/>
                  <a:pt x="849484" y="91335"/>
                  <a:pt x="844018" y="85997"/>
                </a:cubicBezTo>
                <a:cubicBezTo>
                  <a:pt x="838551" y="80659"/>
                  <a:pt x="835818" y="73547"/>
                  <a:pt x="835818" y="64662"/>
                </a:cubicBezTo>
                <a:lnTo>
                  <a:pt x="835818" y="63127"/>
                </a:lnTo>
                <a:cubicBezTo>
                  <a:pt x="835818" y="57167"/>
                  <a:pt x="836970" y="51838"/>
                  <a:pt x="839273" y="47139"/>
                </a:cubicBezTo>
                <a:cubicBezTo>
                  <a:pt x="841577" y="42441"/>
                  <a:pt x="844840" y="38821"/>
                  <a:pt x="849063" y="36280"/>
                </a:cubicBezTo>
                <a:cubicBezTo>
                  <a:pt x="853286" y="33739"/>
                  <a:pt x="858104" y="32468"/>
                  <a:pt x="863515" y="32468"/>
                </a:cubicBezTo>
                <a:cubicBezTo>
                  <a:pt x="871632" y="32468"/>
                  <a:pt x="878021" y="35028"/>
                  <a:pt x="882683" y="40146"/>
                </a:cubicBezTo>
                <a:cubicBezTo>
                  <a:pt x="887345" y="45265"/>
                  <a:pt x="889676" y="52523"/>
                  <a:pt x="889676" y="61920"/>
                </a:cubicBezTo>
                <a:lnTo>
                  <a:pt x="889676" y="68392"/>
                </a:lnTo>
                <a:lnTo>
                  <a:pt x="851888" y="68392"/>
                </a:lnTo>
                <a:cubicBezTo>
                  <a:pt x="852400" y="72267"/>
                  <a:pt x="853944" y="75375"/>
                  <a:pt x="856522" y="77715"/>
                </a:cubicBezTo>
                <a:cubicBezTo>
                  <a:pt x="859100" y="80055"/>
                  <a:pt x="862363" y="81225"/>
                  <a:pt x="866312" y="81225"/>
                </a:cubicBezTo>
                <a:cubicBezTo>
                  <a:pt x="872418" y="81225"/>
                  <a:pt x="877190" y="79013"/>
                  <a:pt x="880627" y="74589"/>
                </a:cubicBezTo>
                <a:lnTo>
                  <a:pt x="888415" y="83309"/>
                </a:lnTo>
                <a:cubicBezTo>
                  <a:pt x="886038" y="86673"/>
                  <a:pt x="882820" y="89297"/>
                  <a:pt x="878762" y="91180"/>
                </a:cubicBezTo>
                <a:cubicBezTo>
                  <a:pt x="874703" y="93063"/>
                  <a:pt x="870206" y="94004"/>
                  <a:pt x="865270" y="94004"/>
                </a:cubicBezTo>
                <a:moveTo>
                  <a:pt x="863460" y="45302"/>
                </a:moveTo>
                <a:cubicBezTo>
                  <a:pt x="860316" y="45302"/>
                  <a:pt x="857765" y="46362"/>
                  <a:pt x="855809" y="48483"/>
                </a:cubicBezTo>
                <a:cubicBezTo>
                  <a:pt x="853853" y="50604"/>
                  <a:pt x="852601" y="53638"/>
                  <a:pt x="852052" y="57587"/>
                </a:cubicBezTo>
                <a:lnTo>
                  <a:pt x="874100" y="57587"/>
                </a:lnTo>
                <a:lnTo>
                  <a:pt x="874100" y="56326"/>
                </a:lnTo>
                <a:cubicBezTo>
                  <a:pt x="874027" y="52816"/>
                  <a:pt x="873076" y="50101"/>
                  <a:pt x="871248" y="48181"/>
                </a:cubicBezTo>
                <a:cubicBezTo>
                  <a:pt x="869420" y="46262"/>
                  <a:pt x="866824" y="45302"/>
                  <a:pt x="863460" y="45302"/>
                </a:cubicBezTo>
                <a:close/>
                <a:moveTo>
                  <a:pt x="913234" y="33565"/>
                </a:moveTo>
                <a:lnTo>
                  <a:pt x="913728" y="40421"/>
                </a:lnTo>
                <a:cubicBezTo>
                  <a:pt x="917969" y="35119"/>
                  <a:pt x="923655" y="32468"/>
                  <a:pt x="930785" y="32468"/>
                </a:cubicBezTo>
                <a:cubicBezTo>
                  <a:pt x="937074" y="32468"/>
                  <a:pt x="941754" y="34315"/>
                  <a:pt x="944825" y="38008"/>
                </a:cubicBezTo>
                <a:cubicBezTo>
                  <a:pt x="947896" y="41700"/>
                  <a:pt x="949469" y="47221"/>
                  <a:pt x="949542" y="54571"/>
                </a:cubicBezTo>
                <a:lnTo>
                  <a:pt x="949542" y="92907"/>
                </a:lnTo>
                <a:lnTo>
                  <a:pt x="933692" y="92907"/>
                </a:lnTo>
                <a:lnTo>
                  <a:pt x="933692" y="54955"/>
                </a:lnTo>
                <a:cubicBezTo>
                  <a:pt x="933692" y="51591"/>
                  <a:pt x="932960" y="49150"/>
                  <a:pt x="931498" y="47633"/>
                </a:cubicBezTo>
                <a:cubicBezTo>
                  <a:pt x="930035" y="46115"/>
                  <a:pt x="927604" y="45357"/>
                  <a:pt x="924203" y="45357"/>
                </a:cubicBezTo>
                <a:cubicBezTo>
                  <a:pt x="919743" y="45357"/>
                  <a:pt x="916397" y="47258"/>
                  <a:pt x="914167" y="51061"/>
                </a:cubicBezTo>
                <a:lnTo>
                  <a:pt x="914167" y="92907"/>
                </a:lnTo>
                <a:lnTo>
                  <a:pt x="898317" y="92907"/>
                </a:lnTo>
                <a:lnTo>
                  <a:pt x="898317" y="33565"/>
                </a:lnTo>
                <a:lnTo>
                  <a:pt x="913234" y="33565"/>
                </a:lnTo>
                <a:close/>
                <a:moveTo>
                  <a:pt x="986207" y="81225"/>
                </a:moveTo>
                <a:cubicBezTo>
                  <a:pt x="989132" y="81225"/>
                  <a:pt x="991509" y="80421"/>
                  <a:pt x="993337" y="78812"/>
                </a:cubicBezTo>
                <a:cubicBezTo>
                  <a:pt x="995165" y="77203"/>
                  <a:pt x="996116" y="75064"/>
                  <a:pt x="996189" y="72395"/>
                </a:cubicBezTo>
                <a:lnTo>
                  <a:pt x="1011052" y="72395"/>
                </a:lnTo>
                <a:cubicBezTo>
                  <a:pt x="1011015" y="76417"/>
                  <a:pt x="1009918" y="80101"/>
                  <a:pt x="1007761" y="83447"/>
                </a:cubicBezTo>
                <a:cubicBezTo>
                  <a:pt x="1005604" y="86792"/>
                  <a:pt x="1002651" y="89388"/>
                  <a:pt x="998903" y="91235"/>
                </a:cubicBezTo>
                <a:cubicBezTo>
                  <a:pt x="995156" y="93081"/>
                  <a:pt x="991015" y="94004"/>
                  <a:pt x="986481" y="94004"/>
                </a:cubicBezTo>
                <a:cubicBezTo>
                  <a:pt x="977998" y="94004"/>
                  <a:pt x="971307" y="91308"/>
                  <a:pt x="966408" y="85915"/>
                </a:cubicBezTo>
                <a:cubicBezTo>
                  <a:pt x="961508" y="80522"/>
                  <a:pt x="959059" y="73072"/>
                  <a:pt x="959059" y="63565"/>
                </a:cubicBezTo>
                <a:lnTo>
                  <a:pt x="959059" y="62523"/>
                </a:lnTo>
                <a:cubicBezTo>
                  <a:pt x="959059" y="53382"/>
                  <a:pt x="961490" y="46088"/>
                  <a:pt x="966353" y="40640"/>
                </a:cubicBezTo>
                <a:cubicBezTo>
                  <a:pt x="971216" y="35192"/>
                  <a:pt x="977889" y="32468"/>
                  <a:pt x="986371" y="32468"/>
                </a:cubicBezTo>
                <a:cubicBezTo>
                  <a:pt x="993794" y="32468"/>
                  <a:pt x="999744" y="34580"/>
                  <a:pt x="1004223" y="38803"/>
                </a:cubicBezTo>
                <a:cubicBezTo>
                  <a:pt x="1008702" y="43026"/>
                  <a:pt x="1010978" y="48647"/>
                  <a:pt x="1011052" y="55668"/>
                </a:cubicBezTo>
                <a:lnTo>
                  <a:pt x="996189" y="55668"/>
                </a:lnTo>
                <a:cubicBezTo>
                  <a:pt x="996116" y="52596"/>
                  <a:pt x="995165" y="50101"/>
                  <a:pt x="993337" y="48181"/>
                </a:cubicBezTo>
                <a:cubicBezTo>
                  <a:pt x="991509" y="46262"/>
                  <a:pt x="989095" y="45302"/>
                  <a:pt x="986097" y="45302"/>
                </a:cubicBezTo>
                <a:cubicBezTo>
                  <a:pt x="982404" y="45302"/>
                  <a:pt x="979616" y="46646"/>
                  <a:pt x="977733" y="49333"/>
                </a:cubicBezTo>
                <a:cubicBezTo>
                  <a:pt x="975850" y="52020"/>
                  <a:pt x="974909" y="56381"/>
                  <a:pt x="974909" y="62414"/>
                </a:cubicBezTo>
                <a:lnTo>
                  <a:pt x="974909" y="64059"/>
                </a:lnTo>
                <a:cubicBezTo>
                  <a:pt x="974909" y="70165"/>
                  <a:pt x="975841" y="74553"/>
                  <a:pt x="977706" y="77222"/>
                </a:cubicBezTo>
                <a:cubicBezTo>
                  <a:pt x="979571" y="79891"/>
                  <a:pt x="982404" y="81225"/>
                  <a:pt x="986207" y="81225"/>
                </a:cubicBezTo>
                <a:close/>
                <a:moveTo>
                  <a:pt x="1047390" y="94004"/>
                </a:moveTo>
                <a:cubicBezTo>
                  <a:pt x="1038688" y="94004"/>
                  <a:pt x="1031603" y="91335"/>
                  <a:pt x="1026137" y="85997"/>
                </a:cubicBezTo>
                <a:cubicBezTo>
                  <a:pt x="1020671" y="80659"/>
                  <a:pt x="1017938" y="73547"/>
                  <a:pt x="1017938" y="64662"/>
                </a:cubicBezTo>
                <a:lnTo>
                  <a:pt x="1017938" y="63127"/>
                </a:lnTo>
                <a:cubicBezTo>
                  <a:pt x="1017938" y="57167"/>
                  <a:pt x="1019090" y="51838"/>
                  <a:pt x="1021393" y="47139"/>
                </a:cubicBezTo>
                <a:cubicBezTo>
                  <a:pt x="1023697" y="42441"/>
                  <a:pt x="1026960" y="38821"/>
                  <a:pt x="1031183" y="36280"/>
                </a:cubicBezTo>
                <a:cubicBezTo>
                  <a:pt x="1035406" y="33739"/>
                  <a:pt x="1040223" y="32468"/>
                  <a:pt x="1045635" y="32468"/>
                </a:cubicBezTo>
                <a:cubicBezTo>
                  <a:pt x="1053752" y="32468"/>
                  <a:pt x="1060141" y="35028"/>
                  <a:pt x="1064803" y="40146"/>
                </a:cubicBezTo>
                <a:cubicBezTo>
                  <a:pt x="1069465" y="45265"/>
                  <a:pt x="1071796" y="52523"/>
                  <a:pt x="1071796" y="61920"/>
                </a:cubicBezTo>
                <a:lnTo>
                  <a:pt x="1071796" y="68392"/>
                </a:lnTo>
                <a:lnTo>
                  <a:pt x="1034007" y="68392"/>
                </a:lnTo>
                <a:cubicBezTo>
                  <a:pt x="1034519" y="72267"/>
                  <a:pt x="1036064" y="75375"/>
                  <a:pt x="1038642" y="77715"/>
                </a:cubicBezTo>
                <a:cubicBezTo>
                  <a:pt x="1041220" y="80055"/>
                  <a:pt x="1044483" y="81225"/>
                  <a:pt x="1048432" y="81225"/>
                </a:cubicBezTo>
                <a:cubicBezTo>
                  <a:pt x="1054538" y="81225"/>
                  <a:pt x="1059309" y="79013"/>
                  <a:pt x="1062746" y="74589"/>
                </a:cubicBezTo>
                <a:lnTo>
                  <a:pt x="1070534" y="83309"/>
                </a:lnTo>
                <a:cubicBezTo>
                  <a:pt x="1068158" y="86673"/>
                  <a:pt x="1064940" y="89297"/>
                  <a:pt x="1060881" y="91180"/>
                </a:cubicBezTo>
                <a:cubicBezTo>
                  <a:pt x="1056823" y="93063"/>
                  <a:pt x="1052326" y="94004"/>
                  <a:pt x="1047390" y="94004"/>
                </a:cubicBezTo>
                <a:moveTo>
                  <a:pt x="1045580" y="45302"/>
                </a:moveTo>
                <a:cubicBezTo>
                  <a:pt x="1042435" y="45302"/>
                  <a:pt x="1039885" y="46362"/>
                  <a:pt x="1037929" y="48483"/>
                </a:cubicBezTo>
                <a:cubicBezTo>
                  <a:pt x="1035973" y="50604"/>
                  <a:pt x="1034720" y="53638"/>
                  <a:pt x="1034172" y="57587"/>
                </a:cubicBezTo>
                <a:lnTo>
                  <a:pt x="1056220" y="57587"/>
                </a:lnTo>
                <a:lnTo>
                  <a:pt x="1056220" y="56326"/>
                </a:lnTo>
                <a:cubicBezTo>
                  <a:pt x="1056146" y="52816"/>
                  <a:pt x="1055196" y="50101"/>
                  <a:pt x="1053368" y="48181"/>
                </a:cubicBezTo>
                <a:cubicBezTo>
                  <a:pt x="1051540" y="46262"/>
                  <a:pt x="1048944" y="45302"/>
                  <a:pt x="1045580" y="45302"/>
                </a:cubicBezTo>
                <a:close/>
                <a:moveTo>
                  <a:pt x="1085756" y="99818"/>
                </a:moveTo>
                <a:lnTo>
                  <a:pt x="1073964" y="99818"/>
                </a:lnTo>
                <a:lnTo>
                  <a:pt x="1103361" y="13053"/>
                </a:lnTo>
                <a:lnTo>
                  <a:pt x="1115153" y="13053"/>
                </a:lnTo>
                <a:lnTo>
                  <a:pt x="1085756" y="9981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quickabandonment]">
            <a:extLst xmlns:a="http://schemas.openxmlformats.org/drawingml/2006/main">
              <a:ext uri="{FF2B5EF4-FFF2-40B4-BE49-F238E27FC236}">
                <a16:creationId xmlns:a16="http://schemas.microsoft.com/office/drawing/2014/main" id="{D65348E1-48B3-4938-BDB7-58D6D2C4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224" y="4460033"/>
            <a:ext cx="1018112" cy="115723"/>
          </a:xfrm>
          <a:custGeom xmlns:a="http://schemas.openxmlformats.org/drawingml/2006/main">
            <a:pathLst>
              <a:path w="1018112" h="115723">
                <a:moveTo>
                  <a:pt x="0" y="62688"/>
                </a:moveTo>
                <a:cubicBezTo>
                  <a:pt x="0" y="53364"/>
                  <a:pt x="2075" y="45997"/>
                  <a:pt x="6225" y="40585"/>
                </a:cubicBezTo>
                <a:cubicBezTo>
                  <a:pt x="10375" y="35174"/>
                  <a:pt x="16070" y="32468"/>
                  <a:pt x="23309" y="32468"/>
                </a:cubicBezTo>
                <a:cubicBezTo>
                  <a:pt x="29671" y="32468"/>
                  <a:pt x="34735" y="34900"/>
                  <a:pt x="38501" y="39763"/>
                </a:cubicBezTo>
                <a:lnTo>
                  <a:pt x="39543" y="33565"/>
                </a:lnTo>
                <a:lnTo>
                  <a:pt x="53474" y="33565"/>
                </a:lnTo>
                <a:lnTo>
                  <a:pt x="53474" y="115723"/>
                </a:lnTo>
                <a:lnTo>
                  <a:pt x="37569" y="115723"/>
                </a:lnTo>
                <a:lnTo>
                  <a:pt x="37569" y="87807"/>
                </a:lnTo>
                <a:cubicBezTo>
                  <a:pt x="33912" y="91938"/>
                  <a:pt x="29123" y="94004"/>
                  <a:pt x="23199" y="94004"/>
                </a:cubicBezTo>
                <a:cubicBezTo>
                  <a:pt x="16143" y="94004"/>
                  <a:pt x="10512" y="91262"/>
                  <a:pt x="6307" y="85777"/>
                </a:cubicBezTo>
                <a:cubicBezTo>
                  <a:pt x="2102" y="80293"/>
                  <a:pt x="0" y="72596"/>
                  <a:pt x="0" y="62688"/>
                </a:cubicBezTo>
                <a:moveTo>
                  <a:pt x="15850" y="63840"/>
                </a:moveTo>
                <a:cubicBezTo>
                  <a:pt x="15850" y="69507"/>
                  <a:pt x="16847" y="73821"/>
                  <a:pt x="18839" y="76783"/>
                </a:cubicBezTo>
                <a:cubicBezTo>
                  <a:pt x="20832" y="79745"/>
                  <a:pt x="23638" y="81225"/>
                  <a:pt x="27258" y="81225"/>
                </a:cubicBezTo>
                <a:cubicBezTo>
                  <a:pt x="32121" y="81225"/>
                  <a:pt x="35558" y="79288"/>
                  <a:pt x="37569" y="75412"/>
                </a:cubicBezTo>
                <a:lnTo>
                  <a:pt x="37569" y="50896"/>
                </a:lnTo>
                <a:cubicBezTo>
                  <a:pt x="35594" y="47167"/>
                  <a:pt x="32194" y="45302"/>
                  <a:pt x="27368" y="45302"/>
                </a:cubicBezTo>
                <a:cubicBezTo>
                  <a:pt x="23711" y="45302"/>
                  <a:pt x="20878" y="46783"/>
                  <a:pt x="18867" y="49744"/>
                </a:cubicBezTo>
                <a:cubicBezTo>
                  <a:pt x="16856" y="52706"/>
                  <a:pt x="15850" y="57404"/>
                  <a:pt x="15850" y="63840"/>
                </a:cubicBezTo>
                <a:close/>
                <a:moveTo>
                  <a:pt x="101437" y="86874"/>
                </a:moveTo>
                <a:cubicBezTo>
                  <a:pt x="97524" y="91628"/>
                  <a:pt x="92113" y="94004"/>
                  <a:pt x="85203" y="94004"/>
                </a:cubicBezTo>
                <a:cubicBezTo>
                  <a:pt x="78841" y="94004"/>
                  <a:pt x="73987" y="92176"/>
                  <a:pt x="70641" y="88520"/>
                </a:cubicBezTo>
                <a:cubicBezTo>
                  <a:pt x="67296" y="84863"/>
                  <a:pt x="65586" y="79507"/>
                  <a:pt x="65513" y="72450"/>
                </a:cubicBezTo>
                <a:lnTo>
                  <a:pt x="65513" y="33565"/>
                </a:lnTo>
                <a:lnTo>
                  <a:pt x="81363" y="33565"/>
                </a:lnTo>
                <a:lnTo>
                  <a:pt x="81363" y="71902"/>
                </a:lnTo>
                <a:cubicBezTo>
                  <a:pt x="81363" y="78081"/>
                  <a:pt x="84179" y="81171"/>
                  <a:pt x="89810" y="81171"/>
                </a:cubicBezTo>
                <a:cubicBezTo>
                  <a:pt x="95184" y="81171"/>
                  <a:pt x="98877" y="79306"/>
                  <a:pt x="100888" y="75576"/>
                </a:cubicBezTo>
                <a:lnTo>
                  <a:pt x="100888" y="33565"/>
                </a:lnTo>
                <a:lnTo>
                  <a:pt x="116793" y="33565"/>
                </a:lnTo>
                <a:lnTo>
                  <a:pt x="116793" y="92907"/>
                </a:lnTo>
                <a:lnTo>
                  <a:pt x="101875" y="92907"/>
                </a:lnTo>
                <a:lnTo>
                  <a:pt x="101437" y="86874"/>
                </a:lnTo>
                <a:close/>
                <a:moveTo>
                  <a:pt x="145451" y="92907"/>
                </a:moveTo>
                <a:lnTo>
                  <a:pt x="129546" y="92907"/>
                </a:lnTo>
                <a:lnTo>
                  <a:pt x="129546" y="33565"/>
                </a:lnTo>
                <a:lnTo>
                  <a:pt x="145451" y="33565"/>
                </a:lnTo>
                <a:lnTo>
                  <a:pt x="145451" y="92907"/>
                </a:lnTo>
                <a:moveTo>
                  <a:pt x="128614" y="18209"/>
                </a:moveTo>
                <a:cubicBezTo>
                  <a:pt x="128614" y="15832"/>
                  <a:pt x="129409" y="13876"/>
                  <a:pt x="131000" y="12340"/>
                </a:cubicBezTo>
                <a:cubicBezTo>
                  <a:pt x="132590" y="10804"/>
                  <a:pt x="134757" y="10037"/>
                  <a:pt x="137499" y="10037"/>
                </a:cubicBezTo>
                <a:cubicBezTo>
                  <a:pt x="140204" y="10037"/>
                  <a:pt x="142362" y="10804"/>
                  <a:pt x="143970" y="12340"/>
                </a:cubicBezTo>
                <a:cubicBezTo>
                  <a:pt x="145579" y="13876"/>
                  <a:pt x="146384" y="15832"/>
                  <a:pt x="146384" y="18209"/>
                </a:cubicBezTo>
                <a:cubicBezTo>
                  <a:pt x="146384" y="20622"/>
                  <a:pt x="145570" y="22596"/>
                  <a:pt x="143943" y="24132"/>
                </a:cubicBezTo>
                <a:cubicBezTo>
                  <a:pt x="142316" y="25667"/>
                  <a:pt x="140168" y="26435"/>
                  <a:pt x="137499" y="26435"/>
                </a:cubicBezTo>
                <a:cubicBezTo>
                  <a:pt x="134830" y="26435"/>
                  <a:pt x="132682" y="25667"/>
                  <a:pt x="131055" y="24132"/>
                </a:cubicBezTo>
                <a:cubicBezTo>
                  <a:pt x="129427" y="22596"/>
                  <a:pt x="128614" y="20622"/>
                  <a:pt x="128614" y="18209"/>
                </a:cubicBezTo>
                <a:close/>
                <a:moveTo>
                  <a:pt x="183172" y="81225"/>
                </a:moveTo>
                <a:cubicBezTo>
                  <a:pt x="186097" y="81225"/>
                  <a:pt x="188474" y="80421"/>
                  <a:pt x="190302" y="78812"/>
                </a:cubicBezTo>
                <a:cubicBezTo>
                  <a:pt x="192130" y="77203"/>
                  <a:pt x="193081" y="75064"/>
                  <a:pt x="193154" y="72395"/>
                </a:cubicBezTo>
                <a:lnTo>
                  <a:pt x="208017" y="72395"/>
                </a:lnTo>
                <a:cubicBezTo>
                  <a:pt x="207980" y="76417"/>
                  <a:pt x="206883" y="80101"/>
                  <a:pt x="204726" y="83447"/>
                </a:cubicBezTo>
                <a:cubicBezTo>
                  <a:pt x="202569" y="86792"/>
                  <a:pt x="199616" y="89388"/>
                  <a:pt x="195869" y="91235"/>
                </a:cubicBezTo>
                <a:cubicBezTo>
                  <a:pt x="192121" y="93081"/>
                  <a:pt x="187980" y="94004"/>
                  <a:pt x="183446" y="94004"/>
                </a:cubicBezTo>
                <a:cubicBezTo>
                  <a:pt x="174964" y="94004"/>
                  <a:pt x="168273" y="91308"/>
                  <a:pt x="163373" y="85915"/>
                </a:cubicBezTo>
                <a:cubicBezTo>
                  <a:pt x="158474" y="80522"/>
                  <a:pt x="156024" y="73072"/>
                  <a:pt x="156024" y="63565"/>
                </a:cubicBezTo>
                <a:lnTo>
                  <a:pt x="156024" y="62523"/>
                </a:lnTo>
                <a:cubicBezTo>
                  <a:pt x="156024" y="53382"/>
                  <a:pt x="158455" y="46088"/>
                  <a:pt x="163318" y="40640"/>
                </a:cubicBezTo>
                <a:cubicBezTo>
                  <a:pt x="168181" y="35192"/>
                  <a:pt x="174854" y="32468"/>
                  <a:pt x="183337" y="32468"/>
                </a:cubicBezTo>
                <a:cubicBezTo>
                  <a:pt x="190759" y="32468"/>
                  <a:pt x="196710" y="34580"/>
                  <a:pt x="201189" y="38803"/>
                </a:cubicBezTo>
                <a:cubicBezTo>
                  <a:pt x="205668" y="43026"/>
                  <a:pt x="207944" y="48647"/>
                  <a:pt x="208017" y="55668"/>
                </a:cubicBezTo>
                <a:lnTo>
                  <a:pt x="193154" y="55668"/>
                </a:lnTo>
                <a:cubicBezTo>
                  <a:pt x="193081" y="52596"/>
                  <a:pt x="192130" y="50101"/>
                  <a:pt x="190302" y="48181"/>
                </a:cubicBezTo>
                <a:cubicBezTo>
                  <a:pt x="188474" y="46262"/>
                  <a:pt x="186061" y="45302"/>
                  <a:pt x="183062" y="45302"/>
                </a:cubicBezTo>
                <a:cubicBezTo>
                  <a:pt x="179370" y="45302"/>
                  <a:pt x="176582" y="46646"/>
                  <a:pt x="174699" y="49333"/>
                </a:cubicBezTo>
                <a:cubicBezTo>
                  <a:pt x="172816" y="52020"/>
                  <a:pt x="171874" y="56381"/>
                  <a:pt x="171874" y="62414"/>
                </a:cubicBezTo>
                <a:lnTo>
                  <a:pt x="171874" y="64059"/>
                </a:lnTo>
                <a:cubicBezTo>
                  <a:pt x="171874" y="70165"/>
                  <a:pt x="172806" y="74553"/>
                  <a:pt x="174671" y="77222"/>
                </a:cubicBezTo>
                <a:cubicBezTo>
                  <a:pt x="176536" y="79891"/>
                  <a:pt x="179370" y="81225"/>
                  <a:pt x="183172" y="81225"/>
                </a:cubicBezTo>
                <a:close/>
                <a:moveTo>
                  <a:pt x="238596" y="69105"/>
                </a:moveTo>
                <a:lnTo>
                  <a:pt x="232893" y="74809"/>
                </a:lnTo>
                <a:lnTo>
                  <a:pt x="232893" y="92907"/>
                </a:lnTo>
                <a:lnTo>
                  <a:pt x="217042" y="92907"/>
                </a:lnTo>
                <a:lnTo>
                  <a:pt x="217042" y="8666"/>
                </a:lnTo>
                <a:lnTo>
                  <a:pt x="232893" y="8666"/>
                </a:lnTo>
                <a:lnTo>
                  <a:pt x="232893" y="55339"/>
                </a:lnTo>
                <a:lnTo>
                  <a:pt x="235964" y="51390"/>
                </a:lnTo>
                <a:lnTo>
                  <a:pt x="251156" y="33565"/>
                </a:lnTo>
                <a:lnTo>
                  <a:pt x="270187" y="33565"/>
                </a:lnTo>
                <a:lnTo>
                  <a:pt x="248743" y="58300"/>
                </a:lnTo>
                <a:lnTo>
                  <a:pt x="272052" y="92907"/>
                </a:lnTo>
                <a:lnTo>
                  <a:pt x="253843" y="92907"/>
                </a:lnTo>
                <a:lnTo>
                  <a:pt x="238596" y="69105"/>
                </a:lnTo>
                <a:close/>
                <a:moveTo>
                  <a:pt x="339365" y="92907"/>
                </a:moveTo>
                <a:cubicBezTo>
                  <a:pt x="338634" y="91481"/>
                  <a:pt x="338104" y="89708"/>
                  <a:pt x="337775" y="87587"/>
                </a:cubicBezTo>
                <a:cubicBezTo>
                  <a:pt x="333935" y="91865"/>
                  <a:pt x="328945" y="94004"/>
                  <a:pt x="322802" y="94004"/>
                </a:cubicBezTo>
                <a:cubicBezTo>
                  <a:pt x="316988" y="94004"/>
                  <a:pt x="312171" y="92320"/>
                  <a:pt x="308350" y="88952"/>
                </a:cubicBezTo>
                <a:cubicBezTo>
                  <a:pt x="304529" y="85582"/>
                  <a:pt x="302619" y="81334"/>
                  <a:pt x="302619" y="76209"/>
                </a:cubicBezTo>
                <a:cubicBezTo>
                  <a:pt x="302619" y="69911"/>
                  <a:pt x="304950" y="65078"/>
                  <a:pt x="309612" y="61709"/>
                </a:cubicBezTo>
                <a:cubicBezTo>
                  <a:pt x="314274" y="58340"/>
                  <a:pt x="321010" y="56637"/>
                  <a:pt x="329822" y="56600"/>
                </a:cubicBezTo>
                <a:lnTo>
                  <a:pt x="337116" y="56600"/>
                </a:lnTo>
                <a:lnTo>
                  <a:pt x="337116" y="53215"/>
                </a:lnTo>
                <a:cubicBezTo>
                  <a:pt x="337116" y="50484"/>
                  <a:pt x="336413" y="48300"/>
                  <a:pt x="335005" y="46663"/>
                </a:cubicBezTo>
                <a:cubicBezTo>
                  <a:pt x="333597" y="45024"/>
                  <a:pt x="331376" y="44205"/>
                  <a:pt x="328341" y="44205"/>
                </a:cubicBezTo>
                <a:cubicBezTo>
                  <a:pt x="325672" y="44205"/>
                  <a:pt x="323579" y="44840"/>
                  <a:pt x="322062" y="46111"/>
                </a:cubicBezTo>
                <a:cubicBezTo>
                  <a:pt x="320544" y="47380"/>
                  <a:pt x="319785" y="49122"/>
                  <a:pt x="319785" y="51335"/>
                </a:cubicBezTo>
                <a:lnTo>
                  <a:pt x="303935" y="51335"/>
                </a:lnTo>
                <a:cubicBezTo>
                  <a:pt x="303935" y="47908"/>
                  <a:pt x="304996" y="44737"/>
                  <a:pt x="307116" y="41821"/>
                </a:cubicBezTo>
                <a:cubicBezTo>
                  <a:pt x="309237" y="38904"/>
                  <a:pt x="312235" y="36616"/>
                  <a:pt x="316111" y="34957"/>
                </a:cubicBezTo>
                <a:cubicBezTo>
                  <a:pt x="319987" y="33298"/>
                  <a:pt x="324338" y="32468"/>
                  <a:pt x="329164" y="32468"/>
                </a:cubicBezTo>
                <a:cubicBezTo>
                  <a:pt x="336477" y="32468"/>
                  <a:pt x="342281" y="34306"/>
                  <a:pt x="346577" y="37980"/>
                </a:cubicBezTo>
                <a:cubicBezTo>
                  <a:pt x="350873" y="41655"/>
                  <a:pt x="353021" y="46819"/>
                  <a:pt x="353021" y="53474"/>
                </a:cubicBezTo>
                <a:lnTo>
                  <a:pt x="353021" y="79196"/>
                </a:lnTo>
                <a:cubicBezTo>
                  <a:pt x="353058" y="84827"/>
                  <a:pt x="353844" y="89086"/>
                  <a:pt x="355380" y="91975"/>
                </a:cubicBezTo>
                <a:lnTo>
                  <a:pt x="355380" y="92907"/>
                </a:lnTo>
                <a:lnTo>
                  <a:pt x="339365" y="92907"/>
                </a:lnTo>
                <a:moveTo>
                  <a:pt x="326257" y="81883"/>
                </a:moveTo>
                <a:cubicBezTo>
                  <a:pt x="328597" y="81883"/>
                  <a:pt x="330754" y="81361"/>
                  <a:pt x="332729" y="80315"/>
                </a:cubicBezTo>
                <a:cubicBezTo>
                  <a:pt x="334703" y="79270"/>
                  <a:pt x="336166" y="77866"/>
                  <a:pt x="337116" y="76104"/>
                </a:cubicBezTo>
                <a:lnTo>
                  <a:pt x="337116" y="65869"/>
                </a:lnTo>
                <a:lnTo>
                  <a:pt x="331193" y="65869"/>
                </a:lnTo>
                <a:cubicBezTo>
                  <a:pt x="323259" y="65869"/>
                  <a:pt x="319036" y="68620"/>
                  <a:pt x="318524" y="74123"/>
                </a:cubicBezTo>
                <a:lnTo>
                  <a:pt x="318469" y="75059"/>
                </a:lnTo>
                <a:cubicBezTo>
                  <a:pt x="318469" y="77040"/>
                  <a:pt x="319164" y="78673"/>
                  <a:pt x="320553" y="79957"/>
                </a:cubicBezTo>
                <a:cubicBezTo>
                  <a:pt x="321943" y="81241"/>
                  <a:pt x="323844" y="81883"/>
                  <a:pt x="326257" y="81883"/>
                </a:cubicBezTo>
                <a:close/>
                <a:moveTo>
                  <a:pt x="418646" y="63785"/>
                </a:moveTo>
                <a:cubicBezTo>
                  <a:pt x="418646" y="73291"/>
                  <a:pt x="416617" y="80704"/>
                  <a:pt x="412558" y="86024"/>
                </a:cubicBezTo>
                <a:cubicBezTo>
                  <a:pt x="408500" y="91344"/>
                  <a:pt x="402832" y="94004"/>
                  <a:pt x="395556" y="94004"/>
                </a:cubicBezTo>
                <a:cubicBezTo>
                  <a:pt x="389121" y="94004"/>
                  <a:pt x="383984" y="91536"/>
                  <a:pt x="380145" y="86600"/>
                </a:cubicBezTo>
                <a:lnTo>
                  <a:pt x="379432" y="92907"/>
                </a:lnTo>
                <a:lnTo>
                  <a:pt x="365172" y="92907"/>
                </a:lnTo>
                <a:lnTo>
                  <a:pt x="365172" y="8666"/>
                </a:lnTo>
                <a:lnTo>
                  <a:pt x="381022" y="8666"/>
                </a:lnTo>
                <a:lnTo>
                  <a:pt x="381022" y="38885"/>
                </a:lnTo>
                <a:cubicBezTo>
                  <a:pt x="384679" y="34607"/>
                  <a:pt x="389487" y="32468"/>
                  <a:pt x="395446" y="32468"/>
                </a:cubicBezTo>
                <a:cubicBezTo>
                  <a:pt x="402686" y="32468"/>
                  <a:pt x="408362" y="35128"/>
                  <a:pt x="412476" y="40448"/>
                </a:cubicBezTo>
                <a:cubicBezTo>
                  <a:pt x="416589" y="45768"/>
                  <a:pt x="418646" y="53254"/>
                  <a:pt x="418646" y="62907"/>
                </a:cubicBezTo>
                <a:lnTo>
                  <a:pt x="418646" y="63785"/>
                </a:lnTo>
                <a:moveTo>
                  <a:pt x="402796" y="62633"/>
                </a:moveTo>
                <a:cubicBezTo>
                  <a:pt x="402796" y="56637"/>
                  <a:pt x="401845" y="52258"/>
                  <a:pt x="399944" y="49498"/>
                </a:cubicBezTo>
                <a:cubicBezTo>
                  <a:pt x="398042" y="46737"/>
                  <a:pt x="395209" y="45357"/>
                  <a:pt x="391443" y="45357"/>
                </a:cubicBezTo>
                <a:cubicBezTo>
                  <a:pt x="386397" y="45357"/>
                  <a:pt x="382923" y="47423"/>
                  <a:pt x="381022" y="51554"/>
                </a:cubicBezTo>
                <a:lnTo>
                  <a:pt x="381022" y="74973"/>
                </a:lnTo>
                <a:cubicBezTo>
                  <a:pt x="382960" y="79141"/>
                  <a:pt x="386470" y="81225"/>
                  <a:pt x="391552" y="81225"/>
                </a:cubicBezTo>
                <a:cubicBezTo>
                  <a:pt x="396671" y="81225"/>
                  <a:pt x="400035" y="78702"/>
                  <a:pt x="401644" y="73657"/>
                </a:cubicBezTo>
                <a:cubicBezTo>
                  <a:pt x="402412" y="71244"/>
                  <a:pt x="402796" y="67569"/>
                  <a:pt x="402796" y="62633"/>
                </a:cubicBezTo>
                <a:close/>
                <a:moveTo>
                  <a:pt x="462770" y="92907"/>
                </a:moveTo>
                <a:cubicBezTo>
                  <a:pt x="462038" y="91481"/>
                  <a:pt x="461508" y="89708"/>
                  <a:pt x="461179" y="87587"/>
                </a:cubicBezTo>
                <a:cubicBezTo>
                  <a:pt x="457340" y="91865"/>
                  <a:pt x="452349" y="94004"/>
                  <a:pt x="446207" y="94004"/>
                </a:cubicBezTo>
                <a:cubicBezTo>
                  <a:pt x="440393" y="94004"/>
                  <a:pt x="435576" y="92320"/>
                  <a:pt x="431755" y="88952"/>
                </a:cubicBezTo>
                <a:cubicBezTo>
                  <a:pt x="427934" y="85582"/>
                  <a:pt x="426024" y="81334"/>
                  <a:pt x="426024" y="76209"/>
                </a:cubicBezTo>
                <a:cubicBezTo>
                  <a:pt x="426024" y="69911"/>
                  <a:pt x="428354" y="65078"/>
                  <a:pt x="433016" y="61709"/>
                </a:cubicBezTo>
                <a:cubicBezTo>
                  <a:pt x="437678" y="58340"/>
                  <a:pt x="444415" y="56637"/>
                  <a:pt x="453227" y="56600"/>
                </a:cubicBezTo>
                <a:lnTo>
                  <a:pt x="460521" y="56600"/>
                </a:lnTo>
                <a:lnTo>
                  <a:pt x="460521" y="53215"/>
                </a:lnTo>
                <a:cubicBezTo>
                  <a:pt x="460521" y="50484"/>
                  <a:pt x="459817" y="48300"/>
                  <a:pt x="458410" y="46663"/>
                </a:cubicBezTo>
                <a:cubicBezTo>
                  <a:pt x="457002" y="45024"/>
                  <a:pt x="454781" y="44205"/>
                  <a:pt x="451746" y="44205"/>
                </a:cubicBezTo>
                <a:cubicBezTo>
                  <a:pt x="449077" y="44205"/>
                  <a:pt x="446983" y="44840"/>
                  <a:pt x="445466" y="46111"/>
                </a:cubicBezTo>
                <a:cubicBezTo>
                  <a:pt x="443949" y="47380"/>
                  <a:pt x="443190" y="49122"/>
                  <a:pt x="443190" y="51335"/>
                </a:cubicBezTo>
                <a:lnTo>
                  <a:pt x="427340" y="51335"/>
                </a:lnTo>
                <a:cubicBezTo>
                  <a:pt x="427340" y="47908"/>
                  <a:pt x="428400" y="44737"/>
                  <a:pt x="430521" y="41821"/>
                </a:cubicBezTo>
                <a:cubicBezTo>
                  <a:pt x="432642" y="38904"/>
                  <a:pt x="435640" y="36616"/>
                  <a:pt x="439515" y="34957"/>
                </a:cubicBezTo>
                <a:cubicBezTo>
                  <a:pt x="443391" y="33298"/>
                  <a:pt x="447742" y="32468"/>
                  <a:pt x="452569" y="32468"/>
                </a:cubicBezTo>
                <a:cubicBezTo>
                  <a:pt x="459881" y="32468"/>
                  <a:pt x="465686" y="34306"/>
                  <a:pt x="469982" y="37980"/>
                </a:cubicBezTo>
                <a:cubicBezTo>
                  <a:pt x="474278" y="41655"/>
                  <a:pt x="476426" y="46819"/>
                  <a:pt x="476426" y="53474"/>
                </a:cubicBezTo>
                <a:lnTo>
                  <a:pt x="476426" y="79196"/>
                </a:lnTo>
                <a:cubicBezTo>
                  <a:pt x="476463" y="84827"/>
                  <a:pt x="477249" y="89086"/>
                  <a:pt x="478784" y="91975"/>
                </a:cubicBezTo>
                <a:lnTo>
                  <a:pt x="478784" y="92907"/>
                </a:lnTo>
                <a:lnTo>
                  <a:pt x="462770" y="92907"/>
                </a:lnTo>
                <a:moveTo>
                  <a:pt x="449662" y="81883"/>
                </a:moveTo>
                <a:cubicBezTo>
                  <a:pt x="452002" y="81883"/>
                  <a:pt x="454159" y="81361"/>
                  <a:pt x="456133" y="80315"/>
                </a:cubicBezTo>
                <a:cubicBezTo>
                  <a:pt x="458108" y="79270"/>
                  <a:pt x="459570" y="77866"/>
                  <a:pt x="460521" y="76104"/>
                </a:cubicBezTo>
                <a:lnTo>
                  <a:pt x="460521" y="65869"/>
                </a:lnTo>
                <a:lnTo>
                  <a:pt x="454598" y="65869"/>
                </a:lnTo>
                <a:cubicBezTo>
                  <a:pt x="446664" y="65869"/>
                  <a:pt x="442440" y="68620"/>
                  <a:pt x="441929" y="74123"/>
                </a:cubicBezTo>
                <a:lnTo>
                  <a:pt x="441874" y="75059"/>
                </a:lnTo>
                <a:cubicBezTo>
                  <a:pt x="441874" y="77040"/>
                  <a:pt x="442568" y="78673"/>
                  <a:pt x="443958" y="79957"/>
                </a:cubicBezTo>
                <a:cubicBezTo>
                  <a:pt x="445347" y="81241"/>
                  <a:pt x="447249" y="81883"/>
                  <a:pt x="449662" y="81883"/>
                </a:cubicBezTo>
                <a:close/>
                <a:moveTo>
                  <a:pt x="503166" y="33565"/>
                </a:moveTo>
                <a:lnTo>
                  <a:pt x="503659" y="40421"/>
                </a:lnTo>
                <a:cubicBezTo>
                  <a:pt x="507901" y="35119"/>
                  <a:pt x="513586" y="32468"/>
                  <a:pt x="520716" y="32468"/>
                </a:cubicBezTo>
                <a:cubicBezTo>
                  <a:pt x="527005" y="32468"/>
                  <a:pt x="531685" y="34315"/>
                  <a:pt x="534756" y="38008"/>
                </a:cubicBezTo>
                <a:cubicBezTo>
                  <a:pt x="537828" y="41700"/>
                  <a:pt x="539400" y="47221"/>
                  <a:pt x="539473" y="54571"/>
                </a:cubicBezTo>
                <a:lnTo>
                  <a:pt x="539473" y="92907"/>
                </a:lnTo>
                <a:lnTo>
                  <a:pt x="523623" y="92907"/>
                </a:lnTo>
                <a:lnTo>
                  <a:pt x="523623" y="54955"/>
                </a:lnTo>
                <a:cubicBezTo>
                  <a:pt x="523623" y="51591"/>
                  <a:pt x="522891" y="49150"/>
                  <a:pt x="521429" y="47633"/>
                </a:cubicBezTo>
                <a:cubicBezTo>
                  <a:pt x="519966" y="46115"/>
                  <a:pt x="517535" y="45357"/>
                  <a:pt x="514135" y="45357"/>
                </a:cubicBezTo>
                <a:cubicBezTo>
                  <a:pt x="509674" y="45357"/>
                  <a:pt x="506328" y="47258"/>
                  <a:pt x="504098" y="51061"/>
                </a:cubicBezTo>
                <a:lnTo>
                  <a:pt x="504098" y="92907"/>
                </a:lnTo>
                <a:lnTo>
                  <a:pt x="488248" y="92907"/>
                </a:lnTo>
                <a:lnTo>
                  <a:pt x="488248" y="33565"/>
                </a:lnTo>
                <a:lnTo>
                  <a:pt x="503166" y="33565"/>
                </a:lnTo>
                <a:close/>
                <a:moveTo>
                  <a:pt x="548990" y="62797"/>
                </a:moveTo>
                <a:cubicBezTo>
                  <a:pt x="548990" y="53547"/>
                  <a:pt x="551065" y="46179"/>
                  <a:pt x="555215" y="40695"/>
                </a:cubicBezTo>
                <a:cubicBezTo>
                  <a:pt x="559365" y="35210"/>
                  <a:pt x="565041" y="32468"/>
                  <a:pt x="572244" y="32468"/>
                </a:cubicBezTo>
                <a:cubicBezTo>
                  <a:pt x="578021" y="32468"/>
                  <a:pt x="582793" y="34625"/>
                  <a:pt x="586559" y="38940"/>
                </a:cubicBezTo>
                <a:lnTo>
                  <a:pt x="586559" y="8666"/>
                </a:lnTo>
                <a:lnTo>
                  <a:pt x="602464" y="8666"/>
                </a:lnTo>
                <a:lnTo>
                  <a:pt x="602464" y="92907"/>
                </a:lnTo>
                <a:lnTo>
                  <a:pt x="588149" y="92907"/>
                </a:lnTo>
                <a:lnTo>
                  <a:pt x="587381" y="86600"/>
                </a:lnTo>
                <a:cubicBezTo>
                  <a:pt x="583432" y="91536"/>
                  <a:pt x="578350" y="94004"/>
                  <a:pt x="572134" y="94004"/>
                </a:cubicBezTo>
                <a:cubicBezTo>
                  <a:pt x="565151" y="94004"/>
                  <a:pt x="559547" y="91253"/>
                  <a:pt x="555324" y="85750"/>
                </a:cubicBezTo>
                <a:cubicBezTo>
                  <a:pt x="551101" y="80247"/>
                  <a:pt x="548990" y="72596"/>
                  <a:pt x="548990" y="62797"/>
                </a:cubicBezTo>
                <a:moveTo>
                  <a:pt x="564840" y="63949"/>
                </a:moveTo>
                <a:cubicBezTo>
                  <a:pt x="564840" y="69507"/>
                  <a:pt x="565809" y="73766"/>
                  <a:pt x="567747" y="76728"/>
                </a:cubicBezTo>
                <a:cubicBezTo>
                  <a:pt x="569685" y="79690"/>
                  <a:pt x="572500" y="81171"/>
                  <a:pt x="576193" y="81171"/>
                </a:cubicBezTo>
                <a:cubicBezTo>
                  <a:pt x="581092" y="81171"/>
                  <a:pt x="584548" y="79105"/>
                  <a:pt x="586559" y="74973"/>
                </a:cubicBezTo>
                <a:lnTo>
                  <a:pt x="586559" y="51554"/>
                </a:lnTo>
                <a:cubicBezTo>
                  <a:pt x="584584" y="47423"/>
                  <a:pt x="581166" y="45357"/>
                  <a:pt x="576303" y="45357"/>
                </a:cubicBezTo>
                <a:cubicBezTo>
                  <a:pt x="568661" y="45357"/>
                  <a:pt x="564840" y="51554"/>
                  <a:pt x="564840" y="63949"/>
                </a:cubicBezTo>
                <a:close/>
                <a:moveTo>
                  <a:pt x="612255" y="62688"/>
                </a:moveTo>
                <a:cubicBezTo>
                  <a:pt x="612255" y="56801"/>
                  <a:pt x="613388" y="51554"/>
                  <a:pt x="615655" y="46947"/>
                </a:cubicBezTo>
                <a:cubicBezTo>
                  <a:pt x="617922" y="42340"/>
                  <a:pt x="621185" y="38775"/>
                  <a:pt x="625445" y="36253"/>
                </a:cubicBezTo>
                <a:cubicBezTo>
                  <a:pt x="629704" y="33730"/>
                  <a:pt x="634650" y="32468"/>
                  <a:pt x="640280" y="32468"/>
                </a:cubicBezTo>
                <a:cubicBezTo>
                  <a:pt x="648288" y="32468"/>
                  <a:pt x="654823" y="34918"/>
                  <a:pt x="659887" y="39817"/>
                </a:cubicBezTo>
                <a:cubicBezTo>
                  <a:pt x="664951" y="44717"/>
                  <a:pt x="667776" y="51371"/>
                  <a:pt x="668361" y="59781"/>
                </a:cubicBezTo>
                <a:lnTo>
                  <a:pt x="668471" y="63840"/>
                </a:lnTo>
                <a:cubicBezTo>
                  <a:pt x="668471" y="72944"/>
                  <a:pt x="665930" y="80247"/>
                  <a:pt x="660847" y="85750"/>
                </a:cubicBezTo>
                <a:cubicBezTo>
                  <a:pt x="655765" y="91253"/>
                  <a:pt x="648946" y="94004"/>
                  <a:pt x="640390" y="94004"/>
                </a:cubicBezTo>
                <a:cubicBezTo>
                  <a:pt x="631834" y="94004"/>
                  <a:pt x="625006" y="91262"/>
                  <a:pt x="619905" y="85777"/>
                </a:cubicBezTo>
                <a:cubicBezTo>
                  <a:pt x="614805" y="80293"/>
                  <a:pt x="612255" y="72834"/>
                  <a:pt x="612255" y="63401"/>
                </a:cubicBezTo>
                <a:lnTo>
                  <a:pt x="612255" y="62688"/>
                </a:lnTo>
                <a:moveTo>
                  <a:pt x="628105" y="63840"/>
                </a:moveTo>
                <a:cubicBezTo>
                  <a:pt x="628105" y="69470"/>
                  <a:pt x="629165" y="73776"/>
                  <a:pt x="631286" y="76755"/>
                </a:cubicBezTo>
                <a:cubicBezTo>
                  <a:pt x="633406" y="79735"/>
                  <a:pt x="636441" y="81225"/>
                  <a:pt x="640390" y="81225"/>
                </a:cubicBezTo>
                <a:cubicBezTo>
                  <a:pt x="644229" y="81225"/>
                  <a:pt x="647227" y="79754"/>
                  <a:pt x="649385" y="76810"/>
                </a:cubicBezTo>
                <a:cubicBezTo>
                  <a:pt x="651542" y="73867"/>
                  <a:pt x="652620" y="69159"/>
                  <a:pt x="652620" y="62688"/>
                </a:cubicBezTo>
                <a:cubicBezTo>
                  <a:pt x="652620" y="57167"/>
                  <a:pt x="651542" y="52889"/>
                  <a:pt x="649385" y="49854"/>
                </a:cubicBezTo>
                <a:cubicBezTo>
                  <a:pt x="647227" y="46819"/>
                  <a:pt x="644193" y="45302"/>
                  <a:pt x="640280" y="45302"/>
                </a:cubicBezTo>
                <a:cubicBezTo>
                  <a:pt x="636405" y="45302"/>
                  <a:pt x="633406" y="46810"/>
                  <a:pt x="631286" y="49827"/>
                </a:cubicBezTo>
                <a:cubicBezTo>
                  <a:pt x="629165" y="52843"/>
                  <a:pt x="628105" y="57514"/>
                  <a:pt x="628105" y="63840"/>
                </a:cubicBezTo>
                <a:close/>
                <a:moveTo>
                  <a:pt x="692796" y="33565"/>
                </a:moveTo>
                <a:lnTo>
                  <a:pt x="693289" y="40421"/>
                </a:lnTo>
                <a:cubicBezTo>
                  <a:pt x="697531" y="35119"/>
                  <a:pt x="703216" y="32468"/>
                  <a:pt x="710346" y="32468"/>
                </a:cubicBezTo>
                <a:cubicBezTo>
                  <a:pt x="716635" y="32468"/>
                  <a:pt x="721315" y="34315"/>
                  <a:pt x="724386" y="38008"/>
                </a:cubicBezTo>
                <a:cubicBezTo>
                  <a:pt x="727458" y="41700"/>
                  <a:pt x="729030" y="47221"/>
                  <a:pt x="729103" y="54571"/>
                </a:cubicBezTo>
                <a:lnTo>
                  <a:pt x="729103" y="92907"/>
                </a:lnTo>
                <a:lnTo>
                  <a:pt x="713253" y="92907"/>
                </a:lnTo>
                <a:lnTo>
                  <a:pt x="713253" y="54955"/>
                </a:lnTo>
                <a:cubicBezTo>
                  <a:pt x="713253" y="51591"/>
                  <a:pt x="712522" y="49150"/>
                  <a:pt x="711059" y="47633"/>
                </a:cubicBezTo>
                <a:cubicBezTo>
                  <a:pt x="709596" y="46115"/>
                  <a:pt x="707165" y="45357"/>
                  <a:pt x="703765" y="45357"/>
                </a:cubicBezTo>
                <a:cubicBezTo>
                  <a:pt x="699304" y="45357"/>
                  <a:pt x="695958" y="47258"/>
                  <a:pt x="693728" y="51061"/>
                </a:cubicBezTo>
                <a:lnTo>
                  <a:pt x="693728" y="92907"/>
                </a:lnTo>
                <a:lnTo>
                  <a:pt x="677878" y="92907"/>
                </a:lnTo>
                <a:lnTo>
                  <a:pt x="677878" y="33565"/>
                </a:lnTo>
                <a:lnTo>
                  <a:pt x="692796" y="33565"/>
                </a:lnTo>
                <a:close/>
                <a:moveTo>
                  <a:pt x="755951" y="33565"/>
                </a:moveTo>
                <a:lnTo>
                  <a:pt x="756444" y="40201"/>
                </a:lnTo>
                <a:cubicBezTo>
                  <a:pt x="760649" y="35046"/>
                  <a:pt x="766335" y="32468"/>
                  <a:pt x="773501" y="32468"/>
                </a:cubicBezTo>
                <a:cubicBezTo>
                  <a:pt x="781143" y="32468"/>
                  <a:pt x="786390" y="35485"/>
                  <a:pt x="789242" y="41518"/>
                </a:cubicBezTo>
                <a:cubicBezTo>
                  <a:pt x="793410" y="35485"/>
                  <a:pt x="799351" y="32468"/>
                  <a:pt x="807066" y="32468"/>
                </a:cubicBezTo>
                <a:cubicBezTo>
                  <a:pt x="813501" y="32468"/>
                  <a:pt x="818291" y="34342"/>
                  <a:pt x="821436" y="38090"/>
                </a:cubicBezTo>
                <a:cubicBezTo>
                  <a:pt x="824580" y="41838"/>
                  <a:pt x="826152" y="47477"/>
                  <a:pt x="826152" y="55009"/>
                </a:cubicBezTo>
                <a:lnTo>
                  <a:pt x="826152" y="92907"/>
                </a:lnTo>
                <a:lnTo>
                  <a:pt x="810247" y="92907"/>
                </a:lnTo>
                <a:lnTo>
                  <a:pt x="810247" y="55064"/>
                </a:lnTo>
                <a:cubicBezTo>
                  <a:pt x="810247" y="51700"/>
                  <a:pt x="809589" y="49242"/>
                  <a:pt x="808273" y="47688"/>
                </a:cubicBezTo>
                <a:cubicBezTo>
                  <a:pt x="806957" y="46134"/>
                  <a:pt x="804635" y="45357"/>
                  <a:pt x="801308" y="45357"/>
                </a:cubicBezTo>
                <a:cubicBezTo>
                  <a:pt x="796554" y="45357"/>
                  <a:pt x="793264" y="47624"/>
                  <a:pt x="791436" y="52158"/>
                </a:cubicBezTo>
                <a:lnTo>
                  <a:pt x="791490" y="92907"/>
                </a:lnTo>
                <a:lnTo>
                  <a:pt x="775640" y="92907"/>
                </a:lnTo>
                <a:lnTo>
                  <a:pt x="775640" y="55119"/>
                </a:lnTo>
                <a:cubicBezTo>
                  <a:pt x="775640" y="51682"/>
                  <a:pt x="774964" y="49196"/>
                  <a:pt x="773611" y="47660"/>
                </a:cubicBezTo>
                <a:cubicBezTo>
                  <a:pt x="772258" y="46125"/>
                  <a:pt x="769955" y="45357"/>
                  <a:pt x="766700" y="45357"/>
                </a:cubicBezTo>
                <a:cubicBezTo>
                  <a:pt x="762203" y="45357"/>
                  <a:pt x="758949" y="47221"/>
                  <a:pt x="756938" y="50951"/>
                </a:cubicBezTo>
                <a:lnTo>
                  <a:pt x="756938" y="92907"/>
                </a:lnTo>
                <a:lnTo>
                  <a:pt x="741088" y="92907"/>
                </a:lnTo>
                <a:lnTo>
                  <a:pt x="741088" y="33565"/>
                </a:lnTo>
                <a:lnTo>
                  <a:pt x="755951" y="33565"/>
                </a:lnTo>
                <a:close/>
                <a:moveTo>
                  <a:pt x="865601" y="94004"/>
                </a:moveTo>
                <a:cubicBezTo>
                  <a:pt x="856899" y="94004"/>
                  <a:pt x="849815" y="91335"/>
                  <a:pt x="844348" y="85997"/>
                </a:cubicBezTo>
                <a:cubicBezTo>
                  <a:pt x="838882" y="80659"/>
                  <a:pt x="836149" y="73547"/>
                  <a:pt x="836149" y="64662"/>
                </a:cubicBezTo>
                <a:lnTo>
                  <a:pt x="836149" y="63127"/>
                </a:lnTo>
                <a:cubicBezTo>
                  <a:pt x="836149" y="57167"/>
                  <a:pt x="837301" y="51838"/>
                  <a:pt x="839604" y="47139"/>
                </a:cubicBezTo>
                <a:cubicBezTo>
                  <a:pt x="841908" y="42441"/>
                  <a:pt x="845171" y="38821"/>
                  <a:pt x="849394" y="36280"/>
                </a:cubicBezTo>
                <a:cubicBezTo>
                  <a:pt x="853617" y="33739"/>
                  <a:pt x="858434" y="32468"/>
                  <a:pt x="863846" y="32468"/>
                </a:cubicBezTo>
                <a:cubicBezTo>
                  <a:pt x="871963" y="32468"/>
                  <a:pt x="878352" y="35028"/>
                  <a:pt x="883014" y="40146"/>
                </a:cubicBezTo>
                <a:cubicBezTo>
                  <a:pt x="887676" y="45265"/>
                  <a:pt x="890007" y="52523"/>
                  <a:pt x="890007" y="61920"/>
                </a:cubicBezTo>
                <a:lnTo>
                  <a:pt x="890007" y="68392"/>
                </a:lnTo>
                <a:lnTo>
                  <a:pt x="852219" y="68392"/>
                </a:lnTo>
                <a:cubicBezTo>
                  <a:pt x="852731" y="72267"/>
                  <a:pt x="854275" y="75375"/>
                  <a:pt x="856853" y="77715"/>
                </a:cubicBezTo>
                <a:cubicBezTo>
                  <a:pt x="859431" y="80055"/>
                  <a:pt x="862694" y="81225"/>
                  <a:pt x="866643" y="81225"/>
                </a:cubicBezTo>
                <a:cubicBezTo>
                  <a:pt x="872749" y="81225"/>
                  <a:pt x="877520" y="79013"/>
                  <a:pt x="880957" y="74589"/>
                </a:cubicBezTo>
                <a:lnTo>
                  <a:pt x="888745" y="83309"/>
                </a:lnTo>
                <a:cubicBezTo>
                  <a:pt x="886369" y="86673"/>
                  <a:pt x="883151" y="89297"/>
                  <a:pt x="879093" y="91180"/>
                </a:cubicBezTo>
                <a:cubicBezTo>
                  <a:pt x="875034" y="93063"/>
                  <a:pt x="870537" y="94004"/>
                  <a:pt x="865601" y="94004"/>
                </a:cubicBezTo>
                <a:moveTo>
                  <a:pt x="863791" y="45302"/>
                </a:moveTo>
                <a:cubicBezTo>
                  <a:pt x="860646" y="45302"/>
                  <a:pt x="858096" y="46362"/>
                  <a:pt x="856140" y="48483"/>
                </a:cubicBezTo>
                <a:cubicBezTo>
                  <a:pt x="854184" y="50604"/>
                  <a:pt x="852932" y="53638"/>
                  <a:pt x="852383" y="57587"/>
                </a:cubicBezTo>
                <a:lnTo>
                  <a:pt x="874431" y="57587"/>
                </a:lnTo>
                <a:lnTo>
                  <a:pt x="874431" y="56326"/>
                </a:lnTo>
                <a:cubicBezTo>
                  <a:pt x="874358" y="52816"/>
                  <a:pt x="873407" y="50101"/>
                  <a:pt x="871579" y="48181"/>
                </a:cubicBezTo>
                <a:cubicBezTo>
                  <a:pt x="869751" y="46262"/>
                  <a:pt x="867155" y="45302"/>
                  <a:pt x="863791" y="45302"/>
                </a:cubicBezTo>
                <a:close/>
                <a:moveTo>
                  <a:pt x="913565" y="33565"/>
                </a:moveTo>
                <a:lnTo>
                  <a:pt x="914058" y="40421"/>
                </a:lnTo>
                <a:cubicBezTo>
                  <a:pt x="918300" y="35119"/>
                  <a:pt x="923985" y="32468"/>
                  <a:pt x="931115" y="32468"/>
                </a:cubicBezTo>
                <a:cubicBezTo>
                  <a:pt x="937404" y="32468"/>
                  <a:pt x="942084" y="34315"/>
                  <a:pt x="945155" y="38008"/>
                </a:cubicBezTo>
                <a:cubicBezTo>
                  <a:pt x="948227" y="41700"/>
                  <a:pt x="949799" y="47221"/>
                  <a:pt x="949872" y="54571"/>
                </a:cubicBezTo>
                <a:lnTo>
                  <a:pt x="949872" y="92907"/>
                </a:lnTo>
                <a:lnTo>
                  <a:pt x="934022" y="92907"/>
                </a:lnTo>
                <a:lnTo>
                  <a:pt x="934022" y="54955"/>
                </a:lnTo>
                <a:cubicBezTo>
                  <a:pt x="934022" y="51591"/>
                  <a:pt x="933291" y="49150"/>
                  <a:pt x="931828" y="47633"/>
                </a:cubicBezTo>
                <a:cubicBezTo>
                  <a:pt x="930365" y="46115"/>
                  <a:pt x="927934" y="45357"/>
                  <a:pt x="924534" y="45357"/>
                </a:cubicBezTo>
                <a:cubicBezTo>
                  <a:pt x="920073" y="45357"/>
                  <a:pt x="916727" y="47258"/>
                  <a:pt x="914497" y="51061"/>
                </a:cubicBezTo>
                <a:lnTo>
                  <a:pt x="914497" y="92907"/>
                </a:lnTo>
                <a:lnTo>
                  <a:pt x="898647" y="92907"/>
                </a:lnTo>
                <a:lnTo>
                  <a:pt x="898647" y="33565"/>
                </a:lnTo>
                <a:lnTo>
                  <a:pt x="913565" y="33565"/>
                </a:lnTo>
                <a:close/>
                <a:moveTo>
                  <a:pt x="980833" y="18976"/>
                </a:moveTo>
                <a:lnTo>
                  <a:pt x="980833" y="33565"/>
                </a:lnTo>
                <a:lnTo>
                  <a:pt x="990980" y="33565"/>
                </a:lnTo>
                <a:lnTo>
                  <a:pt x="990980" y="45192"/>
                </a:lnTo>
                <a:lnTo>
                  <a:pt x="980833" y="45192"/>
                </a:lnTo>
                <a:lnTo>
                  <a:pt x="980833" y="74809"/>
                </a:lnTo>
                <a:cubicBezTo>
                  <a:pt x="980833" y="77002"/>
                  <a:pt x="981254" y="78575"/>
                  <a:pt x="982095" y="79525"/>
                </a:cubicBezTo>
                <a:cubicBezTo>
                  <a:pt x="982936" y="80476"/>
                  <a:pt x="984544" y="80951"/>
                  <a:pt x="986921" y="80951"/>
                </a:cubicBezTo>
                <a:cubicBezTo>
                  <a:pt x="988676" y="80951"/>
                  <a:pt x="990230" y="80823"/>
                  <a:pt x="991583" y="80567"/>
                </a:cubicBezTo>
                <a:lnTo>
                  <a:pt x="991583" y="92578"/>
                </a:lnTo>
                <a:cubicBezTo>
                  <a:pt x="988475" y="93529"/>
                  <a:pt x="985276" y="94004"/>
                  <a:pt x="981985" y="94004"/>
                </a:cubicBezTo>
                <a:cubicBezTo>
                  <a:pt x="970870" y="94004"/>
                  <a:pt x="965202" y="88392"/>
                  <a:pt x="964983" y="77167"/>
                </a:cubicBezTo>
                <a:lnTo>
                  <a:pt x="964983" y="45192"/>
                </a:lnTo>
                <a:lnTo>
                  <a:pt x="956318" y="45192"/>
                </a:lnTo>
                <a:lnTo>
                  <a:pt x="956318" y="33565"/>
                </a:lnTo>
                <a:lnTo>
                  <a:pt x="964983" y="33565"/>
                </a:lnTo>
                <a:lnTo>
                  <a:pt x="964983" y="18976"/>
                </a:lnTo>
                <a:lnTo>
                  <a:pt x="980833" y="18976"/>
                </a:lnTo>
                <a:close/>
                <a:moveTo>
                  <a:pt x="994419" y="0"/>
                </a:moveTo>
                <a:lnTo>
                  <a:pt x="1018112" y="0"/>
                </a:lnTo>
                <a:lnTo>
                  <a:pt x="1018112" y="111555"/>
                </a:lnTo>
                <a:lnTo>
                  <a:pt x="994419" y="111555"/>
                </a:lnTo>
                <a:lnTo>
                  <a:pt x="994419" y="99324"/>
                </a:lnTo>
                <a:lnTo>
                  <a:pt x="1002262" y="99324"/>
                </a:lnTo>
                <a:lnTo>
                  <a:pt x="1002262" y="12230"/>
                </a:lnTo>
                <a:lnTo>
                  <a:pt x="994419" y="12230"/>
                </a:lnTo>
                <a:lnTo>
                  <a:pt x="99441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&lt;--&gt;">
            <a:extLst xmlns:a="http://schemas.openxmlformats.org/drawingml/2006/main">
              <a:ext uri="{FF2B5EF4-FFF2-40B4-BE49-F238E27FC236}">
                <a16:creationId xmlns:a16="http://schemas.microsoft.com/office/drawing/2014/main" id="{1C7D4802-9A80-4FCE-8D3D-B0EADB1D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261" y="4340838"/>
            <a:ext cx="230182" cy="62477"/>
          </a:xfrm>
          <a:custGeom xmlns:a="http://schemas.openxmlformats.org/drawingml/2006/main">
            <a:pathLst>
              <a:path w="230182" h="62477">
                <a:moveTo>
                  <a:pt x="18782" y="31303"/>
                </a:moveTo>
                <a:lnTo>
                  <a:pt x="55571" y="44276"/>
                </a:lnTo>
                <a:lnTo>
                  <a:pt x="55571" y="62348"/>
                </a:lnTo>
                <a:lnTo>
                  <a:pt x="0" y="38790"/>
                </a:lnTo>
                <a:lnTo>
                  <a:pt x="0" y="23558"/>
                </a:lnTo>
                <a:lnTo>
                  <a:pt x="55571" y="0"/>
                </a:lnTo>
                <a:lnTo>
                  <a:pt x="55571" y="18072"/>
                </a:lnTo>
                <a:lnTo>
                  <a:pt x="18782" y="31303"/>
                </a:lnTo>
                <a:close/>
                <a:moveTo>
                  <a:pt x="107189" y="38532"/>
                </a:moveTo>
                <a:lnTo>
                  <a:pt x="70851" y="38532"/>
                </a:lnTo>
                <a:lnTo>
                  <a:pt x="70851" y="23494"/>
                </a:lnTo>
                <a:lnTo>
                  <a:pt x="107189" y="23494"/>
                </a:lnTo>
                <a:lnTo>
                  <a:pt x="107189" y="38532"/>
                </a:lnTo>
                <a:close/>
                <a:moveTo>
                  <a:pt x="158423" y="38532"/>
                </a:moveTo>
                <a:lnTo>
                  <a:pt x="122086" y="38532"/>
                </a:lnTo>
                <a:lnTo>
                  <a:pt x="122086" y="23494"/>
                </a:lnTo>
                <a:lnTo>
                  <a:pt x="158423" y="23494"/>
                </a:lnTo>
                <a:lnTo>
                  <a:pt x="158423" y="38532"/>
                </a:lnTo>
                <a:close/>
                <a:moveTo>
                  <a:pt x="211465" y="31174"/>
                </a:moveTo>
                <a:lnTo>
                  <a:pt x="173965" y="18072"/>
                </a:lnTo>
                <a:lnTo>
                  <a:pt x="173965" y="129"/>
                </a:lnTo>
                <a:lnTo>
                  <a:pt x="230182" y="23687"/>
                </a:lnTo>
                <a:lnTo>
                  <a:pt x="230182" y="38855"/>
                </a:lnTo>
                <a:lnTo>
                  <a:pt x="173965" y="62477"/>
                </a:lnTo>
                <a:lnTo>
                  <a:pt x="173965" y="44470"/>
                </a:lnTo>
                <a:lnTo>
                  <a:pt x="211465" y="311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(4)Integration&amp;Evolution">
            <a:extLst xmlns:a="http://schemas.openxmlformats.org/drawingml/2006/main">
              <a:ext uri="{FF2B5EF4-FFF2-40B4-BE49-F238E27FC236}">
                <a16:creationId xmlns:a16="http://schemas.microsoft.com/office/drawing/2014/main" id="{FD4F3204-AE55-4298-A405-8DFA142A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192" y="5078496"/>
            <a:ext cx="1539494" cy="133732"/>
          </a:xfrm>
          <a:custGeom xmlns:a="http://schemas.openxmlformats.org/drawingml/2006/main">
            <a:pathLst>
              <a:path w="1539494" h="133732">
                <a:moveTo>
                  <a:pt x="0" y="66124"/>
                </a:moveTo>
                <a:cubicBezTo>
                  <a:pt x="0" y="56265"/>
                  <a:pt x="1312" y="46880"/>
                  <a:pt x="3937" y="37969"/>
                </a:cubicBezTo>
                <a:cubicBezTo>
                  <a:pt x="6562" y="29058"/>
                  <a:pt x="10434" y="21170"/>
                  <a:pt x="15555" y="14304"/>
                </a:cubicBezTo>
                <a:cubicBezTo>
                  <a:pt x="20675" y="7437"/>
                  <a:pt x="26226" y="2669"/>
                  <a:pt x="32207" y="0"/>
                </a:cubicBezTo>
                <a:lnTo>
                  <a:pt x="35821" y="10073"/>
                </a:lnTo>
                <a:cubicBezTo>
                  <a:pt x="29539" y="14722"/>
                  <a:pt x="24634" y="21912"/>
                  <a:pt x="21105" y="31642"/>
                </a:cubicBezTo>
                <a:cubicBezTo>
                  <a:pt x="17577" y="41371"/>
                  <a:pt x="15813" y="52735"/>
                  <a:pt x="15813" y="65737"/>
                </a:cubicBezTo>
                <a:lnTo>
                  <a:pt x="15813" y="67738"/>
                </a:lnTo>
                <a:cubicBezTo>
                  <a:pt x="15813" y="80782"/>
                  <a:pt x="17556" y="92190"/>
                  <a:pt x="21041" y="101963"/>
                </a:cubicBezTo>
                <a:cubicBezTo>
                  <a:pt x="24526" y="111735"/>
                  <a:pt x="29453" y="119032"/>
                  <a:pt x="35821" y="123853"/>
                </a:cubicBezTo>
                <a:lnTo>
                  <a:pt x="32207" y="133732"/>
                </a:lnTo>
                <a:cubicBezTo>
                  <a:pt x="26355" y="131106"/>
                  <a:pt x="20901" y="126467"/>
                  <a:pt x="15845" y="119815"/>
                </a:cubicBezTo>
                <a:cubicBezTo>
                  <a:pt x="10789" y="113165"/>
                  <a:pt x="6928" y="105492"/>
                  <a:pt x="4260" y="96796"/>
                </a:cubicBezTo>
                <a:cubicBezTo>
                  <a:pt x="1592" y="88100"/>
                  <a:pt x="172" y="79017"/>
                  <a:pt x="0" y="69547"/>
                </a:cubicBezTo>
                <a:lnTo>
                  <a:pt x="0" y="66124"/>
                </a:lnTo>
                <a:close/>
                <a:moveTo>
                  <a:pt x="99965" y="68932"/>
                </a:moveTo>
                <a:lnTo>
                  <a:pt x="110615" y="68932"/>
                </a:lnTo>
                <a:lnTo>
                  <a:pt x="110615" y="83970"/>
                </a:lnTo>
                <a:lnTo>
                  <a:pt x="99965" y="83970"/>
                </a:lnTo>
                <a:lnTo>
                  <a:pt x="99965" y="104301"/>
                </a:lnTo>
                <a:lnTo>
                  <a:pt x="81312" y="104301"/>
                </a:lnTo>
                <a:lnTo>
                  <a:pt x="81312" y="83970"/>
                </a:lnTo>
                <a:lnTo>
                  <a:pt x="42780" y="83970"/>
                </a:lnTo>
                <a:lnTo>
                  <a:pt x="41941" y="72223"/>
                </a:lnTo>
                <a:lnTo>
                  <a:pt x="81119" y="10327"/>
                </a:lnTo>
                <a:lnTo>
                  <a:pt x="99965" y="10327"/>
                </a:lnTo>
                <a:lnTo>
                  <a:pt x="99965" y="68932"/>
                </a:lnTo>
                <a:moveTo>
                  <a:pt x="60530" y="68932"/>
                </a:moveTo>
                <a:lnTo>
                  <a:pt x="81312" y="68932"/>
                </a:lnTo>
                <a:lnTo>
                  <a:pt x="81312" y="35757"/>
                </a:lnTo>
                <a:lnTo>
                  <a:pt x="80086" y="37887"/>
                </a:lnTo>
                <a:lnTo>
                  <a:pt x="60530" y="68932"/>
                </a:lnTo>
                <a:close/>
                <a:moveTo>
                  <a:pt x="153517" y="67608"/>
                </a:moveTo>
                <a:cubicBezTo>
                  <a:pt x="153517" y="77338"/>
                  <a:pt x="152119" y="86702"/>
                  <a:pt x="149322" y="95699"/>
                </a:cubicBezTo>
                <a:cubicBezTo>
                  <a:pt x="146525" y="104696"/>
                  <a:pt x="142502" y="112638"/>
                  <a:pt x="137252" y="119525"/>
                </a:cubicBezTo>
                <a:cubicBezTo>
                  <a:pt x="132003" y="126414"/>
                  <a:pt x="126388" y="131149"/>
                  <a:pt x="120407" y="133732"/>
                </a:cubicBezTo>
                <a:lnTo>
                  <a:pt x="116792" y="123853"/>
                </a:lnTo>
                <a:cubicBezTo>
                  <a:pt x="122902" y="119247"/>
                  <a:pt x="127721" y="112144"/>
                  <a:pt x="131250" y="102544"/>
                </a:cubicBezTo>
                <a:cubicBezTo>
                  <a:pt x="134778" y="92943"/>
                  <a:pt x="136607" y="81901"/>
                  <a:pt x="136736" y="69418"/>
                </a:cubicBezTo>
                <a:lnTo>
                  <a:pt x="136736" y="65995"/>
                </a:lnTo>
                <a:cubicBezTo>
                  <a:pt x="136736" y="53123"/>
                  <a:pt x="134983" y="41779"/>
                  <a:pt x="131476" y="31965"/>
                </a:cubicBezTo>
                <a:cubicBezTo>
                  <a:pt x="127969" y="22149"/>
                  <a:pt x="123074" y="14787"/>
                  <a:pt x="116792" y="9879"/>
                </a:cubicBezTo>
                <a:lnTo>
                  <a:pt x="120407" y="0"/>
                </a:lnTo>
                <a:cubicBezTo>
                  <a:pt x="126259" y="2540"/>
                  <a:pt x="131777" y="7147"/>
                  <a:pt x="136962" y="13820"/>
                </a:cubicBezTo>
                <a:cubicBezTo>
                  <a:pt x="142147" y="20492"/>
                  <a:pt x="146170" y="28262"/>
                  <a:pt x="149031" y="37130"/>
                </a:cubicBezTo>
                <a:cubicBezTo>
                  <a:pt x="151893" y="45998"/>
                  <a:pt x="153388" y="55189"/>
                  <a:pt x="153517" y="64702"/>
                </a:cubicBezTo>
                <a:lnTo>
                  <a:pt x="153517" y="67608"/>
                </a:lnTo>
                <a:close/>
                <a:moveTo>
                  <a:pt x="222687" y="104301"/>
                </a:moveTo>
                <a:lnTo>
                  <a:pt x="203324" y="104301"/>
                </a:lnTo>
                <a:lnTo>
                  <a:pt x="203324" y="10327"/>
                </a:lnTo>
                <a:lnTo>
                  <a:pt x="222687" y="10327"/>
                </a:lnTo>
                <a:lnTo>
                  <a:pt x="222687" y="104301"/>
                </a:lnTo>
                <a:close/>
                <a:moveTo>
                  <a:pt x="256563" y="34466"/>
                </a:moveTo>
                <a:lnTo>
                  <a:pt x="257144" y="42534"/>
                </a:lnTo>
                <a:cubicBezTo>
                  <a:pt x="262135" y="36295"/>
                  <a:pt x="268826" y="33175"/>
                  <a:pt x="277216" y="33175"/>
                </a:cubicBezTo>
                <a:cubicBezTo>
                  <a:pt x="284617" y="33175"/>
                  <a:pt x="290125" y="35348"/>
                  <a:pt x="293739" y="39694"/>
                </a:cubicBezTo>
                <a:cubicBezTo>
                  <a:pt x="297354" y="44040"/>
                  <a:pt x="299204" y="50537"/>
                  <a:pt x="299290" y="59186"/>
                </a:cubicBezTo>
                <a:lnTo>
                  <a:pt x="299290" y="104301"/>
                </a:lnTo>
                <a:lnTo>
                  <a:pt x="280637" y="104301"/>
                </a:lnTo>
                <a:lnTo>
                  <a:pt x="280637" y="59637"/>
                </a:lnTo>
                <a:cubicBezTo>
                  <a:pt x="280637" y="55679"/>
                  <a:pt x="279777" y="52807"/>
                  <a:pt x="278055" y="51021"/>
                </a:cubicBezTo>
                <a:cubicBezTo>
                  <a:pt x="276334" y="49235"/>
                  <a:pt x="273473" y="48342"/>
                  <a:pt x="269471" y="48342"/>
                </a:cubicBezTo>
                <a:cubicBezTo>
                  <a:pt x="264222" y="48342"/>
                  <a:pt x="260285" y="50580"/>
                  <a:pt x="257660" y="55055"/>
                </a:cubicBezTo>
                <a:lnTo>
                  <a:pt x="257660" y="104301"/>
                </a:lnTo>
                <a:lnTo>
                  <a:pt x="239007" y="104301"/>
                </a:lnTo>
                <a:lnTo>
                  <a:pt x="239007" y="34466"/>
                </a:lnTo>
                <a:lnTo>
                  <a:pt x="256563" y="34466"/>
                </a:lnTo>
                <a:close/>
                <a:moveTo>
                  <a:pt x="335738" y="17297"/>
                </a:moveTo>
                <a:lnTo>
                  <a:pt x="335738" y="34466"/>
                </a:lnTo>
                <a:lnTo>
                  <a:pt x="347679" y="34466"/>
                </a:lnTo>
                <a:lnTo>
                  <a:pt x="347679" y="48149"/>
                </a:lnTo>
                <a:lnTo>
                  <a:pt x="335738" y="48149"/>
                </a:lnTo>
                <a:lnTo>
                  <a:pt x="335738" y="83002"/>
                </a:lnTo>
                <a:cubicBezTo>
                  <a:pt x="335738" y="85584"/>
                  <a:pt x="336233" y="87434"/>
                  <a:pt x="337223" y="88553"/>
                </a:cubicBezTo>
                <a:cubicBezTo>
                  <a:pt x="338213" y="89671"/>
                  <a:pt x="340106" y="90231"/>
                  <a:pt x="342903" y="90231"/>
                </a:cubicBezTo>
                <a:cubicBezTo>
                  <a:pt x="344968" y="90231"/>
                  <a:pt x="346797" y="90080"/>
                  <a:pt x="348389" y="89779"/>
                </a:cubicBezTo>
                <a:lnTo>
                  <a:pt x="348389" y="103914"/>
                </a:lnTo>
                <a:cubicBezTo>
                  <a:pt x="344731" y="105032"/>
                  <a:pt x="340966" y="105592"/>
                  <a:pt x="337094" y="105592"/>
                </a:cubicBezTo>
                <a:cubicBezTo>
                  <a:pt x="324013" y="105592"/>
                  <a:pt x="317344" y="98987"/>
                  <a:pt x="317086" y="85777"/>
                </a:cubicBezTo>
                <a:lnTo>
                  <a:pt x="317086" y="48149"/>
                </a:lnTo>
                <a:lnTo>
                  <a:pt x="306888" y="48149"/>
                </a:lnTo>
                <a:lnTo>
                  <a:pt x="306888" y="34466"/>
                </a:lnTo>
                <a:lnTo>
                  <a:pt x="317086" y="34466"/>
                </a:lnTo>
                <a:lnTo>
                  <a:pt x="317086" y="17297"/>
                </a:lnTo>
                <a:lnTo>
                  <a:pt x="335738" y="17297"/>
                </a:lnTo>
                <a:close/>
                <a:moveTo>
                  <a:pt x="390201" y="105592"/>
                </a:moveTo>
                <a:cubicBezTo>
                  <a:pt x="379961" y="105592"/>
                  <a:pt x="371624" y="102451"/>
                  <a:pt x="365191" y="96169"/>
                </a:cubicBezTo>
                <a:cubicBezTo>
                  <a:pt x="358758" y="89886"/>
                  <a:pt x="355542" y="81517"/>
                  <a:pt x="355542" y="71062"/>
                </a:cubicBezTo>
                <a:lnTo>
                  <a:pt x="355542" y="69254"/>
                </a:lnTo>
                <a:cubicBezTo>
                  <a:pt x="355542" y="62241"/>
                  <a:pt x="356897" y="55969"/>
                  <a:pt x="359608" y="50440"/>
                </a:cubicBezTo>
                <a:cubicBezTo>
                  <a:pt x="362319" y="44911"/>
                  <a:pt x="366159" y="40651"/>
                  <a:pt x="371129" y="37661"/>
                </a:cubicBezTo>
                <a:cubicBezTo>
                  <a:pt x="376099" y="34670"/>
                  <a:pt x="381768" y="33175"/>
                  <a:pt x="388136" y="33175"/>
                </a:cubicBezTo>
                <a:cubicBezTo>
                  <a:pt x="397688" y="33175"/>
                  <a:pt x="405208" y="36187"/>
                  <a:pt x="410694" y="42211"/>
                </a:cubicBezTo>
                <a:cubicBezTo>
                  <a:pt x="416180" y="48235"/>
                  <a:pt x="418923" y="56776"/>
                  <a:pt x="418923" y="67834"/>
                </a:cubicBezTo>
                <a:lnTo>
                  <a:pt x="418923" y="75450"/>
                </a:lnTo>
                <a:lnTo>
                  <a:pt x="374453" y="75450"/>
                </a:lnTo>
                <a:cubicBezTo>
                  <a:pt x="375055" y="80011"/>
                  <a:pt x="376873" y="83669"/>
                  <a:pt x="379907" y="86423"/>
                </a:cubicBezTo>
                <a:cubicBezTo>
                  <a:pt x="382940" y="89176"/>
                  <a:pt x="386781" y="90553"/>
                  <a:pt x="391428" y="90553"/>
                </a:cubicBezTo>
                <a:cubicBezTo>
                  <a:pt x="398613" y="90553"/>
                  <a:pt x="404229" y="87950"/>
                  <a:pt x="408273" y="82744"/>
                </a:cubicBezTo>
                <a:lnTo>
                  <a:pt x="417438" y="93006"/>
                </a:lnTo>
                <a:cubicBezTo>
                  <a:pt x="414642" y="96965"/>
                  <a:pt x="410855" y="100052"/>
                  <a:pt x="406079" y="102268"/>
                </a:cubicBezTo>
                <a:cubicBezTo>
                  <a:pt x="401303" y="104484"/>
                  <a:pt x="396010" y="105592"/>
                  <a:pt x="390201" y="105592"/>
                </a:cubicBezTo>
                <a:moveTo>
                  <a:pt x="388072" y="48278"/>
                </a:moveTo>
                <a:cubicBezTo>
                  <a:pt x="384371" y="48278"/>
                  <a:pt x="381370" y="49526"/>
                  <a:pt x="379068" y="52021"/>
                </a:cubicBezTo>
                <a:cubicBezTo>
                  <a:pt x="376766" y="54517"/>
                  <a:pt x="375292" y="58088"/>
                  <a:pt x="374647" y="62735"/>
                </a:cubicBezTo>
                <a:lnTo>
                  <a:pt x="400593" y="62735"/>
                </a:lnTo>
                <a:lnTo>
                  <a:pt x="400593" y="61251"/>
                </a:lnTo>
                <a:cubicBezTo>
                  <a:pt x="400507" y="57120"/>
                  <a:pt x="399388" y="53925"/>
                  <a:pt x="397237" y="51666"/>
                </a:cubicBezTo>
                <a:cubicBezTo>
                  <a:pt x="395085" y="49407"/>
                  <a:pt x="392030" y="48278"/>
                  <a:pt x="388072" y="48278"/>
                </a:cubicBezTo>
                <a:close/>
                <a:moveTo>
                  <a:pt x="426780" y="68867"/>
                </a:moveTo>
                <a:cubicBezTo>
                  <a:pt x="426780" y="58153"/>
                  <a:pt x="429329" y="49526"/>
                  <a:pt x="434428" y="42985"/>
                </a:cubicBezTo>
                <a:cubicBezTo>
                  <a:pt x="439527" y="36445"/>
                  <a:pt x="446401" y="33175"/>
                  <a:pt x="455049" y="33175"/>
                </a:cubicBezTo>
                <a:cubicBezTo>
                  <a:pt x="462708" y="33175"/>
                  <a:pt x="468668" y="35800"/>
                  <a:pt x="472928" y="41049"/>
                </a:cubicBezTo>
                <a:lnTo>
                  <a:pt x="473702" y="34466"/>
                </a:lnTo>
                <a:lnTo>
                  <a:pt x="490612" y="34466"/>
                </a:lnTo>
                <a:lnTo>
                  <a:pt x="490612" y="101977"/>
                </a:lnTo>
                <a:cubicBezTo>
                  <a:pt x="490612" y="108087"/>
                  <a:pt x="489225" y="113402"/>
                  <a:pt x="486449" y="117919"/>
                </a:cubicBezTo>
                <a:cubicBezTo>
                  <a:pt x="483674" y="122437"/>
                  <a:pt x="479769" y="125880"/>
                  <a:pt x="474735" y="128246"/>
                </a:cubicBezTo>
                <a:cubicBezTo>
                  <a:pt x="469700" y="130613"/>
                  <a:pt x="463806" y="131796"/>
                  <a:pt x="457050" y="131796"/>
                </a:cubicBezTo>
                <a:cubicBezTo>
                  <a:pt x="451930" y="131796"/>
                  <a:pt x="446938" y="130774"/>
                  <a:pt x="442076" y="128730"/>
                </a:cubicBezTo>
                <a:cubicBezTo>
                  <a:pt x="437214" y="126687"/>
                  <a:pt x="433535" y="124051"/>
                  <a:pt x="431039" y="120824"/>
                </a:cubicBezTo>
                <a:lnTo>
                  <a:pt x="439301" y="109464"/>
                </a:lnTo>
                <a:cubicBezTo>
                  <a:pt x="443948" y="114671"/>
                  <a:pt x="449585" y="117274"/>
                  <a:pt x="456211" y="117274"/>
                </a:cubicBezTo>
                <a:cubicBezTo>
                  <a:pt x="461159" y="117274"/>
                  <a:pt x="465010" y="115951"/>
                  <a:pt x="467764" y="113305"/>
                </a:cubicBezTo>
                <a:cubicBezTo>
                  <a:pt x="470518" y="110658"/>
                  <a:pt x="471895" y="106904"/>
                  <a:pt x="471895" y="102042"/>
                </a:cubicBezTo>
                <a:lnTo>
                  <a:pt x="471895" y="98299"/>
                </a:lnTo>
                <a:cubicBezTo>
                  <a:pt x="467592" y="103161"/>
                  <a:pt x="461934" y="105592"/>
                  <a:pt x="454920" y="105592"/>
                </a:cubicBezTo>
                <a:cubicBezTo>
                  <a:pt x="446530" y="105592"/>
                  <a:pt x="439742" y="102311"/>
                  <a:pt x="434557" y="95749"/>
                </a:cubicBezTo>
                <a:cubicBezTo>
                  <a:pt x="429372" y="89187"/>
                  <a:pt x="426780" y="80485"/>
                  <a:pt x="426780" y="69642"/>
                </a:cubicBezTo>
                <a:lnTo>
                  <a:pt x="426780" y="68867"/>
                </a:lnTo>
                <a:moveTo>
                  <a:pt x="445432" y="70222"/>
                </a:moveTo>
                <a:cubicBezTo>
                  <a:pt x="445432" y="76548"/>
                  <a:pt x="446702" y="81507"/>
                  <a:pt x="449240" y="85100"/>
                </a:cubicBezTo>
                <a:cubicBezTo>
                  <a:pt x="451779" y="88692"/>
                  <a:pt x="455264" y="90489"/>
                  <a:pt x="459696" y="90489"/>
                </a:cubicBezTo>
                <a:cubicBezTo>
                  <a:pt x="465376" y="90489"/>
                  <a:pt x="469442" y="88359"/>
                  <a:pt x="471895" y="84099"/>
                </a:cubicBezTo>
                <a:lnTo>
                  <a:pt x="471895" y="54732"/>
                </a:lnTo>
                <a:cubicBezTo>
                  <a:pt x="469399" y="50472"/>
                  <a:pt x="465376" y="48342"/>
                  <a:pt x="459825" y="48342"/>
                </a:cubicBezTo>
                <a:cubicBezTo>
                  <a:pt x="455350" y="48342"/>
                  <a:pt x="451833" y="50171"/>
                  <a:pt x="449273" y="53829"/>
                </a:cubicBezTo>
                <a:cubicBezTo>
                  <a:pt x="446713" y="57486"/>
                  <a:pt x="445432" y="62951"/>
                  <a:pt x="445432" y="70222"/>
                </a:cubicBezTo>
                <a:close/>
                <a:moveTo>
                  <a:pt x="544164" y="51957"/>
                </a:moveTo>
                <a:cubicBezTo>
                  <a:pt x="541626" y="51613"/>
                  <a:pt x="539388" y="51441"/>
                  <a:pt x="537452" y="51441"/>
                </a:cubicBezTo>
                <a:cubicBezTo>
                  <a:pt x="530395" y="51441"/>
                  <a:pt x="525770" y="53829"/>
                  <a:pt x="523575" y="58605"/>
                </a:cubicBezTo>
                <a:lnTo>
                  <a:pt x="523575" y="104301"/>
                </a:lnTo>
                <a:lnTo>
                  <a:pt x="504922" y="104301"/>
                </a:lnTo>
                <a:lnTo>
                  <a:pt x="504922" y="34466"/>
                </a:lnTo>
                <a:lnTo>
                  <a:pt x="522543" y="34466"/>
                </a:lnTo>
                <a:lnTo>
                  <a:pt x="523059" y="42792"/>
                </a:lnTo>
                <a:cubicBezTo>
                  <a:pt x="526802" y="36381"/>
                  <a:pt x="531987" y="33175"/>
                  <a:pt x="538614" y="33175"/>
                </a:cubicBezTo>
                <a:cubicBezTo>
                  <a:pt x="540679" y="33175"/>
                  <a:pt x="542615" y="33455"/>
                  <a:pt x="544422" y="34014"/>
                </a:cubicBezTo>
                <a:lnTo>
                  <a:pt x="544164" y="51957"/>
                </a:lnTo>
                <a:close/>
                <a:moveTo>
                  <a:pt x="591656" y="104301"/>
                </a:moveTo>
                <a:cubicBezTo>
                  <a:pt x="590795" y="102623"/>
                  <a:pt x="590171" y="100536"/>
                  <a:pt x="589784" y="98040"/>
                </a:cubicBezTo>
                <a:cubicBezTo>
                  <a:pt x="585266" y="103075"/>
                  <a:pt x="579393" y="105592"/>
                  <a:pt x="572164" y="105592"/>
                </a:cubicBezTo>
                <a:cubicBezTo>
                  <a:pt x="565322" y="105592"/>
                  <a:pt x="559653" y="103610"/>
                  <a:pt x="555157" y="99646"/>
                </a:cubicBezTo>
                <a:cubicBezTo>
                  <a:pt x="550660" y="95681"/>
                  <a:pt x="548412" y="90682"/>
                  <a:pt x="548412" y="84650"/>
                </a:cubicBezTo>
                <a:cubicBezTo>
                  <a:pt x="548412" y="77238"/>
                  <a:pt x="551155" y="71550"/>
                  <a:pt x="556641" y="67586"/>
                </a:cubicBezTo>
                <a:cubicBezTo>
                  <a:pt x="562128" y="63621"/>
                  <a:pt x="570056" y="61617"/>
                  <a:pt x="580425" y="61574"/>
                </a:cubicBezTo>
                <a:lnTo>
                  <a:pt x="589010" y="61574"/>
                </a:lnTo>
                <a:lnTo>
                  <a:pt x="589010" y="57590"/>
                </a:lnTo>
                <a:cubicBezTo>
                  <a:pt x="589010" y="54377"/>
                  <a:pt x="588181" y="51806"/>
                  <a:pt x="586525" y="49879"/>
                </a:cubicBezTo>
                <a:cubicBezTo>
                  <a:pt x="584868" y="47951"/>
                  <a:pt x="582254" y="46987"/>
                  <a:pt x="578683" y="46987"/>
                </a:cubicBezTo>
                <a:cubicBezTo>
                  <a:pt x="575542" y="46987"/>
                  <a:pt x="573078" y="47735"/>
                  <a:pt x="571293" y="49230"/>
                </a:cubicBezTo>
                <a:cubicBezTo>
                  <a:pt x="569507" y="50724"/>
                  <a:pt x="568614" y="52773"/>
                  <a:pt x="568614" y="55378"/>
                </a:cubicBezTo>
                <a:lnTo>
                  <a:pt x="549961" y="55378"/>
                </a:lnTo>
                <a:cubicBezTo>
                  <a:pt x="549961" y="51345"/>
                  <a:pt x="551209" y="47613"/>
                  <a:pt x="553705" y="44181"/>
                </a:cubicBezTo>
                <a:cubicBezTo>
                  <a:pt x="556200" y="40749"/>
                  <a:pt x="559729" y="38056"/>
                  <a:pt x="564290" y="36104"/>
                </a:cubicBezTo>
                <a:cubicBezTo>
                  <a:pt x="568851" y="34151"/>
                  <a:pt x="573971" y="33175"/>
                  <a:pt x="579651" y="33175"/>
                </a:cubicBezTo>
                <a:cubicBezTo>
                  <a:pt x="588257" y="33175"/>
                  <a:pt x="595087" y="35337"/>
                  <a:pt x="600143" y="39661"/>
                </a:cubicBezTo>
                <a:cubicBezTo>
                  <a:pt x="605199" y="43986"/>
                  <a:pt x="607727" y="50064"/>
                  <a:pt x="607727" y="57895"/>
                </a:cubicBezTo>
                <a:lnTo>
                  <a:pt x="607727" y="88165"/>
                </a:lnTo>
                <a:cubicBezTo>
                  <a:pt x="607770" y="94792"/>
                  <a:pt x="608695" y="99805"/>
                  <a:pt x="610502" y="103204"/>
                </a:cubicBezTo>
                <a:lnTo>
                  <a:pt x="610502" y="104301"/>
                </a:lnTo>
                <a:lnTo>
                  <a:pt x="591656" y="104301"/>
                </a:lnTo>
                <a:moveTo>
                  <a:pt x="576230" y="91328"/>
                </a:moveTo>
                <a:cubicBezTo>
                  <a:pt x="578984" y="91328"/>
                  <a:pt x="581523" y="90713"/>
                  <a:pt x="583846" y="89482"/>
                </a:cubicBezTo>
                <a:cubicBezTo>
                  <a:pt x="586170" y="88252"/>
                  <a:pt x="587891" y="86600"/>
                  <a:pt x="589010" y="84527"/>
                </a:cubicBezTo>
                <a:lnTo>
                  <a:pt x="589010" y="72481"/>
                </a:lnTo>
                <a:lnTo>
                  <a:pt x="582039" y="72481"/>
                </a:lnTo>
                <a:cubicBezTo>
                  <a:pt x="572702" y="72481"/>
                  <a:pt x="567732" y="75719"/>
                  <a:pt x="567130" y="82195"/>
                </a:cubicBezTo>
                <a:lnTo>
                  <a:pt x="567065" y="83296"/>
                </a:lnTo>
                <a:cubicBezTo>
                  <a:pt x="567065" y="85628"/>
                  <a:pt x="567883" y="87549"/>
                  <a:pt x="569518" y="89061"/>
                </a:cubicBezTo>
                <a:cubicBezTo>
                  <a:pt x="571153" y="90572"/>
                  <a:pt x="573390" y="91328"/>
                  <a:pt x="576230" y="91328"/>
                </a:cubicBezTo>
                <a:close/>
                <a:moveTo>
                  <a:pt x="644370" y="17297"/>
                </a:moveTo>
                <a:lnTo>
                  <a:pt x="644370" y="34466"/>
                </a:lnTo>
                <a:lnTo>
                  <a:pt x="656310" y="34466"/>
                </a:lnTo>
                <a:lnTo>
                  <a:pt x="656310" y="48149"/>
                </a:lnTo>
                <a:lnTo>
                  <a:pt x="644370" y="48149"/>
                </a:lnTo>
                <a:lnTo>
                  <a:pt x="644370" y="83002"/>
                </a:lnTo>
                <a:cubicBezTo>
                  <a:pt x="644370" y="85584"/>
                  <a:pt x="644865" y="87434"/>
                  <a:pt x="645854" y="88553"/>
                </a:cubicBezTo>
                <a:cubicBezTo>
                  <a:pt x="646844" y="89671"/>
                  <a:pt x="648737" y="90231"/>
                  <a:pt x="651534" y="90231"/>
                </a:cubicBezTo>
                <a:cubicBezTo>
                  <a:pt x="653599" y="90231"/>
                  <a:pt x="655428" y="90080"/>
                  <a:pt x="657020" y="89779"/>
                </a:cubicBezTo>
                <a:lnTo>
                  <a:pt x="657020" y="103914"/>
                </a:lnTo>
                <a:cubicBezTo>
                  <a:pt x="653363" y="105032"/>
                  <a:pt x="649598" y="105592"/>
                  <a:pt x="645725" y="105592"/>
                </a:cubicBezTo>
                <a:cubicBezTo>
                  <a:pt x="632645" y="105592"/>
                  <a:pt x="625975" y="98987"/>
                  <a:pt x="625717" y="85777"/>
                </a:cubicBezTo>
                <a:lnTo>
                  <a:pt x="625717" y="48149"/>
                </a:lnTo>
                <a:lnTo>
                  <a:pt x="615519" y="48149"/>
                </a:lnTo>
                <a:lnTo>
                  <a:pt x="615519" y="34466"/>
                </a:lnTo>
                <a:lnTo>
                  <a:pt x="625717" y="34466"/>
                </a:lnTo>
                <a:lnTo>
                  <a:pt x="625717" y="17297"/>
                </a:lnTo>
                <a:lnTo>
                  <a:pt x="644370" y="17297"/>
                </a:lnTo>
                <a:close/>
                <a:moveTo>
                  <a:pt x="686376" y="104301"/>
                </a:moveTo>
                <a:lnTo>
                  <a:pt x="667659" y="104301"/>
                </a:lnTo>
                <a:lnTo>
                  <a:pt x="667659" y="34466"/>
                </a:lnTo>
                <a:lnTo>
                  <a:pt x="686376" y="34466"/>
                </a:lnTo>
                <a:lnTo>
                  <a:pt x="686376" y="104301"/>
                </a:lnTo>
                <a:moveTo>
                  <a:pt x="666562" y="16394"/>
                </a:moveTo>
                <a:cubicBezTo>
                  <a:pt x="666562" y="13597"/>
                  <a:pt x="667497" y="11295"/>
                  <a:pt x="669369" y="9488"/>
                </a:cubicBezTo>
                <a:cubicBezTo>
                  <a:pt x="671241" y="7681"/>
                  <a:pt x="673790" y="6777"/>
                  <a:pt x="677017" y="6777"/>
                </a:cubicBezTo>
                <a:cubicBezTo>
                  <a:pt x="680202" y="6777"/>
                  <a:pt x="682740" y="7681"/>
                  <a:pt x="684633" y="9488"/>
                </a:cubicBezTo>
                <a:cubicBezTo>
                  <a:pt x="686527" y="11295"/>
                  <a:pt x="687473" y="13597"/>
                  <a:pt x="687473" y="16394"/>
                </a:cubicBezTo>
                <a:cubicBezTo>
                  <a:pt x="687473" y="19234"/>
                  <a:pt x="686516" y="21557"/>
                  <a:pt x="684601" y="23364"/>
                </a:cubicBezTo>
                <a:cubicBezTo>
                  <a:pt x="682686" y="25172"/>
                  <a:pt x="680159" y="26075"/>
                  <a:pt x="677017" y="26075"/>
                </a:cubicBezTo>
                <a:cubicBezTo>
                  <a:pt x="673876" y="26075"/>
                  <a:pt x="671348" y="25172"/>
                  <a:pt x="669434" y="23364"/>
                </a:cubicBezTo>
                <a:cubicBezTo>
                  <a:pt x="667519" y="21557"/>
                  <a:pt x="666562" y="19234"/>
                  <a:pt x="666562" y="16394"/>
                </a:cubicBezTo>
                <a:close/>
                <a:moveTo>
                  <a:pt x="698824" y="68738"/>
                </a:moveTo>
                <a:cubicBezTo>
                  <a:pt x="698824" y="61810"/>
                  <a:pt x="700158" y="55636"/>
                  <a:pt x="702826" y="50214"/>
                </a:cubicBezTo>
                <a:cubicBezTo>
                  <a:pt x="705494" y="44793"/>
                  <a:pt x="709334" y="40597"/>
                  <a:pt x="714347" y="37628"/>
                </a:cubicBezTo>
                <a:cubicBezTo>
                  <a:pt x="719360" y="34659"/>
                  <a:pt x="725179" y="33175"/>
                  <a:pt x="731806" y="33175"/>
                </a:cubicBezTo>
                <a:cubicBezTo>
                  <a:pt x="741229" y="33175"/>
                  <a:pt x="748920" y="36058"/>
                  <a:pt x="754880" y="41824"/>
                </a:cubicBezTo>
                <a:cubicBezTo>
                  <a:pt x="760839" y="47589"/>
                  <a:pt x="764163" y="55421"/>
                  <a:pt x="764851" y="65317"/>
                </a:cubicBezTo>
                <a:lnTo>
                  <a:pt x="764981" y="70093"/>
                </a:lnTo>
                <a:cubicBezTo>
                  <a:pt x="764981" y="80807"/>
                  <a:pt x="761990" y="89402"/>
                  <a:pt x="756009" y="95878"/>
                </a:cubicBezTo>
                <a:cubicBezTo>
                  <a:pt x="750028" y="102354"/>
                  <a:pt x="742003" y="105592"/>
                  <a:pt x="731935" y="105592"/>
                </a:cubicBezTo>
                <a:cubicBezTo>
                  <a:pt x="721866" y="105592"/>
                  <a:pt x="713830" y="102365"/>
                  <a:pt x="707828" y="95910"/>
                </a:cubicBezTo>
                <a:cubicBezTo>
                  <a:pt x="701826" y="89456"/>
                  <a:pt x="698824" y="80678"/>
                  <a:pt x="698824" y="69577"/>
                </a:cubicBezTo>
                <a:lnTo>
                  <a:pt x="698824" y="68738"/>
                </a:lnTo>
                <a:moveTo>
                  <a:pt x="717477" y="70093"/>
                </a:moveTo>
                <a:cubicBezTo>
                  <a:pt x="717477" y="76720"/>
                  <a:pt x="718725" y="81786"/>
                  <a:pt x="721221" y="85293"/>
                </a:cubicBezTo>
                <a:cubicBezTo>
                  <a:pt x="723716" y="88800"/>
                  <a:pt x="727288" y="90553"/>
                  <a:pt x="731935" y="90553"/>
                </a:cubicBezTo>
                <a:cubicBezTo>
                  <a:pt x="736453" y="90553"/>
                  <a:pt x="739981" y="88821"/>
                  <a:pt x="742520" y="85358"/>
                </a:cubicBezTo>
                <a:cubicBezTo>
                  <a:pt x="745058" y="81894"/>
                  <a:pt x="746328" y="76354"/>
                  <a:pt x="746328" y="68738"/>
                </a:cubicBezTo>
                <a:cubicBezTo>
                  <a:pt x="746328" y="62241"/>
                  <a:pt x="745058" y="57206"/>
                  <a:pt x="742520" y="53635"/>
                </a:cubicBezTo>
                <a:cubicBezTo>
                  <a:pt x="739981" y="50064"/>
                  <a:pt x="736410" y="48278"/>
                  <a:pt x="731806" y="48278"/>
                </a:cubicBezTo>
                <a:cubicBezTo>
                  <a:pt x="727245" y="48278"/>
                  <a:pt x="723716" y="50053"/>
                  <a:pt x="721221" y="53603"/>
                </a:cubicBezTo>
                <a:cubicBezTo>
                  <a:pt x="718725" y="57153"/>
                  <a:pt x="717477" y="62649"/>
                  <a:pt x="717477" y="70093"/>
                </a:cubicBezTo>
                <a:close/>
                <a:moveTo>
                  <a:pt x="793619" y="34466"/>
                </a:moveTo>
                <a:lnTo>
                  <a:pt x="794200" y="42534"/>
                </a:lnTo>
                <a:cubicBezTo>
                  <a:pt x="799191" y="36295"/>
                  <a:pt x="805882" y="33175"/>
                  <a:pt x="814273" y="33175"/>
                </a:cubicBezTo>
                <a:cubicBezTo>
                  <a:pt x="821674" y="33175"/>
                  <a:pt x="827181" y="35348"/>
                  <a:pt x="830796" y="39694"/>
                </a:cubicBezTo>
                <a:cubicBezTo>
                  <a:pt x="834410" y="44040"/>
                  <a:pt x="836260" y="50537"/>
                  <a:pt x="836346" y="59186"/>
                </a:cubicBezTo>
                <a:lnTo>
                  <a:pt x="836346" y="104301"/>
                </a:lnTo>
                <a:lnTo>
                  <a:pt x="817694" y="104301"/>
                </a:lnTo>
                <a:lnTo>
                  <a:pt x="817694" y="59637"/>
                </a:lnTo>
                <a:cubicBezTo>
                  <a:pt x="817694" y="55679"/>
                  <a:pt x="816833" y="52807"/>
                  <a:pt x="815112" y="51021"/>
                </a:cubicBezTo>
                <a:cubicBezTo>
                  <a:pt x="813391" y="49235"/>
                  <a:pt x="810529" y="48342"/>
                  <a:pt x="806528" y="48342"/>
                </a:cubicBezTo>
                <a:cubicBezTo>
                  <a:pt x="801278" y="48342"/>
                  <a:pt x="797341" y="50580"/>
                  <a:pt x="794716" y="55055"/>
                </a:cubicBezTo>
                <a:lnTo>
                  <a:pt x="794716" y="104301"/>
                </a:lnTo>
                <a:lnTo>
                  <a:pt x="776064" y="104301"/>
                </a:lnTo>
                <a:lnTo>
                  <a:pt x="776064" y="34466"/>
                </a:lnTo>
                <a:lnTo>
                  <a:pt x="793619" y="34466"/>
                </a:lnTo>
                <a:close/>
                <a:moveTo>
                  <a:pt x="880790" y="79000"/>
                </a:moveTo>
                <a:cubicBezTo>
                  <a:pt x="880790" y="74654"/>
                  <a:pt x="882006" y="70631"/>
                  <a:pt x="884437" y="66931"/>
                </a:cubicBezTo>
                <a:cubicBezTo>
                  <a:pt x="886868" y="63230"/>
                  <a:pt x="891332" y="59121"/>
                  <a:pt x="897829" y="54603"/>
                </a:cubicBezTo>
                <a:cubicBezTo>
                  <a:pt x="895033" y="50860"/>
                  <a:pt x="892838" y="47342"/>
                  <a:pt x="891246" y="44050"/>
                </a:cubicBezTo>
                <a:cubicBezTo>
                  <a:pt x="889654" y="40759"/>
                  <a:pt x="888858" y="37327"/>
                  <a:pt x="888858" y="33756"/>
                </a:cubicBezTo>
                <a:cubicBezTo>
                  <a:pt x="888858" y="26441"/>
                  <a:pt x="891171" y="20492"/>
                  <a:pt x="895796" y="15910"/>
                </a:cubicBezTo>
                <a:cubicBezTo>
                  <a:pt x="900422" y="11327"/>
                  <a:pt x="906650" y="9036"/>
                  <a:pt x="914481" y="9036"/>
                </a:cubicBezTo>
                <a:cubicBezTo>
                  <a:pt x="921495" y="9036"/>
                  <a:pt x="927250" y="11123"/>
                  <a:pt x="931747" y="15297"/>
                </a:cubicBezTo>
                <a:cubicBezTo>
                  <a:pt x="936243" y="19470"/>
                  <a:pt x="938491" y="24677"/>
                  <a:pt x="938491" y="30916"/>
                </a:cubicBezTo>
                <a:cubicBezTo>
                  <a:pt x="938491" y="38403"/>
                  <a:pt x="934705" y="45008"/>
                  <a:pt x="927132" y="50731"/>
                </a:cubicBezTo>
                <a:lnTo>
                  <a:pt x="919903" y="55959"/>
                </a:lnTo>
                <a:lnTo>
                  <a:pt x="936103" y="74805"/>
                </a:lnTo>
                <a:cubicBezTo>
                  <a:pt x="938642" y="69814"/>
                  <a:pt x="939911" y="64306"/>
                  <a:pt x="939911" y="58282"/>
                </a:cubicBezTo>
                <a:lnTo>
                  <a:pt x="955789" y="58282"/>
                </a:lnTo>
                <a:cubicBezTo>
                  <a:pt x="955789" y="70502"/>
                  <a:pt x="952970" y="80399"/>
                  <a:pt x="947334" y="87972"/>
                </a:cubicBezTo>
                <a:lnTo>
                  <a:pt x="961404" y="104301"/>
                </a:lnTo>
                <a:lnTo>
                  <a:pt x="940234" y="104301"/>
                </a:lnTo>
                <a:lnTo>
                  <a:pt x="935393" y="98750"/>
                </a:lnTo>
                <a:cubicBezTo>
                  <a:pt x="928466" y="103311"/>
                  <a:pt x="920505" y="105592"/>
                  <a:pt x="911512" y="105592"/>
                </a:cubicBezTo>
                <a:cubicBezTo>
                  <a:pt x="902218" y="105592"/>
                  <a:pt x="894774" y="103150"/>
                  <a:pt x="889181" y="98266"/>
                </a:cubicBezTo>
                <a:cubicBezTo>
                  <a:pt x="883587" y="93383"/>
                  <a:pt x="880790" y="86961"/>
                  <a:pt x="880790" y="79000"/>
                </a:cubicBezTo>
                <a:moveTo>
                  <a:pt x="912416" y="90618"/>
                </a:moveTo>
                <a:cubicBezTo>
                  <a:pt x="916891" y="90618"/>
                  <a:pt x="921129" y="89370"/>
                  <a:pt x="925131" y="86874"/>
                </a:cubicBezTo>
                <a:lnTo>
                  <a:pt x="906607" y="65446"/>
                </a:lnTo>
                <a:lnTo>
                  <a:pt x="905252" y="66414"/>
                </a:lnTo>
                <a:cubicBezTo>
                  <a:pt x="901422" y="69685"/>
                  <a:pt x="899507" y="73536"/>
                  <a:pt x="899507" y="77968"/>
                </a:cubicBezTo>
                <a:cubicBezTo>
                  <a:pt x="899507" y="81711"/>
                  <a:pt x="900702" y="84755"/>
                  <a:pt x="903090" y="87100"/>
                </a:cubicBezTo>
                <a:cubicBezTo>
                  <a:pt x="905478" y="89445"/>
                  <a:pt x="908586" y="90618"/>
                  <a:pt x="912416" y="90618"/>
                </a:cubicBezTo>
                <a:moveTo>
                  <a:pt x="905574" y="33498"/>
                </a:moveTo>
                <a:cubicBezTo>
                  <a:pt x="905574" y="36725"/>
                  <a:pt x="907468" y="40791"/>
                  <a:pt x="911254" y="45696"/>
                </a:cubicBezTo>
                <a:lnTo>
                  <a:pt x="916224" y="42405"/>
                </a:lnTo>
                <a:cubicBezTo>
                  <a:pt x="918763" y="40769"/>
                  <a:pt x="920516" y="39177"/>
                  <a:pt x="921484" y="37628"/>
                </a:cubicBezTo>
                <a:cubicBezTo>
                  <a:pt x="922452" y="36079"/>
                  <a:pt x="922936" y="34229"/>
                  <a:pt x="922936" y="32078"/>
                </a:cubicBezTo>
                <a:cubicBezTo>
                  <a:pt x="922936" y="29926"/>
                  <a:pt x="922140" y="28055"/>
                  <a:pt x="920548" y="26463"/>
                </a:cubicBezTo>
                <a:cubicBezTo>
                  <a:pt x="918956" y="24870"/>
                  <a:pt x="916912" y="24074"/>
                  <a:pt x="914417" y="24074"/>
                </a:cubicBezTo>
                <a:cubicBezTo>
                  <a:pt x="911749" y="24074"/>
                  <a:pt x="909608" y="24935"/>
                  <a:pt x="907995" y="26656"/>
                </a:cubicBezTo>
                <a:cubicBezTo>
                  <a:pt x="906381" y="28377"/>
                  <a:pt x="905574" y="30658"/>
                  <a:pt x="905574" y="33498"/>
                </a:cubicBezTo>
                <a:close/>
                <a:moveTo>
                  <a:pt x="1060770" y="63575"/>
                </a:moveTo>
                <a:lnTo>
                  <a:pt x="1023593" y="63575"/>
                </a:lnTo>
                <a:lnTo>
                  <a:pt x="1023593" y="88746"/>
                </a:lnTo>
                <a:lnTo>
                  <a:pt x="1067224" y="88746"/>
                </a:lnTo>
                <a:lnTo>
                  <a:pt x="1067224" y="104301"/>
                </a:lnTo>
                <a:lnTo>
                  <a:pt x="1004231" y="104301"/>
                </a:lnTo>
                <a:lnTo>
                  <a:pt x="1004231" y="10327"/>
                </a:lnTo>
                <a:lnTo>
                  <a:pt x="1067095" y="10327"/>
                </a:lnTo>
                <a:lnTo>
                  <a:pt x="1067095" y="26011"/>
                </a:lnTo>
                <a:lnTo>
                  <a:pt x="1023593" y="26011"/>
                </a:lnTo>
                <a:lnTo>
                  <a:pt x="1023593" y="48407"/>
                </a:lnTo>
                <a:lnTo>
                  <a:pt x="1060770" y="48407"/>
                </a:lnTo>
                <a:lnTo>
                  <a:pt x="1060770" y="63575"/>
                </a:lnTo>
                <a:close/>
                <a:moveTo>
                  <a:pt x="1101801" y="81517"/>
                </a:moveTo>
                <a:lnTo>
                  <a:pt x="1114774" y="34466"/>
                </a:lnTo>
                <a:lnTo>
                  <a:pt x="1134266" y="34466"/>
                </a:lnTo>
                <a:lnTo>
                  <a:pt x="1110708" y="104301"/>
                </a:lnTo>
                <a:lnTo>
                  <a:pt x="1092894" y="104301"/>
                </a:lnTo>
                <a:lnTo>
                  <a:pt x="1069336" y="34466"/>
                </a:lnTo>
                <a:lnTo>
                  <a:pt x="1088828" y="34466"/>
                </a:lnTo>
                <a:lnTo>
                  <a:pt x="1101801" y="81517"/>
                </a:lnTo>
                <a:close/>
                <a:moveTo>
                  <a:pt x="1138574" y="68738"/>
                </a:moveTo>
                <a:cubicBezTo>
                  <a:pt x="1138574" y="61810"/>
                  <a:pt x="1139908" y="55636"/>
                  <a:pt x="1142575" y="50214"/>
                </a:cubicBezTo>
                <a:cubicBezTo>
                  <a:pt x="1145243" y="44793"/>
                  <a:pt x="1149083" y="40597"/>
                  <a:pt x="1154096" y="37628"/>
                </a:cubicBezTo>
                <a:cubicBezTo>
                  <a:pt x="1159109" y="34659"/>
                  <a:pt x="1164929" y="33175"/>
                  <a:pt x="1171555" y="33175"/>
                </a:cubicBezTo>
                <a:cubicBezTo>
                  <a:pt x="1180978" y="33175"/>
                  <a:pt x="1188670" y="36058"/>
                  <a:pt x="1194629" y="41824"/>
                </a:cubicBezTo>
                <a:cubicBezTo>
                  <a:pt x="1200588" y="47589"/>
                  <a:pt x="1203912" y="55421"/>
                  <a:pt x="1204601" y="65317"/>
                </a:cubicBezTo>
                <a:lnTo>
                  <a:pt x="1204730" y="70093"/>
                </a:lnTo>
                <a:cubicBezTo>
                  <a:pt x="1204730" y="80807"/>
                  <a:pt x="1201739" y="89402"/>
                  <a:pt x="1195759" y="95878"/>
                </a:cubicBezTo>
                <a:cubicBezTo>
                  <a:pt x="1189778" y="102354"/>
                  <a:pt x="1181753" y="105592"/>
                  <a:pt x="1171684" y="105592"/>
                </a:cubicBezTo>
                <a:cubicBezTo>
                  <a:pt x="1161615" y="105592"/>
                  <a:pt x="1153580" y="102365"/>
                  <a:pt x="1147577" y="95910"/>
                </a:cubicBezTo>
                <a:cubicBezTo>
                  <a:pt x="1141575" y="89456"/>
                  <a:pt x="1138574" y="80678"/>
                  <a:pt x="1138574" y="69577"/>
                </a:cubicBezTo>
                <a:lnTo>
                  <a:pt x="1138574" y="68738"/>
                </a:lnTo>
                <a:moveTo>
                  <a:pt x="1157227" y="70093"/>
                </a:moveTo>
                <a:cubicBezTo>
                  <a:pt x="1157227" y="76720"/>
                  <a:pt x="1158474" y="81786"/>
                  <a:pt x="1160970" y="85293"/>
                </a:cubicBezTo>
                <a:cubicBezTo>
                  <a:pt x="1163466" y="88800"/>
                  <a:pt x="1167037" y="90553"/>
                  <a:pt x="1171684" y="90553"/>
                </a:cubicBezTo>
                <a:cubicBezTo>
                  <a:pt x="1176202" y="90553"/>
                  <a:pt x="1179730" y="88821"/>
                  <a:pt x="1182269" y="85358"/>
                </a:cubicBezTo>
                <a:cubicBezTo>
                  <a:pt x="1184808" y="81894"/>
                  <a:pt x="1186077" y="76354"/>
                  <a:pt x="1186077" y="68738"/>
                </a:cubicBezTo>
                <a:cubicBezTo>
                  <a:pt x="1186077" y="62241"/>
                  <a:pt x="1184808" y="57206"/>
                  <a:pt x="1182269" y="53635"/>
                </a:cubicBezTo>
                <a:cubicBezTo>
                  <a:pt x="1179730" y="50064"/>
                  <a:pt x="1176159" y="48278"/>
                  <a:pt x="1171555" y="48278"/>
                </a:cubicBezTo>
                <a:cubicBezTo>
                  <a:pt x="1166994" y="48278"/>
                  <a:pt x="1163466" y="50053"/>
                  <a:pt x="1160970" y="53603"/>
                </a:cubicBezTo>
                <a:cubicBezTo>
                  <a:pt x="1158474" y="57153"/>
                  <a:pt x="1157227" y="62649"/>
                  <a:pt x="1157227" y="70093"/>
                </a:cubicBezTo>
                <a:close/>
                <a:moveTo>
                  <a:pt x="1235886" y="104301"/>
                </a:moveTo>
                <a:lnTo>
                  <a:pt x="1217168" y="104301"/>
                </a:lnTo>
                <a:lnTo>
                  <a:pt x="1217168" y="5163"/>
                </a:lnTo>
                <a:lnTo>
                  <a:pt x="1235886" y="5163"/>
                </a:lnTo>
                <a:lnTo>
                  <a:pt x="1235886" y="104301"/>
                </a:lnTo>
                <a:close/>
                <a:moveTo>
                  <a:pt x="1293062" y="97201"/>
                </a:moveTo>
                <a:cubicBezTo>
                  <a:pt x="1288458" y="102795"/>
                  <a:pt x="1282090" y="105592"/>
                  <a:pt x="1273957" y="105592"/>
                </a:cubicBezTo>
                <a:cubicBezTo>
                  <a:pt x="1266470" y="105592"/>
                  <a:pt x="1260758" y="103440"/>
                  <a:pt x="1256821" y="99138"/>
                </a:cubicBezTo>
                <a:cubicBezTo>
                  <a:pt x="1252884" y="94835"/>
                  <a:pt x="1250872" y="88531"/>
                  <a:pt x="1250786" y="80227"/>
                </a:cubicBezTo>
                <a:lnTo>
                  <a:pt x="1250786" y="34466"/>
                </a:lnTo>
                <a:lnTo>
                  <a:pt x="1269439" y="34466"/>
                </a:lnTo>
                <a:lnTo>
                  <a:pt x="1269439" y="79581"/>
                </a:lnTo>
                <a:cubicBezTo>
                  <a:pt x="1269439" y="86853"/>
                  <a:pt x="1272752" y="90489"/>
                  <a:pt x="1279379" y="90489"/>
                </a:cubicBezTo>
                <a:cubicBezTo>
                  <a:pt x="1285704" y="90489"/>
                  <a:pt x="1290050" y="88294"/>
                  <a:pt x="1292416" y="83905"/>
                </a:cubicBezTo>
                <a:lnTo>
                  <a:pt x="1292416" y="34466"/>
                </a:lnTo>
                <a:lnTo>
                  <a:pt x="1311134" y="34466"/>
                </a:lnTo>
                <a:lnTo>
                  <a:pt x="1311134" y="104301"/>
                </a:lnTo>
                <a:lnTo>
                  <a:pt x="1293578" y="104301"/>
                </a:lnTo>
                <a:lnTo>
                  <a:pt x="1293062" y="97201"/>
                </a:lnTo>
                <a:close/>
                <a:moveTo>
                  <a:pt x="1347518" y="17297"/>
                </a:moveTo>
                <a:lnTo>
                  <a:pt x="1347518" y="34466"/>
                </a:lnTo>
                <a:lnTo>
                  <a:pt x="1359458" y="34466"/>
                </a:lnTo>
                <a:lnTo>
                  <a:pt x="1359458" y="48149"/>
                </a:lnTo>
                <a:lnTo>
                  <a:pt x="1347518" y="48149"/>
                </a:lnTo>
                <a:lnTo>
                  <a:pt x="1347518" y="83002"/>
                </a:lnTo>
                <a:cubicBezTo>
                  <a:pt x="1347518" y="85584"/>
                  <a:pt x="1348013" y="87434"/>
                  <a:pt x="1349002" y="88553"/>
                </a:cubicBezTo>
                <a:cubicBezTo>
                  <a:pt x="1349992" y="89671"/>
                  <a:pt x="1351885" y="90231"/>
                  <a:pt x="1354682" y="90231"/>
                </a:cubicBezTo>
                <a:cubicBezTo>
                  <a:pt x="1356747" y="90231"/>
                  <a:pt x="1358576" y="90080"/>
                  <a:pt x="1360168" y="89779"/>
                </a:cubicBezTo>
                <a:lnTo>
                  <a:pt x="1360168" y="103914"/>
                </a:lnTo>
                <a:cubicBezTo>
                  <a:pt x="1356511" y="105032"/>
                  <a:pt x="1352746" y="105592"/>
                  <a:pt x="1348873" y="105592"/>
                </a:cubicBezTo>
                <a:cubicBezTo>
                  <a:pt x="1335793" y="105592"/>
                  <a:pt x="1329123" y="98987"/>
                  <a:pt x="1328865" y="85777"/>
                </a:cubicBezTo>
                <a:lnTo>
                  <a:pt x="1328865" y="48149"/>
                </a:lnTo>
                <a:lnTo>
                  <a:pt x="1318667" y="48149"/>
                </a:lnTo>
                <a:lnTo>
                  <a:pt x="1318667" y="34466"/>
                </a:lnTo>
                <a:lnTo>
                  <a:pt x="1328865" y="34466"/>
                </a:lnTo>
                <a:lnTo>
                  <a:pt x="1328865" y="17297"/>
                </a:lnTo>
                <a:lnTo>
                  <a:pt x="1347518" y="17297"/>
                </a:lnTo>
                <a:close/>
                <a:moveTo>
                  <a:pt x="1389524" y="104301"/>
                </a:moveTo>
                <a:lnTo>
                  <a:pt x="1370807" y="104301"/>
                </a:lnTo>
                <a:lnTo>
                  <a:pt x="1370807" y="34466"/>
                </a:lnTo>
                <a:lnTo>
                  <a:pt x="1389524" y="34466"/>
                </a:lnTo>
                <a:lnTo>
                  <a:pt x="1389524" y="104301"/>
                </a:lnTo>
                <a:moveTo>
                  <a:pt x="1369709" y="16394"/>
                </a:moveTo>
                <a:cubicBezTo>
                  <a:pt x="1369709" y="13597"/>
                  <a:pt x="1370645" y="11295"/>
                  <a:pt x="1372517" y="9488"/>
                </a:cubicBezTo>
                <a:cubicBezTo>
                  <a:pt x="1374389" y="7681"/>
                  <a:pt x="1376938" y="6777"/>
                  <a:pt x="1380165" y="6777"/>
                </a:cubicBezTo>
                <a:cubicBezTo>
                  <a:pt x="1383349" y="6777"/>
                  <a:pt x="1385888" y="7681"/>
                  <a:pt x="1387781" y="9488"/>
                </a:cubicBezTo>
                <a:cubicBezTo>
                  <a:pt x="1389675" y="11295"/>
                  <a:pt x="1390621" y="13597"/>
                  <a:pt x="1390621" y="16394"/>
                </a:cubicBezTo>
                <a:cubicBezTo>
                  <a:pt x="1390621" y="19234"/>
                  <a:pt x="1389664" y="21557"/>
                  <a:pt x="1387749" y="23364"/>
                </a:cubicBezTo>
                <a:cubicBezTo>
                  <a:pt x="1385834" y="25172"/>
                  <a:pt x="1383306" y="26075"/>
                  <a:pt x="1380165" y="26075"/>
                </a:cubicBezTo>
                <a:cubicBezTo>
                  <a:pt x="1377024" y="26075"/>
                  <a:pt x="1374496" y="25172"/>
                  <a:pt x="1372582" y="23364"/>
                </a:cubicBezTo>
                <a:cubicBezTo>
                  <a:pt x="1370667" y="21557"/>
                  <a:pt x="1369709" y="19234"/>
                  <a:pt x="1369709" y="16394"/>
                </a:cubicBezTo>
                <a:close/>
                <a:moveTo>
                  <a:pt x="1401972" y="68738"/>
                </a:moveTo>
                <a:cubicBezTo>
                  <a:pt x="1401972" y="61810"/>
                  <a:pt x="1403306" y="55636"/>
                  <a:pt x="1405974" y="50214"/>
                </a:cubicBezTo>
                <a:cubicBezTo>
                  <a:pt x="1408642" y="44793"/>
                  <a:pt x="1412482" y="40597"/>
                  <a:pt x="1417495" y="37628"/>
                </a:cubicBezTo>
                <a:cubicBezTo>
                  <a:pt x="1422507" y="34659"/>
                  <a:pt x="1428327" y="33175"/>
                  <a:pt x="1434953" y="33175"/>
                </a:cubicBezTo>
                <a:cubicBezTo>
                  <a:pt x="1444377" y="33175"/>
                  <a:pt x="1452068" y="36058"/>
                  <a:pt x="1458027" y="41824"/>
                </a:cubicBezTo>
                <a:cubicBezTo>
                  <a:pt x="1463987" y="47589"/>
                  <a:pt x="1467311" y="55421"/>
                  <a:pt x="1467999" y="65317"/>
                </a:cubicBezTo>
                <a:lnTo>
                  <a:pt x="1468128" y="70093"/>
                </a:lnTo>
                <a:cubicBezTo>
                  <a:pt x="1468128" y="80807"/>
                  <a:pt x="1465138" y="89402"/>
                  <a:pt x="1459157" y="95878"/>
                </a:cubicBezTo>
                <a:cubicBezTo>
                  <a:pt x="1453176" y="102354"/>
                  <a:pt x="1445151" y="105592"/>
                  <a:pt x="1435083" y="105592"/>
                </a:cubicBezTo>
                <a:cubicBezTo>
                  <a:pt x="1425014" y="105592"/>
                  <a:pt x="1416978" y="102365"/>
                  <a:pt x="1410976" y="95910"/>
                </a:cubicBezTo>
                <a:cubicBezTo>
                  <a:pt x="1404973" y="89456"/>
                  <a:pt x="1401972" y="80678"/>
                  <a:pt x="1401972" y="69577"/>
                </a:cubicBezTo>
                <a:lnTo>
                  <a:pt x="1401972" y="68738"/>
                </a:lnTo>
                <a:moveTo>
                  <a:pt x="1420625" y="70093"/>
                </a:moveTo>
                <a:cubicBezTo>
                  <a:pt x="1420625" y="76720"/>
                  <a:pt x="1421873" y="81786"/>
                  <a:pt x="1424368" y="85293"/>
                </a:cubicBezTo>
                <a:cubicBezTo>
                  <a:pt x="1426864" y="88800"/>
                  <a:pt x="1430435" y="90553"/>
                  <a:pt x="1435083" y="90553"/>
                </a:cubicBezTo>
                <a:cubicBezTo>
                  <a:pt x="1439601" y="90553"/>
                  <a:pt x="1443129" y="88821"/>
                  <a:pt x="1445668" y="85358"/>
                </a:cubicBezTo>
                <a:cubicBezTo>
                  <a:pt x="1448206" y="81894"/>
                  <a:pt x="1449476" y="76354"/>
                  <a:pt x="1449476" y="68738"/>
                </a:cubicBezTo>
                <a:cubicBezTo>
                  <a:pt x="1449476" y="62241"/>
                  <a:pt x="1448206" y="57206"/>
                  <a:pt x="1445668" y="53635"/>
                </a:cubicBezTo>
                <a:cubicBezTo>
                  <a:pt x="1443129" y="50064"/>
                  <a:pt x="1439558" y="48278"/>
                  <a:pt x="1434953" y="48278"/>
                </a:cubicBezTo>
                <a:cubicBezTo>
                  <a:pt x="1430392" y="48278"/>
                  <a:pt x="1426864" y="50053"/>
                  <a:pt x="1424368" y="53603"/>
                </a:cubicBezTo>
                <a:cubicBezTo>
                  <a:pt x="1421873" y="57153"/>
                  <a:pt x="1420625" y="62649"/>
                  <a:pt x="1420625" y="70093"/>
                </a:cubicBezTo>
                <a:close/>
                <a:moveTo>
                  <a:pt x="1496767" y="34466"/>
                </a:moveTo>
                <a:lnTo>
                  <a:pt x="1497348" y="42534"/>
                </a:lnTo>
                <a:cubicBezTo>
                  <a:pt x="1502339" y="36295"/>
                  <a:pt x="1509030" y="33175"/>
                  <a:pt x="1517421" y="33175"/>
                </a:cubicBezTo>
                <a:cubicBezTo>
                  <a:pt x="1524822" y="33175"/>
                  <a:pt x="1530329" y="35348"/>
                  <a:pt x="1533944" y="39694"/>
                </a:cubicBezTo>
                <a:cubicBezTo>
                  <a:pt x="1537558" y="44040"/>
                  <a:pt x="1539408" y="50537"/>
                  <a:pt x="1539494" y="59186"/>
                </a:cubicBezTo>
                <a:lnTo>
                  <a:pt x="1539494" y="104301"/>
                </a:lnTo>
                <a:lnTo>
                  <a:pt x="1520842" y="104301"/>
                </a:lnTo>
                <a:lnTo>
                  <a:pt x="1520842" y="59637"/>
                </a:lnTo>
                <a:cubicBezTo>
                  <a:pt x="1520842" y="55679"/>
                  <a:pt x="1519981" y="52807"/>
                  <a:pt x="1518260" y="51021"/>
                </a:cubicBezTo>
                <a:cubicBezTo>
                  <a:pt x="1516539" y="49235"/>
                  <a:pt x="1513677" y="48342"/>
                  <a:pt x="1509676" y="48342"/>
                </a:cubicBezTo>
                <a:cubicBezTo>
                  <a:pt x="1504426" y="48342"/>
                  <a:pt x="1500489" y="50580"/>
                  <a:pt x="1497864" y="55055"/>
                </a:cubicBezTo>
                <a:lnTo>
                  <a:pt x="1497864" y="104301"/>
                </a:lnTo>
                <a:lnTo>
                  <a:pt x="1479212" y="104301"/>
                </a:lnTo>
                <a:lnTo>
                  <a:pt x="1479212" y="34466"/>
                </a:lnTo>
                <a:lnTo>
                  <a:pt x="1496767" y="344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SkillEvolution">
            <a:extLst xmlns:a="http://schemas.openxmlformats.org/drawingml/2006/main">
              <a:ext uri="{FF2B5EF4-FFF2-40B4-BE49-F238E27FC236}">
                <a16:creationId xmlns:a16="http://schemas.microsoft.com/office/drawing/2014/main" id="{C4D064DE-6FA9-422B-8501-5C0F8540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482" y="5638179"/>
            <a:ext cx="831702" cy="100428"/>
          </a:xfrm>
          <a:custGeom xmlns:a="http://schemas.openxmlformats.org/drawingml/2006/main">
            <a:pathLst>
              <a:path w="831702" h="100428">
                <a:moveTo>
                  <a:pt x="52667" y="74482"/>
                </a:moveTo>
                <a:cubicBezTo>
                  <a:pt x="52667" y="70825"/>
                  <a:pt x="51376" y="68017"/>
                  <a:pt x="48794" y="66059"/>
                </a:cubicBezTo>
                <a:cubicBezTo>
                  <a:pt x="46213" y="64102"/>
                  <a:pt x="41565" y="62036"/>
                  <a:pt x="34853" y="59863"/>
                </a:cubicBezTo>
                <a:cubicBezTo>
                  <a:pt x="28141" y="57690"/>
                  <a:pt x="22827" y="55550"/>
                  <a:pt x="18911" y="53441"/>
                </a:cubicBezTo>
                <a:cubicBezTo>
                  <a:pt x="8240" y="47676"/>
                  <a:pt x="2904" y="39909"/>
                  <a:pt x="2904" y="30141"/>
                </a:cubicBezTo>
                <a:cubicBezTo>
                  <a:pt x="2904" y="25064"/>
                  <a:pt x="4335" y="20535"/>
                  <a:pt x="7197" y="16555"/>
                </a:cubicBezTo>
                <a:cubicBezTo>
                  <a:pt x="10058" y="12575"/>
                  <a:pt x="14167" y="9466"/>
                  <a:pt x="19524" y="7229"/>
                </a:cubicBezTo>
                <a:cubicBezTo>
                  <a:pt x="24881" y="4991"/>
                  <a:pt x="30894" y="3873"/>
                  <a:pt x="37564" y="3873"/>
                </a:cubicBezTo>
                <a:cubicBezTo>
                  <a:pt x="44276" y="3873"/>
                  <a:pt x="50257" y="5088"/>
                  <a:pt x="55507" y="7519"/>
                </a:cubicBezTo>
                <a:cubicBezTo>
                  <a:pt x="60756" y="9950"/>
                  <a:pt x="64833" y="13382"/>
                  <a:pt x="67738" y="17814"/>
                </a:cubicBezTo>
                <a:cubicBezTo>
                  <a:pt x="70642" y="22246"/>
                  <a:pt x="72094" y="27280"/>
                  <a:pt x="72094" y="32917"/>
                </a:cubicBezTo>
                <a:lnTo>
                  <a:pt x="52731" y="32917"/>
                </a:lnTo>
                <a:cubicBezTo>
                  <a:pt x="52731" y="28614"/>
                  <a:pt x="51376" y="25268"/>
                  <a:pt x="48665" y="22880"/>
                </a:cubicBezTo>
                <a:cubicBezTo>
                  <a:pt x="45954" y="20492"/>
                  <a:pt x="42146" y="19298"/>
                  <a:pt x="37241" y="19298"/>
                </a:cubicBezTo>
                <a:cubicBezTo>
                  <a:pt x="32508" y="19298"/>
                  <a:pt x="28829" y="20299"/>
                  <a:pt x="26204" y="22300"/>
                </a:cubicBezTo>
                <a:cubicBezTo>
                  <a:pt x="23580" y="24300"/>
                  <a:pt x="22267" y="26936"/>
                  <a:pt x="22267" y="30206"/>
                </a:cubicBezTo>
                <a:cubicBezTo>
                  <a:pt x="22267" y="33261"/>
                  <a:pt x="23805" y="35821"/>
                  <a:pt x="26882" y="37887"/>
                </a:cubicBezTo>
                <a:cubicBezTo>
                  <a:pt x="29959" y="39952"/>
                  <a:pt x="34487" y="41888"/>
                  <a:pt x="40468" y="43695"/>
                </a:cubicBezTo>
                <a:cubicBezTo>
                  <a:pt x="51484" y="47009"/>
                  <a:pt x="59508" y="51118"/>
                  <a:pt x="64543" y="56023"/>
                </a:cubicBezTo>
                <a:cubicBezTo>
                  <a:pt x="69577" y="60928"/>
                  <a:pt x="72094" y="67038"/>
                  <a:pt x="72094" y="74353"/>
                </a:cubicBezTo>
                <a:cubicBezTo>
                  <a:pt x="72094" y="82486"/>
                  <a:pt x="69018" y="88865"/>
                  <a:pt x="62865" y="93490"/>
                </a:cubicBezTo>
                <a:cubicBezTo>
                  <a:pt x="56712" y="98116"/>
                  <a:pt x="48429" y="100428"/>
                  <a:pt x="38016" y="100428"/>
                </a:cubicBezTo>
                <a:cubicBezTo>
                  <a:pt x="30787" y="100428"/>
                  <a:pt x="24204" y="99105"/>
                  <a:pt x="18266" y="96459"/>
                </a:cubicBezTo>
                <a:cubicBezTo>
                  <a:pt x="12328" y="93813"/>
                  <a:pt x="7799" y="90188"/>
                  <a:pt x="4679" y="85584"/>
                </a:cubicBezTo>
                <a:cubicBezTo>
                  <a:pt x="1560" y="80980"/>
                  <a:pt x="0" y="75644"/>
                  <a:pt x="0" y="69577"/>
                </a:cubicBezTo>
                <a:lnTo>
                  <a:pt x="19427" y="69577"/>
                </a:lnTo>
                <a:cubicBezTo>
                  <a:pt x="19427" y="79947"/>
                  <a:pt x="25623" y="85132"/>
                  <a:pt x="38016" y="85132"/>
                </a:cubicBezTo>
                <a:cubicBezTo>
                  <a:pt x="42620" y="85132"/>
                  <a:pt x="46213" y="84196"/>
                  <a:pt x="48794" y="82324"/>
                </a:cubicBezTo>
                <a:cubicBezTo>
                  <a:pt x="51376" y="80452"/>
                  <a:pt x="52667" y="77838"/>
                  <a:pt x="52667" y="74482"/>
                </a:cubicBezTo>
                <a:close/>
                <a:moveTo>
                  <a:pt x="109315" y="71126"/>
                </a:moveTo>
                <a:lnTo>
                  <a:pt x="102603" y="77838"/>
                </a:lnTo>
                <a:lnTo>
                  <a:pt x="102603" y="99138"/>
                </a:lnTo>
                <a:lnTo>
                  <a:pt x="83950" y="99138"/>
                </a:lnTo>
                <a:lnTo>
                  <a:pt x="83950" y="0"/>
                </a:lnTo>
                <a:lnTo>
                  <a:pt x="102603" y="0"/>
                </a:lnTo>
                <a:lnTo>
                  <a:pt x="102603" y="54926"/>
                </a:lnTo>
                <a:lnTo>
                  <a:pt x="106217" y="50279"/>
                </a:lnTo>
                <a:lnTo>
                  <a:pt x="124096" y="29302"/>
                </a:lnTo>
                <a:lnTo>
                  <a:pt x="146492" y="29302"/>
                </a:lnTo>
                <a:lnTo>
                  <a:pt x="121256" y="58411"/>
                </a:lnTo>
                <a:lnTo>
                  <a:pt x="148686" y="99138"/>
                </a:lnTo>
                <a:lnTo>
                  <a:pt x="127258" y="99138"/>
                </a:lnTo>
                <a:lnTo>
                  <a:pt x="109315" y="71126"/>
                </a:lnTo>
                <a:close/>
                <a:moveTo>
                  <a:pt x="174228" y="99138"/>
                </a:moveTo>
                <a:lnTo>
                  <a:pt x="155510" y="99138"/>
                </a:lnTo>
                <a:lnTo>
                  <a:pt x="155510" y="29302"/>
                </a:lnTo>
                <a:lnTo>
                  <a:pt x="174228" y="29302"/>
                </a:lnTo>
                <a:lnTo>
                  <a:pt x="174228" y="99138"/>
                </a:lnTo>
                <a:moveTo>
                  <a:pt x="154413" y="11230"/>
                </a:moveTo>
                <a:cubicBezTo>
                  <a:pt x="154413" y="8434"/>
                  <a:pt x="155349" y="6132"/>
                  <a:pt x="157221" y="4324"/>
                </a:cubicBezTo>
                <a:cubicBezTo>
                  <a:pt x="159093" y="2517"/>
                  <a:pt x="161642" y="1614"/>
                  <a:pt x="164869" y="1614"/>
                </a:cubicBezTo>
                <a:cubicBezTo>
                  <a:pt x="168053" y="1614"/>
                  <a:pt x="170592" y="2517"/>
                  <a:pt x="172485" y="4324"/>
                </a:cubicBezTo>
                <a:cubicBezTo>
                  <a:pt x="174378" y="6132"/>
                  <a:pt x="175325" y="8434"/>
                  <a:pt x="175325" y="11230"/>
                </a:cubicBezTo>
                <a:cubicBezTo>
                  <a:pt x="175325" y="14070"/>
                  <a:pt x="174368" y="16394"/>
                  <a:pt x="172453" y="18201"/>
                </a:cubicBezTo>
                <a:cubicBezTo>
                  <a:pt x="170538" y="20008"/>
                  <a:pt x="168010" y="20912"/>
                  <a:pt x="164869" y="20912"/>
                </a:cubicBezTo>
                <a:cubicBezTo>
                  <a:pt x="161728" y="20912"/>
                  <a:pt x="159200" y="20008"/>
                  <a:pt x="157285" y="18201"/>
                </a:cubicBezTo>
                <a:cubicBezTo>
                  <a:pt x="155371" y="16394"/>
                  <a:pt x="154413" y="14070"/>
                  <a:pt x="154413" y="11230"/>
                </a:cubicBezTo>
                <a:close/>
                <a:moveTo>
                  <a:pt x="209266" y="99138"/>
                </a:moveTo>
                <a:lnTo>
                  <a:pt x="190549" y="99138"/>
                </a:lnTo>
                <a:lnTo>
                  <a:pt x="190549" y="0"/>
                </a:lnTo>
                <a:lnTo>
                  <a:pt x="209266" y="0"/>
                </a:lnTo>
                <a:lnTo>
                  <a:pt x="209266" y="99138"/>
                </a:lnTo>
                <a:close/>
                <a:moveTo>
                  <a:pt x="244304" y="99138"/>
                </a:moveTo>
                <a:lnTo>
                  <a:pt x="225587" y="99138"/>
                </a:lnTo>
                <a:lnTo>
                  <a:pt x="225587" y="0"/>
                </a:lnTo>
                <a:lnTo>
                  <a:pt x="244304" y="0"/>
                </a:lnTo>
                <a:lnTo>
                  <a:pt x="244304" y="99138"/>
                </a:lnTo>
                <a:close/>
                <a:moveTo>
                  <a:pt x="350331" y="58411"/>
                </a:moveTo>
                <a:lnTo>
                  <a:pt x="313154" y="58411"/>
                </a:lnTo>
                <a:lnTo>
                  <a:pt x="313154" y="83583"/>
                </a:lnTo>
                <a:lnTo>
                  <a:pt x="356785" y="83583"/>
                </a:lnTo>
                <a:lnTo>
                  <a:pt x="356785" y="99138"/>
                </a:lnTo>
                <a:lnTo>
                  <a:pt x="293792" y="99138"/>
                </a:lnTo>
                <a:lnTo>
                  <a:pt x="293792" y="5163"/>
                </a:lnTo>
                <a:lnTo>
                  <a:pt x="356656" y="5163"/>
                </a:lnTo>
                <a:lnTo>
                  <a:pt x="356656" y="20847"/>
                </a:lnTo>
                <a:lnTo>
                  <a:pt x="313154" y="20847"/>
                </a:lnTo>
                <a:lnTo>
                  <a:pt x="313154" y="43244"/>
                </a:lnTo>
                <a:lnTo>
                  <a:pt x="350331" y="43244"/>
                </a:lnTo>
                <a:lnTo>
                  <a:pt x="350331" y="58411"/>
                </a:lnTo>
                <a:close/>
                <a:moveTo>
                  <a:pt x="393040" y="76354"/>
                </a:moveTo>
                <a:lnTo>
                  <a:pt x="406013" y="29302"/>
                </a:lnTo>
                <a:lnTo>
                  <a:pt x="425505" y="29302"/>
                </a:lnTo>
                <a:lnTo>
                  <a:pt x="401947" y="99138"/>
                </a:lnTo>
                <a:lnTo>
                  <a:pt x="384133" y="99138"/>
                </a:lnTo>
                <a:lnTo>
                  <a:pt x="360575" y="29302"/>
                </a:lnTo>
                <a:lnTo>
                  <a:pt x="380067" y="29302"/>
                </a:lnTo>
                <a:lnTo>
                  <a:pt x="393040" y="76354"/>
                </a:lnTo>
                <a:close/>
                <a:moveTo>
                  <a:pt x="430781" y="63575"/>
                </a:moveTo>
                <a:cubicBezTo>
                  <a:pt x="430781" y="56647"/>
                  <a:pt x="432115" y="50472"/>
                  <a:pt x="434783" y="45051"/>
                </a:cubicBezTo>
                <a:cubicBezTo>
                  <a:pt x="437451" y="39629"/>
                  <a:pt x="441291" y="35434"/>
                  <a:pt x="446304" y="32465"/>
                </a:cubicBezTo>
                <a:cubicBezTo>
                  <a:pt x="451316" y="29496"/>
                  <a:pt x="457136" y="28012"/>
                  <a:pt x="463762" y="28012"/>
                </a:cubicBezTo>
                <a:cubicBezTo>
                  <a:pt x="473186" y="28012"/>
                  <a:pt x="480877" y="30894"/>
                  <a:pt x="486836" y="36660"/>
                </a:cubicBezTo>
                <a:cubicBezTo>
                  <a:pt x="492796" y="42426"/>
                  <a:pt x="496120" y="50257"/>
                  <a:pt x="496808" y="60154"/>
                </a:cubicBezTo>
                <a:lnTo>
                  <a:pt x="496937" y="64930"/>
                </a:lnTo>
                <a:cubicBezTo>
                  <a:pt x="496937" y="75644"/>
                  <a:pt x="493947" y="84239"/>
                  <a:pt x="487966" y="90715"/>
                </a:cubicBezTo>
                <a:cubicBezTo>
                  <a:pt x="481985" y="97191"/>
                  <a:pt x="473960" y="100428"/>
                  <a:pt x="463891" y="100428"/>
                </a:cubicBezTo>
                <a:cubicBezTo>
                  <a:pt x="453823" y="100428"/>
                  <a:pt x="445787" y="97201"/>
                  <a:pt x="439785" y="90747"/>
                </a:cubicBezTo>
                <a:cubicBezTo>
                  <a:pt x="433782" y="84293"/>
                  <a:pt x="430781" y="75515"/>
                  <a:pt x="430781" y="64414"/>
                </a:cubicBezTo>
                <a:lnTo>
                  <a:pt x="430781" y="63575"/>
                </a:lnTo>
                <a:moveTo>
                  <a:pt x="449434" y="64930"/>
                </a:moveTo>
                <a:cubicBezTo>
                  <a:pt x="449434" y="71556"/>
                  <a:pt x="450682" y="76623"/>
                  <a:pt x="453177" y="80130"/>
                </a:cubicBezTo>
                <a:cubicBezTo>
                  <a:pt x="455673" y="83637"/>
                  <a:pt x="459244" y="85390"/>
                  <a:pt x="463891" y="85390"/>
                </a:cubicBezTo>
                <a:cubicBezTo>
                  <a:pt x="468409" y="85390"/>
                  <a:pt x="471938" y="83658"/>
                  <a:pt x="474476" y="80194"/>
                </a:cubicBezTo>
                <a:cubicBezTo>
                  <a:pt x="477015" y="76731"/>
                  <a:pt x="478285" y="71191"/>
                  <a:pt x="478285" y="63575"/>
                </a:cubicBezTo>
                <a:cubicBezTo>
                  <a:pt x="478285" y="57077"/>
                  <a:pt x="477015" y="52043"/>
                  <a:pt x="474476" y="48472"/>
                </a:cubicBezTo>
                <a:cubicBezTo>
                  <a:pt x="471938" y="44900"/>
                  <a:pt x="468366" y="43115"/>
                  <a:pt x="463762" y="43115"/>
                </a:cubicBezTo>
                <a:cubicBezTo>
                  <a:pt x="459201" y="43115"/>
                  <a:pt x="455673" y="44889"/>
                  <a:pt x="453177" y="48439"/>
                </a:cubicBezTo>
                <a:cubicBezTo>
                  <a:pt x="450682" y="51989"/>
                  <a:pt x="449434" y="57486"/>
                  <a:pt x="449434" y="64930"/>
                </a:cubicBezTo>
                <a:close/>
                <a:moveTo>
                  <a:pt x="528093" y="99138"/>
                </a:moveTo>
                <a:lnTo>
                  <a:pt x="509376" y="99138"/>
                </a:lnTo>
                <a:lnTo>
                  <a:pt x="509376" y="0"/>
                </a:lnTo>
                <a:lnTo>
                  <a:pt x="528093" y="0"/>
                </a:lnTo>
                <a:lnTo>
                  <a:pt x="528093" y="99138"/>
                </a:lnTo>
                <a:close/>
                <a:moveTo>
                  <a:pt x="585269" y="92038"/>
                </a:moveTo>
                <a:cubicBezTo>
                  <a:pt x="580665" y="97632"/>
                  <a:pt x="574297" y="100428"/>
                  <a:pt x="566165" y="100428"/>
                </a:cubicBezTo>
                <a:cubicBezTo>
                  <a:pt x="558678" y="100428"/>
                  <a:pt x="552966" y="98277"/>
                  <a:pt x="549029" y="93974"/>
                </a:cubicBezTo>
                <a:cubicBezTo>
                  <a:pt x="545092" y="89671"/>
                  <a:pt x="543080" y="83368"/>
                  <a:pt x="542994" y="75063"/>
                </a:cubicBezTo>
                <a:lnTo>
                  <a:pt x="542994" y="29302"/>
                </a:lnTo>
                <a:lnTo>
                  <a:pt x="561647" y="29302"/>
                </a:lnTo>
                <a:lnTo>
                  <a:pt x="561647" y="74418"/>
                </a:lnTo>
                <a:cubicBezTo>
                  <a:pt x="561647" y="81690"/>
                  <a:pt x="564960" y="85325"/>
                  <a:pt x="571586" y="85325"/>
                </a:cubicBezTo>
                <a:cubicBezTo>
                  <a:pt x="577912" y="85325"/>
                  <a:pt x="582257" y="83131"/>
                  <a:pt x="584624" y="78742"/>
                </a:cubicBezTo>
                <a:lnTo>
                  <a:pt x="584624" y="29302"/>
                </a:lnTo>
                <a:lnTo>
                  <a:pt x="603341" y="29302"/>
                </a:lnTo>
                <a:lnTo>
                  <a:pt x="603341" y="99138"/>
                </a:lnTo>
                <a:lnTo>
                  <a:pt x="585786" y="99138"/>
                </a:lnTo>
                <a:lnTo>
                  <a:pt x="585269" y="92038"/>
                </a:lnTo>
                <a:close/>
                <a:moveTo>
                  <a:pt x="639725" y="12134"/>
                </a:moveTo>
                <a:lnTo>
                  <a:pt x="639725" y="29302"/>
                </a:lnTo>
                <a:lnTo>
                  <a:pt x="651666" y="29302"/>
                </a:lnTo>
                <a:lnTo>
                  <a:pt x="651666" y="42985"/>
                </a:lnTo>
                <a:lnTo>
                  <a:pt x="639725" y="42985"/>
                </a:lnTo>
                <a:lnTo>
                  <a:pt x="639725" y="77838"/>
                </a:lnTo>
                <a:cubicBezTo>
                  <a:pt x="639725" y="80420"/>
                  <a:pt x="640220" y="82270"/>
                  <a:pt x="641210" y="83389"/>
                </a:cubicBezTo>
                <a:cubicBezTo>
                  <a:pt x="642199" y="84508"/>
                  <a:pt x="644092" y="85067"/>
                  <a:pt x="646889" y="85067"/>
                </a:cubicBezTo>
                <a:cubicBezTo>
                  <a:pt x="648955" y="85067"/>
                  <a:pt x="650783" y="84917"/>
                  <a:pt x="652375" y="84615"/>
                </a:cubicBezTo>
                <a:lnTo>
                  <a:pt x="652375" y="98750"/>
                </a:lnTo>
                <a:cubicBezTo>
                  <a:pt x="648718" y="99869"/>
                  <a:pt x="644953" y="100428"/>
                  <a:pt x="641081" y="100428"/>
                </a:cubicBezTo>
                <a:cubicBezTo>
                  <a:pt x="628000" y="100428"/>
                  <a:pt x="621330" y="93824"/>
                  <a:pt x="621072" y="80614"/>
                </a:cubicBezTo>
                <a:lnTo>
                  <a:pt x="621072" y="42985"/>
                </a:lnTo>
                <a:lnTo>
                  <a:pt x="610875" y="42985"/>
                </a:lnTo>
                <a:lnTo>
                  <a:pt x="610875" y="29302"/>
                </a:lnTo>
                <a:lnTo>
                  <a:pt x="621072" y="29302"/>
                </a:lnTo>
                <a:lnTo>
                  <a:pt x="621072" y="12134"/>
                </a:lnTo>
                <a:lnTo>
                  <a:pt x="639725" y="12134"/>
                </a:lnTo>
                <a:close/>
                <a:moveTo>
                  <a:pt x="681732" y="99138"/>
                </a:moveTo>
                <a:lnTo>
                  <a:pt x="663014" y="99138"/>
                </a:lnTo>
                <a:lnTo>
                  <a:pt x="663014" y="29302"/>
                </a:lnTo>
                <a:lnTo>
                  <a:pt x="681732" y="29302"/>
                </a:lnTo>
                <a:lnTo>
                  <a:pt x="681732" y="99138"/>
                </a:lnTo>
                <a:moveTo>
                  <a:pt x="661917" y="11230"/>
                </a:moveTo>
                <a:cubicBezTo>
                  <a:pt x="661917" y="8434"/>
                  <a:pt x="662853" y="6132"/>
                  <a:pt x="664725" y="4324"/>
                </a:cubicBezTo>
                <a:cubicBezTo>
                  <a:pt x="666596" y="2517"/>
                  <a:pt x="669146" y="1614"/>
                  <a:pt x="672373" y="1614"/>
                </a:cubicBezTo>
                <a:cubicBezTo>
                  <a:pt x="675557" y="1614"/>
                  <a:pt x="678096" y="2517"/>
                  <a:pt x="679989" y="4324"/>
                </a:cubicBezTo>
                <a:cubicBezTo>
                  <a:pt x="681882" y="6132"/>
                  <a:pt x="682829" y="8434"/>
                  <a:pt x="682829" y="11230"/>
                </a:cubicBezTo>
                <a:cubicBezTo>
                  <a:pt x="682829" y="14070"/>
                  <a:pt x="681871" y="16394"/>
                  <a:pt x="679957" y="18201"/>
                </a:cubicBezTo>
                <a:cubicBezTo>
                  <a:pt x="678042" y="20008"/>
                  <a:pt x="675514" y="20912"/>
                  <a:pt x="672373" y="20912"/>
                </a:cubicBezTo>
                <a:cubicBezTo>
                  <a:pt x="669232" y="20912"/>
                  <a:pt x="666704" y="20008"/>
                  <a:pt x="664789" y="18201"/>
                </a:cubicBezTo>
                <a:cubicBezTo>
                  <a:pt x="662874" y="16394"/>
                  <a:pt x="661917" y="14070"/>
                  <a:pt x="661917" y="11230"/>
                </a:cubicBezTo>
                <a:close/>
                <a:moveTo>
                  <a:pt x="694180" y="63575"/>
                </a:moveTo>
                <a:cubicBezTo>
                  <a:pt x="694180" y="56647"/>
                  <a:pt x="695514" y="50472"/>
                  <a:pt x="698181" y="45051"/>
                </a:cubicBezTo>
                <a:cubicBezTo>
                  <a:pt x="700849" y="39629"/>
                  <a:pt x="704689" y="35434"/>
                  <a:pt x="709702" y="32465"/>
                </a:cubicBezTo>
                <a:cubicBezTo>
                  <a:pt x="714715" y="29496"/>
                  <a:pt x="720535" y="28012"/>
                  <a:pt x="727161" y="28012"/>
                </a:cubicBezTo>
                <a:cubicBezTo>
                  <a:pt x="736584" y="28012"/>
                  <a:pt x="744276" y="30894"/>
                  <a:pt x="750235" y="36660"/>
                </a:cubicBezTo>
                <a:cubicBezTo>
                  <a:pt x="756195" y="42426"/>
                  <a:pt x="759518" y="50257"/>
                  <a:pt x="760207" y="60154"/>
                </a:cubicBezTo>
                <a:lnTo>
                  <a:pt x="760336" y="64930"/>
                </a:lnTo>
                <a:cubicBezTo>
                  <a:pt x="760336" y="75644"/>
                  <a:pt x="757346" y="84239"/>
                  <a:pt x="751365" y="90715"/>
                </a:cubicBezTo>
                <a:cubicBezTo>
                  <a:pt x="745384" y="97191"/>
                  <a:pt x="737359" y="100428"/>
                  <a:pt x="727290" y="100428"/>
                </a:cubicBezTo>
                <a:cubicBezTo>
                  <a:pt x="717221" y="100428"/>
                  <a:pt x="709186" y="97201"/>
                  <a:pt x="703183" y="90747"/>
                </a:cubicBezTo>
                <a:cubicBezTo>
                  <a:pt x="697181" y="84293"/>
                  <a:pt x="694180" y="75515"/>
                  <a:pt x="694180" y="64414"/>
                </a:cubicBezTo>
                <a:lnTo>
                  <a:pt x="694180" y="63575"/>
                </a:lnTo>
                <a:moveTo>
                  <a:pt x="712833" y="64930"/>
                </a:moveTo>
                <a:cubicBezTo>
                  <a:pt x="712833" y="71556"/>
                  <a:pt x="714080" y="76623"/>
                  <a:pt x="716576" y="80130"/>
                </a:cubicBezTo>
                <a:cubicBezTo>
                  <a:pt x="719072" y="83637"/>
                  <a:pt x="722643" y="85390"/>
                  <a:pt x="727290" y="85390"/>
                </a:cubicBezTo>
                <a:cubicBezTo>
                  <a:pt x="731808" y="85390"/>
                  <a:pt x="735336" y="83658"/>
                  <a:pt x="737875" y="80194"/>
                </a:cubicBezTo>
                <a:cubicBezTo>
                  <a:pt x="740414" y="76731"/>
                  <a:pt x="741683" y="71191"/>
                  <a:pt x="741683" y="63575"/>
                </a:cubicBezTo>
                <a:cubicBezTo>
                  <a:pt x="741683" y="57077"/>
                  <a:pt x="740414" y="52043"/>
                  <a:pt x="737875" y="48472"/>
                </a:cubicBezTo>
                <a:cubicBezTo>
                  <a:pt x="735336" y="44900"/>
                  <a:pt x="731765" y="43115"/>
                  <a:pt x="727161" y="43115"/>
                </a:cubicBezTo>
                <a:cubicBezTo>
                  <a:pt x="722600" y="43115"/>
                  <a:pt x="719072" y="44889"/>
                  <a:pt x="716576" y="48439"/>
                </a:cubicBezTo>
                <a:cubicBezTo>
                  <a:pt x="714080" y="51989"/>
                  <a:pt x="712833" y="57486"/>
                  <a:pt x="712833" y="64930"/>
                </a:cubicBezTo>
                <a:close/>
                <a:moveTo>
                  <a:pt x="788974" y="29302"/>
                </a:moveTo>
                <a:lnTo>
                  <a:pt x="789555" y="37370"/>
                </a:lnTo>
                <a:cubicBezTo>
                  <a:pt x="794547" y="31131"/>
                  <a:pt x="801238" y="28012"/>
                  <a:pt x="809628" y="28012"/>
                </a:cubicBezTo>
                <a:cubicBezTo>
                  <a:pt x="817029" y="28012"/>
                  <a:pt x="822537" y="30184"/>
                  <a:pt x="826151" y="34530"/>
                </a:cubicBezTo>
                <a:cubicBezTo>
                  <a:pt x="829765" y="38876"/>
                  <a:pt x="831616" y="45374"/>
                  <a:pt x="831702" y="54022"/>
                </a:cubicBezTo>
                <a:lnTo>
                  <a:pt x="831702" y="99138"/>
                </a:lnTo>
                <a:lnTo>
                  <a:pt x="813049" y="99138"/>
                </a:lnTo>
                <a:lnTo>
                  <a:pt x="813049" y="54474"/>
                </a:lnTo>
                <a:cubicBezTo>
                  <a:pt x="813049" y="50515"/>
                  <a:pt x="812188" y="47643"/>
                  <a:pt x="810467" y="45858"/>
                </a:cubicBezTo>
                <a:cubicBezTo>
                  <a:pt x="808746" y="44072"/>
                  <a:pt x="805885" y="43179"/>
                  <a:pt x="801883" y="43179"/>
                </a:cubicBezTo>
                <a:cubicBezTo>
                  <a:pt x="796633" y="43179"/>
                  <a:pt x="792696" y="45417"/>
                  <a:pt x="790072" y="49891"/>
                </a:cubicBezTo>
                <a:lnTo>
                  <a:pt x="790072" y="99138"/>
                </a:lnTo>
                <a:lnTo>
                  <a:pt x="771419" y="99138"/>
                </a:lnTo>
                <a:lnTo>
                  <a:pt x="771419" y="29302"/>
                </a:lnTo>
                <a:lnTo>
                  <a:pt x="788974" y="2930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[AIfluency/skillcontinuity]">
            <a:extLst xmlns:a="http://schemas.openxmlformats.org/drawingml/2006/main">
              <a:ext uri="{FF2B5EF4-FFF2-40B4-BE49-F238E27FC236}">
                <a16:creationId xmlns:a16="http://schemas.microsoft.com/office/drawing/2014/main" id="{D7D45839-3B8F-4BFA-853A-51528D04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466" y="5800619"/>
            <a:ext cx="1335861" cy="116929"/>
          </a:xfrm>
          <a:custGeom xmlns:a="http://schemas.openxmlformats.org/drawingml/2006/main">
            <a:pathLst>
              <a:path w="1335861" h="116929">
                <a:moveTo>
                  <a:pt x="23693" y="12230"/>
                </a:moveTo>
                <a:lnTo>
                  <a:pt x="15905" y="12230"/>
                </a:lnTo>
                <a:lnTo>
                  <a:pt x="15905" y="99324"/>
                </a:lnTo>
                <a:lnTo>
                  <a:pt x="23693" y="99324"/>
                </a:lnTo>
                <a:lnTo>
                  <a:pt x="23693" y="111555"/>
                </a:lnTo>
                <a:lnTo>
                  <a:pt x="0" y="111555"/>
                </a:lnTo>
                <a:lnTo>
                  <a:pt x="0" y="0"/>
                </a:lnTo>
                <a:lnTo>
                  <a:pt x="23693" y="0"/>
                </a:lnTo>
                <a:lnTo>
                  <a:pt x="23693" y="12230"/>
                </a:lnTo>
                <a:close/>
                <a:moveTo>
                  <a:pt x="76825" y="76399"/>
                </a:moveTo>
                <a:lnTo>
                  <a:pt x="47976" y="76399"/>
                </a:lnTo>
                <a:lnTo>
                  <a:pt x="42492" y="92907"/>
                </a:lnTo>
                <a:lnTo>
                  <a:pt x="24996" y="92907"/>
                </a:lnTo>
                <a:lnTo>
                  <a:pt x="54722" y="13053"/>
                </a:lnTo>
                <a:lnTo>
                  <a:pt x="69969" y="13053"/>
                </a:lnTo>
                <a:lnTo>
                  <a:pt x="99860" y="92907"/>
                </a:lnTo>
                <a:lnTo>
                  <a:pt x="82364" y="92907"/>
                </a:lnTo>
                <a:lnTo>
                  <a:pt x="76825" y="76399"/>
                </a:lnTo>
                <a:moveTo>
                  <a:pt x="52419" y="63072"/>
                </a:moveTo>
                <a:lnTo>
                  <a:pt x="72382" y="63072"/>
                </a:lnTo>
                <a:lnTo>
                  <a:pt x="62346" y="33236"/>
                </a:lnTo>
                <a:lnTo>
                  <a:pt x="52419" y="63072"/>
                </a:lnTo>
                <a:close/>
                <a:moveTo>
                  <a:pt x="124783" y="92907"/>
                </a:moveTo>
                <a:lnTo>
                  <a:pt x="108330" y="92907"/>
                </a:lnTo>
                <a:lnTo>
                  <a:pt x="108330" y="13053"/>
                </a:lnTo>
                <a:lnTo>
                  <a:pt x="124783" y="13053"/>
                </a:lnTo>
                <a:lnTo>
                  <a:pt x="124783" y="92907"/>
                </a:lnTo>
                <a:close/>
                <a:moveTo>
                  <a:pt x="171266" y="92907"/>
                </a:moveTo>
                <a:lnTo>
                  <a:pt x="171266" y="45192"/>
                </a:lnTo>
                <a:lnTo>
                  <a:pt x="162436" y="45192"/>
                </a:lnTo>
                <a:lnTo>
                  <a:pt x="162436" y="33565"/>
                </a:lnTo>
                <a:lnTo>
                  <a:pt x="171266" y="33565"/>
                </a:lnTo>
                <a:lnTo>
                  <a:pt x="171266" y="28509"/>
                </a:lnTo>
                <a:cubicBezTo>
                  <a:pt x="171266" y="21841"/>
                  <a:pt x="173177" y="16665"/>
                  <a:pt x="176997" y="12983"/>
                </a:cubicBezTo>
                <a:cubicBezTo>
                  <a:pt x="180818" y="9300"/>
                  <a:pt x="186166" y="7459"/>
                  <a:pt x="193040" y="7459"/>
                </a:cubicBezTo>
                <a:cubicBezTo>
                  <a:pt x="195233" y="7459"/>
                  <a:pt x="197921" y="7825"/>
                  <a:pt x="201102" y="8556"/>
                </a:cubicBezTo>
                <a:lnTo>
                  <a:pt x="200937" y="20841"/>
                </a:lnTo>
                <a:cubicBezTo>
                  <a:pt x="199621" y="20512"/>
                  <a:pt x="198012" y="20347"/>
                  <a:pt x="196111" y="20347"/>
                </a:cubicBezTo>
                <a:cubicBezTo>
                  <a:pt x="190151" y="20347"/>
                  <a:pt x="187171" y="23156"/>
                  <a:pt x="187171" y="28773"/>
                </a:cubicBezTo>
                <a:lnTo>
                  <a:pt x="187171" y="33565"/>
                </a:lnTo>
                <a:lnTo>
                  <a:pt x="198963" y="33565"/>
                </a:lnTo>
                <a:lnTo>
                  <a:pt x="198963" y="45192"/>
                </a:lnTo>
                <a:lnTo>
                  <a:pt x="187171" y="45192"/>
                </a:lnTo>
                <a:lnTo>
                  <a:pt x="187171" y="92907"/>
                </a:lnTo>
                <a:lnTo>
                  <a:pt x="171266" y="92907"/>
                </a:lnTo>
                <a:close/>
                <a:moveTo>
                  <a:pt x="223901" y="92907"/>
                </a:moveTo>
                <a:lnTo>
                  <a:pt x="207996" y="92907"/>
                </a:lnTo>
                <a:lnTo>
                  <a:pt x="207996" y="8666"/>
                </a:lnTo>
                <a:lnTo>
                  <a:pt x="223901" y="8666"/>
                </a:lnTo>
                <a:lnTo>
                  <a:pt x="223901" y="92907"/>
                </a:lnTo>
                <a:close/>
                <a:moveTo>
                  <a:pt x="272481" y="86874"/>
                </a:moveTo>
                <a:cubicBezTo>
                  <a:pt x="268569" y="91628"/>
                  <a:pt x="263157" y="94004"/>
                  <a:pt x="256247" y="94004"/>
                </a:cubicBezTo>
                <a:cubicBezTo>
                  <a:pt x="249885" y="94004"/>
                  <a:pt x="245031" y="92176"/>
                  <a:pt x="241686" y="88520"/>
                </a:cubicBezTo>
                <a:cubicBezTo>
                  <a:pt x="238340" y="84863"/>
                  <a:pt x="236631" y="79507"/>
                  <a:pt x="236558" y="72450"/>
                </a:cubicBezTo>
                <a:lnTo>
                  <a:pt x="236558" y="33565"/>
                </a:lnTo>
                <a:lnTo>
                  <a:pt x="252408" y="33565"/>
                </a:lnTo>
                <a:lnTo>
                  <a:pt x="252408" y="71902"/>
                </a:lnTo>
                <a:cubicBezTo>
                  <a:pt x="252408" y="78081"/>
                  <a:pt x="255223" y="81171"/>
                  <a:pt x="260854" y="81171"/>
                </a:cubicBezTo>
                <a:cubicBezTo>
                  <a:pt x="266229" y="81171"/>
                  <a:pt x="269922" y="79306"/>
                  <a:pt x="271933" y="75576"/>
                </a:cubicBezTo>
                <a:lnTo>
                  <a:pt x="271933" y="33565"/>
                </a:lnTo>
                <a:lnTo>
                  <a:pt x="287838" y="33565"/>
                </a:lnTo>
                <a:lnTo>
                  <a:pt x="287838" y="92907"/>
                </a:lnTo>
                <a:lnTo>
                  <a:pt x="272920" y="92907"/>
                </a:lnTo>
                <a:lnTo>
                  <a:pt x="272481" y="86874"/>
                </a:lnTo>
                <a:close/>
                <a:moveTo>
                  <a:pt x="327080" y="94004"/>
                </a:moveTo>
                <a:cubicBezTo>
                  <a:pt x="318378" y="94004"/>
                  <a:pt x="311294" y="91335"/>
                  <a:pt x="305828" y="85997"/>
                </a:cubicBezTo>
                <a:cubicBezTo>
                  <a:pt x="300362" y="80659"/>
                  <a:pt x="297629" y="73547"/>
                  <a:pt x="297629" y="64662"/>
                </a:cubicBezTo>
                <a:lnTo>
                  <a:pt x="297629" y="63127"/>
                </a:lnTo>
                <a:cubicBezTo>
                  <a:pt x="297629" y="57167"/>
                  <a:pt x="298780" y="51838"/>
                  <a:pt x="301084" y="47139"/>
                </a:cubicBezTo>
                <a:cubicBezTo>
                  <a:pt x="303387" y="42441"/>
                  <a:pt x="306651" y="38821"/>
                  <a:pt x="310874" y="36280"/>
                </a:cubicBezTo>
                <a:cubicBezTo>
                  <a:pt x="315097" y="33739"/>
                  <a:pt x="319914" y="32468"/>
                  <a:pt x="325325" y="32468"/>
                </a:cubicBezTo>
                <a:cubicBezTo>
                  <a:pt x="333442" y="32468"/>
                  <a:pt x="339832" y="35028"/>
                  <a:pt x="344494" y="40146"/>
                </a:cubicBezTo>
                <a:cubicBezTo>
                  <a:pt x="349156" y="45265"/>
                  <a:pt x="351486" y="52523"/>
                  <a:pt x="351486" y="61920"/>
                </a:cubicBezTo>
                <a:lnTo>
                  <a:pt x="351486" y="68392"/>
                </a:lnTo>
                <a:lnTo>
                  <a:pt x="313698" y="68392"/>
                </a:lnTo>
                <a:cubicBezTo>
                  <a:pt x="314210" y="72267"/>
                  <a:pt x="315755" y="75375"/>
                  <a:pt x="318333" y="77715"/>
                </a:cubicBezTo>
                <a:cubicBezTo>
                  <a:pt x="320910" y="80055"/>
                  <a:pt x="324174" y="81225"/>
                  <a:pt x="328122" y="81225"/>
                </a:cubicBezTo>
                <a:cubicBezTo>
                  <a:pt x="334229" y="81225"/>
                  <a:pt x="339000" y="79013"/>
                  <a:pt x="342437" y="74589"/>
                </a:cubicBezTo>
                <a:lnTo>
                  <a:pt x="350225" y="83309"/>
                </a:lnTo>
                <a:cubicBezTo>
                  <a:pt x="347848" y="86673"/>
                  <a:pt x="344631" y="89297"/>
                  <a:pt x="340572" y="91180"/>
                </a:cubicBezTo>
                <a:cubicBezTo>
                  <a:pt x="336514" y="93063"/>
                  <a:pt x="332016" y="94004"/>
                  <a:pt x="327080" y="94004"/>
                </a:cubicBezTo>
                <a:moveTo>
                  <a:pt x="325271" y="45302"/>
                </a:moveTo>
                <a:cubicBezTo>
                  <a:pt x="322126" y="45302"/>
                  <a:pt x="319576" y="46362"/>
                  <a:pt x="317620" y="48483"/>
                </a:cubicBezTo>
                <a:cubicBezTo>
                  <a:pt x="315664" y="50604"/>
                  <a:pt x="314411" y="53638"/>
                  <a:pt x="313863" y="57587"/>
                </a:cubicBezTo>
                <a:lnTo>
                  <a:pt x="335910" y="57587"/>
                </a:lnTo>
                <a:lnTo>
                  <a:pt x="335910" y="56326"/>
                </a:lnTo>
                <a:cubicBezTo>
                  <a:pt x="335837" y="52816"/>
                  <a:pt x="334887" y="50101"/>
                  <a:pt x="333059" y="48181"/>
                </a:cubicBezTo>
                <a:cubicBezTo>
                  <a:pt x="331230" y="46262"/>
                  <a:pt x="328634" y="45302"/>
                  <a:pt x="325271" y="45302"/>
                </a:cubicBezTo>
                <a:close/>
                <a:moveTo>
                  <a:pt x="375045" y="33565"/>
                </a:moveTo>
                <a:lnTo>
                  <a:pt x="375538" y="40421"/>
                </a:lnTo>
                <a:cubicBezTo>
                  <a:pt x="379780" y="35119"/>
                  <a:pt x="385465" y="32468"/>
                  <a:pt x="392595" y="32468"/>
                </a:cubicBezTo>
                <a:cubicBezTo>
                  <a:pt x="398884" y="32468"/>
                  <a:pt x="403564" y="34315"/>
                  <a:pt x="406636" y="38008"/>
                </a:cubicBezTo>
                <a:cubicBezTo>
                  <a:pt x="409707" y="41700"/>
                  <a:pt x="411279" y="47221"/>
                  <a:pt x="411352" y="54571"/>
                </a:cubicBezTo>
                <a:lnTo>
                  <a:pt x="411352" y="92907"/>
                </a:lnTo>
                <a:lnTo>
                  <a:pt x="395502" y="92907"/>
                </a:lnTo>
                <a:lnTo>
                  <a:pt x="395502" y="54955"/>
                </a:lnTo>
                <a:cubicBezTo>
                  <a:pt x="395502" y="51591"/>
                  <a:pt x="394771" y="49150"/>
                  <a:pt x="393308" y="47633"/>
                </a:cubicBezTo>
                <a:cubicBezTo>
                  <a:pt x="391846" y="46115"/>
                  <a:pt x="389414" y="45357"/>
                  <a:pt x="386014" y="45357"/>
                </a:cubicBezTo>
                <a:cubicBezTo>
                  <a:pt x="381553" y="45357"/>
                  <a:pt x="378208" y="47258"/>
                  <a:pt x="375977" y="51061"/>
                </a:cubicBezTo>
                <a:lnTo>
                  <a:pt x="375977" y="92907"/>
                </a:lnTo>
                <a:lnTo>
                  <a:pt x="360127" y="92907"/>
                </a:lnTo>
                <a:lnTo>
                  <a:pt x="360127" y="33565"/>
                </a:lnTo>
                <a:lnTo>
                  <a:pt x="375045" y="33565"/>
                </a:lnTo>
                <a:close/>
                <a:moveTo>
                  <a:pt x="448017" y="81225"/>
                </a:moveTo>
                <a:cubicBezTo>
                  <a:pt x="450942" y="81225"/>
                  <a:pt x="453319" y="80421"/>
                  <a:pt x="455147" y="78812"/>
                </a:cubicBezTo>
                <a:cubicBezTo>
                  <a:pt x="456975" y="77203"/>
                  <a:pt x="457926" y="75064"/>
                  <a:pt x="457999" y="72395"/>
                </a:cubicBezTo>
                <a:lnTo>
                  <a:pt x="472862" y="72395"/>
                </a:lnTo>
                <a:cubicBezTo>
                  <a:pt x="472826" y="76417"/>
                  <a:pt x="471729" y="80101"/>
                  <a:pt x="469571" y="83447"/>
                </a:cubicBezTo>
                <a:cubicBezTo>
                  <a:pt x="467414" y="86792"/>
                  <a:pt x="464462" y="89388"/>
                  <a:pt x="460714" y="91235"/>
                </a:cubicBezTo>
                <a:cubicBezTo>
                  <a:pt x="456966" y="93081"/>
                  <a:pt x="452825" y="94004"/>
                  <a:pt x="448292" y="94004"/>
                </a:cubicBezTo>
                <a:cubicBezTo>
                  <a:pt x="439809" y="94004"/>
                  <a:pt x="433118" y="91308"/>
                  <a:pt x="428218" y="85915"/>
                </a:cubicBezTo>
                <a:cubicBezTo>
                  <a:pt x="423319" y="80522"/>
                  <a:pt x="420869" y="73072"/>
                  <a:pt x="420869" y="63565"/>
                </a:cubicBezTo>
                <a:lnTo>
                  <a:pt x="420869" y="62523"/>
                </a:lnTo>
                <a:cubicBezTo>
                  <a:pt x="420869" y="53382"/>
                  <a:pt x="423301" y="46088"/>
                  <a:pt x="428163" y="40640"/>
                </a:cubicBezTo>
                <a:cubicBezTo>
                  <a:pt x="433026" y="35192"/>
                  <a:pt x="439699" y="32468"/>
                  <a:pt x="448182" y="32468"/>
                </a:cubicBezTo>
                <a:cubicBezTo>
                  <a:pt x="455604" y="32468"/>
                  <a:pt x="461555" y="34580"/>
                  <a:pt x="466034" y="38803"/>
                </a:cubicBezTo>
                <a:cubicBezTo>
                  <a:pt x="470513" y="43026"/>
                  <a:pt x="472789" y="48647"/>
                  <a:pt x="472862" y="55668"/>
                </a:cubicBezTo>
                <a:lnTo>
                  <a:pt x="457999" y="55668"/>
                </a:lnTo>
                <a:cubicBezTo>
                  <a:pt x="457926" y="52596"/>
                  <a:pt x="456975" y="50101"/>
                  <a:pt x="455147" y="48181"/>
                </a:cubicBezTo>
                <a:cubicBezTo>
                  <a:pt x="453319" y="46262"/>
                  <a:pt x="450906" y="45302"/>
                  <a:pt x="447908" y="45302"/>
                </a:cubicBezTo>
                <a:cubicBezTo>
                  <a:pt x="444215" y="45302"/>
                  <a:pt x="441427" y="46646"/>
                  <a:pt x="439544" y="49333"/>
                </a:cubicBezTo>
                <a:cubicBezTo>
                  <a:pt x="437661" y="52020"/>
                  <a:pt x="436719" y="56381"/>
                  <a:pt x="436719" y="62414"/>
                </a:cubicBezTo>
                <a:lnTo>
                  <a:pt x="436719" y="64059"/>
                </a:lnTo>
                <a:cubicBezTo>
                  <a:pt x="436719" y="70165"/>
                  <a:pt x="437652" y="74553"/>
                  <a:pt x="439516" y="77222"/>
                </a:cubicBezTo>
                <a:cubicBezTo>
                  <a:pt x="441381" y="79891"/>
                  <a:pt x="444215" y="81225"/>
                  <a:pt x="448017" y="81225"/>
                </a:cubicBezTo>
                <a:close/>
                <a:moveTo>
                  <a:pt x="504045" y="70500"/>
                </a:moveTo>
                <a:lnTo>
                  <a:pt x="515014" y="33565"/>
                </a:lnTo>
                <a:lnTo>
                  <a:pt x="532016" y="33565"/>
                </a:lnTo>
                <a:lnTo>
                  <a:pt x="508158" y="102166"/>
                </a:lnTo>
                <a:lnTo>
                  <a:pt x="506842" y="105295"/>
                </a:lnTo>
                <a:cubicBezTo>
                  <a:pt x="503295" y="113051"/>
                  <a:pt x="497445" y="116929"/>
                  <a:pt x="489291" y="116929"/>
                </a:cubicBezTo>
                <a:cubicBezTo>
                  <a:pt x="486988" y="116929"/>
                  <a:pt x="484648" y="116582"/>
                  <a:pt x="482271" y="115887"/>
                </a:cubicBezTo>
                <a:lnTo>
                  <a:pt x="482271" y="103876"/>
                </a:lnTo>
                <a:lnTo>
                  <a:pt x="484684" y="103931"/>
                </a:lnTo>
                <a:cubicBezTo>
                  <a:pt x="487683" y="103931"/>
                  <a:pt x="489922" y="103474"/>
                  <a:pt x="491403" y="102558"/>
                </a:cubicBezTo>
                <a:cubicBezTo>
                  <a:pt x="492884" y="101644"/>
                  <a:pt x="494045" y="100126"/>
                  <a:pt x="494886" y="98003"/>
                </a:cubicBezTo>
                <a:lnTo>
                  <a:pt x="496750" y="93118"/>
                </a:lnTo>
                <a:lnTo>
                  <a:pt x="475964" y="33565"/>
                </a:lnTo>
                <a:lnTo>
                  <a:pt x="493021" y="33565"/>
                </a:lnTo>
                <a:lnTo>
                  <a:pt x="504045" y="70500"/>
                </a:lnTo>
                <a:close/>
                <a:moveTo>
                  <a:pt x="543235" y="99818"/>
                </a:moveTo>
                <a:lnTo>
                  <a:pt x="531444" y="99818"/>
                </a:lnTo>
                <a:lnTo>
                  <a:pt x="560841" y="13053"/>
                </a:lnTo>
                <a:lnTo>
                  <a:pt x="572632" y="13053"/>
                </a:lnTo>
                <a:lnTo>
                  <a:pt x="543235" y="99818"/>
                </a:lnTo>
                <a:close/>
                <a:moveTo>
                  <a:pt x="612323" y="76509"/>
                </a:moveTo>
                <a:cubicBezTo>
                  <a:pt x="612323" y="74571"/>
                  <a:pt x="611363" y="73044"/>
                  <a:pt x="609443" y="71929"/>
                </a:cubicBezTo>
                <a:cubicBezTo>
                  <a:pt x="607524" y="70814"/>
                  <a:pt x="604443" y="69818"/>
                  <a:pt x="600202" y="68940"/>
                </a:cubicBezTo>
                <a:cubicBezTo>
                  <a:pt x="586089" y="65978"/>
                  <a:pt x="579032" y="59982"/>
                  <a:pt x="579032" y="50951"/>
                </a:cubicBezTo>
                <a:cubicBezTo>
                  <a:pt x="579032" y="45686"/>
                  <a:pt x="581216" y="41289"/>
                  <a:pt x="585586" y="37761"/>
                </a:cubicBezTo>
                <a:cubicBezTo>
                  <a:pt x="589955" y="34232"/>
                  <a:pt x="595668" y="32468"/>
                  <a:pt x="602725" y="32468"/>
                </a:cubicBezTo>
                <a:cubicBezTo>
                  <a:pt x="610257" y="32468"/>
                  <a:pt x="616281" y="34242"/>
                  <a:pt x="620796" y="37788"/>
                </a:cubicBezTo>
                <a:cubicBezTo>
                  <a:pt x="625312" y="41335"/>
                  <a:pt x="627570" y="45942"/>
                  <a:pt x="627570" y="51609"/>
                </a:cubicBezTo>
                <a:lnTo>
                  <a:pt x="611719" y="51609"/>
                </a:lnTo>
                <a:cubicBezTo>
                  <a:pt x="611719" y="49342"/>
                  <a:pt x="610988" y="47468"/>
                  <a:pt x="609526" y="45987"/>
                </a:cubicBezTo>
                <a:cubicBezTo>
                  <a:pt x="608063" y="44507"/>
                  <a:pt x="605778" y="43766"/>
                  <a:pt x="602670" y="43766"/>
                </a:cubicBezTo>
                <a:cubicBezTo>
                  <a:pt x="600001" y="43766"/>
                  <a:pt x="597935" y="44370"/>
                  <a:pt x="596472" y="45576"/>
                </a:cubicBezTo>
                <a:cubicBezTo>
                  <a:pt x="595010" y="46783"/>
                  <a:pt x="594279" y="48318"/>
                  <a:pt x="594279" y="50183"/>
                </a:cubicBezTo>
                <a:cubicBezTo>
                  <a:pt x="594279" y="51938"/>
                  <a:pt x="595111" y="53355"/>
                  <a:pt x="596774" y="54434"/>
                </a:cubicBezTo>
                <a:cubicBezTo>
                  <a:pt x="598438" y="55512"/>
                  <a:pt x="601244" y="56445"/>
                  <a:pt x="605193" y="57231"/>
                </a:cubicBezTo>
                <a:cubicBezTo>
                  <a:pt x="609142" y="58017"/>
                  <a:pt x="612469" y="58903"/>
                  <a:pt x="615175" y="59891"/>
                </a:cubicBezTo>
                <a:cubicBezTo>
                  <a:pt x="623548" y="62962"/>
                  <a:pt x="627734" y="68282"/>
                  <a:pt x="627734" y="75851"/>
                </a:cubicBezTo>
                <a:cubicBezTo>
                  <a:pt x="627734" y="81262"/>
                  <a:pt x="625412" y="85640"/>
                  <a:pt x="620769" y="88986"/>
                </a:cubicBezTo>
                <a:cubicBezTo>
                  <a:pt x="616125" y="92331"/>
                  <a:pt x="610129" y="94004"/>
                  <a:pt x="602780" y="94004"/>
                </a:cubicBezTo>
                <a:cubicBezTo>
                  <a:pt x="597807" y="94004"/>
                  <a:pt x="593392" y="93118"/>
                  <a:pt x="589535" y="91344"/>
                </a:cubicBezTo>
                <a:cubicBezTo>
                  <a:pt x="585677" y="89571"/>
                  <a:pt x="582652" y="87139"/>
                  <a:pt x="580458" y="84050"/>
                </a:cubicBezTo>
                <a:cubicBezTo>
                  <a:pt x="578264" y="80960"/>
                  <a:pt x="577167" y="77624"/>
                  <a:pt x="577167" y="74041"/>
                </a:cubicBezTo>
                <a:lnTo>
                  <a:pt x="592195" y="74041"/>
                </a:lnTo>
                <a:cubicBezTo>
                  <a:pt x="592341" y="76856"/>
                  <a:pt x="593383" y="79013"/>
                  <a:pt x="595321" y="80512"/>
                </a:cubicBezTo>
                <a:cubicBezTo>
                  <a:pt x="597259" y="82011"/>
                  <a:pt x="599855" y="82761"/>
                  <a:pt x="603109" y="82761"/>
                </a:cubicBezTo>
                <a:cubicBezTo>
                  <a:pt x="606143" y="82761"/>
                  <a:pt x="608438" y="82185"/>
                  <a:pt x="609992" y="81033"/>
                </a:cubicBezTo>
                <a:cubicBezTo>
                  <a:pt x="611546" y="79882"/>
                  <a:pt x="612323" y="78373"/>
                  <a:pt x="612323" y="76509"/>
                </a:cubicBezTo>
                <a:close/>
                <a:moveTo>
                  <a:pt x="659465" y="69105"/>
                </a:moveTo>
                <a:lnTo>
                  <a:pt x="653762" y="74809"/>
                </a:lnTo>
                <a:lnTo>
                  <a:pt x="653762" y="92907"/>
                </a:lnTo>
                <a:lnTo>
                  <a:pt x="637911" y="92907"/>
                </a:lnTo>
                <a:lnTo>
                  <a:pt x="637911" y="8666"/>
                </a:lnTo>
                <a:lnTo>
                  <a:pt x="653762" y="8666"/>
                </a:lnTo>
                <a:lnTo>
                  <a:pt x="653762" y="55339"/>
                </a:lnTo>
                <a:lnTo>
                  <a:pt x="656833" y="51390"/>
                </a:lnTo>
                <a:lnTo>
                  <a:pt x="672025" y="33565"/>
                </a:lnTo>
                <a:lnTo>
                  <a:pt x="691056" y="33565"/>
                </a:lnTo>
                <a:lnTo>
                  <a:pt x="669612" y="58300"/>
                </a:lnTo>
                <a:lnTo>
                  <a:pt x="692921" y="92907"/>
                </a:lnTo>
                <a:lnTo>
                  <a:pt x="674712" y="92907"/>
                </a:lnTo>
                <a:lnTo>
                  <a:pt x="659465" y="69105"/>
                </a:lnTo>
                <a:close/>
                <a:moveTo>
                  <a:pt x="714615" y="92907"/>
                </a:moveTo>
                <a:lnTo>
                  <a:pt x="698709" y="92907"/>
                </a:lnTo>
                <a:lnTo>
                  <a:pt x="698709" y="33565"/>
                </a:lnTo>
                <a:lnTo>
                  <a:pt x="714615" y="33565"/>
                </a:lnTo>
                <a:lnTo>
                  <a:pt x="714615" y="92907"/>
                </a:lnTo>
                <a:moveTo>
                  <a:pt x="697777" y="18209"/>
                </a:moveTo>
                <a:cubicBezTo>
                  <a:pt x="697777" y="15832"/>
                  <a:pt x="698572" y="13876"/>
                  <a:pt x="700163" y="12340"/>
                </a:cubicBezTo>
                <a:cubicBezTo>
                  <a:pt x="701753" y="10804"/>
                  <a:pt x="703920" y="10037"/>
                  <a:pt x="706662" y="10037"/>
                </a:cubicBezTo>
                <a:cubicBezTo>
                  <a:pt x="709368" y="10037"/>
                  <a:pt x="711525" y="10804"/>
                  <a:pt x="713134" y="12340"/>
                </a:cubicBezTo>
                <a:cubicBezTo>
                  <a:pt x="714743" y="13876"/>
                  <a:pt x="715547" y="15832"/>
                  <a:pt x="715547" y="18209"/>
                </a:cubicBezTo>
                <a:cubicBezTo>
                  <a:pt x="715547" y="20622"/>
                  <a:pt x="714733" y="22596"/>
                  <a:pt x="713106" y="24132"/>
                </a:cubicBezTo>
                <a:cubicBezTo>
                  <a:pt x="711479" y="25667"/>
                  <a:pt x="709331" y="26435"/>
                  <a:pt x="706662" y="26435"/>
                </a:cubicBezTo>
                <a:cubicBezTo>
                  <a:pt x="703993" y="26435"/>
                  <a:pt x="701845" y="25667"/>
                  <a:pt x="700218" y="24132"/>
                </a:cubicBezTo>
                <a:cubicBezTo>
                  <a:pt x="698591" y="22596"/>
                  <a:pt x="697777" y="20622"/>
                  <a:pt x="697777" y="18209"/>
                </a:cubicBezTo>
                <a:close/>
                <a:moveTo>
                  <a:pt x="744383" y="92907"/>
                </a:moveTo>
                <a:lnTo>
                  <a:pt x="728478" y="92907"/>
                </a:lnTo>
                <a:lnTo>
                  <a:pt x="728478" y="8666"/>
                </a:lnTo>
                <a:lnTo>
                  <a:pt x="744383" y="8666"/>
                </a:lnTo>
                <a:lnTo>
                  <a:pt x="744383" y="92907"/>
                </a:lnTo>
                <a:close/>
                <a:moveTo>
                  <a:pt x="774152" y="92907"/>
                </a:moveTo>
                <a:lnTo>
                  <a:pt x="758247" y="92907"/>
                </a:lnTo>
                <a:lnTo>
                  <a:pt x="758247" y="8666"/>
                </a:lnTo>
                <a:lnTo>
                  <a:pt x="774152" y="8666"/>
                </a:lnTo>
                <a:lnTo>
                  <a:pt x="774152" y="92907"/>
                </a:lnTo>
                <a:close/>
                <a:moveTo>
                  <a:pt x="839832" y="81225"/>
                </a:moveTo>
                <a:cubicBezTo>
                  <a:pt x="842757" y="81225"/>
                  <a:pt x="845133" y="80421"/>
                  <a:pt x="846962" y="78812"/>
                </a:cubicBezTo>
                <a:cubicBezTo>
                  <a:pt x="848790" y="77203"/>
                  <a:pt x="849740" y="75064"/>
                  <a:pt x="849813" y="72395"/>
                </a:cubicBezTo>
                <a:lnTo>
                  <a:pt x="864676" y="72395"/>
                </a:lnTo>
                <a:cubicBezTo>
                  <a:pt x="864640" y="76417"/>
                  <a:pt x="863543" y="80101"/>
                  <a:pt x="861386" y="83447"/>
                </a:cubicBezTo>
                <a:cubicBezTo>
                  <a:pt x="859229" y="86792"/>
                  <a:pt x="856276" y="89388"/>
                  <a:pt x="852528" y="91235"/>
                </a:cubicBezTo>
                <a:cubicBezTo>
                  <a:pt x="848781" y="93081"/>
                  <a:pt x="844640" y="94004"/>
                  <a:pt x="840106" y="94004"/>
                </a:cubicBezTo>
                <a:cubicBezTo>
                  <a:pt x="831623" y="94004"/>
                  <a:pt x="824932" y="91308"/>
                  <a:pt x="820033" y="85915"/>
                </a:cubicBezTo>
                <a:cubicBezTo>
                  <a:pt x="815133" y="80522"/>
                  <a:pt x="812683" y="73072"/>
                  <a:pt x="812683" y="63565"/>
                </a:cubicBezTo>
                <a:lnTo>
                  <a:pt x="812683" y="62523"/>
                </a:lnTo>
                <a:cubicBezTo>
                  <a:pt x="812683" y="53382"/>
                  <a:pt x="815115" y="46088"/>
                  <a:pt x="819978" y="40640"/>
                </a:cubicBezTo>
                <a:cubicBezTo>
                  <a:pt x="824841" y="35192"/>
                  <a:pt x="831514" y="32468"/>
                  <a:pt x="839996" y="32468"/>
                </a:cubicBezTo>
                <a:cubicBezTo>
                  <a:pt x="847419" y="32468"/>
                  <a:pt x="853369" y="34580"/>
                  <a:pt x="857848" y="38803"/>
                </a:cubicBezTo>
                <a:cubicBezTo>
                  <a:pt x="862327" y="43026"/>
                  <a:pt x="864603" y="48647"/>
                  <a:pt x="864676" y="55668"/>
                </a:cubicBezTo>
                <a:lnTo>
                  <a:pt x="849813" y="55668"/>
                </a:lnTo>
                <a:cubicBezTo>
                  <a:pt x="849740" y="52596"/>
                  <a:pt x="848790" y="50101"/>
                  <a:pt x="846962" y="48181"/>
                </a:cubicBezTo>
                <a:cubicBezTo>
                  <a:pt x="845133" y="46262"/>
                  <a:pt x="842720" y="45302"/>
                  <a:pt x="839722" y="45302"/>
                </a:cubicBezTo>
                <a:cubicBezTo>
                  <a:pt x="836029" y="45302"/>
                  <a:pt x="833241" y="46646"/>
                  <a:pt x="831358" y="49333"/>
                </a:cubicBezTo>
                <a:cubicBezTo>
                  <a:pt x="829475" y="52020"/>
                  <a:pt x="828534" y="56381"/>
                  <a:pt x="828534" y="62414"/>
                </a:cubicBezTo>
                <a:lnTo>
                  <a:pt x="828534" y="64059"/>
                </a:lnTo>
                <a:cubicBezTo>
                  <a:pt x="828534" y="70165"/>
                  <a:pt x="829466" y="74553"/>
                  <a:pt x="831331" y="77222"/>
                </a:cubicBezTo>
                <a:cubicBezTo>
                  <a:pt x="833195" y="79891"/>
                  <a:pt x="836029" y="81225"/>
                  <a:pt x="839832" y="81225"/>
                </a:cubicBezTo>
                <a:close/>
                <a:moveTo>
                  <a:pt x="871234" y="62688"/>
                </a:moveTo>
                <a:cubicBezTo>
                  <a:pt x="871234" y="56801"/>
                  <a:pt x="872367" y="51554"/>
                  <a:pt x="874634" y="46947"/>
                </a:cubicBezTo>
                <a:cubicBezTo>
                  <a:pt x="876901" y="42340"/>
                  <a:pt x="880164" y="38775"/>
                  <a:pt x="884424" y="36253"/>
                </a:cubicBezTo>
                <a:cubicBezTo>
                  <a:pt x="888684" y="33730"/>
                  <a:pt x="893629" y="32468"/>
                  <a:pt x="899260" y="32468"/>
                </a:cubicBezTo>
                <a:cubicBezTo>
                  <a:pt x="907267" y="32468"/>
                  <a:pt x="913803" y="34918"/>
                  <a:pt x="918867" y="39817"/>
                </a:cubicBezTo>
                <a:cubicBezTo>
                  <a:pt x="923931" y="44717"/>
                  <a:pt x="926755" y="51371"/>
                  <a:pt x="927340" y="59781"/>
                </a:cubicBezTo>
                <a:lnTo>
                  <a:pt x="927450" y="63840"/>
                </a:lnTo>
                <a:cubicBezTo>
                  <a:pt x="927450" y="72944"/>
                  <a:pt x="924909" y="80247"/>
                  <a:pt x="919827" y="85750"/>
                </a:cubicBezTo>
                <a:cubicBezTo>
                  <a:pt x="914744" y="91253"/>
                  <a:pt x="907925" y="94004"/>
                  <a:pt x="899369" y="94004"/>
                </a:cubicBezTo>
                <a:cubicBezTo>
                  <a:pt x="890814" y="94004"/>
                  <a:pt x="883985" y="91262"/>
                  <a:pt x="878885" y="85777"/>
                </a:cubicBezTo>
                <a:cubicBezTo>
                  <a:pt x="873784" y="80293"/>
                  <a:pt x="871234" y="72834"/>
                  <a:pt x="871234" y="63401"/>
                </a:cubicBezTo>
                <a:lnTo>
                  <a:pt x="871234" y="62688"/>
                </a:lnTo>
                <a:moveTo>
                  <a:pt x="887084" y="63840"/>
                </a:moveTo>
                <a:cubicBezTo>
                  <a:pt x="887084" y="69470"/>
                  <a:pt x="888144" y="73776"/>
                  <a:pt x="890265" y="76755"/>
                </a:cubicBezTo>
                <a:cubicBezTo>
                  <a:pt x="892386" y="79735"/>
                  <a:pt x="895421" y="81225"/>
                  <a:pt x="899369" y="81225"/>
                </a:cubicBezTo>
                <a:cubicBezTo>
                  <a:pt x="903208" y="81225"/>
                  <a:pt x="906207" y="79754"/>
                  <a:pt x="908364" y="76810"/>
                </a:cubicBezTo>
                <a:cubicBezTo>
                  <a:pt x="910521" y="73867"/>
                  <a:pt x="911600" y="69159"/>
                  <a:pt x="911600" y="62688"/>
                </a:cubicBezTo>
                <a:cubicBezTo>
                  <a:pt x="911600" y="57167"/>
                  <a:pt x="910521" y="52889"/>
                  <a:pt x="908364" y="49854"/>
                </a:cubicBezTo>
                <a:cubicBezTo>
                  <a:pt x="906207" y="46819"/>
                  <a:pt x="903172" y="45302"/>
                  <a:pt x="899260" y="45302"/>
                </a:cubicBezTo>
                <a:cubicBezTo>
                  <a:pt x="895384" y="45302"/>
                  <a:pt x="892386" y="46810"/>
                  <a:pt x="890265" y="49827"/>
                </a:cubicBezTo>
                <a:cubicBezTo>
                  <a:pt x="888144" y="52843"/>
                  <a:pt x="887084" y="57514"/>
                  <a:pt x="887084" y="63840"/>
                </a:cubicBezTo>
                <a:close/>
                <a:moveTo>
                  <a:pt x="951775" y="33565"/>
                </a:moveTo>
                <a:lnTo>
                  <a:pt x="952269" y="40421"/>
                </a:lnTo>
                <a:cubicBezTo>
                  <a:pt x="956510" y="35119"/>
                  <a:pt x="962195" y="32468"/>
                  <a:pt x="969325" y="32468"/>
                </a:cubicBezTo>
                <a:cubicBezTo>
                  <a:pt x="975614" y="32468"/>
                  <a:pt x="980294" y="34315"/>
                  <a:pt x="983366" y="38008"/>
                </a:cubicBezTo>
                <a:cubicBezTo>
                  <a:pt x="986437" y="41700"/>
                  <a:pt x="988009" y="47221"/>
                  <a:pt x="988082" y="54571"/>
                </a:cubicBezTo>
                <a:lnTo>
                  <a:pt x="988082" y="92907"/>
                </a:lnTo>
                <a:lnTo>
                  <a:pt x="972232" y="92907"/>
                </a:lnTo>
                <a:lnTo>
                  <a:pt x="972232" y="54955"/>
                </a:lnTo>
                <a:cubicBezTo>
                  <a:pt x="972232" y="51591"/>
                  <a:pt x="971501" y="49150"/>
                  <a:pt x="970038" y="47633"/>
                </a:cubicBezTo>
                <a:cubicBezTo>
                  <a:pt x="968576" y="46115"/>
                  <a:pt x="966144" y="45357"/>
                  <a:pt x="962744" y="45357"/>
                </a:cubicBezTo>
                <a:cubicBezTo>
                  <a:pt x="958283" y="45357"/>
                  <a:pt x="954938" y="47258"/>
                  <a:pt x="952707" y="51061"/>
                </a:cubicBezTo>
                <a:lnTo>
                  <a:pt x="952707" y="92907"/>
                </a:lnTo>
                <a:lnTo>
                  <a:pt x="936857" y="92907"/>
                </a:lnTo>
                <a:lnTo>
                  <a:pt x="936857" y="33565"/>
                </a:lnTo>
                <a:lnTo>
                  <a:pt x="951775" y="33565"/>
                </a:lnTo>
                <a:close/>
                <a:moveTo>
                  <a:pt x="1019044" y="18976"/>
                </a:moveTo>
                <a:lnTo>
                  <a:pt x="1019044" y="33565"/>
                </a:lnTo>
                <a:lnTo>
                  <a:pt x="1029190" y="33565"/>
                </a:lnTo>
                <a:lnTo>
                  <a:pt x="1029190" y="45192"/>
                </a:lnTo>
                <a:lnTo>
                  <a:pt x="1019044" y="45192"/>
                </a:lnTo>
                <a:lnTo>
                  <a:pt x="1019044" y="74809"/>
                </a:lnTo>
                <a:cubicBezTo>
                  <a:pt x="1019044" y="77002"/>
                  <a:pt x="1019464" y="78575"/>
                  <a:pt x="1020305" y="79525"/>
                </a:cubicBezTo>
                <a:cubicBezTo>
                  <a:pt x="1021146" y="80476"/>
                  <a:pt x="1022755" y="80951"/>
                  <a:pt x="1025131" y="80951"/>
                </a:cubicBezTo>
                <a:cubicBezTo>
                  <a:pt x="1026886" y="80951"/>
                  <a:pt x="1028440" y="80823"/>
                  <a:pt x="1029793" y="80567"/>
                </a:cubicBezTo>
                <a:lnTo>
                  <a:pt x="1029793" y="92578"/>
                </a:lnTo>
                <a:cubicBezTo>
                  <a:pt x="1026685" y="93529"/>
                  <a:pt x="1023486" y="94004"/>
                  <a:pt x="1020195" y="94004"/>
                </a:cubicBezTo>
                <a:cubicBezTo>
                  <a:pt x="1009080" y="94004"/>
                  <a:pt x="1003413" y="88392"/>
                  <a:pt x="1003193" y="77167"/>
                </a:cubicBezTo>
                <a:lnTo>
                  <a:pt x="1003193" y="45192"/>
                </a:lnTo>
                <a:lnTo>
                  <a:pt x="994528" y="45192"/>
                </a:lnTo>
                <a:lnTo>
                  <a:pt x="994528" y="33565"/>
                </a:lnTo>
                <a:lnTo>
                  <a:pt x="1003193" y="33565"/>
                </a:lnTo>
                <a:lnTo>
                  <a:pt x="1003193" y="18976"/>
                </a:lnTo>
                <a:lnTo>
                  <a:pt x="1019044" y="18976"/>
                </a:lnTo>
                <a:close/>
                <a:moveTo>
                  <a:pt x="1054732" y="92907"/>
                </a:moveTo>
                <a:lnTo>
                  <a:pt x="1038827" y="92907"/>
                </a:lnTo>
                <a:lnTo>
                  <a:pt x="1038827" y="33565"/>
                </a:lnTo>
                <a:lnTo>
                  <a:pt x="1054732" y="33565"/>
                </a:lnTo>
                <a:lnTo>
                  <a:pt x="1054732" y="92907"/>
                </a:lnTo>
                <a:moveTo>
                  <a:pt x="1037894" y="18209"/>
                </a:moveTo>
                <a:cubicBezTo>
                  <a:pt x="1037894" y="15832"/>
                  <a:pt x="1038689" y="13876"/>
                  <a:pt x="1040280" y="12340"/>
                </a:cubicBezTo>
                <a:cubicBezTo>
                  <a:pt x="1041870" y="10804"/>
                  <a:pt x="1044037" y="10037"/>
                  <a:pt x="1046779" y="10037"/>
                </a:cubicBezTo>
                <a:cubicBezTo>
                  <a:pt x="1049485" y="10037"/>
                  <a:pt x="1051642" y="10804"/>
                  <a:pt x="1053251" y="12340"/>
                </a:cubicBezTo>
                <a:cubicBezTo>
                  <a:pt x="1054860" y="13876"/>
                  <a:pt x="1055664" y="15832"/>
                  <a:pt x="1055664" y="18209"/>
                </a:cubicBezTo>
                <a:cubicBezTo>
                  <a:pt x="1055664" y="20622"/>
                  <a:pt x="1054850" y="22596"/>
                  <a:pt x="1053223" y="24132"/>
                </a:cubicBezTo>
                <a:cubicBezTo>
                  <a:pt x="1051596" y="25667"/>
                  <a:pt x="1049448" y="26435"/>
                  <a:pt x="1046779" y="26435"/>
                </a:cubicBezTo>
                <a:cubicBezTo>
                  <a:pt x="1044110" y="26435"/>
                  <a:pt x="1041962" y="25667"/>
                  <a:pt x="1040335" y="24132"/>
                </a:cubicBezTo>
                <a:cubicBezTo>
                  <a:pt x="1038708" y="22596"/>
                  <a:pt x="1037894" y="20622"/>
                  <a:pt x="1037894" y="18209"/>
                </a:cubicBezTo>
                <a:close/>
                <a:moveTo>
                  <a:pt x="1082361" y="33565"/>
                </a:moveTo>
                <a:lnTo>
                  <a:pt x="1082855" y="40421"/>
                </a:lnTo>
                <a:cubicBezTo>
                  <a:pt x="1087096" y="35119"/>
                  <a:pt x="1092782" y="32468"/>
                  <a:pt x="1099912" y="32468"/>
                </a:cubicBezTo>
                <a:cubicBezTo>
                  <a:pt x="1106201" y="32468"/>
                  <a:pt x="1110881" y="34315"/>
                  <a:pt x="1113952" y="38008"/>
                </a:cubicBezTo>
                <a:cubicBezTo>
                  <a:pt x="1117023" y="41700"/>
                  <a:pt x="1118595" y="47221"/>
                  <a:pt x="1118669" y="54571"/>
                </a:cubicBezTo>
                <a:lnTo>
                  <a:pt x="1118669" y="92907"/>
                </a:lnTo>
                <a:lnTo>
                  <a:pt x="1102818" y="92907"/>
                </a:lnTo>
                <a:lnTo>
                  <a:pt x="1102818" y="54955"/>
                </a:lnTo>
                <a:cubicBezTo>
                  <a:pt x="1102818" y="51591"/>
                  <a:pt x="1102087" y="49150"/>
                  <a:pt x="1100625" y="47633"/>
                </a:cubicBezTo>
                <a:cubicBezTo>
                  <a:pt x="1099162" y="46115"/>
                  <a:pt x="1096731" y="45357"/>
                  <a:pt x="1093330" y="45357"/>
                </a:cubicBezTo>
                <a:cubicBezTo>
                  <a:pt x="1088870" y="45357"/>
                  <a:pt x="1085524" y="47258"/>
                  <a:pt x="1083294" y="51061"/>
                </a:cubicBezTo>
                <a:lnTo>
                  <a:pt x="1083294" y="92907"/>
                </a:lnTo>
                <a:lnTo>
                  <a:pt x="1067443" y="92907"/>
                </a:lnTo>
                <a:lnTo>
                  <a:pt x="1067443" y="33565"/>
                </a:lnTo>
                <a:lnTo>
                  <a:pt x="1082361" y="33565"/>
                </a:lnTo>
                <a:close/>
                <a:moveTo>
                  <a:pt x="1166193" y="86874"/>
                </a:moveTo>
                <a:cubicBezTo>
                  <a:pt x="1162281" y="91628"/>
                  <a:pt x="1156869" y="94004"/>
                  <a:pt x="1149959" y="94004"/>
                </a:cubicBezTo>
                <a:cubicBezTo>
                  <a:pt x="1143597" y="94004"/>
                  <a:pt x="1138743" y="92176"/>
                  <a:pt x="1135398" y="88520"/>
                </a:cubicBezTo>
                <a:cubicBezTo>
                  <a:pt x="1132052" y="84863"/>
                  <a:pt x="1130343" y="79507"/>
                  <a:pt x="1130270" y="72450"/>
                </a:cubicBezTo>
                <a:lnTo>
                  <a:pt x="1130270" y="33565"/>
                </a:lnTo>
                <a:lnTo>
                  <a:pt x="1146120" y="33565"/>
                </a:lnTo>
                <a:lnTo>
                  <a:pt x="1146120" y="71902"/>
                </a:lnTo>
                <a:cubicBezTo>
                  <a:pt x="1146120" y="78081"/>
                  <a:pt x="1148935" y="81171"/>
                  <a:pt x="1154566" y="81171"/>
                </a:cubicBezTo>
                <a:cubicBezTo>
                  <a:pt x="1159941" y="81171"/>
                  <a:pt x="1163634" y="79306"/>
                  <a:pt x="1165645" y="75576"/>
                </a:cubicBezTo>
                <a:lnTo>
                  <a:pt x="1165645" y="33565"/>
                </a:lnTo>
                <a:lnTo>
                  <a:pt x="1181550" y="33565"/>
                </a:lnTo>
                <a:lnTo>
                  <a:pt x="1181550" y="92907"/>
                </a:lnTo>
                <a:lnTo>
                  <a:pt x="1166632" y="92907"/>
                </a:lnTo>
                <a:lnTo>
                  <a:pt x="1166193" y="86874"/>
                </a:lnTo>
                <a:close/>
                <a:moveTo>
                  <a:pt x="1210208" y="92907"/>
                </a:moveTo>
                <a:lnTo>
                  <a:pt x="1194303" y="92907"/>
                </a:lnTo>
                <a:lnTo>
                  <a:pt x="1194303" y="33565"/>
                </a:lnTo>
                <a:lnTo>
                  <a:pt x="1210208" y="33565"/>
                </a:lnTo>
                <a:lnTo>
                  <a:pt x="1210208" y="92907"/>
                </a:lnTo>
                <a:moveTo>
                  <a:pt x="1193370" y="18209"/>
                </a:moveTo>
                <a:cubicBezTo>
                  <a:pt x="1193370" y="15832"/>
                  <a:pt x="1194165" y="13876"/>
                  <a:pt x="1195756" y="12340"/>
                </a:cubicBezTo>
                <a:cubicBezTo>
                  <a:pt x="1197346" y="10804"/>
                  <a:pt x="1199513" y="10037"/>
                  <a:pt x="1202255" y="10037"/>
                </a:cubicBezTo>
                <a:cubicBezTo>
                  <a:pt x="1204961" y="10037"/>
                  <a:pt x="1207118" y="10804"/>
                  <a:pt x="1208727" y="12340"/>
                </a:cubicBezTo>
                <a:cubicBezTo>
                  <a:pt x="1210336" y="13876"/>
                  <a:pt x="1211140" y="15832"/>
                  <a:pt x="1211140" y="18209"/>
                </a:cubicBezTo>
                <a:cubicBezTo>
                  <a:pt x="1211140" y="20622"/>
                  <a:pt x="1210326" y="22596"/>
                  <a:pt x="1208699" y="24132"/>
                </a:cubicBezTo>
                <a:cubicBezTo>
                  <a:pt x="1207072" y="25667"/>
                  <a:pt x="1204924" y="26435"/>
                  <a:pt x="1202255" y="26435"/>
                </a:cubicBezTo>
                <a:cubicBezTo>
                  <a:pt x="1199586" y="26435"/>
                  <a:pt x="1197438" y="25667"/>
                  <a:pt x="1195811" y="24132"/>
                </a:cubicBezTo>
                <a:cubicBezTo>
                  <a:pt x="1194184" y="22596"/>
                  <a:pt x="1193370" y="20622"/>
                  <a:pt x="1193370" y="18209"/>
                </a:cubicBezTo>
                <a:close/>
                <a:moveTo>
                  <a:pt x="1242225" y="18976"/>
                </a:moveTo>
                <a:lnTo>
                  <a:pt x="1242225" y="33565"/>
                </a:lnTo>
                <a:lnTo>
                  <a:pt x="1252371" y="33565"/>
                </a:lnTo>
                <a:lnTo>
                  <a:pt x="1252371" y="45192"/>
                </a:lnTo>
                <a:lnTo>
                  <a:pt x="1242225" y="45192"/>
                </a:lnTo>
                <a:lnTo>
                  <a:pt x="1242225" y="74809"/>
                </a:lnTo>
                <a:cubicBezTo>
                  <a:pt x="1242225" y="77002"/>
                  <a:pt x="1242645" y="78575"/>
                  <a:pt x="1243486" y="79525"/>
                </a:cubicBezTo>
                <a:cubicBezTo>
                  <a:pt x="1244327" y="80476"/>
                  <a:pt x="1245936" y="80951"/>
                  <a:pt x="1248312" y="80951"/>
                </a:cubicBezTo>
                <a:cubicBezTo>
                  <a:pt x="1250067" y="80951"/>
                  <a:pt x="1251621" y="80823"/>
                  <a:pt x="1252974" y="80567"/>
                </a:cubicBezTo>
                <a:lnTo>
                  <a:pt x="1252974" y="92578"/>
                </a:lnTo>
                <a:cubicBezTo>
                  <a:pt x="1249866" y="93529"/>
                  <a:pt x="1246667" y="94004"/>
                  <a:pt x="1243376" y="94004"/>
                </a:cubicBezTo>
                <a:cubicBezTo>
                  <a:pt x="1232261" y="94004"/>
                  <a:pt x="1226594" y="88392"/>
                  <a:pt x="1226374" y="77167"/>
                </a:cubicBezTo>
                <a:lnTo>
                  <a:pt x="1226374" y="45192"/>
                </a:lnTo>
                <a:lnTo>
                  <a:pt x="1217709" y="45192"/>
                </a:lnTo>
                <a:lnTo>
                  <a:pt x="1217709" y="33565"/>
                </a:lnTo>
                <a:lnTo>
                  <a:pt x="1226374" y="33565"/>
                </a:lnTo>
                <a:lnTo>
                  <a:pt x="1226374" y="18976"/>
                </a:lnTo>
                <a:lnTo>
                  <a:pt x="1242225" y="18976"/>
                </a:lnTo>
                <a:close/>
                <a:moveTo>
                  <a:pt x="1283343" y="70500"/>
                </a:moveTo>
                <a:lnTo>
                  <a:pt x="1294312" y="33565"/>
                </a:lnTo>
                <a:lnTo>
                  <a:pt x="1311314" y="33565"/>
                </a:lnTo>
                <a:lnTo>
                  <a:pt x="1287456" y="102166"/>
                </a:lnTo>
                <a:lnTo>
                  <a:pt x="1286140" y="105295"/>
                </a:lnTo>
                <a:cubicBezTo>
                  <a:pt x="1282593" y="113051"/>
                  <a:pt x="1276743" y="116929"/>
                  <a:pt x="1268590" y="116929"/>
                </a:cubicBezTo>
                <a:cubicBezTo>
                  <a:pt x="1266286" y="116929"/>
                  <a:pt x="1263946" y="116582"/>
                  <a:pt x="1261569" y="115887"/>
                </a:cubicBezTo>
                <a:lnTo>
                  <a:pt x="1261569" y="103876"/>
                </a:lnTo>
                <a:lnTo>
                  <a:pt x="1263983" y="103931"/>
                </a:lnTo>
                <a:cubicBezTo>
                  <a:pt x="1266981" y="103931"/>
                  <a:pt x="1269220" y="103474"/>
                  <a:pt x="1270701" y="102558"/>
                </a:cubicBezTo>
                <a:cubicBezTo>
                  <a:pt x="1272182" y="101644"/>
                  <a:pt x="1273343" y="100126"/>
                  <a:pt x="1274184" y="98003"/>
                </a:cubicBezTo>
                <a:lnTo>
                  <a:pt x="1276048" y="93118"/>
                </a:lnTo>
                <a:lnTo>
                  <a:pt x="1255262" y="33565"/>
                </a:lnTo>
                <a:lnTo>
                  <a:pt x="1272319" y="33565"/>
                </a:lnTo>
                <a:lnTo>
                  <a:pt x="1283343" y="70500"/>
                </a:lnTo>
                <a:close/>
                <a:moveTo>
                  <a:pt x="1312168" y="0"/>
                </a:moveTo>
                <a:lnTo>
                  <a:pt x="1335861" y="0"/>
                </a:lnTo>
                <a:lnTo>
                  <a:pt x="1335861" y="111555"/>
                </a:lnTo>
                <a:lnTo>
                  <a:pt x="1312168" y="111555"/>
                </a:lnTo>
                <a:lnTo>
                  <a:pt x="1312168" y="99324"/>
                </a:lnTo>
                <a:lnTo>
                  <a:pt x="1320011" y="99324"/>
                </a:lnTo>
                <a:lnTo>
                  <a:pt x="1320011" y="12230"/>
                </a:lnTo>
                <a:lnTo>
                  <a:pt x="1312168" y="12230"/>
                </a:lnTo>
                <a:lnTo>
                  <a:pt x="131216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&lt;--&gt;">
            <a:extLst xmlns:a="http://schemas.openxmlformats.org/drawingml/2006/main">
              <a:ext uri="{FF2B5EF4-FFF2-40B4-BE49-F238E27FC236}">
                <a16:creationId xmlns:a16="http://schemas.microsoft.com/office/drawing/2014/main" id="{353DF36F-FE89-4FED-BBE7-5E1AAABA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770" y="5737225"/>
            <a:ext cx="230182" cy="62477"/>
          </a:xfrm>
          <a:custGeom xmlns:a="http://schemas.openxmlformats.org/drawingml/2006/main">
            <a:pathLst>
              <a:path w="230182" h="62477">
                <a:moveTo>
                  <a:pt x="18782" y="31303"/>
                </a:moveTo>
                <a:lnTo>
                  <a:pt x="55571" y="44276"/>
                </a:lnTo>
                <a:lnTo>
                  <a:pt x="55571" y="62348"/>
                </a:lnTo>
                <a:lnTo>
                  <a:pt x="0" y="38790"/>
                </a:lnTo>
                <a:lnTo>
                  <a:pt x="0" y="23558"/>
                </a:lnTo>
                <a:lnTo>
                  <a:pt x="55571" y="0"/>
                </a:lnTo>
                <a:lnTo>
                  <a:pt x="55571" y="18072"/>
                </a:lnTo>
                <a:lnTo>
                  <a:pt x="18782" y="31303"/>
                </a:lnTo>
                <a:close/>
                <a:moveTo>
                  <a:pt x="107189" y="38532"/>
                </a:moveTo>
                <a:lnTo>
                  <a:pt x="70851" y="38532"/>
                </a:lnTo>
                <a:lnTo>
                  <a:pt x="70851" y="23494"/>
                </a:lnTo>
                <a:lnTo>
                  <a:pt x="107189" y="23494"/>
                </a:lnTo>
                <a:lnTo>
                  <a:pt x="107189" y="38532"/>
                </a:lnTo>
                <a:close/>
                <a:moveTo>
                  <a:pt x="158423" y="38532"/>
                </a:moveTo>
                <a:lnTo>
                  <a:pt x="122085" y="38532"/>
                </a:lnTo>
                <a:lnTo>
                  <a:pt x="122085" y="23494"/>
                </a:lnTo>
                <a:lnTo>
                  <a:pt x="158423" y="23494"/>
                </a:lnTo>
                <a:lnTo>
                  <a:pt x="158423" y="38532"/>
                </a:lnTo>
                <a:close/>
                <a:moveTo>
                  <a:pt x="211465" y="31174"/>
                </a:moveTo>
                <a:lnTo>
                  <a:pt x="173965" y="18072"/>
                </a:lnTo>
                <a:lnTo>
                  <a:pt x="173965" y="129"/>
                </a:lnTo>
                <a:lnTo>
                  <a:pt x="230182" y="23687"/>
                </a:lnTo>
                <a:lnTo>
                  <a:pt x="230182" y="38855"/>
                </a:lnTo>
                <a:lnTo>
                  <a:pt x="173965" y="62477"/>
                </a:lnTo>
                <a:lnTo>
                  <a:pt x="173965" y="44470"/>
                </a:lnTo>
                <a:lnTo>
                  <a:pt x="211465" y="311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19EAC0-996B-4B3E-AD92-87D32355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495" y="6310200"/>
            <a:ext cx="14877" cy="334417"/>
          </a:xfrm>
          <a:custGeom xmlns:a="http://schemas.openxmlformats.org/drawingml/2006/main">
            <a:pathLst>
              <a:path w="14877" h="334417">
                <a:moveTo>
                  <a:pt x="14877" y="0"/>
                </a:moveTo>
                <a:lnTo>
                  <a:pt x="14877" y="89263"/>
                </a:lnTo>
                <a:lnTo>
                  <a:pt x="0" y="89263"/>
                </a:lnTo>
                <a:lnTo>
                  <a:pt x="0" y="0"/>
                </a:lnTo>
                <a:moveTo>
                  <a:pt x="14877" y="104140"/>
                </a:moveTo>
                <a:lnTo>
                  <a:pt x="14877" y="193403"/>
                </a:lnTo>
                <a:lnTo>
                  <a:pt x="0" y="193403"/>
                </a:lnTo>
                <a:lnTo>
                  <a:pt x="0" y="104140"/>
                </a:lnTo>
                <a:moveTo>
                  <a:pt x="14877" y="208280"/>
                </a:moveTo>
                <a:lnTo>
                  <a:pt x="14877" y="297543"/>
                </a:lnTo>
                <a:lnTo>
                  <a:pt x="0" y="297543"/>
                </a:lnTo>
                <a:lnTo>
                  <a:pt x="0" y="208280"/>
                </a:lnTo>
                <a:moveTo>
                  <a:pt x="14877" y="312420"/>
                </a:moveTo>
                <a:lnTo>
                  <a:pt x="14877" y="334417"/>
                </a:lnTo>
                <a:lnTo>
                  <a:pt x="0" y="334417"/>
                </a:lnTo>
                <a:lnTo>
                  <a:pt x="0" y="3124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72291A-5846-4588-A8E9-BA680C9A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" y="6637164"/>
            <a:ext cx="2261429" cy="14876"/>
          </a:xfrm>
          <a:custGeom xmlns:a="http://schemas.openxmlformats.org/drawingml/2006/main">
            <a:pathLst>
              <a:path w="2261429" h="14876">
                <a:moveTo>
                  <a:pt x="2261429" y="14876"/>
                </a:moveTo>
                <a:lnTo>
                  <a:pt x="2172171" y="14876"/>
                </a:lnTo>
                <a:lnTo>
                  <a:pt x="2172171" y="0"/>
                </a:lnTo>
                <a:lnTo>
                  <a:pt x="2261429" y="0"/>
                </a:lnTo>
                <a:moveTo>
                  <a:pt x="2157294" y="14876"/>
                </a:moveTo>
                <a:lnTo>
                  <a:pt x="2068036" y="14876"/>
                </a:lnTo>
                <a:lnTo>
                  <a:pt x="2068036" y="0"/>
                </a:lnTo>
                <a:lnTo>
                  <a:pt x="2157294" y="0"/>
                </a:lnTo>
                <a:moveTo>
                  <a:pt x="2053160" y="14876"/>
                </a:moveTo>
                <a:lnTo>
                  <a:pt x="1963901" y="14876"/>
                </a:lnTo>
                <a:lnTo>
                  <a:pt x="1963901" y="0"/>
                </a:lnTo>
                <a:lnTo>
                  <a:pt x="2053160" y="0"/>
                </a:lnTo>
                <a:moveTo>
                  <a:pt x="1949025" y="14876"/>
                </a:moveTo>
                <a:lnTo>
                  <a:pt x="1859767" y="14876"/>
                </a:lnTo>
                <a:lnTo>
                  <a:pt x="1859767" y="0"/>
                </a:lnTo>
                <a:lnTo>
                  <a:pt x="1949025" y="0"/>
                </a:lnTo>
                <a:moveTo>
                  <a:pt x="1844890" y="14876"/>
                </a:moveTo>
                <a:lnTo>
                  <a:pt x="1755632" y="14876"/>
                </a:lnTo>
                <a:lnTo>
                  <a:pt x="1755632" y="0"/>
                </a:lnTo>
                <a:lnTo>
                  <a:pt x="1844890" y="0"/>
                </a:lnTo>
                <a:moveTo>
                  <a:pt x="1740756" y="14876"/>
                </a:moveTo>
                <a:lnTo>
                  <a:pt x="1651497" y="14876"/>
                </a:lnTo>
                <a:lnTo>
                  <a:pt x="1651497" y="0"/>
                </a:lnTo>
                <a:lnTo>
                  <a:pt x="1740756" y="0"/>
                </a:lnTo>
                <a:moveTo>
                  <a:pt x="1636621" y="14876"/>
                </a:moveTo>
                <a:lnTo>
                  <a:pt x="1547363" y="14876"/>
                </a:lnTo>
                <a:lnTo>
                  <a:pt x="1547363" y="0"/>
                </a:lnTo>
                <a:lnTo>
                  <a:pt x="1636621" y="0"/>
                </a:lnTo>
                <a:moveTo>
                  <a:pt x="1532486" y="14876"/>
                </a:moveTo>
                <a:lnTo>
                  <a:pt x="1443228" y="14876"/>
                </a:lnTo>
                <a:lnTo>
                  <a:pt x="1443228" y="0"/>
                </a:lnTo>
                <a:lnTo>
                  <a:pt x="1532486" y="0"/>
                </a:lnTo>
                <a:moveTo>
                  <a:pt x="1428352" y="14876"/>
                </a:moveTo>
                <a:lnTo>
                  <a:pt x="1339093" y="14876"/>
                </a:lnTo>
                <a:lnTo>
                  <a:pt x="1339093" y="0"/>
                </a:lnTo>
                <a:lnTo>
                  <a:pt x="1428352" y="0"/>
                </a:lnTo>
                <a:moveTo>
                  <a:pt x="1324217" y="14876"/>
                </a:moveTo>
                <a:lnTo>
                  <a:pt x="1234959" y="14876"/>
                </a:lnTo>
                <a:lnTo>
                  <a:pt x="1234959" y="0"/>
                </a:lnTo>
                <a:lnTo>
                  <a:pt x="1324217" y="0"/>
                </a:lnTo>
                <a:moveTo>
                  <a:pt x="1220082" y="14876"/>
                </a:moveTo>
                <a:lnTo>
                  <a:pt x="1130824" y="14876"/>
                </a:lnTo>
                <a:lnTo>
                  <a:pt x="1130824" y="0"/>
                </a:lnTo>
                <a:lnTo>
                  <a:pt x="1220082" y="0"/>
                </a:lnTo>
                <a:moveTo>
                  <a:pt x="1115948" y="14876"/>
                </a:moveTo>
                <a:lnTo>
                  <a:pt x="1026689" y="14876"/>
                </a:lnTo>
                <a:lnTo>
                  <a:pt x="1026689" y="0"/>
                </a:lnTo>
                <a:lnTo>
                  <a:pt x="1115948" y="0"/>
                </a:lnTo>
                <a:moveTo>
                  <a:pt x="1011813" y="14876"/>
                </a:moveTo>
                <a:lnTo>
                  <a:pt x="922555" y="14876"/>
                </a:lnTo>
                <a:lnTo>
                  <a:pt x="922555" y="0"/>
                </a:lnTo>
                <a:lnTo>
                  <a:pt x="1011813" y="0"/>
                </a:lnTo>
                <a:moveTo>
                  <a:pt x="907678" y="14876"/>
                </a:moveTo>
                <a:lnTo>
                  <a:pt x="818420" y="14876"/>
                </a:lnTo>
                <a:lnTo>
                  <a:pt x="818420" y="0"/>
                </a:lnTo>
                <a:lnTo>
                  <a:pt x="907678" y="0"/>
                </a:lnTo>
                <a:moveTo>
                  <a:pt x="803544" y="14876"/>
                </a:moveTo>
                <a:lnTo>
                  <a:pt x="714285" y="14876"/>
                </a:lnTo>
                <a:lnTo>
                  <a:pt x="714285" y="0"/>
                </a:lnTo>
                <a:lnTo>
                  <a:pt x="803544" y="0"/>
                </a:lnTo>
                <a:moveTo>
                  <a:pt x="699409" y="14876"/>
                </a:moveTo>
                <a:lnTo>
                  <a:pt x="610151" y="14876"/>
                </a:lnTo>
                <a:lnTo>
                  <a:pt x="610151" y="0"/>
                </a:lnTo>
                <a:lnTo>
                  <a:pt x="699409" y="0"/>
                </a:lnTo>
                <a:moveTo>
                  <a:pt x="595274" y="14876"/>
                </a:moveTo>
                <a:lnTo>
                  <a:pt x="506016" y="14876"/>
                </a:lnTo>
                <a:lnTo>
                  <a:pt x="506016" y="0"/>
                </a:lnTo>
                <a:lnTo>
                  <a:pt x="595274" y="0"/>
                </a:lnTo>
                <a:moveTo>
                  <a:pt x="491140" y="14876"/>
                </a:moveTo>
                <a:lnTo>
                  <a:pt x="401881" y="14876"/>
                </a:lnTo>
                <a:lnTo>
                  <a:pt x="401881" y="0"/>
                </a:lnTo>
                <a:lnTo>
                  <a:pt x="491140" y="0"/>
                </a:lnTo>
                <a:moveTo>
                  <a:pt x="387005" y="14876"/>
                </a:moveTo>
                <a:lnTo>
                  <a:pt x="297747" y="14876"/>
                </a:lnTo>
                <a:lnTo>
                  <a:pt x="297747" y="0"/>
                </a:lnTo>
                <a:lnTo>
                  <a:pt x="387005" y="0"/>
                </a:lnTo>
                <a:moveTo>
                  <a:pt x="282870" y="14876"/>
                </a:moveTo>
                <a:lnTo>
                  <a:pt x="193612" y="14876"/>
                </a:lnTo>
                <a:lnTo>
                  <a:pt x="193612" y="0"/>
                </a:lnTo>
                <a:lnTo>
                  <a:pt x="282870" y="0"/>
                </a:lnTo>
                <a:moveTo>
                  <a:pt x="178736" y="14876"/>
                </a:moveTo>
                <a:lnTo>
                  <a:pt x="89477" y="14876"/>
                </a:lnTo>
                <a:lnTo>
                  <a:pt x="89477" y="0"/>
                </a:lnTo>
                <a:lnTo>
                  <a:pt x="178736" y="0"/>
                </a:lnTo>
                <a:moveTo>
                  <a:pt x="74601" y="14876"/>
                </a:moveTo>
                <a:lnTo>
                  <a:pt x="0" y="14876"/>
                </a:lnTo>
                <a:lnTo>
                  <a:pt x="0" y="0"/>
                </a:lnTo>
                <a:lnTo>
                  <a:pt x="7460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FCEF28-4327-49C8-BCD9-C6336947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78" y="114230"/>
            <a:ext cx="14877" cy="6530374"/>
          </a:xfrm>
          <a:custGeom xmlns:a="http://schemas.openxmlformats.org/drawingml/2006/main">
            <a:pathLst>
              <a:path w="14877" h="6530374">
                <a:moveTo>
                  <a:pt x="14877" y="0"/>
                </a:moveTo>
                <a:lnTo>
                  <a:pt x="14877" y="89263"/>
                </a:lnTo>
                <a:lnTo>
                  <a:pt x="0" y="89263"/>
                </a:lnTo>
                <a:lnTo>
                  <a:pt x="0" y="0"/>
                </a:lnTo>
                <a:moveTo>
                  <a:pt x="14877" y="104140"/>
                </a:moveTo>
                <a:lnTo>
                  <a:pt x="14877" y="193403"/>
                </a:lnTo>
                <a:lnTo>
                  <a:pt x="0" y="193403"/>
                </a:lnTo>
                <a:lnTo>
                  <a:pt x="0" y="104140"/>
                </a:lnTo>
                <a:moveTo>
                  <a:pt x="14877" y="208280"/>
                </a:moveTo>
                <a:lnTo>
                  <a:pt x="14877" y="297543"/>
                </a:lnTo>
                <a:lnTo>
                  <a:pt x="0" y="297543"/>
                </a:lnTo>
                <a:lnTo>
                  <a:pt x="0" y="208280"/>
                </a:lnTo>
                <a:moveTo>
                  <a:pt x="14877" y="312420"/>
                </a:moveTo>
                <a:lnTo>
                  <a:pt x="14877" y="401683"/>
                </a:lnTo>
                <a:lnTo>
                  <a:pt x="0" y="401683"/>
                </a:lnTo>
                <a:lnTo>
                  <a:pt x="0" y="312420"/>
                </a:lnTo>
                <a:moveTo>
                  <a:pt x="14877" y="416560"/>
                </a:moveTo>
                <a:lnTo>
                  <a:pt x="14877" y="505823"/>
                </a:lnTo>
                <a:lnTo>
                  <a:pt x="0" y="505823"/>
                </a:lnTo>
                <a:lnTo>
                  <a:pt x="0" y="416560"/>
                </a:lnTo>
                <a:moveTo>
                  <a:pt x="14877" y="520700"/>
                </a:moveTo>
                <a:lnTo>
                  <a:pt x="14877" y="609963"/>
                </a:lnTo>
                <a:lnTo>
                  <a:pt x="0" y="609963"/>
                </a:lnTo>
                <a:lnTo>
                  <a:pt x="0" y="520700"/>
                </a:lnTo>
                <a:moveTo>
                  <a:pt x="14877" y="624840"/>
                </a:moveTo>
                <a:lnTo>
                  <a:pt x="14877" y="714103"/>
                </a:lnTo>
                <a:lnTo>
                  <a:pt x="0" y="714103"/>
                </a:lnTo>
                <a:lnTo>
                  <a:pt x="0" y="624840"/>
                </a:lnTo>
                <a:moveTo>
                  <a:pt x="14877" y="728980"/>
                </a:moveTo>
                <a:lnTo>
                  <a:pt x="14877" y="818243"/>
                </a:lnTo>
                <a:lnTo>
                  <a:pt x="0" y="818243"/>
                </a:lnTo>
                <a:lnTo>
                  <a:pt x="0" y="728980"/>
                </a:lnTo>
                <a:moveTo>
                  <a:pt x="14877" y="833120"/>
                </a:moveTo>
                <a:lnTo>
                  <a:pt x="14877" y="922383"/>
                </a:lnTo>
                <a:lnTo>
                  <a:pt x="0" y="922383"/>
                </a:lnTo>
                <a:lnTo>
                  <a:pt x="0" y="833120"/>
                </a:lnTo>
                <a:moveTo>
                  <a:pt x="14877" y="937260"/>
                </a:moveTo>
                <a:lnTo>
                  <a:pt x="14877" y="1026523"/>
                </a:lnTo>
                <a:lnTo>
                  <a:pt x="0" y="1026523"/>
                </a:lnTo>
                <a:lnTo>
                  <a:pt x="0" y="937260"/>
                </a:lnTo>
                <a:moveTo>
                  <a:pt x="14877" y="1041400"/>
                </a:moveTo>
                <a:lnTo>
                  <a:pt x="14877" y="1130663"/>
                </a:lnTo>
                <a:lnTo>
                  <a:pt x="0" y="1130663"/>
                </a:lnTo>
                <a:lnTo>
                  <a:pt x="0" y="1041400"/>
                </a:lnTo>
                <a:moveTo>
                  <a:pt x="14877" y="1145540"/>
                </a:moveTo>
                <a:lnTo>
                  <a:pt x="14877" y="1234803"/>
                </a:lnTo>
                <a:lnTo>
                  <a:pt x="0" y="1234803"/>
                </a:lnTo>
                <a:lnTo>
                  <a:pt x="0" y="1145540"/>
                </a:lnTo>
                <a:moveTo>
                  <a:pt x="14877" y="1249680"/>
                </a:moveTo>
                <a:lnTo>
                  <a:pt x="14877" y="1338943"/>
                </a:lnTo>
                <a:lnTo>
                  <a:pt x="0" y="1338943"/>
                </a:lnTo>
                <a:lnTo>
                  <a:pt x="0" y="1249680"/>
                </a:lnTo>
                <a:moveTo>
                  <a:pt x="14877" y="1353820"/>
                </a:moveTo>
                <a:lnTo>
                  <a:pt x="14877" y="1443083"/>
                </a:lnTo>
                <a:lnTo>
                  <a:pt x="0" y="1443083"/>
                </a:lnTo>
                <a:lnTo>
                  <a:pt x="0" y="1353820"/>
                </a:lnTo>
                <a:moveTo>
                  <a:pt x="14877" y="1457960"/>
                </a:moveTo>
                <a:lnTo>
                  <a:pt x="14877" y="1547223"/>
                </a:lnTo>
                <a:lnTo>
                  <a:pt x="0" y="1547223"/>
                </a:lnTo>
                <a:lnTo>
                  <a:pt x="0" y="1457960"/>
                </a:lnTo>
                <a:moveTo>
                  <a:pt x="14877" y="1562100"/>
                </a:moveTo>
                <a:lnTo>
                  <a:pt x="14877" y="1651363"/>
                </a:lnTo>
                <a:lnTo>
                  <a:pt x="0" y="1651363"/>
                </a:lnTo>
                <a:lnTo>
                  <a:pt x="0" y="1562100"/>
                </a:lnTo>
                <a:moveTo>
                  <a:pt x="14877" y="1666240"/>
                </a:moveTo>
                <a:lnTo>
                  <a:pt x="14877" y="1755503"/>
                </a:lnTo>
                <a:lnTo>
                  <a:pt x="0" y="1755503"/>
                </a:lnTo>
                <a:lnTo>
                  <a:pt x="0" y="1666240"/>
                </a:lnTo>
                <a:moveTo>
                  <a:pt x="14877" y="1770380"/>
                </a:moveTo>
                <a:lnTo>
                  <a:pt x="14877" y="1859643"/>
                </a:lnTo>
                <a:lnTo>
                  <a:pt x="0" y="1859643"/>
                </a:lnTo>
                <a:lnTo>
                  <a:pt x="0" y="1770380"/>
                </a:lnTo>
                <a:moveTo>
                  <a:pt x="14877" y="1874520"/>
                </a:moveTo>
                <a:lnTo>
                  <a:pt x="14877" y="1963783"/>
                </a:lnTo>
                <a:lnTo>
                  <a:pt x="0" y="1963783"/>
                </a:lnTo>
                <a:lnTo>
                  <a:pt x="0" y="1874520"/>
                </a:lnTo>
                <a:moveTo>
                  <a:pt x="14877" y="1978660"/>
                </a:moveTo>
                <a:lnTo>
                  <a:pt x="14877" y="2067923"/>
                </a:lnTo>
                <a:lnTo>
                  <a:pt x="0" y="2067923"/>
                </a:lnTo>
                <a:lnTo>
                  <a:pt x="0" y="1978660"/>
                </a:lnTo>
                <a:moveTo>
                  <a:pt x="14877" y="2082800"/>
                </a:moveTo>
                <a:lnTo>
                  <a:pt x="14877" y="2172063"/>
                </a:lnTo>
                <a:lnTo>
                  <a:pt x="0" y="2172063"/>
                </a:lnTo>
                <a:lnTo>
                  <a:pt x="0" y="2082800"/>
                </a:lnTo>
                <a:moveTo>
                  <a:pt x="14877" y="2186940"/>
                </a:moveTo>
                <a:lnTo>
                  <a:pt x="14877" y="2276203"/>
                </a:lnTo>
                <a:lnTo>
                  <a:pt x="0" y="2276203"/>
                </a:lnTo>
                <a:lnTo>
                  <a:pt x="0" y="2186940"/>
                </a:lnTo>
                <a:moveTo>
                  <a:pt x="14877" y="2291080"/>
                </a:moveTo>
                <a:lnTo>
                  <a:pt x="14877" y="2380343"/>
                </a:lnTo>
                <a:lnTo>
                  <a:pt x="0" y="2380343"/>
                </a:lnTo>
                <a:lnTo>
                  <a:pt x="0" y="2291080"/>
                </a:lnTo>
                <a:moveTo>
                  <a:pt x="14877" y="2395220"/>
                </a:moveTo>
                <a:lnTo>
                  <a:pt x="14877" y="2484483"/>
                </a:lnTo>
                <a:lnTo>
                  <a:pt x="0" y="2484483"/>
                </a:lnTo>
                <a:lnTo>
                  <a:pt x="0" y="2395220"/>
                </a:lnTo>
                <a:moveTo>
                  <a:pt x="14877" y="2499360"/>
                </a:moveTo>
                <a:lnTo>
                  <a:pt x="14877" y="2588623"/>
                </a:lnTo>
                <a:lnTo>
                  <a:pt x="0" y="2588623"/>
                </a:lnTo>
                <a:lnTo>
                  <a:pt x="0" y="2499360"/>
                </a:lnTo>
                <a:moveTo>
                  <a:pt x="14877" y="2603500"/>
                </a:moveTo>
                <a:lnTo>
                  <a:pt x="14877" y="2692763"/>
                </a:lnTo>
                <a:lnTo>
                  <a:pt x="0" y="2692763"/>
                </a:lnTo>
                <a:lnTo>
                  <a:pt x="0" y="2603500"/>
                </a:lnTo>
                <a:moveTo>
                  <a:pt x="14877" y="2707640"/>
                </a:moveTo>
                <a:lnTo>
                  <a:pt x="14877" y="2796903"/>
                </a:lnTo>
                <a:lnTo>
                  <a:pt x="0" y="2796903"/>
                </a:lnTo>
                <a:lnTo>
                  <a:pt x="0" y="2707640"/>
                </a:lnTo>
                <a:moveTo>
                  <a:pt x="14877" y="2811780"/>
                </a:moveTo>
                <a:lnTo>
                  <a:pt x="14877" y="2901043"/>
                </a:lnTo>
                <a:lnTo>
                  <a:pt x="0" y="2901043"/>
                </a:lnTo>
                <a:lnTo>
                  <a:pt x="0" y="2811780"/>
                </a:lnTo>
                <a:moveTo>
                  <a:pt x="14877" y="2915920"/>
                </a:moveTo>
                <a:lnTo>
                  <a:pt x="14877" y="3005183"/>
                </a:lnTo>
                <a:lnTo>
                  <a:pt x="0" y="3005183"/>
                </a:lnTo>
                <a:lnTo>
                  <a:pt x="0" y="2915920"/>
                </a:lnTo>
                <a:moveTo>
                  <a:pt x="14877" y="3020060"/>
                </a:moveTo>
                <a:lnTo>
                  <a:pt x="14877" y="3109323"/>
                </a:lnTo>
                <a:lnTo>
                  <a:pt x="0" y="3109323"/>
                </a:lnTo>
                <a:lnTo>
                  <a:pt x="0" y="3020060"/>
                </a:lnTo>
                <a:moveTo>
                  <a:pt x="14877" y="3124200"/>
                </a:moveTo>
                <a:lnTo>
                  <a:pt x="14877" y="3213463"/>
                </a:lnTo>
                <a:lnTo>
                  <a:pt x="0" y="3213463"/>
                </a:lnTo>
                <a:lnTo>
                  <a:pt x="0" y="3124200"/>
                </a:lnTo>
                <a:moveTo>
                  <a:pt x="14877" y="3228340"/>
                </a:moveTo>
                <a:lnTo>
                  <a:pt x="14877" y="3317603"/>
                </a:lnTo>
                <a:lnTo>
                  <a:pt x="0" y="3317603"/>
                </a:lnTo>
                <a:lnTo>
                  <a:pt x="0" y="3228340"/>
                </a:lnTo>
                <a:moveTo>
                  <a:pt x="14877" y="3332480"/>
                </a:moveTo>
                <a:lnTo>
                  <a:pt x="14877" y="3421743"/>
                </a:lnTo>
                <a:lnTo>
                  <a:pt x="0" y="3421743"/>
                </a:lnTo>
                <a:lnTo>
                  <a:pt x="0" y="3332480"/>
                </a:lnTo>
                <a:moveTo>
                  <a:pt x="14877" y="3436620"/>
                </a:moveTo>
                <a:lnTo>
                  <a:pt x="14877" y="3525883"/>
                </a:lnTo>
                <a:lnTo>
                  <a:pt x="0" y="3525883"/>
                </a:lnTo>
                <a:lnTo>
                  <a:pt x="0" y="3436620"/>
                </a:lnTo>
                <a:moveTo>
                  <a:pt x="14877" y="3540760"/>
                </a:moveTo>
                <a:lnTo>
                  <a:pt x="14877" y="3630023"/>
                </a:lnTo>
                <a:lnTo>
                  <a:pt x="0" y="3630023"/>
                </a:lnTo>
                <a:lnTo>
                  <a:pt x="0" y="3540760"/>
                </a:lnTo>
                <a:moveTo>
                  <a:pt x="14877" y="3644900"/>
                </a:moveTo>
                <a:lnTo>
                  <a:pt x="14877" y="3734163"/>
                </a:lnTo>
                <a:lnTo>
                  <a:pt x="0" y="3734163"/>
                </a:lnTo>
                <a:lnTo>
                  <a:pt x="0" y="3644900"/>
                </a:lnTo>
                <a:moveTo>
                  <a:pt x="14877" y="3749040"/>
                </a:moveTo>
                <a:lnTo>
                  <a:pt x="14877" y="3838303"/>
                </a:lnTo>
                <a:lnTo>
                  <a:pt x="0" y="3838303"/>
                </a:lnTo>
                <a:lnTo>
                  <a:pt x="0" y="3749040"/>
                </a:lnTo>
                <a:moveTo>
                  <a:pt x="14877" y="3853180"/>
                </a:moveTo>
                <a:lnTo>
                  <a:pt x="14877" y="3942443"/>
                </a:lnTo>
                <a:lnTo>
                  <a:pt x="0" y="3942443"/>
                </a:lnTo>
                <a:lnTo>
                  <a:pt x="0" y="3853180"/>
                </a:lnTo>
                <a:moveTo>
                  <a:pt x="14877" y="3957320"/>
                </a:moveTo>
                <a:lnTo>
                  <a:pt x="14877" y="4046583"/>
                </a:lnTo>
                <a:lnTo>
                  <a:pt x="0" y="4046583"/>
                </a:lnTo>
                <a:lnTo>
                  <a:pt x="0" y="3957320"/>
                </a:lnTo>
                <a:moveTo>
                  <a:pt x="14877" y="4061460"/>
                </a:moveTo>
                <a:lnTo>
                  <a:pt x="14877" y="4150723"/>
                </a:lnTo>
                <a:lnTo>
                  <a:pt x="0" y="4150723"/>
                </a:lnTo>
                <a:lnTo>
                  <a:pt x="0" y="4061460"/>
                </a:lnTo>
                <a:moveTo>
                  <a:pt x="14877" y="4165600"/>
                </a:moveTo>
                <a:lnTo>
                  <a:pt x="14877" y="4254863"/>
                </a:lnTo>
                <a:lnTo>
                  <a:pt x="0" y="4254863"/>
                </a:lnTo>
                <a:lnTo>
                  <a:pt x="0" y="4165600"/>
                </a:lnTo>
                <a:moveTo>
                  <a:pt x="14877" y="4269740"/>
                </a:moveTo>
                <a:lnTo>
                  <a:pt x="14877" y="4359003"/>
                </a:lnTo>
                <a:lnTo>
                  <a:pt x="0" y="4359003"/>
                </a:lnTo>
                <a:lnTo>
                  <a:pt x="0" y="4269740"/>
                </a:lnTo>
                <a:moveTo>
                  <a:pt x="14877" y="4373880"/>
                </a:moveTo>
                <a:lnTo>
                  <a:pt x="14877" y="4463143"/>
                </a:lnTo>
                <a:lnTo>
                  <a:pt x="0" y="4463143"/>
                </a:lnTo>
                <a:lnTo>
                  <a:pt x="0" y="4373880"/>
                </a:lnTo>
                <a:moveTo>
                  <a:pt x="14877" y="4478020"/>
                </a:moveTo>
                <a:lnTo>
                  <a:pt x="14877" y="4567283"/>
                </a:lnTo>
                <a:lnTo>
                  <a:pt x="0" y="4567283"/>
                </a:lnTo>
                <a:lnTo>
                  <a:pt x="0" y="4478020"/>
                </a:lnTo>
                <a:moveTo>
                  <a:pt x="14877" y="4582160"/>
                </a:moveTo>
                <a:lnTo>
                  <a:pt x="14877" y="4671423"/>
                </a:lnTo>
                <a:lnTo>
                  <a:pt x="0" y="4671423"/>
                </a:lnTo>
                <a:lnTo>
                  <a:pt x="0" y="4582160"/>
                </a:lnTo>
                <a:moveTo>
                  <a:pt x="14877" y="4686300"/>
                </a:moveTo>
                <a:lnTo>
                  <a:pt x="14877" y="4775563"/>
                </a:lnTo>
                <a:lnTo>
                  <a:pt x="0" y="4775563"/>
                </a:lnTo>
                <a:lnTo>
                  <a:pt x="0" y="4686300"/>
                </a:lnTo>
                <a:moveTo>
                  <a:pt x="14877" y="4790440"/>
                </a:moveTo>
                <a:lnTo>
                  <a:pt x="14877" y="4879703"/>
                </a:lnTo>
                <a:lnTo>
                  <a:pt x="0" y="4879703"/>
                </a:lnTo>
                <a:lnTo>
                  <a:pt x="0" y="4790440"/>
                </a:lnTo>
                <a:moveTo>
                  <a:pt x="14877" y="4894580"/>
                </a:moveTo>
                <a:lnTo>
                  <a:pt x="14877" y="4983843"/>
                </a:lnTo>
                <a:lnTo>
                  <a:pt x="0" y="4983843"/>
                </a:lnTo>
                <a:lnTo>
                  <a:pt x="0" y="4894580"/>
                </a:lnTo>
                <a:moveTo>
                  <a:pt x="14877" y="4998720"/>
                </a:moveTo>
                <a:lnTo>
                  <a:pt x="14877" y="5087983"/>
                </a:lnTo>
                <a:lnTo>
                  <a:pt x="0" y="5087983"/>
                </a:lnTo>
                <a:lnTo>
                  <a:pt x="0" y="4998720"/>
                </a:lnTo>
                <a:moveTo>
                  <a:pt x="14877" y="5102860"/>
                </a:moveTo>
                <a:lnTo>
                  <a:pt x="14877" y="5192123"/>
                </a:lnTo>
                <a:lnTo>
                  <a:pt x="0" y="5192123"/>
                </a:lnTo>
                <a:lnTo>
                  <a:pt x="0" y="5102860"/>
                </a:lnTo>
                <a:moveTo>
                  <a:pt x="14877" y="5207000"/>
                </a:moveTo>
                <a:lnTo>
                  <a:pt x="14877" y="5296263"/>
                </a:lnTo>
                <a:lnTo>
                  <a:pt x="0" y="5296263"/>
                </a:lnTo>
                <a:lnTo>
                  <a:pt x="0" y="5207000"/>
                </a:lnTo>
                <a:moveTo>
                  <a:pt x="14877" y="5311140"/>
                </a:moveTo>
                <a:lnTo>
                  <a:pt x="14877" y="5400403"/>
                </a:lnTo>
                <a:lnTo>
                  <a:pt x="0" y="5400403"/>
                </a:lnTo>
                <a:lnTo>
                  <a:pt x="0" y="5311140"/>
                </a:lnTo>
                <a:moveTo>
                  <a:pt x="14877" y="5415280"/>
                </a:moveTo>
                <a:lnTo>
                  <a:pt x="14877" y="5504543"/>
                </a:lnTo>
                <a:lnTo>
                  <a:pt x="0" y="5504543"/>
                </a:lnTo>
                <a:lnTo>
                  <a:pt x="0" y="5415280"/>
                </a:lnTo>
                <a:moveTo>
                  <a:pt x="14877" y="5519420"/>
                </a:moveTo>
                <a:lnTo>
                  <a:pt x="14877" y="5608683"/>
                </a:lnTo>
                <a:lnTo>
                  <a:pt x="0" y="5608683"/>
                </a:lnTo>
                <a:lnTo>
                  <a:pt x="0" y="5519420"/>
                </a:lnTo>
                <a:moveTo>
                  <a:pt x="14877" y="5623560"/>
                </a:moveTo>
                <a:lnTo>
                  <a:pt x="14877" y="5712823"/>
                </a:lnTo>
                <a:lnTo>
                  <a:pt x="0" y="5712823"/>
                </a:lnTo>
                <a:lnTo>
                  <a:pt x="0" y="5623560"/>
                </a:lnTo>
                <a:moveTo>
                  <a:pt x="14877" y="5727700"/>
                </a:moveTo>
                <a:lnTo>
                  <a:pt x="14877" y="5816963"/>
                </a:lnTo>
                <a:lnTo>
                  <a:pt x="0" y="5816963"/>
                </a:lnTo>
                <a:lnTo>
                  <a:pt x="0" y="5727700"/>
                </a:lnTo>
                <a:moveTo>
                  <a:pt x="14877" y="5831840"/>
                </a:moveTo>
                <a:lnTo>
                  <a:pt x="14877" y="5921103"/>
                </a:lnTo>
                <a:lnTo>
                  <a:pt x="0" y="5921103"/>
                </a:lnTo>
                <a:lnTo>
                  <a:pt x="0" y="5831840"/>
                </a:lnTo>
                <a:moveTo>
                  <a:pt x="14877" y="5935980"/>
                </a:moveTo>
                <a:lnTo>
                  <a:pt x="14877" y="6025243"/>
                </a:lnTo>
                <a:lnTo>
                  <a:pt x="0" y="6025243"/>
                </a:lnTo>
                <a:lnTo>
                  <a:pt x="0" y="5935980"/>
                </a:lnTo>
                <a:moveTo>
                  <a:pt x="14877" y="6040120"/>
                </a:moveTo>
                <a:lnTo>
                  <a:pt x="14877" y="6129383"/>
                </a:lnTo>
                <a:lnTo>
                  <a:pt x="0" y="6129383"/>
                </a:lnTo>
                <a:lnTo>
                  <a:pt x="0" y="6040120"/>
                </a:lnTo>
                <a:moveTo>
                  <a:pt x="14877" y="6144260"/>
                </a:moveTo>
                <a:lnTo>
                  <a:pt x="14877" y="6233523"/>
                </a:lnTo>
                <a:lnTo>
                  <a:pt x="0" y="6233523"/>
                </a:lnTo>
                <a:lnTo>
                  <a:pt x="0" y="6144260"/>
                </a:lnTo>
                <a:moveTo>
                  <a:pt x="14877" y="6248400"/>
                </a:moveTo>
                <a:lnTo>
                  <a:pt x="14877" y="6337663"/>
                </a:lnTo>
                <a:lnTo>
                  <a:pt x="0" y="6337663"/>
                </a:lnTo>
                <a:lnTo>
                  <a:pt x="0" y="6248400"/>
                </a:lnTo>
                <a:moveTo>
                  <a:pt x="14877" y="6352540"/>
                </a:moveTo>
                <a:lnTo>
                  <a:pt x="14877" y="6441803"/>
                </a:lnTo>
                <a:lnTo>
                  <a:pt x="0" y="6441803"/>
                </a:lnTo>
                <a:lnTo>
                  <a:pt x="0" y="6352540"/>
                </a:lnTo>
                <a:moveTo>
                  <a:pt x="14877" y="6456680"/>
                </a:moveTo>
                <a:lnTo>
                  <a:pt x="14877" y="6530374"/>
                </a:lnTo>
                <a:lnTo>
                  <a:pt x="0" y="6530374"/>
                </a:lnTo>
                <a:lnTo>
                  <a:pt x="0" y="645668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96E732-2795-4F44-8D1D-09E92587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19" y="106789"/>
            <a:ext cx="190536" cy="14657"/>
          </a:xfrm>
          <a:custGeom xmlns:a="http://schemas.openxmlformats.org/drawingml/2006/main">
            <a:pathLst>
              <a:path w="190536" h="14657">
                <a:moveTo>
                  <a:pt x="0" y="0"/>
                </a:moveTo>
                <a:lnTo>
                  <a:pt x="87940" y="0"/>
                </a:lnTo>
                <a:lnTo>
                  <a:pt x="87940" y="14657"/>
                </a:lnTo>
                <a:lnTo>
                  <a:pt x="0" y="14657"/>
                </a:lnTo>
                <a:moveTo>
                  <a:pt x="102596" y="0"/>
                </a:moveTo>
                <a:lnTo>
                  <a:pt x="190536" y="0"/>
                </a:lnTo>
                <a:lnTo>
                  <a:pt x="190536" y="14657"/>
                </a:lnTo>
                <a:lnTo>
                  <a:pt x="102596" y="146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4D8ABA-39AD-4FD2-B882-1C928059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968" y="92132"/>
            <a:ext cx="29313" cy="43970"/>
          </a:xfrm>
          <a:custGeom xmlns:a="http://schemas.openxmlformats.org/drawingml/2006/main">
            <a:pathLst>
              <a:path w="29313" h="43970" fill="none">
                <a:moveTo>
                  <a:pt x="0" y="0"/>
                </a:moveTo>
                <a:lnTo>
                  <a:pt x="29313" y="21985"/>
                </a:lnTo>
                <a:lnTo>
                  <a:pt x="0" y="43970"/>
                </a:lnTo>
              </a:path>
            </a:pathLst>
          </a:custGeom>
          <a:noFill xmlns:a="http://schemas.openxmlformats.org/drawingml/2006/main"/>
          <a:ln xmlns:a="http://schemas.openxmlformats.org/drawingml/2006/main" w="14657" cap="rnd">
            <a:solidFill>
              <a:srgbClr val="000000"/>
            </a:solidFill>
            <a:round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FED968-2E0F-4D71-8CDD-378D8988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19" y="106788"/>
            <a:ext cx="203913" cy="14877"/>
          </a:xfrm>
          <a:custGeom xmlns:a="http://schemas.openxmlformats.org/drawingml/2006/main">
            <a:pathLst>
              <a:path w="203913" h="14877">
                <a:moveTo>
                  <a:pt x="0" y="14877"/>
                </a:moveTo>
                <a:lnTo>
                  <a:pt x="203913" y="14877"/>
                </a:lnTo>
                <a:lnTo>
                  <a:pt x="203913" y="0"/>
                </a:lnTo>
                <a:lnTo>
                  <a:pt x="0" y="0"/>
                </a:lnTo>
                <a:lnTo>
                  <a:pt x="0" y="1487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8E5ED7-6F65-4A8C-BEE8-9ECEA70F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81" y="114227"/>
            <a:ext cx="14877" cy="6530375"/>
          </a:xfrm>
          <a:custGeom xmlns:a="http://schemas.openxmlformats.org/drawingml/2006/main">
            <a:pathLst>
              <a:path w="14877" h="6530375">
                <a:moveTo>
                  <a:pt x="0" y="6530375"/>
                </a:moveTo>
                <a:lnTo>
                  <a:pt x="14877" y="6530375"/>
                </a:lnTo>
                <a:lnTo>
                  <a:pt x="14877" y="0"/>
                </a:lnTo>
                <a:lnTo>
                  <a:pt x="0" y="0"/>
                </a:lnTo>
                <a:lnTo>
                  <a:pt x="0" y="653037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B36C9D-FFB5-40EF-848C-39606E1C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510" y="1300035"/>
            <a:ext cx="14877" cy="178897"/>
          </a:xfrm>
          <a:custGeom xmlns:a="http://schemas.openxmlformats.org/drawingml/2006/main">
            <a:pathLst>
              <a:path w="14877" h="178897">
                <a:moveTo>
                  <a:pt x="0" y="178897"/>
                </a:moveTo>
                <a:lnTo>
                  <a:pt x="14877" y="178897"/>
                </a:lnTo>
                <a:lnTo>
                  <a:pt x="14877" y="0"/>
                </a:lnTo>
                <a:lnTo>
                  <a:pt x="0" y="0"/>
                </a:lnTo>
                <a:lnTo>
                  <a:pt x="0" y="17889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15AAE0-F832-4B83-982B-129B34AB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949" y="2660977"/>
            <a:ext cx="14877" cy="160875"/>
          </a:xfrm>
          <a:custGeom xmlns:a="http://schemas.openxmlformats.org/drawingml/2006/main">
            <a:pathLst>
              <a:path w="14877" h="160875">
                <a:moveTo>
                  <a:pt x="0" y="160875"/>
                </a:moveTo>
                <a:lnTo>
                  <a:pt x="14877" y="160875"/>
                </a:lnTo>
                <a:lnTo>
                  <a:pt x="14877" y="0"/>
                </a:lnTo>
                <a:lnTo>
                  <a:pt x="0" y="0"/>
                </a:lnTo>
                <a:lnTo>
                  <a:pt x="0" y="16087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ECE1AF-35D5-46C4-A85B-3C2292B5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388" y="3100797"/>
            <a:ext cx="14877" cy="198162"/>
          </a:xfrm>
          <a:custGeom xmlns:a="http://schemas.openxmlformats.org/drawingml/2006/main">
            <a:pathLst>
              <a:path w="14877" h="198162">
                <a:moveTo>
                  <a:pt x="0" y="198162"/>
                </a:moveTo>
                <a:lnTo>
                  <a:pt x="14877" y="198162"/>
                </a:lnTo>
                <a:lnTo>
                  <a:pt x="14877" y="0"/>
                </a:lnTo>
                <a:lnTo>
                  <a:pt x="0" y="0"/>
                </a:lnTo>
                <a:lnTo>
                  <a:pt x="0" y="19816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9DF348-2EAE-4B58-9CD0-8D0E91E3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949" y="3541595"/>
            <a:ext cx="14877" cy="182078"/>
          </a:xfrm>
          <a:custGeom xmlns:a="http://schemas.openxmlformats.org/drawingml/2006/main">
            <a:pathLst>
              <a:path w="14877" h="182078">
                <a:moveTo>
                  <a:pt x="0" y="182078"/>
                </a:moveTo>
                <a:lnTo>
                  <a:pt x="14877" y="182078"/>
                </a:lnTo>
                <a:lnTo>
                  <a:pt x="14877" y="0"/>
                </a:lnTo>
                <a:lnTo>
                  <a:pt x="0" y="0"/>
                </a:lnTo>
                <a:lnTo>
                  <a:pt x="0" y="182078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5CC010-BE5A-49EB-A19D-FDDE5DDF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949" y="4940900"/>
            <a:ext cx="14877" cy="201220"/>
          </a:xfrm>
          <a:custGeom xmlns:a="http://schemas.openxmlformats.org/drawingml/2006/main">
            <a:pathLst>
              <a:path w="14877" h="201220">
                <a:moveTo>
                  <a:pt x="0" y="201220"/>
                </a:moveTo>
                <a:lnTo>
                  <a:pt x="14877" y="201220"/>
                </a:lnTo>
                <a:lnTo>
                  <a:pt x="14877" y="0"/>
                </a:lnTo>
                <a:lnTo>
                  <a:pt x="0" y="0"/>
                </a:lnTo>
                <a:lnTo>
                  <a:pt x="0" y="20122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6D09E7-A452-4ABD-B670-D31E2CEF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510" y="6310185"/>
            <a:ext cx="14877" cy="334417"/>
          </a:xfrm>
          <a:custGeom xmlns:a="http://schemas.openxmlformats.org/drawingml/2006/main">
            <a:pathLst>
              <a:path w="14877" h="334417">
                <a:moveTo>
                  <a:pt x="0" y="334417"/>
                </a:moveTo>
                <a:lnTo>
                  <a:pt x="14877" y="334417"/>
                </a:lnTo>
                <a:lnTo>
                  <a:pt x="14877" y="0"/>
                </a:lnTo>
                <a:lnTo>
                  <a:pt x="0" y="0"/>
                </a:lnTo>
                <a:lnTo>
                  <a:pt x="0" y="33441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FCFB60-AD64-4DF4-9414-374CBED8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2" y="6637163"/>
            <a:ext cx="2261545" cy="14877"/>
          </a:xfrm>
          <a:custGeom xmlns:a="http://schemas.openxmlformats.org/drawingml/2006/main">
            <a:pathLst>
              <a:path w="2261545" h="14877">
                <a:moveTo>
                  <a:pt x="0" y="14877"/>
                </a:moveTo>
                <a:lnTo>
                  <a:pt x="2261545" y="14877"/>
                </a:lnTo>
                <a:lnTo>
                  <a:pt x="2261545" y="0"/>
                </a:lnTo>
                <a:lnTo>
                  <a:pt x="0" y="0"/>
                </a:lnTo>
                <a:lnTo>
                  <a:pt x="0" y="1487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2701069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2026-09-05T18:29:12.4910000Z</dcterms:created>
  <dcterms:modified xsi:type="dcterms:W3CDTF">2026-09-05T18:29:12.4910000Z</dcterms:modified>
</coreProperties>
</file>