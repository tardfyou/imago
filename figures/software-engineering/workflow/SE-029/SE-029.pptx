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1cbe6d4854a34" /><Relationship Type="http://schemas.openxmlformats.org/officeDocument/2006/relationships/extended-properties" Target="/docProps/app.xml" Id="Rbe58b5dbf3454f85" /><Relationship Type="http://schemas.openxmlformats.org/officeDocument/2006/relationships/officeDocument" Target="/ppt/presentation.xml" Id="R7a92741d9012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a7fd5caac4acd"/>
  </p:sldMasterIdLst>
  <p:notesMasterIdLst>
    <p:notesMasterId xmlns:r="http://schemas.openxmlformats.org/officeDocument/2006/relationships" r:id="R3e115ddcdf32449e"/>
  </p:notesMasterIdLst>
  <p:sldIdLst>
    <p:sldId xmlns:r="http://schemas.openxmlformats.org/officeDocument/2006/relationships" id="256" r:id="R68b2aa912bf14381"/>
  </p:sldIdLst>
  <p:sldSz cx="6915150" cy="2057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2ca1e46d44ccb" /><Relationship Type="http://schemas.openxmlformats.org/officeDocument/2006/relationships/slideMaster" Target="/ppt/slideMasters/slideMaster1.xml" Id="Rec9a7fd5caac4acd" /><Relationship Type="http://schemas.openxmlformats.org/officeDocument/2006/relationships/notesMaster" Target="/ppt/notesMasters/notesMaster1.xml" Id="R3e115ddcdf32449e" /><Relationship Type="http://schemas.openxmlformats.org/officeDocument/2006/relationships/presProps" Target="/ppt/presProps.xml" Id="R3328446de84545b5" /><Relationship Type="http://schemas.openxmlformats.org/officeDocument/2006/relationships/tableStyles" Target="/ppt/tableStyles.xml" Id="R7c2a5d331edd4bca" /><Relationship Type="http://schemas.openxmlformats.org/officeDocument/2006/relationships/slide" Target="/ppt/slides/slide1.xml" Id="R68b2aa912bf1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7feb418e63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377c387e3460f" /><Relationship Type="http://schemas.openxmlformats.org/officeDocument/2006/relationships/notesMaster" Target="/ppt/notesMasters/notesMaster1.xml" Id="R3cc3fce0e66c4f5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素材ID：SE-029</ns1:t>
            </ns1:r>
          </ns1:p>
          <ns1:p>
            <ns1:r>
              <ns1:t>论文：Exploring ChatGPT App Ecosystem: Distribution, Deployment and Security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4，PDF第7页</ns1:t>
            </ns1:r>
          </ns1:p>
          <ns1:p>
            <ns1:r>
              <ns1:t>类型：研究流程</ns1:t>
            </ns1:r>
          </ns1:p>
          <ns1:p>
            <ns1:r>
              <ns1:t>借鉴点：从元数据构造API、加入凭据、发送请求、分辨响应，适合研究方法中清楚表达外部验证步骤。</ns1:t>
            </ns1:r>
          </ns1:p>
          <ns1:p>
            <ns1:r>
              <ns1:t>论文URL：https://cosunshine.github.io/files/chatgpt-app.pdf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ce1ccfc744c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c12c435a9147b6" /><Relationship Type="http://schemas.openxmlformats.org/officeDocument/2006/relationships/slideLayout" Target="/ppt/slideLayouts/slideLayout1.xml" Id="Rbd468f7ba07449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468f7ba07449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1aa878ed12418f" /><Relationship Type="http://schemas.openxmlformats.org/officeDocument/2006/relationships/image" Target="/ppt/media/image.png" Id="Rf188cf9b5c274fe4" /><Relationship Type="http://schemas.openxmlformats.org/officeDocument/2006/relationships/image" Target="/ppt/media/image2.png" Id="Ref57b35ac75c487c" /><Relationship Type="http://schemas.openxmlformats.org/officeDocument/2006/relationships/image" Target="/ppt/media/image3.png" Id="R4a71d26e9d764c29" /><Relationship Type="http://schemas.openxmlformats.org/officeDocument/2006/relationships/image" Target="/ppt/media/image4.png" Id="R1ce9d18f7cd2418f" /><Relationship Type="http://schemas.openxmlformats.org/officeDocument/2006/relationships/image" Target="/ppt/media/image5.png" Id="R0479a6e4b5fe4fad" /><Relationship Type="http://schemas.openxmlformats.org/officeDocument/2006/relationships/image" Target="/ppt/media/image6.png" Id="R98b49861fd2349c6" /><Relationship Type="http://schemas.openxmlformats.org/officeDocument/2006/relationships/image" Target="/ppt/media/image7.png" Id="Rd29e82e8a96f4ac0" /><Relationship Type="http://schemas.openxmlformats.org/officeDocument/2006/relationships/image" Target="/ppt/media/image8.png" Id="Rfa57ee6432fc4d9d" /><Relationship Type="http://schemas.openxmlformats.org/officeDocument/2006/relationships/image" Target="/ppt/media/image9.png" Id="R92f8992783f54bc4" /><Relationship Type="http://schemas.openxmlformats.org/officeDocument/2006/relationships/image" Target="/ppt/media/image10.png" Id="Rc12d773a7cdd4bcb" /><Relationship Type="http://schemas.openxmlformats.org/officeDocument/2006/relationships/image" Target="/ppt/media/image11.png" Id="Rc1927c3c0ef646e4" /><Relationship Type="http://schemas.openxmlformats.org/officeDocument/2006/relationships/image" Target="/ppt/media/image12.png" Id="Rb2c8b76115e744dd" /><Relationship Type="http://schemas.openxmlformats.org/officeDocument/2006/relationships/notesSlide" Target="/ppt/notesSlides/notesSlide1.xml" Id="R3b2397115f584b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01CB4-0F71-481B-9BAB-D10E22E9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" y="19603"/>
            <a:ext cx="6846341" cy="1976447"/>
          </a:xfrm>
          <a:custGeom xmlns:a="http://schemas.openxmlformats.org/drawingml/2006/main">
            <a:pathLst>
              <a:path w="6846341" h="1976447">
                <a:moveTo>
                  <a:pt x="0" y="1976447"/>
                </a:moveTo>
                <a:lnTo>
                  <a:pt x="6846341" y="1976447"/>
                </a:lnTo>
                <a:lnTo>
                  <a:pt x="6846341" y="0"/>
                </a:lnTo>
                <a:lnTo>
                  <a:pt x="0" y="0"/>
                </a:lnTo>
                <a:lnTo>
                  <a:pt x="0" y="19764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02C1B-119F-4264-98F1-6DAFB65D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" y="19603"/>
            <a:ext cx="6846341" cy="1976447"/>
          </a:xfrm>
          <a:custGeom xmlns:a="http://schemas.openxmlformats.org/drawingml/2006/main">
            <a:pathLst>
              <a:path w="6846341" h="1976447">
                <a:moveTo>
                  <a:pt x="0" y="1976447"/>
                </a:moveTo>
                <a:lnTo>
                  <a:pt x="6846341" y="1976447"/>
                </a:lnTo>
                <a:lnTo>
                  <a:pt x="6846341" y="0"/>
                </a:lnTo>
                <a:lnTo>
                  <a:pt x="0" y="0"/>
                </a:lnTo>
                <a:lnTo>
                  <a:pt x="0" y="19764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8cf9b5c274fe4"/>
          <a:stretch xmlns:a="http://schemas.openxmlformats.org/drawingml/2006/main"/>
        </p:blipFill>
        <p:spPr>
          <a:xfrm xmlns:a="http://schemas.openxmlformats.org/drawingml/2006/main">
            <a:off x="607147" y="675770"/>
            <a:ext cx="403222" cy="403222"/>
          </a:xfrm>
          <a:prstGeom xmlns:a="http://schemas.openxmlformats.org/drawingml/2006/main" prst="rect">
            <a:avLst/>
          </a:prstGeom>
        </p:spPr>
      </p:pic>
      <p:sp>
        <p:nvSpPr>
          <p:cNvPr id="4" name="Text 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43A0BD70-A57F-4E79-85ED-03841C81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7" y="1180021"/>
            <a:ext cx="1160716" cy="140940"/>
          </a:xfrm>
          <a:custGeom xmlns:a="http://schemas.openxmlformats.org/drawingml/2006/main">
            <a:pathLst>
              <a:path w="1160716" h="140940">
                <a:moveTo>
                  <a:pt x="38628" y="59522"/>
                </a:moveTo>
                <a:lnTo>
                  <a:pt x="38628" y="88512"/>
                </a:lnTo>
                <a:cubicBezTo>
                  <a:pt x="38628" y="94195"/>
                  <a:pt x="38974" y="97773"/>
                  <a:pt x="39668" y="99246"/>
                </a:cubicBezTo>
                <a:cubicBezTo>
                  <a:pt x="40362" y="100717"/>
                  <a:pt x="41596" y="101892"/>
                  <a:pt x="43369" y="102771"/>
                </a:cubicBezTo>
                <a:cubicBezTo>
                  <a:pt x="45143" y="103648"/>
                  <a:pt x="48394" y="104086"/>
                  <a:pt x="53123" y="104086"/>
                </a:cubicBezTo>
                <a:lnTo>
                  <a:pt x="53123" y="106862"/>
                </a:lnTo>
                <a:lnTo>
                  <a:pt x="0" y="106862"/>
                </a:lnTo>
                <a:lnTo>
                  <a:pt x="0" y="104086"/>
                </a:lnTo>
                <a:cubicBezTo>
                  <a:pt x="4832" y="104086"/>
                  <a:pt x="8108" y="103634"/>
                  <a:pt x="9830" y="102730"/>
                </a:cubicBezTo>
                <a:cubicBezTo>
                  <a:pt x="11552" y="101825"/>
                  <a:pt x="12760" y="100650"/>
                  <a:pt x="13454" y="99205"/>
                </a:cubicBezTo>
                <a:cubicBezTo>
                  <a:pt x="14148" y="97759"/>
                  <a:pt x="14495" y="94195"/>
                  <a:pt x="14495" y="88512"/>
                </a:cubicBezTo>
                <a:lnTo>
                  <a:pt x="14495" y="20663"/>
                </a:lnTo>
                <a:cubicBezTo>
                  <a:pt x="14495" y="14980"/>
                  <a:pt x="14148" y="11403"/>
                  <a:pt x="13454" y="9932"/>
                </a:cubicBezTo>
                <a:cubicBezTo>
                  <a:pt x="12760" y="8459"/>
                  <a:pt x="11539" y="7284"/>
                  <a:pt x="9792" y="6407"/>
                </a:cubicBezTo>
                <a:cubicBezTo>
                  <a:pt x="8044" y="5528"/>
                  <a:pt x="4780" y="5089"/>
                  <a:pt x="0" y="5089"/>
                </a:cubicBezTo>
                <a:lnTo>
                  <a:pt x="0" y="2313"/>
                </a:lnTo>
                <a:lnTo>
                  <a:pt x="45567" y="2313"/>
                </a:lnTo>
                <a:cubicBezTo>
                  <a:pt x="60576" y="2313"/>
                  <a:pt x="71344" y="4986"/>
                  <a:pt x="77872" y="10332"/>
                </a:cubicBezTo>
                <a:cubicBezTo>
                  <a:pt x="84400" y="15677"/>
                  <a:pt x="87664" y="22359"/>
                  <a:pt x="87664" y="30378"/>
                </a:cubicBezTo>
                <a:cubicBezTo>
                  <a:pt x="87664" y="37163"/>
                  <a:pt x="85556" y="42971"/>
                  <a:pt x="81341" y="47803"/>
                </a:cubicBezTo>
                <a:cubicBezTo>
                  <a:pt x="77127" y="52634"/>
                  <a:pt x="71318" y="55924"/>
                  <a:pt x="63917" y="57671"/>
                </a:cubicBezTo>
                <a:cubicBezTo>
                  <a:pt x="58931" y="58905"/>
                  <a:pt x="50501" y="59522"/>
                  <a:pt x="38628" y="59522"/>
                </a:cubicBezTo>
                <a:moveTo>
                  <a:pt x="38628" y="8327"/>
                </a:moveTo>
                <a:lnTo>
                  <a:pt x="38628" y="53508"/>
                </a:lnTo>
                <a:cubicBezTo>
                  <a:pt x="40324" y="53611"/>
                  <a:pt x="41609" y="53662"/>
                  <a:pt x="42483" y="53662"/>
                </a:cubicBezTo>
                <a:cubicBezTo>
                  <a:pt x="48753" y="53662"/>
                  <a:pt x="53585" y="51799"/>
                  <a:pt x="56978" y="48072"/>
                </a:cubicBezTo>
                <a:cubicBezTo>
                  <a:pt x="60370" y="44346"/>
                  <a:pt x="62066" y="38576"/>
                  <a:pt x="62066" y="30763"/>
                </a:cubicBezTo>
                <a:cubicBezTo>
                  <a:pt x="62066" y="23002"/>
                  <a:pt x="60370" y="17322"/>
                  <a:pt x="56978" y="13724"/>
                </a:cubicBezTo>
                <a:cubicBezTo>
                  <a:pt x="53585" y="10126"/>
                  <a:pt x="48522" y="8327"/>
                  <a:pt x="41789" y="8327"/>
                </a:cubicBezTo>
                <a:lnTo>
                  <a:pt x="38628" y="8327"/>
                </a:lnTo>
                <a:close/>
                <a:moveTo>
                  <a:pt x="126245" y="2313"/>
                </a:moveTo>
                <a:lnTo>
                  <a:pt x="126245" y="91904"/>
                </a:lnTo>
                <a:cubicBezTo>
                  <a:pt x="126245" y="96993"/>
                  <a:pt x="126836" y="100244"/>
                  <a:pt x="128018" y="101658"/>
                </a:cubicBezTo>
                <a:cubicBezTo>
                  <a:pt x="129200" y="103071"/>
                  <a:pt x="131514" y="103881"/>
                  <a:pt x="134957" y="104086"/>
                </a:cubicBezTo>
                <a:lnTo>
                  <a:pt x="134957" y="106862"/>
                </a:lnTo>
                <a:lnTo>
                  <a:pt x="96021" y="106862"/>
                </a:lnTo>
                <a:lnTo>
                  <a:pt x="96021" y="104086"/>
                </a:lnTo>
                <a:cubicBezTo>
                  <a:pt x="99208" y="103983"/>
                  <a:pt x="101573" y="103058"/>
                  <a:pt x="103115" y="101311"/>
                </a:cubicBezTo>
                <a:cubicBezTo>
                  <a:pt x="104143" y="100128"/>
                  <a:pt x="104657" y="96993"/>
                  <a:pt x="104657" y="91904"/>
                </a:cubicBezTo>
                <a:lnTo>
                  <a:pt x="104657" y="17271"/>
                </a:lnTo>
                <a:cubicBezTo>
                  <a:pt x="104657" y="12201"/>
                  <a:pt x="104066" y="8956"/>
                  <a:pt x="102883" y="7534"/>
                </a:cubicBezTo>
                <a:cubicBezTo>
                  <a:pt x="101701" y="6111"/>
                  <a:pt x="99414" y="5296"/>
                  <a:pt x="96021" y="5089"/>
                </a:cubicBezTo>
                <a:lnTo>
                  <a:pt x="96021" y="2313"/>
                </a:lnTo>
                <a:lnTo>
                  <a:pt x="126245" y="2313"/>
                </a:lnTo>
                <a:close/>
                <a:moveTo>
                  <a:pt x="211782" y="34695"/>
                </a:moveTo>
                <a:lnTo>
                  <a:pt x="211782" y="91133"/>
                </a:lnTo>
                <a:cubicBezTo>
                  <a:pt x="211782" y="96667"/>
                  <a:pt x="212296" y="100119"/>
                  <a:pt x="213324" y="101489"/>
                </a:cubicBezTo>
                <a:cubicBezTo>
                  <a:pt x="214352" y="102859"/>
                  <a:pt x="216434" y="103725"/>
                  <a:pt x="219569" y="104086"/>
                </a:cubicBezTo>
                <a:lnTo>
                  <a:pt x="219569" y="106862"/>
                </a:lnTo>
                <a:lnTo>
                  <a:pt x="190194" y="106862"/>
                </a:lnTo>
                <a:lnTo>
                  <a:pt x="190194" y="97224"/>
                </a:lnTo>
                <a:cubicBezTo>
                  <a:pt x="186750" y="101336"/>
                  <a:pt x="183306" y="104330"/>
                  <a:pt x="179862" y="106206"/>
                </a:cubicBezTo>
                <a:cubicBezTo>
                  <a:pt x="176418" y="108083"/>
                  <a:pt x="172563" y="109021"/>
                  <a:pt x="168297" y="109021"/>
                </a:cubicBezTo>
                <a:cubicBezTo>
                  <a:pt x="164236" y="109021"/>
                  <a:pt x="160626" y="107774"/>
                  <a:pt x="157464" y="105281"/>
                </a:cubicBezTo>
                <a:cubicBezTo>
                  <a:pt x="154303" y="102788"/>
                  <a:pt x="152183" y="99871"/>
                  <a:pt x="151104" y="96530"/>
                </a:cubicBezTo>
                <a:cubicBezTo>
                  <a:pt x="150024" y="93189"/>
                  <a:pt x="149484" y="87355"/>
                  <a:pt x="149484" y="79028"/>
                </a:cubicBezTo>
                <a:lnTo>
                  <a:pt x="149484" y="50424"/>
                </a:lnTo>
                <a:cubicBezTo>
                  <a:pt x="149484" y="44910"/>
                  <a:pt x="148983" y="41476"/>
                  <a:pt x="147981" y="40124"/>
                </a:cubicBezTo>
                <a:cubicBezTo>
                  <a:pt x="146979" y="38771"/>
                  <a:pt x="144884" y="37887"/>
                  <a:pt x="141697" y="37471"/>
                </a:cubicBezTo>
                <a:lnTo>
                  <a:pt x="141697" y="34695"/>
                </a:lnTo>
                <a:lnTo>
                  <a:pt x="171073" y="34695"/>
                </a:lnTo>
                <a:lnTo>
                  <a:pt x="171073" y="84023"/>
                </a:lnTo>
                <a:cubicBezTo>
                  <a:pt x="171073" y="89170"/>
                  <a:pt x="171317" y="92489"/>
                  <a:pt x="171805" y="93981"/>
                </a:cubicBezTo>
                <a:cubicBezTo>
                  <a:pt x="172293" y="95473"/>
                  <a:pt x="173064" y="96606"/>
                  <a:pt x="174118" y="97378"/>
                </a:cubicBezTo>
                <a:cubicBezTo>
                  <a:pt x="175172" y="98149"/>
                  <a:pt x="176393" y="98535"/>
                  <a:pt x="177780" y="98535"/>
                </a:cubicBezTo>
                <a:cubicBezTo>
                  <a:pt x="179631" y="98535"/>
                  <a:pt x="181301" y="98047"/>
                  <a:pt x="182792" y="97070"/>
                </a:cubicBezTo>
                <a:cubicBezTo>
                  <a:pt x="184848" y="95734"/>
                  <a:pt x="187315" y="93035"/>
                  <a:pt x="190194" y="88974"/>
                </a:cubicBezTo>
                <a:lnTo>
                  <a:pt x="190194" y="50424"/>
                </a:lnTo>
                <a:cubicBezTo>
                  <a:pt x="190194" y="44910"/>
                  <a:pt x="189693" y="41476"/>
                  <a:pt x="188690" y="40124"/>
                </a:cubicBezTo>
                <a:cubicBezTo>
                  <a:pt x="187688" y="38771"/>
                  <a:pt x="185593" y="37887"/>
                  <a:pt x="182407" y="37471"/>
                </a:cubicBezTo>
                <a:lnTo>
                  <a:pt x="182407" y="34695"/>
                </a:lnTo>
                <a:lnTo>
                  <a:pt x="211782" y="34695"/>
                </a:lnTo>
                <a:close/>
                <a:moveTo>
                  <a:pt x="276451" y="35621"/>
                </a:moveTo>
                <a:lnTo>
                  <a:pt x="300738" y="35621"/>
                </a:lnTo>
                <a:lnTo>
                  <a:pt x="300738" y="44102"/>
                </a:lnTo>
                <a:lnTo>
                  <a:pt x="286937" y="44102"/>
                </a:lnTo>
                <a:cubicBezTo>
                  <a:pt x="289455" y="46620"/>
                  <a:pt x="291203" y="48908"/>
                  <a:pt x="292180" y="50964"/>
                </a:cubicBezTo>
                <a:cubicBezTo>
                  <a:pt x="293413" y="53739"/>
                  <a:pt x="294030" y="56643"/>
                  <a:pt x="294030" y="59676"/>
                </a:cubicBezTo>
                <a:cubicBezTo>
                  <a:pt x="294030" y="64816"/>
                  <a:pt x="292604" y="69275"/>
                  <a:pt x="289751" y="73053"/>
                </a:cubicBezTo>
                <a:cubicBezTo>
                  <a:pt x="286898" y="76831"/>
                  <a:pt x="283017" y="79787"/>
                  <a:pt x="278109" y="81920"/>
                </a:cubicBezTo>
                <a:cubicBezTo>
                  <a:pt x="273200" y="84053"/>
                  <a:pt x="268844" y="85119"/>
                  <a:pt x="265040" y="85119"/>
                </a:cubicBezTo>
                <a:cubicBezTo>
                  <a:pt x="264732" y="85119"/>
                  <a:pt x="261648" y="84991"/>
                  <a:pt x="255788" y="84734"/>
                </a:cubicBezTo>
                <a:cubicBezTo>
                  <a:pt x="253475" y="84734"/>
                  <a:pt x="251535" y="85488"/>
                  <a:pt x="249967" y="86996"/>
                </a:cubicBezTo>
                <a:cubicBezTo>
                  <a:pt x="248399" y="88505"/>
                  <a:pt x="247615" y="90306"/>
                  <a:pt x="247615" y="92401"/>
                </a:cubicBezTo>
                <a:cubicBezTo>
                  <a:pt x="247615" y="94241"/>
                  <a:pt x="248322" y="95750"/>
                  <a:pt x="249736" y="96925"/>
                </a:cubicBezTo>
                <a:cubicBezTo>
                  <a:pt x="251149" y="98101"/>
                  <a:pt x="253449" y="98689"/>
                  <a:pt x="256636" y="98689"/>
                </a:cubicBezTo>
                <a:lnTo>
                  <a:pt x="269975" y="98535"/>
                </a:lnTo>
                <a:cubicBezTo>
                  <a:pt x="280769" y="98535"/>
                  <a:pt x="288196" y="99720"/>
                  <a:pt x="292257" y="102089"/>
                </a:cubicBezTo>
                <a:cubicBezTo>
                  <a:pt x="298065" y="105383"/>
                  <a:pt x="300969" y="110455"/>
                  <a:pt x="300969" y="117304"/>
                </a:cubicBezTo>
                <a:cubicBezTo>
                  <a:pt x="300969" y="121681"/>
                  <a:pt x="299633" y="125659"/>
                  <a:pt x="296960" y="129238"/>
                </a:cubicBezTo>
                <a:cubicBezTo>
                  <a:pt x="294287" y="132817"/>
                  <a:pt x="290766" y="135456"/>
                  <a:pt x="286397" y="137155"/>
                </a:cubicBezTo>
                <a:cubicBezTo>
                  <a:pt x="279766" y="139679"/>
                  <a:pt x="272133" y="140940"/>
                  <a:pt x="263498" y="140940"/>
                </a:cubicBezTo>
                <a:cubicBezTo>
                  <a:pt x="257022" y="140940"/>
                  <a:pt x="251111" y="140311"/>
                  <a:pt x="245765" y="139051"/>
                </a:cubicBezTo>
                <a:cubicBezTo>
                  <a:pt x="240419" y="137792"/>
                  <a:pt x="236590" y="136044"/>
                  <a:pt x="234277" y="133806"/>
                </a:cubicBezTo>
                <a:cubicBezTo>
                  <a:pt x="231964" y="131570"/>
                  <a:pt x="230807" y="129218"/>
                  <a:pt x="230807" y="126749"/>
                </a:cubicBezTo>
                <a:cubicBezTo>
                  <a:pt x="230807" y="124385"/>
                  <a:pt x="231694" y="122264"/>
                  <a:pt x="233467" y="120386"/>
                </a:cubicBezTo>
                <a:cubicBezTo>
                  <a:pt x="235241" y="118510"/>
                  <a:pt x="238543" y="116929"/>
                  <a:pt x="243375" y="115644"/>
                </a:cubicBezTo>
                <a:cubicBezTo>
                  <a:pt x="236693" y="112354"/>
                  <a:pt x="233352" y="107781"/>
                  <a:pt x="233352" y="101923"/>
                </a:cubicBezTo>
                <a:cubicBezTo>
                  <a:pt x="233352" y="98376"/>
                  <a:pt x="234714" y="94933"/>
                  <a:pt x="237438" y="91593"/>
                </a:cubicBezTo>
                <a:cubicBezTo>
                  <a:pt x="240162" y="88252"/>
                  <a:pt x="244480" y="85348"/>
                  <a:pt x="250391" y="82881"/>
                </a:cubicBezTo>
                <a:cubicBezTo>
                  <a:pt x="243503" y="80359"/>
                  <a:pt x="238517" y="77039"/>
                  <a:pt x="235433" y="72921"/>
                </a:cubicBezTo>
                <a:cubicBezTo>
                  <a:pt x="232349" y="68802"/>
                  <a:pt x="230807" y="64040"/>
                  <a:pt x="230807" y="58635"/>
                </a:cubicBezTo>
                <a:cubicBezTo>
                  <a:pt x="230807" y="51584"/>
                  <a:pt x="233686" y="45471"/>
                  <a:pt x="239443" y="40297"/>
                </a:cubicBezTo>
                <a:cubicBezTo>
                  <a:pt x="245200" y="35123"/>
                  <a:pt x="252601" y="32537"/>
                  <a:pt x="261648" y="32537"/>
                </a:cubicBezTo>
                <a:cubicBezTo>
                  <a:pt x="266428" y="32537"/>
                  <a:pt x="271362" y="33565"/>
                  <a:pt x="276451" y="35621"/>
                </a:cubicBezTo>
                <a:moveTo>
                  <a:pt x="263113" y="37471"/>
                </a:moveTo>
                <a:cubicBezTo>
                  <a:pt x="260131" y="37471"/>
                  <a:pt x="257613" y="38972"/>
                  <a:pt x="255557" y="41974"/>
                </a:cubicBezTo>
                <a:cubicBezTo>
                  <a:pt x="253501" y="44975"/>
                  <a:pt x="252473" y="51196"/>
                  <a:pt x="252473" y="60637"/>
                </a:cubicBezTo>
                <a:cubicBezTo>
                  <a:pt x="252473" y="68282"/>
                  <a:pt x="253488" y="73528"/>
                  <a:pt x="255518" y="76376"/>
                </a:cubicBezTo>
                <a:cubicBezTo>
                  <a:pt x="257549" y="79224"/>
                  <a:pt x="259951" y="80648"/>
                  <a:pt x="262727" y="80648"/>
                </a:cubicBezTo>
                <a:cubicBezTo>
                  <a:pt x="265811" y="80648"/>
                  <a:pt x="268381" y="79236"/>
                  <a:pt x="270437" y="76414"/>
                </a:cubicBezTo>
                <a:cubicBezTo>
                  <a:pt x="272493" y="73592"/>
                  <a:pt x="273521" y="68102"/>
                  <a:pt x="273521" y="59944"/>
                </a:cubicBezTo>
                <a:cubicBezTo>
                  <a:pt x="273521" y="50760"/>
                  <a:pt x="272365" y="44501"/>
                  <a:pt x="270052" y="41165"/>
                </a:cubicBezTo>
                <a:cubicBezTo>
                  <a:pt x="268407" y="38702"/>
                  <a:pt x="266094" y="37471"/>
                  <a:pt x="263113" y="37471"/>
                </a:cubicBezTo>
                <a:moveTo>
                  <a:pt x="258564" y="117502"/>
                </a:moveTo>
                <a:cubicBezTo>
                  <a:pt x="253321" y="117502"/>
                  <a:pt x="249851" y="117937"/>
                  <a:pt x="248155" y="118808"/>
                </a:cubicBezTo>
                <a:cubicBezTo>
                  <a:pt x="245225" y="120393"/>
                  <a:pt x="243760" y="122542"/>
                  <a:pt x="243760" y="125255"/>
                </a:cubicBezTo>
                <a:cubicBezTo>
                  <a:pt x="243760" y="127865"/>
                  <a:pt x="245277" y="130232"/>
                  <a:pt x="248309" y="132356"/>
                </a:cubicBezTo>
                <a:cubicBezTo>
                  <a:pt x="251342" y="134481"/>
                  <a:pt x="257047" y="135543"/>
                  <a:pt x="265426" y="135543"/>
                </a:cubicBezTo>
                <a:cubicBezTo>
                  <a:pt x="272570" y="135543"/>
                  <a:pt x="278186" y="134596"/>
                  <a:pt x="282272" y="132703"/>
                </a:cubicBezTo>
                <a:cubicBezTo>
                  <a:pt x="286359" y="130809"/>
                  <a:pt x="288402" y="128147"/>
                  <a:pt x="288402" y="124718"/>
                </a:cubicBezTo>
                <a:cubicBezTo>
                  <a:pt x="288402" y="123439"/>
                  <a:pt x="288016" y="122365"/>
                  <a:pt x="287245" y="121494"/>
                </a:cubicBezTo>
                <a:cubicBezTo>
                  <a:pt x="285857" y="119959"/>
                  <a:pt x="283763" y="118909"/>
                  <a:pt x="280961" y="118345"/>
                </a:cubicBezTo>
                <a:cubicBezTo>
                  <a:pt x="278160" y="117783"/>
                  <a:pt x="270694" y="117502"/>
                  <a:pt x="258564" y="117502"/>
                </a:cubicBezTo>
                <a:close/>
                <a:moveTo>
                  <a:pt x="326726" y="0"/>
                </a:moveTo>
                <a:cubicBezTo>
                  <a:pt x="330067" y="0"/>
                  <a:pt x="332894" y="1173"/>
                  <a:pt x="335207" y="3520"/>
                </a:cubicBezTo>
                <a:cubicBezTo>
                  <a:pt x="337520" y="5865"/>
                  <a:pt x="338677" y="8688"/>
                  <a:pt x="338677" y="11989"/>
                </a:cubicBezTo>
                <a:cubicBezTo>
                  <a:pt x="338677" y="15290"/>
                  <a:pt x="337508" y="18101"/>
                  <a:pt x="335169" y="20422"/>
                </a:cubicBezTo>
                <a:cubicBezTo>
                  <a:pt x="332830" y="22742"/>
                  <a:pt x="330016" y="23901"/>
                  <a:pt x="326726" y="23901"/>
                </a:cubicBezTo>
                <a:cubicBezTo>
                  <a:pt x="323437" y="23901"/>
                  <a:pt x="320635" y="22742"/>
                  <a:pt x="318322" y="20422"/>
                </a:cubicBezTo>
                <a:cubicBezTo>
                  <a:pt x="316009" y="18101"/>
                  <a:pt x="314853" y="15290"/>
                  <a:pt x="314853" y="11989"/>
                </a:cubicBezTo>
                <a:cubicBezTo>
                  <a:pt x="314853" y="8688"/>
                  <a:pt x="316009" y="5865"/>
                  <a:pt x="318322" y="3520"/>
                </a:cubicBezTo>
                <a:cubicBezTo>
                  <a:pt x="320635" y="1173"/>
                  <a:pt x="323437" y="0"/>
                  <a:pt x="326726" y="0"/>
                </a:cubicBezTo>
                <a:moveTo>
                  <a:pt x="337520" y="34695"/>
                </a:moveTo>
                <a:lnTo>
                  <a:pt x="337520" y="91904"/>
                </a:lnTo>
                <a:cubicBezTo>
                  <a:pt x="337520" y="96993"/>
                  <a:pt x="338112" y="100244"/>
                  <a:pt x="339294" y="101658"/>
                </a:cubicBezTo>
                <a:cubicBezTo>
                  <a:pt x="340476" y="103071"/>
                  <a:pt x="342789" y="103881"/>
                  <a:pt x="346233" y="104086"/>
                </a:cubicBezTo>
                <a:lnTo>
                  <a:pt x="346233" y="106862"/>
                </a:lnTo>
                <a:lnTo>
                  <a:pt x="307297" y="106862"/>
                </a:lnTo>
                <a:lnTo>
                  <a:pt x="307297" y="104086"/>
                </a:lnTo>
                <a:cubicBezTo>
                  <a:pt x="310484" y="103983"/>
                  <a:pt x="312848" y="103058"/>
                  <a:pt x="314390" y="101311"/>
                </a:cubicBezTo>
                <a:cubicBezTo>
                  <a:pt x="315418" y="100128"/>
                  <a:pt x="315932" y="96993"/>
                  <a:pt x="315932" y="91904"/>
                </a:cubicBezTo>
                <a:lnTo>
                  <a:pt x="315932" y="49807"/>
                </a:lnTo>
                <a:cubicBezTo>
                  <a:pt x="315932" y="44654"/>
                  <a:pt x="315341" y="41362"/>
                  <a:pt x="314159" y="39931"/>
                </a:cubicBezTo>
                <a:cubicBezTo>
                  <a:pt x="312977" y="38500"/>
                  <a:pt x="310689" y="37680"/>
                  <a:pt x="307297" y="37471"/>
                </a:cubicBezTo>
                <a:lnTo>
                  <a:pt x="307297" y="34695"/>
                </a:lnTo>
                <a:lnTo>
                  <a:pt x="337520" y="34695"/>
                </a:lnTo>
                <a:close/>
                <a:moveTo>
                  <a:pt x="382965" y="34695"/>
                </a:moveTo>
                <a:lnTo>
                  <a:pt x="382965" y="44102"/>
                </a:lnTo>
                <a:cubicBezTo>
                  <a:pt x="386666" y="40065"/>
                  <a:pt x="390212" y="37129"/>
                  <a:pt x="393605" y="35293"/>
                </a:cubicBezTo>
                <a:cubicBezTo>
                  <a:pt x="396997" y="33455"/>
                  <a:pt x="400647" y="32537"/>
                  <a:pt x="404553" y="32537"/>
                </a:cubicBezTo>
                <a:cubicBezTo>
                  <a:pt x="409231" y="32537"/>
                  <a:pt x="413111" y="33836"/>
                  <a:pt x="416195" y="36435"/>
                </a:cubicBezTo>
                <a:cubicBezTo>
                  <a:pt x="419279" y="39034"/>
                  <a:pt x="421335" y="42263"/>
                  <a:pt x="422363" y="46123"/>
                </a:cubicBezTo>
                <a:cubicBezTo>
                  <a:pt x="423186" y="49058"/>
                  <a:pt x="423597" y="54694"/>
                  <a:pt x="423597" y="63032"/>
                </a:cubicBezTo>
                <a:lnTo>
                  <a:pt x="423597" y="91133"/>
                </a:lnTo>
                <a:cubicBezTo>
                  <a:pt x="423597" y="96684"/>
                  <a:pt x="424098" y="100141"/>
                  <a:pt x="425100" y="101503"/>
                </a:cubicBezTo>
                <a:cubicBezTo>
                  <a:pt x="426103" y="102865"/>
                  <a:pt x="428197" y="103726"/>
                  <a:pt x="431384" y="104086"/>
                </a:cubicBezTo>
                <a:lnTo>
                  <a:pt x="431384" y="106862"/>
                </a:lnTo>
                <a:lnTo>
                  <a:pt x="394915" y="106862"/>
                </a:lnTo>
                <a:lnTo>
                  <a:pt x="394915" y="104086"/>
                </a:lnTo>
                <a:cubicBezTo>
                  <a:pt x="397640" y="103726"/>
                  <a:pt x="399593" y="102596"/>
                  <a:pt x="400775" y="100694"/>
                </a:cubicBezTo>
                <a:cubicBezTo>
                  <a:pt x="401598" y="99409"/>
                  <a:pt x="402009" y="96222"/>
                  <a:pt x="402009" y="91133"/>
                </a:cubicBezTo>
                <a:lnTo>
                  <a:pt x="402009" y="59059"/>
                </a:lnTo>
                <a:cubicBezTo>
                  <a:pt x="402009" y="53148"/>
                  <a:pt x="401777" y="49422"/>
                  <a:pt x="401315" y="47880"/>
                </a:cubicBezTo>
                <a:cubicBezTo>
                  <a:pt x="400852" y="46338"/>
                  <a:pt x="400068" y="45143"/>
                  <a:pt x="398963" y="44294"/>
                </a:cubicBezTo>
                <a:cubicBezTo>
                  <a:pt x="397858" y="43446"/>
                  <a:pt x="396637" y="43022"/>
                  <a:pt x="395301" y="43022"/>
                </a:cubicBezTo>
                <a:cubicBezTo>
                  <a:pt x="390881" y="43022"/>
                  <a:pt x="386769" y="46209"/>
                  <a:pt x="382965" y="52583"/>
                </a:cubicBezTo>
                <a:lnTo>
                  <a:pt x="382965" y="91133"/>
                </a:lnTo>
                <a:cubicBezTo>
                  <a:pt x="382965" y="96530"/>
                  <a:pt x="383466" y="99948"/>
                  <a:pt x="384468" y="101388"/>
                </a:cubicBezTo>
                <a:cubicBezTo>
                  <a:pt x="385471" y="102827"/>
                  <a:pt x="387334" y="103726"/>
                  <a:pt x="390058" y="104086"/>
                </a:cubicBezTo>
                <a:lnTo>
                  <a:pt x="390058" y="106862"/>
                </a:lnTo>
                <a:lnTo>
                  <a:pt x="353589" y="106862"/>
                </a:lnTo>
                <a:lnTo>
                  <a:pt x="353589" y="104086"/>
                </a:lnTo>
                <a:cubicBezTo>
                  <a:pt x="356622" y="103778"/>
                  <a:pt x="358781" y="102801"/>
                  <a:pt x="360066" y="101156"/>
                </a:cubicBezTo>
                <a:cubicBezTo>
                  <a:pt x="360940" y="100026"/>
                  <a:pt x="361377" y="96684"/>
                  <a:pt x="361377" y="91133"/>
                </a:cubicBezTo>
                <a:lnTo>
                  <a:pt x="361377" y="50424"/>
                </a:lnTo>
                <a:cubicBezTo>
                  <a:pt x="361377" y="44910"/>
                  <a:pt x="360875" y="41476"/>
                  <a:pt x="359873" y="40124"/>
                </a:cubicBezTo>
                <a:cubicBezTo>
                  <a:pt x="358871" y="38771"/>
                  <a:pt x="356776" y="37887"/>
                  <a:pt x="353589" y="37471"/>
                </a:cubicBezTo>
                <a:lnTo>
                  <a:pt x="353589" y="34695"/>
                </a:lnTo>
                <a:lnTo>
                  <a:pt x="382965" y="34695"/>
                </a:lnTo>
                <a:close/>
                <a:moveTo>
                  <a:pt x="511171" y="34695"/>
                </a:moveTo>
                <a:lnTo>
                  <a:pt x="511171" y="44256"/>
                </a:lnTo>
                <a:cubicBezTo>
                  <a:pt x="515128" y="39909"/>
                  <a:pt x="518791" y="36869"/>
                  <a:pt x="522158" y="35136"/>
                </a:cubicBezTo>
                <a:cubicBezTo>
                  <a:pt x="525524" y="33403"/>
                  <a:pt x="529212" y="32537"/>
                  <a:pt x="533221" y="32537"/>
                </a:cubicBezTo>
                <a:cubicBezTo>
                  <a:pt x="537848" y="32537"/>
                  <a:pt x="541728" y="33622"/>
                  <a:pt x="544864" y="35794"/>
                </a:cubicBezTo>
                <a:cubicBezTo>
                  <a:pt x="547999" y="37966"/>
                  <a:pt x="550415" y="41275"/>
                  <a:pt x="552111" y="45721"/>
                </a:cubicBezTo>
                <a:cubicBezTo>
                  <a:pt x="556223" y="41067"/>
                  <a:pt x="560168" y="37707"/>
                  <a:pt x="563946" y="35640"/>
                </a:cubicBezTo>
                <a:cubicBezTo>
                  <a:pt x="567724" y="33571"/>
                  <a:pt x="571669" y="32537"/>
                  <a:pt x="575781" y="32537"/>
                </a:cubicBezTo>
                <a:cubicBezTo>
                  <a:pt x="580767" y="32537"/>
                  <a:pt x="584738" y="33682"/>
                  <a:pt x="587693" y="35972"/>
                </a:cubicBezTo>
                <a:cubicBezTo>
                  <a:pt x="590649" y="38263"/>
                  <a:pt x="592705" y="41171"/>
                  <a:pt x="593861" y="44697"/>
                </a:cubicBezTo>
                <a:cubicBezTo>
                  <a:pt x="595018" y="48223"/>
                  <a:pt x="595596" y="53845"/>
                  <a:pt x="595596" y="61565"/>
                </a:cubicBezTo>
                <a:lnTo>
                  <a:pt x="595596" y="91133"/>
                </a:lnTo>
                <a:cubicBezTo>
                  <a:pt x="595596" y="96684"/>
                  <a:pt x="596097" y="100128"/>
                  <a:pt x="597100" y="101465"/>
                </a:cubicBezTo>
                <a:cubicBezTo>
                  <a:pt x="598102" y="102801"/>
                  <a:pt x="600196" y="103675"/>
                  <a:pt x="603383" y="104086"/>
                </a:cubicBezTo>
                <a:lnTo>
                  <a:pt x="603383" y="106862"/>
                </a:lnTo>
                <a:lnTo>
                  <a:pt x="566144" y="106862"/>
                </a:lnTo>
                <a:lnTo>
                  <a:pt x="566144" y="104086"/>
                </a:lnTo>
                <a:cubicBezTo>
                  <a:pt x="569073" y="103829"/>
                  <a:pt x="571232" y="102698"/>
                  <a:pt x="572620" y="100694"/>
                </a:cubicBezTo>
                <a:cubicBezTo>
                  <a:pt x="573545" y="99306"/>
                  <a:pt x="574008" y="96119"/>
                  <a:pt x="574008" y="91133"/>
                </a:cubicBezTo>
                <a:lnTo>
                  <a:pt x="574008" y="60139"/>
                </a:lnTo>
                <a:cubicBezTo>
                  <a:pt x="574008" y="53714"/>
                  <a:pt x="573751" y="49627"/>
                  <a:pt x="573237" y="47880"/>
                </a:cubicBezTo>
                <a:cubicBezTo>
                  <a:pt x="572723" y="46132"/>
                  <a:pt x="571913" y="44834"/>
                  <a:pt x="570808" y="43986"/>
                </a:cubicBezTo>
                <a:cubicBezTo>
                  <a:pt x="569703" y="43138"/>
                  <a:pt x="568405" y="42714"/>
                  <a:pt x="566915" y="42714"/>
                </a:cubicBezTo>
                <a:cubicBezTo>
                  <a:pt x="564704" y="42714"/>
                  <a:pt x="562468" y="43523"/>
                  <a:pt x="560207" y="45143"/>
                </a:cubicBezTo>
                <a:cubicBezTo>
                  <a:pt x="557945" y="46762"/>
                  <a:pt x="555658" y="49190"/>
                  <a:pt x="553345" y="52429"/>
                </a:cubicBezTo>
                <a:lnTo>
                  <a:pt x="553345" y="91133"/>
                </a:lnTo>
                <a:cubicBezTo>
                  <a:pt x="553345" y="96325"/>
                  <a:pt x="553782" y="99589"/>
                  <a:pt x="554656" y="100925"/>
                </a:cubicBezTo>
                <a:cubicBezTo>
                  <a:pt x="555838" y="102827"/>
                  <a:pt x="558099" y="103881"/>
                  <a:pt x="561440" y="104086"/>
                </a:cubicBezTo>
                <a:lnTo>
                  <a:pt x="561440" y="106862"/>
                </a:lnTo>
                <a:lnTo>
                  <a:pt x="524124" y="106862"/>
                </a:lnTo>
                <a:lnTo>
                  <a:pt x="524124" y="104086"/>
                </a:lnTo>
                <a:cubicBezTo>
                  <a:pt x="526128" y="103983"/>
                  <a:pt x="527709" y="103482"/>
                  <a:pt x="528865" y="102583"/>
                </a:cubicBezTo>
                <a:cubicBezTo>
                  <a:pt x="530022" y="101683"/>
                  <a:pt x="530793" y="100604"/>
                  <a:pt x="531178" y="99344"/>
                </a:cubicBezTo>
                <a:cubicBezTo>
                  <a:pt x="531564" y="98085"/>
                  <a:pt x="531757" y="95348"/>
                  <a:pt x="531757" y="91133"/>
                </a:cubicBezTo>
                <a:lnTo>
                  <a:pt x="531757" y="60090"/>
                </a:lnTo>
                <a:cubicBezTo>
                  <a:pt x="531757" y="53551"/>
                  <a:pt x="531500" y="49459"/>
                  <a:pt x="530986" y="47812"/>
                </a:cubicBezTo>
                <a:cubicBezTo>
                  <a:pt x="530472" y="46164"/>
                  <a:pt x="529611" y="44877"/>
                  <a:pt x="528403" y="43950"/>
                </a:cubicBezTo>
                <a:cubicBezTo>
                  <a:pt x="527195" y="43023"/>
                  <a:pt x="525897" y="42560"/>
                  <a:pt x="524509" y="42560"/>
                </a:cubicBezTo>
                <a:cubicBezTo>
                  <a:pt x="522453" y="42560"/>
                  <a:pt x="520577" y="43103"/>
                  <a:pt x="518881" y="44191"/>
                </a:cubicBezTo>
                <a:cubicBezTo>
                  <a:pt x="516465" y="45797"/>
                  <a:pt x="513895" y="48543"/>
                  <a:pt x="511171" y="52429"/>
                </a:cubicBezTo>
                <a:lnTo>
                  <a:pt x="511171" y="91133"/>
                </a:lnTo>
                <a:cubicBezTo>
                  <a:pt x="511171" y="96222"/>
                  <a:pt x="511672" y="99576"/>
                  <a:pt x="512674" y="101195"/>
                </a:cubicBezTo>
                <a:cubicBezTo>
                  <a:pt x="513676" y="102814"/>
                  <a:pt x="515771" y="103778"/>
                  <a:pt x="518958" y="104086"/>
                </a:cubicBezTo>
                <a:lnTo>
                  <a:pt x="518958" y="106862"/>
                </a:lnTo>
                <a:lnTo>
                  <a:pt x="481795" y="106862"/>
                </a:lnTo>
                <a:lnTo>
                  <a:pt x="481795" y="104086"/>
                </a:lnTo>
                <a:cubicBezTo>
                  <a:pt x="484828" y="103778"/>
                  <a:pt x="486987" y="102801"/>
                  <a:pt x="488272" y="101156"/>
                </a:cubicBezTo>
                <a:cubicBezTo>
                  <a:pt x="489145" y="100026"/>
                  <a:pt x="489582" y="96684"/>
                  <a:pt x="489582" y="91133"/>
                </a:cubicBezTo>
                <a:lnTo>
                  <a:pt x="489582" y="50424"/>
                </a:lnTo>
                <a:cubicBezTo>
                  <a:pt x="489582" y="44910"/>
                  <a:pt x="489081" y="41476"/>
                  <a:pt x="488079" y="40124"/>
                </a:cubicBezTo>
                <a:cubicBezTo>
                  <a:pt x="487077" y="38771"/>
                  <a:pt x="484982" y="37887"/>
                  <a:pt x="481795" y="37471"/>
                </a:cubicBezTo>
                <a:lnTo>
                  <a:pt x="481795" y="34695"/>
                </a:lnTo>
                <a:lnTo>
                  <a:pt x="511171" y="34695"/>
                </a:lnTo>
                <a:close/>
                <a:moveTo>
                  <a:pt x="652809" y="96222"/>
                </a:moveTo>
                <a:cubicBezTo>
                  <a:pt x="644020" y="104035"/>
                  <a:pt x="636130" y="107941"/>
                  <a:pt x="629139" y="107941"/>
                </a:cubicBezTo>
                <a:cubicBezTo>
                  <a:pt x="625027" y="107941"/>
                  <a:pt x="621609" y="106588"/>
                  <a:pt x="618885" y="103881"/>
                </a:cubicBezTo>
                <a:cubicBezTo>
                  <a:pt x="616161" y="101173"/>
                  <a:pt x="614799" y="97782"/>
                  <a:pt x="614799" y="93709"/>
                </a:cubicBezTo>
                <a:cubicBezTo>
                  <a:pt x="614799" y="88190"/>
                  <a:pt x="617163" y="83226"/>
                  <a:pt x="621892" y="78816"/>
                </a:cubicBezTo>
                <a:cubicBezTo>
                  <a:pt x="626621" y="74407"/>
                  <a:pt x="636927" y="68541"/>
                  <a:pt x="652809" y="61218"/>
                </a:cubicBezTo>
                <a:lnTo>
                  <a:pt x="652809" y="53971"/>
                </a:lnTo>
                <a:cubicBezTo>
                  <a:pt x="652809" y="48522"/>
                  <a:pt x="652514" y="45091"/>
                  <a:pt x="651923" y="43678"/>
                </a:cubicBezTo>
                <a:cubicBezTo>
                  <a:pt x="651332" y="42264"/>
                  <a:pt x="650214" y="41031"/>
                  <a:pt x="648569" y="39977"/>
                </a:cubicBezTo>
                <a:cubicBezTo>
                  <a:pt x="646924" y="38923"/>
                  <a:pt x="645074" y="38396"/>
                  <a:pt x="643018" y="38396"/>
                </a:cubicBezTo>
                <a:cubicBezTo>
                  <a:pt x="639676" y="38396"/>
                  <a:pt x="636927" y="39142"/>
                  <a:pt x="634768" y="40632"/>
                </a:cubicBezTo>
                <a:cubicBezTo>
                  <a:pt x="633431" y="41557"/>
                  <a:pt x="632763" y="42637"/>
                  <a:pt x="632763" y="43870"/>
                </a:cubicBezTo>
                <a:cubicBezTo>
                  <a:pt x="632763" y="44950"/>
                  <a:pt x="633483" y="46286"/>
                  <a:pt x="634922" y="47880"/>
                </a:cubicBezTo>
                <a:cubicBezTo>
                  <a:pt x="636875" y="50090"/>
                  <a:pt x="637852" y="52223"/>
                  <a:pt x="637852" y="54279"/>
                </a:cubicBezTo>
                <a:cubicBezTo>
                  <a:pt x="637852" y="56798"/>
                  <a:pt x="636914" y="58944"/>
                  <a:pt x="635038" y="60717"/>
                </a:cubicBezTo>
                <a:cubicBezTo>
                  <a:pt x="633161" y="62490"/>
                  <a:pt x="630707" y="63377"/>
                  <a:pt x="627674" y="63377"/>
                </a:cubicBezTo>
                <a:cubicBezTo>
                  <a:pt x="624436" y="63377"/>
                  <a:pt x="621725" y="62400"/>
                  <a:pt x="619540" y="60447"/>
                </a:cubicBezTo>
                <a:cubicBezTo>
                  <a:pt x="617356" y="58494"/>
                  <a:pt x="616264" y="56207"/>
                  <a:pt x="616264" y="53585"/>
                </a:cubicBezTo>
                <a:cubicBezTo>
                  <a:pt x="616264" y="49884"/>
                  <a:pt x="617728" y="46350"/>
                  <a:pt x="620658" y="42984"/>
                </a:cubicBezTo>
                <a:cubicBezTo>
                  <a:pt x="623588" y="39617"/>
                  <a:pt x="627674" y="37034"/>
                  <a:pt x="632917" y="35235"/>
                </a:cubicBezTo>
                <a:cubicBezTo>
                  <a:pt x="638160" y="33436"/>
                  <a:pt x="643609" y="32537"/>
                  <a:pt x="649263" y="32537"/>
                </a:cubicBezTo>
                <a:cubicBezTo>
                  <a:pt x="656099" y="32537"/>
                  <a:pt x="661509" y="33993"/>
                  <a:pt x="665492" y="36905"/>
                </a:cubicBezTo>
                <a:cubicBezTo>
                  <a:pt x="669476" y="39815"/>
                  <a:pt x="672059" y="42971"/>
                  <a:pt x="673241" y="46371"/>
                </a:cubicBezTo>
                <a:cubicBezTo>
                  <a:pt x="673961" y="48535"/>
                  <a:pt x="674320" y="53506"/>
                  <a:pt x="674320" y="61286"/>
                </a:cubicBezTo>
                <a:lnTo>
                  <a:pt x="674320" y="89338"/>
                </a:lnTo>
                <a:cubicBezTo>
                  <a:pt x="674320" y="92636"/>
                  <a:pt x="674449" y="94710"/>
                  <a:pt x="674706" y="95562"/>
                </a:cubicBezTo>
                <a:cubicBezTo>
                  <a:pt x="674963" y="96411"/>
                  <a:pt x="675348" y="97043"/>
                  <a:pt x="675862" y="97456"/>
                </a:cubicBezTo>
                <a:cubicBezTo>
                  <a:pt x="676376" y="97867"/>
                  <a:pt x="676968" y="98072"/>
                  <a:pt x="677636" y="98072"/>
                </a:cubicBezTo>
                <a:cubicBezTo>
                  <a:pt x="678972" y="98072"/>
                  <a:pt x="680334" y="97121"/>
                  <a:pt x="681722" y="95220"/>
                </a:cubicBezTo>
                <a:lnTo>
                  <a:pt x="684035" y="97070"/>
                </a:lnTo>
                <a:cubicBezTo>
                  <a:pt x="681465" y="100874"/>
                  <a:pt x="678805" y="103636"/>
                  <a:pt x="676055" y="105358"/>
                </a:cubicBezTo>
                <a:cubicBezTo>
                  <a:pt x="673305" y="107080"/>
                  <a:pt x="670183" y="107941"/>
                  <a:pt x="666687" y="107941"/>
                </a:cubicBezTo>
                <a:cubicBezTo>
                  <a:pt x="662575" y="107941"/>
                  <a:pt x="659363" y="106971"/>
                  <a:pt x="657050" y="105031"/>
                </a:cubicBezTo>
                <a:cubicBezTo>
                  <a:pt x="654737" y="103090"/>
                  <a:pt x="653323" y="100154"/>
                  <a:pt x="652809" y="96222"/>
                </a:cubicBezTo>
                <a:moveTo>
                  <a:pt x="652809" y="90516"/>
                </a:moveTo>
                <a:lnTo>
                  <a:pt x="652809" y="66398"/>
                </a:lnTo>
                <a:cubicBezTo>
                  <a:pt x="646590" y="70065"/>
                  <a:pt x="641964" y="73991"/>
                  <a:pt x="638931" y="78175"/>
                </a:cubicBezTo>
                <a:cubicBezTo>
                  <a:pt x="636927" y="80964"/>
                  <a:pt x="635924" y="83779"/>
                  <a:pt x="635924" y="86620"/>
                </a:cubicBezTo>
                <a:cubicBezTo>
                  <a:pt x="635924" y="88996"/>
                  <a:pt x="636772" y="91088"/>
                  <a:pt x="638469" y="92897"/>
                </a:cubicBezTo>
                <a:cubicBezTo>
                  <a:pt x="639754" y="94291"/>
                  <a:pt x="641553" y="94988"/>
                  <a:pt x="643866" y="94988"/>
                </a:cubicBezTo>
                <a:cubicBezTo>
                  <a:pt x="646436" y="94988"/>
                  <a:pt x="649417" y="93498"/>
                  <a:pt x="652809" y="90516"/>
                </a:cubicBezTo>
                <a:close/>
                <a:moveTo>
                  <a:pt x="721666" y="34695"/>
                </a:moveTo>
                <a:lnTo>
                  <a:pt x="721666" y="44102"/>
                </a:lnTo>
                <a:cubicBezTo>
                  <a:pt x="725367" y="40065"/>
                  <a:pt x="728913" y="37129"/>
                  <a:pt x="732306" y="35293"/>
                </a:cubicBezTo>
                <a:cubicBezTo>
                  <a:pt x="735698" y="33455"/>
                  <a:pt x="739348" y="32537"/>
                  <a:pt x="743254" y="32537"/>
                </a:cubicBezTo>
                <a:cubicBezTo>
                  <a:pt x="747932" y="32537"/>
                  <a:pt x="751812" y="33836"/>
                  <a:pt x="754896" y="36435"/>
                </a:cubicBezTo>
                <a:cubicBezTo>
                  <a:pt x="757981" y="39034"/>
                  <a:pt x="760037" y="42263"/>
                  <a:pt x="761065" y="46123"/>
                </a:cubicBezTo>
                <a:cubicBezTo>
                  <a:pt x="761887" y="49058"/>
                  <a:pt x="762298" y="54694"/>
                  <a:pt x="762298" y="63032"/>
                </a:cubicBezTo>
                <a:lnTo>
                  <a:pt x="762298" y="91133"/>
                </a:lnTo>
                <a:cubicBezTo>
                  <a:pt x="762298" y="96684"/>
                  <a:pt x="762799" y="100141"/>
                  <a:pt x="763802" y="101503"/>
                </a:cubicBezTo>
                <a:cubicBezTo>
                  <a:pt x="764804" y="102865"/>
                  <a:pt x="766899" y="103726"/>
                  <a:pt x="770085" y="104086"/>
                </a:cubicBezTo>
                <a:lnTo>
                  <a:pt x="770085" y="106862"/>
                </a:lnTo>
                <a:lnTo>
                  <a:pt x="733617" y="106862"/>
                </a:lnTo>
                <a:lnTo>
                  <a:pt x="733617" y="104086"/>
                </a:lnTo>
                <a:cubicBezTo>
                  <a:pt x="736341" y="103726"/>
                  <a:pt x="738294" y="102596"/>
                  <a:pt x="739476" y="100694"/>
                </a:cubicBezTo>
                <a:cubicBezTo>
                  <a:pt x="740299" y="99409"/>
                  <a:pt x="740710" y="96222"/>
                  <a:pt x="740710" y="91133"/>
                </a:cubicBezTo>
                <a:lnTo>
                  <a:pt x="740710" y="59059"/>
                </a:lnTo>
                <a:cubicBezTo>
                  <a:pt x="740710" y="53148"/>
                  <a:pt x="740479" y="49422"/>
                  <a:pt x="740016" y="47880"/>
                </a:cubicBezTo>
                <a:cubicBezTo>
                  <a:pt x="739553" y="46338"/>
                  <a:pt x="738770" y="45143"/>
                  <a:pt x="737664" y="44294"/>
                </a:cubicBezTo>
                <a:cubicBezTo>
                  <a:pt x="736559" y="43446"/>
                  <a:pt x="735339" y="43022"/>
                  <a:pt x="734002" y="43022"/>
                </a:cubicBezTo>
                <a:cubicBezTo>
                  <a:pt x="729582" y="43022"/>
                  <a:pt x="725470" y="46209"/>
                  <a:pt x="721666" y="52583"/>
                </a:cubicBezTo>
                <a:lnTo>
                  <a:pt x="721666" y="91133"/>
                </a:lnTo>
                <a:cubicBezTo>
                  <a:pt x="721666" y="96530"/>
                  <a:pt x="722167" y="99948"/>
                  <a:pt x="723169" y="101388"/>
                </a:cubicBezTo>
                <a:cubicBezTo>
                  <a:pt x="724172" y="102827"/>
                  <a:pt x="726035" y="103726"/>
                  <a:pt x="728759" y="104086"/>
                </a:cubicBezTo>
                <a:lnTo>
                  <a:pt x="728759" y="106862"/>
                </a:lnTo>
                <a:lnTo>
                  <a:pt x="692291" y="106862"/>
                </a:lnTo>
                <a:lnTo>
                  <a:pt x="692291" y="104086"/>
                </a:lnTo>
                <a:cubicBezTo>
                  <a:pt x="695323" y="103778"/>
                  <a:pt x="697482" y="102801"/>
                  <a:pt x="698767" y="101156"/>
                </a:cubicBezTo>
                <a:cubicBezTo>
                  <a:pt x="699641" y="100026"/>
                  <a:pt x="700078" y="96684"/>
                  <a:pt x="700078" y="91133"/>
                </a:cubicBezTo>
                <a:lnTo>
                  <a:pt x="700078" y="50424"/>
                </a:lnTo>
                <a:cubicBezTo>
                  <a:pt x="700078" y="44910"/>
                  <a:pt x="699577" y="41476"/>
                  <a:pt x="698574" y="40124"/>
                </a:cubicBezTo>
                <a:cubicBezTo>
                  <a:pt x="697572" y="38771"/>
                  <a:pt x="695477" y="37887"/>
                  <a:pt x="692291" y="37471"/>
                </a:cubicBezTo>
                <a:lnTo>
                  <a:pt x="692291" y="34695"/>
                </a:lnTo>
                <a:lnTo>
                  <a:pt x="721666" y="34695"/>
                </a:lnTo>
                <a:close/>
                <a:moveTo>
                  <a:pt x="797592" y="0"/>
                </a:moveTo>
                <a:cubicBezTo>
                  <a:pt x="800933" y="0"/>
                  <a:pt x="803760" y="1173"/>
                  <a:pt x="806073" y="3520"/>
                </a:cubicBezTo>
                <a:cubicBezTo>
                  <a:pt x="808386" y="5865"/>
                  <a:pt x="809542" y="8688"/>
                  <a:pt x="809542" y="11989"/>
                </a:cubicBezTo>
                <a:cubicBezTo>
                  <a:pt x="809542" y="15290"/>
                  <a:pt x="808373" y="18101"/>
                  <a:pt x="806034" y="20422"/>
                </a:cubicBezTo>
                <a:cubicBezTo>
                  <a:pt x="803696" y="22742"/>
                  <a:pt x="800881" y="23901"/>
                  <a:pt x="797592" y="23901"/>
                </a:cubicBezTo>
                <a:cubicBezTo>
                  <a:pt x="794302" y="23901"/>
                  <a:pt x="791501" y="22742"/>
                  <a:pt x="789188" y="20422"/>
                </a:cubicBezTo>
                <a:cubicBezTo>
                  <a:pt x="786875" y="18101"/>
                  <a:pt x="785718" y="15290"/>
                  <a:pt x="785718" y="11989"/>
                </a:cubicBezTo>
                <a:cubicBezTo>
                  <a:pt x="785718" y="8688"/>
                  <a:pt x="786875" y="5865"/>
                  <a:pt x="789188" y="3520"/>
                </a:cubicBezTo>
                <a:cubicBezTo>
                  <a:pt x="791501" y="1173"/>
                  <a:pt x="794302" y="0"/>
                  <a:pt x="797592" y="0"/>
                </a:cubicBezTo>
                <a:moveTo>
                  <a:pt x="808386" y="34695"/>
                </a:moveTo>
                <a:lnTo>
                  <a:pt x="808386" y="91904"/>
                </a:lnTo>
                <a:cubicBezTo>
                  <a:pt x="808386" y="96993"/>
                  <a:pt x="808977" y="100244"/>
                  <a:pt x="810159" y="101658"/>
                </a:cubicBezTo>
                <a:cubicBezTo>
                  <a:pt x="811341" y="103071"/>
                  <a:pt x="813654" y="103881"/>
                  <a:pt x="817098" y="104086"/>
                </a:cubicBezTo>
                <a:lnTo>
                  <a:pt x="817098" y="106862"/>
                </a:lnTo>
                <a:lnTo>
                  <a:pt x="778162" y="106862"/>
                </a:lnTo>
                <a:lnTo>
                  <a:pt x="778162" y="104086"/>
                </a:lnTo>
                <a:cubicBezTo>
                  <a:pt x="781349" y="103983"/>
                  <a:pt x="783714" y="103058"/>
                  <a:pt x="785256" y="101311"/>
                </a:cubicBezTo>
                <a:cubicBezTo>
                  <a:pt x="786284" y="100128"/>
                  <a:pt x="786798" y="96993"/>
                  <a:pt x="786798" y="91904"/>
                </a:cubicBezTo>
                <a:lnTo>
                  <a:pt x="786798" y="49807"/>
                </a:lnTo>
                <a:cubicBezTo>
                  <a:pt x="786798" y="44654"/>
                  <a:pt x="786207" y="41362"/>
                  <a:pt x="785024" y="39931"/>
                </a:cubicBezTo>
                <a:cubicBezTo>
                  <a:pt x="783842" y="38500"/>
                  <a:pt x="781555" y="37680"/>
                  <a:pt x="778162" y="37471"/>
                </a:cubicBezTo>
                <a:lnTo>
                  <a:pt x="778162" y="34695"/>
                </a:lnTo>
                <a:lnTo>
                  <a:pt x="808386" y="34695"/>
                </a:lnTo>
                <a:close/>
                <a:moveTo>
                  <a:pt x="855989" y="42251"/>
                </a:moveTo>
                <a:lnTo>
                  <a:pt x="855989" y="92367"/>
                </a:lnTo>
                <a:cubicBezTo>
                  <a:pt x="855989" y="97199"/>
                  <a:pt x="856503" y="100231"/>
                  <a:pt x="857531" y="101465"/>
                </a:cubicBezTo>
                <a:cubicBezTo>
                  <a:pt x="859176" y="103367"/>
                  <a:pt x="862209" y="104240"/>
                  <a:pt x="866629" y="104086"/>
                </a:cubicBezTo>
                <a:lnTo>
                  <a:pt x="866629" y="106862"/>
                </a:lnTo>
                <a:lnTo>
                  <a:pt x="824147" y="106862"/>
                </a:lnTo>
                <a:lnTo>
                  <a:pt x="824147" y="104086"/>
                </a:lnTo>
                <a:cubicBezTo>
                  <a:pt x="827385" y="104035"/>
                  <a:pt x="829685" y="103662"/>
                  <a:pt x="831047" y="102968"/>
                </a:cubicBezTo>
                <a:cubicBezTo>
                  <a:pt x="832409" y="102274"/>
                  <a:pt x="833347" y="101311"/>
                  <a:pt x="833861" y="100077"/>
                </a:cubicBezTo>
                <a:cubicBezTo>
                  <a:pt x="834375" y="98843"/>
                  <a:pt x="834632" y="96273"/>
                  <a:pt x="834632" y="92367"/>
                </a:cubicBezTo>
                <a:lnTo>
                  <a:pt x="834632" y="42251"/>
                </a:lnTo>
                <a:lnTo>
                  <a:pt x="824147" y="42251"/>
                </a:lnTo>
                <a:lnTo>
                  <a:pt x="824147" y="34695"/>
                </a:lnTo>
                <a:lnTo>
                  <a:pt x="834632" y="34695"/>
                </a:lnTo>
                <a:lnTo>
                  <a:pt x="834632" y="29400"/>
                </a:lnTo>
                <a:lnTo>
                  <a:pt x="834555" y="25790"/>
                </a:lnTo>
                <a:cubicBezTo>
                  <a:pt x="834555" y="18422"/>
                  <a:pt x="837267" y="12282"/>
                  <a:pt x="842689" y="7370"/>
                </a:cubicBezTo>
                <a:cubicBezTo>
                  <a:pt x="848112" y="2457"/>
                  <a:pt x="855450" y="0"/>
                  <a:pt x="864702" y="0"/>
                </a:cubicBezTo>
                <a:cubicBezTo>
                  <a:pt x="871024" y="0"/>
                  <a:pt x="875714" y="1187"/>
                  <a:pt x="878773" y="3561"/>
                </a:cubicBezTo>
                <a:cubicBezTo>
                  <a:pt x="881831" y="5934"/>
                  <a:pt x="883360" y="8565"/>
                  <a:pt x="883360" y="11454"/>
                </a:cubicBezTo>
                <a:cubicBezTo>
                  <a:pt x="883360" y="13777"/>
                  <a:pt x="882409" y="15790"/>
                  <a:pt x="880507" y="17492"/>
                </a:cubicBezTo>
                <a:cubicBezTo>
                  <a:pt x="878605" y="19195"/>
                  <a:pt x="876087" y="20046"/>
                  <a:pt x="872951" y="20046"/>
                </a:cubicBezTo>
                <a:cubicBezTo>
                  <a:pt x="870279" y="20046"/>
                  <a:pt x="868158" y="19352"/>
                  <a:pt x="866591" y="17964"/>
                </a:cubicBezTo>
                <a:cubicBezTo>
                  <a:pt x="865023" y="16577"/>
                  <a:pt x="864239" y="15035"/>
                  <a:pt x="864239" y="13338"/>
                </a:cubicBezTo>
                <a:cubicBezTo>
                  <a:pt x="864239" y="12876"/>
                  <a:pt x="864393" y="11925"/>
                  <a:pt x="864702" y="10486"/>
                </a:cubicBezTo>
                <a:cubicBezTo>
                  <a:pt x="864907" y="9612"/>
                  <a:pt x="865010" y="8789"/>
                  <a:pt x="865010" y="8018"/>
                </a:cubicBezTo>
                <a:cubicBezTo>
                  <a:pt x="865010" y="6939"/>
                  <a:pt x="864702" y="6142"/>
                  <a:pt x="864085" y="5628"/>
                </a:cubicBezTo>
                <a:cubicBezTo>
                  <a:pt x="863262" y="4857"/>
                  <a:pt x="862260" y="4472"/>
                  <a:pt x="861078" y="4472"/>
                </a:cubicBezTo>
                <a:cubicBezTo>
                  <a:pt x="859587" y="4472"/>
                  <a:pt x="858341" y="5084"/>
                  <a:pt x="857338" y="6308"/>
                </a:cubicBezTo>
                <a:cubicBezTo>
                  <a:pt x="856336" y="7532"/>
                  <a:pt x="855835" y="9495"/>
                  <a:pt x="855835" y="12199"/>
                </a:cubicBezTo>
                <a:lnTo>
                  <a:pt x="855989" y="25590"/>
                </a:lnTo>
                <a:lnTo>
                  <a:pt x="855989" y="34695"/>
                </a:lnTo>
                <a:lnTo>
                  <a:pt x="866629" y="34695"/>
                </a:lnTo>
                <a:lnTo>
                  <a:pt x="866629" y="42251"/>
                </a:lnTo>
                <a:lnTo>
                  <a:pt x="855989" y="42251"/>
                </a:lnTo>
                <a:close/>
                <a:moveTo>
                  <a:pt x="938260" y="68157"/>
                </a:moveTo>
                <a:lnTo>
                  <a:pt x="898707" y="68157"/>
                </a:lnTo>
                <a:cubicBezTo>
                  <a:pt x="899170" y="77743"/>
                  <a:pt x="901714" y="85319"/>
                  <a:pt x="906340" y="90885"/>
                </a:cubicBezTo>
                <a:cubicBezTo>
                  <a:pt x="909887" y="95163"/>
                  <a:pt x="914153" y="97301"/>
                  <a:pt x="919139" y="97301"/>
                </a:cubicBezTo>
                <a:cubicBezTo>
                  <a:pt x="922223" y="97301"/>
                  <a:pt x="925024" y="96440"/>
                  <a:pt x="927543" y="94718"/>
                </a:cubicBezTo>
                <a:cubicBezTo>
                  <a:pt x="930062" y="92997"/>
                  <a:pt x="932760" y="89900"/>
                  <a:pt x="935639" y="85428"/>
                </a:cubicBezTo>
                <a:lnTo>
                  <a:pt x="938260" y="87124"/>
                </a:lnTo>
                <a:cubicBezTo>
                  <a:pt x="934354" y="95091"/>
                  <a:pt x="930036" y="100732"/>
                  <a:pt x="925307" y="104048"/>
                </a:cubicBezTo>
                <a:cubicBezTo>
                  <a:pt x="920578" y="107363"/>
                  <a:pt x="915104" y="109021"/>
                  <a:pt x="908885" y="109021"/>
                </a:cubicBezTo>
                <a:cubicBezTo>
                  <a:pt x="898193" y="109021"/>
                  <a:pt x="890098" y="104905"/>
                  <a:pt x="884598" y="96672"/>
                </a:cubicBezTo>
                <a:cubicBezTo>
                  <a:pt x="880177" y="90035"/>
                  <a:pt x="877967" y="81803"/>
                  <a:pt x="877967" y="71976"/>
                </a:cubicBezTo>
                <a:cubicBezTo>
                  <a:pt x="877967" y="59935"/>
                  <a:pt x="881218" y="50352"/>
                  <a:pt x="887721" y="43227"/>
                </a:cubicBezTo>
                <a:cubicBezTo>
                  <a:pt x="894223" y="36100"/>
                  <a:pt x="901843" y="32537"/>
                  <a:pt x="910581" y="32537"/>
                </a:cubicBezTo>
                <a:cubicBezTo>
                  <a:pt x="917880" y="32537"/>
                  <a:pt x="924215" y="35531"/>
                  <a:pt x="929586" y="41519"/>
                </a:cubicBezTo>
                <a:cubicBezTo>
                  <a:pt x="934958" y="47507"/>
                  <a:pt x="937849" y="56386"/>
                  <a:pt x="938260" y="68157"/>
                </a:cubicBezTo>
                <a:moveTo>
                  <a:pt x="919293" y="63069"/>
                </a:moveTo>
                <a:cubicBezTo>
                  <a:pt x="919293" y="54793"/>
                  <a:pt x="918844" y="49113"/>
                  <a:pt x="917944" y="46029"/>
                </a:cubicBezTo>
                <a:cubicBezTo>
                  <a:pt x="917045" y="42945"/>
                  <a:pt x="915644" y="40606"/>
                  <a:pt x="913742" y="39013"/>
                </a:cubicBezTo>
                <a:cubicBezTo>
                  <a:pt x="912663" y="38088"/>
                  <a:pt x="911223" y="37625"/>
                  <a:pt x="909424" y="37625"/>
                </a:cubicBezTo>
                <a:cubicBezTo>
                  <a:pt x="906752" y="37625"/>
                  <a:pt x="904567" y="38936"/>
                  <a:pt x="902871" y="41557"/>
                </a:cubicBezTo>
                <a:cubicBezTo>
                  <a:pt x="899838" y="46132"/>
                  <a:pt x="898322" y="52403"/>
                  <a:pt x="898322" y="60370"/>
                </a:cubicBezTo>
                <a:lnTo>
                  <a:pt x="898322" y="63069"/>
                </a:lnTo>
                <a:lnTo>
                  <a:pt x="919293" y="63069"/>
                </a:lnTo>
                <a:close/>
                <a:moveTo>
                  <a:pt x="993109" y="32845"/>
                </a:moveTo>
                <a:lnTo>
                  <a:pt x="994265" y="57517"/>
                </a:lnTo>
                <a:lnTo>
                  <a:pt x="991644" y="57517"/>
                </a:lnTo>
                <a:cubicBezTo>
                  <a:pt x="988508" y="50159"/>
                  <a:pt x="985257" y="45133"/>
                  <a:pt x="981890" y="42439"/>
                </a:cubicBezTo>
                <a:cubicBezTo>
                  <a:pt x="978524" y="39744"/>
                  <a:pt x="975170" y="38396"/>
                  <a:pt x="971829" y="38396"/>
                </a:cubicBezTo>
                <a:cubicBezTo>
                  <a:pt x="969721" y="38396"/>
                  <a:pt x="967922" y="39103"/>
                  <a:pt x="966432" y="40517"/>
                </a:cubicBezTo>
                <a:cubicBezTo>
                  <a:pt x="964941" y="41930"/>
                  <a:pt x="964196" y="43562"/>
                  <a:pt x="964196" y="45412"/>
                </a:cubicBezTo>
                <a:cubicBezTo>
                  <a:pt x="964196" y="46800"/>
                  <a:pt x="964710" y="48137"/>
                  <a:pt x="965738" y="49422"/>
                </a:cubicBezTo>
                <a:cubicBezTo>
                  <a:pt x="967383" y="51529"/>
                  <a:pt x="971983" y="55140"/>
                  <a:pt x="979539" y="60254"/>
                </a:cubicBezTo>
                <a:cubicBezTo>
                  <a:pt x="987095" y="65369"/>
                  <a:pt x="992068" y="69712"/>
                  <a:pt x="994458" y="73284"/>
                </a:cubicBezTo>
                <a:cubicBezTo>
                  <a:pt x="996848" y="76857"/>
                  <a:pt x="998043" y="80853"/>
                  <a:pt x="998043" y="85274"/>
                </a:cubicBezTo>
                <a:cubicBezTo>
                  <a:pt x="998043" y="89283"/>
                  <a:pt x="997041" y="93215"/>
                  <a:pt x="995036" y="97070"/>
                </a:cubicBezTo>
                <a:cubicBezTo>
                  <a:pt x="993031" y="100925"/>
                  <a:pt x="990204" y="103881"/>
                  <a:pt x="986555" y="105937"/>
                </a:cubicBezTo>
                <a:cubicBezTo>
                  <a:pt x="982905" y="107993"/>
                  <a:pt x="978871" y="109021"/>
                  <a:pt x="974450" y="109021"/>
                </a:cubicBezTo>
                <a:cubicBezTo>
                  <a:pt x="971006" y="109021"/>
                  <a:pt x="966406" y="107921"/>
                  <a:pt x="960649" y="105722"/>
                </a:cubicBezTo>
                <a:cubicBezTo>
                  <a:pt x="959107" y="105146"/>
                  <a:pt x="958053" y="104857"/>
                  <a:pt x="957488" y="104857"/>
                </a:cubicBezTo>
                <a:cubicBezTo>
                  <a:pt x="955792" y="104857"/>
                  <a:pt x="954378" y="106142"/>
                  <a:pt x="953247" y="108712"/>
                </a:cubicBezTo>
                <a:lnTo>
                  <a:pt x="950703" y="108712"/>
                </a:lnTo>
                <a:lnTo>
                  <a:pt x="949469" y="82806"/>
                </a:lnTo>
                <a:lnTo>
                  <a:pt x="952091" y="82806"/>
                </a:lnTo>
                <a:cubicBezTo>
                  <a:pt x="954404" y="89591"/>
                  <a:pt x="957578" y="94680"/>
                  <a:pt x="961613" y="98072"/>
                </a:cubicBezTo>
                <a:cubicBezTo>
                  <a:pt x="965648" y="101465"/>
                  <a:pt x="969464" y="103161"/>
                  <a:pt x="973062" y="103161"/>
                </a:cubicBezTo>
                <a:cubicBezTo>
                  <a:pt x="975530" y="103161"/>
                  <a:pt x="977547" y="102403"/>
                  <a:pt x="979115" y="100886"/>
                </a:cubicBezTo>
                <a:cubicBezTo>
                  <a:pt x="980682" y="99370"/>
                  <a:pt x="981466" y="97533"/>
                  <a:pt x="981466" y="95374"/>
                </a:cubicBezTo>
                <a:cubicBezTo>
                  <a:pt x="981466" y="92907"/>
                  <a:pt x="980695" y="90773"/>
                  <a:pt x="979153" y="88974"/>
                </a:cubicBezTo>
                <a:cubicBezTo>
                  <a:pt x="977611" y="87175"/>
                  <a:pt x="974167" y="84451"/>
                  <a:pt x="968822" y="80802"/>
                </a:cubicBezTo>
                <a:cubicBezTo>
                  <a:pt x="960957" y="75353"/>
                  <a:pt x="955869" y="71190"/>
                  <a:pt x="953556" y="68311"/>
                </a:cubicBezTo>
                <a:cubicBezTo>
                  <a:pt x="950163" y="64097"/>
                  <a:pt x="948467" y="59445"/>
                  <a:pt x="948467" y="54356"/>
                </a:cubicBezTo>
                <a:cubicBezTo>
                  <a:pt x="948467" y="48805"/>
                  <a:pt x="950382" y="43780"/>
                  <a:pt x="954211" y="39283"/>
                </a:cubicBezTo>
                <a:cubicBezTo>
                  <a:pt x="958040" y="34785"/>
                  <a:pt x="963579" y="32537"/>
                  <a:pt x="970826" y="32537"/>
                </a:cubicBezTo>
                <a:cubicBezTo>
                  <a:pt x="974733" y="32537"/>
                  <a:pt x="978511" y="33524"/>
                  <a:pt x="982160" y="35500"/>
                </a:cubicBezTo>
                <a:cubicBezTo>
                  <a:pt x="983548" y="36300"/>
                  <a:pt x="984679" y="36700"/>
                  <a:pt x="985553" y="36700"/>
                </a:cubicBezTo>
                <a:cubicBezTo>
                  <a:pt x="986478" y="36700"/>
                  <a:pt x="987223" y="36507"/>
                  <a:pt x="987789" y="36122"/>
                </a:cubicBezTo>
                <a:cubicBezTo>
                  <a:pt x="988354" y="35736"/>
                  <a:pt x="989253" y="34644"/>
                  <a:pt x="990487" y="32845"/>
                </a:cubicBezTo>
                <a:lnTo>
                  <a:pt x="993109" y="32845"/>
                </a:lnTo>
                <a:close/>
                <a:moveTo>
                  <a:pt x="1037807" y="8173"/>
                </a:moveTo>
                <a:lnTo>
                  <a:pt x="1037807" y="34695"/>
                </a:lnTo>
                <a:lnTo>
                  <a:pt x="1054924" y="34695"/>
                </a:lnTo>
                <a:lnTo>
                  <a:pt x="1054924" y="42251"/>
                </a:lnTo>
                <a:lnTo>
                  <a:pt x="1037807" y="42251"/>
                </a:lnTo>
                <a:lnTo>
                  <a:pt x="1037807" y="86859"/>
                </a:lnTo>
                <a:cubicBezTo>
                  <a:pt x="1037807" y="91034"/>
                  <a:pt x="1038000" y="93727"/>
                  <a:pt x="1038386" y="94938"/>
                </a:cubicBezTo>
                <a:cubicBezTo>
                  <a:pt x="1038771" y="96149"/>
                  <a:pt x="1039452" y="97129"/>
                  <a:pt x="1040429" y="97877"/>
                </a:cubicBezTo>
                <a:cubicBezTo>
                  <a:pt x="1041405" y="98624"/>
                  <a:pt x="1042305" y="98998"/>
                  <a:pt x="1043127" y="98998"/>
                </a:cubicBezTo>
                <a:cubicBezTo>
                  <a:pt x="1046468" y="98998"/>
                  <a:pt x="1049630" y="96427"/>
                  <a:pt x="1052611" y="91287"/>
                </a:cubicBezTo>
                <a:lnTo>
                  <a:pt x="1054924" y="93001"/>
                </a:lnTo>
                <a:cubicBezTo>
                  <a:pt x="1050760" y="102961"/>
                  <a:pt x="1044001" y="107941"/>
                  <a:pt x="1034646" y="107941"/>
                </a:cubicBezTo>
                <a:cubicBezTo>
                  <a:pt x="1030072" y="107941"/>
                  <a:pt x="1026204" y="106665"/>
                  <a:pt x="1023043" y="104113"/>
                </a:cubicBezTo>
                <a:cubicBezTo>
                  <a:pt x="1019881" y="101559"/>
                  <a:pt x="1017864" y="98708"/>
                  <a:pt x="1016990" y="95562"/>
                </a:cubicBezTo>
                <a:cubicBezTo>
                  <a:pt x="1016476" y="93808"/>
                  <a:pt x="1016219" y="89062"/>
                  <a:pt x="1016219" y="81325"/>
                </a:cubicBezTo>
                <a:lnTo>
                  <a:pt x="1016219" y="42251"/>
                </a:lnTo>
                <a:lnTo>
                  <a:pt x="1006813" y="42251"/>
                </a:lnTo>
                <a:lnTo>
                  <a:pt x="1006813" y="39546"/>
                </a:lnTo>
                <a:cubicBezTo>
                  <a:pt x="1013289" y="34961"/>
                  <a:pt x="1018802" y="30145"/>
                  <a:pt x="1023351" y="25096"/>
                </a:cubicBezTo>
                <a:cubicBezTo>
                  <a:pt x="1027900" y="20048"/>
                  <a:pt x="1031871" y="14407"/>
                  <a:pt x="1035263" y="8173"/>
                </a:cubicBezTo>
                <a:lnTo>
                  <a:pt x="1037807" y="8173"/>
                </a:lnTo>
                <a:close/>
                <a:moveTo>
                  <a:pt x="1133345" y="42251"/>
                </a:moveTo>
                <a:lnTo>
                  <a:pt x="1133345" y="92367"/>
                </a:lnTo>
                <a:cubicBezTo>
                  <a:pt x="1133345" y="97199"/>
                  <a:pt x="1133859" y="100231"/>
                  <a:pt x="1134887" y="101465"/>
                </a:cubicBezTo>
                <a:cubicBezTo>
                  <a:pt x="1136532" y="103367"/>
                  <a:pt x="1139565" y="104240"/>
                  <a:pt x="1143985" y="104086"/>
                </a:cubicBezTo>
                <a:lnTo>
                  <a:pt x="1143985" y="106862"/>
                </a:lnTo>
                <a:lnTo>
                  <a:pt x="1101503" y="106862"/>
                </a:lnTo>
                <a:lnTo>
                  <a:pt x="1101503" y="104086"/>
                </a:lnTo>
                <a:cubicBezTo>
                  <a:pt x="1104741" y="104035"/>
                  <a:pt x="1107041" y="103662"/>
                  <a:pt x="1108403" y="102968"/>
                </a:cubicBezTo>
                <a:cubicBezTo>
                  <a:pt x="1109765" y="102274"/>
                  <a:pt x="1110703" y="101311"/>
                  <a:pt x="1111217" y="100077"/>
                </a:cubicBezTo>
                <a:cubicBezTo>
                  <a:pt x="1111731" y="98843"/>
                  <a:pt x="1111988" y="96273"/>
                  <a:pt x="1111988" y="92367"/>
                </a:cubicBezTo>
                <a:lnTo>
                  <a:pt x="1111988" y="42251"/>
                </a:lnTo>
                <a:lnTo>
                  <a:pt x="1101503" y="42251"/>
                </a:lnTo>
                <a:lnTo>
                  <a:pt x="1101503" y="34695"/>
                </a:lnTo>
                <a:lnTo>
                  <a:pt x="1111988" y="34695"/>
                </a:lnTo>
                <a:lnTo>
                  <a:pt x="1111988" y="29400"/>
                </a:lnTo>
                <a:lnTo>
                  <a:pt x="1111911" y="25790"/>
                </a:lnTo>
                <a:cubicBezTo>
                  <a:pt x="1111911" y="18422"/>
                  <a:pt x="1114623" y="12282"/>
                  <a:pt x="1120045" y="7370"/>
                </a:cubicBezTo>
                <a:cubicBezTo>
                  <a:pt x="1125468" y="2457"/>
                  <a:pt x="1132805" y="0"/>
                  <a:pt x="1142058" y="0"/>
                </a:cubicBezTo>
                <a:cubicBezTo>
                  <a:pt x="1148380" y="0"/>
                  <a:pt x="1153070" y="1187"/>
                  <a:pt x="1156129" y="3561"/>
                </a:cubicBezTo>
                <a:cubicBezTo>
                  <a:pt x="1159187" y="5934"/>
                  <a:pt x="1160716" y="8565"/>
                  <a:pt x="1160716" y="11454"/>
                </a:cubicBezTo>
                <a:cubicBezTo>
                  <a:pt x="1160716" y="13777"/>
                  <a:pt x="1159765" y="15790"/>
                  <a:pt x="1157863" y="17492"/>
                </a:cubicBezTo>
                <a:cubicBezTo>
                  <a:pt x="1155961" y="19195"/>
                  <a:pt x="1153443" y="20046"/>
                  <a:pt x="1150307" y="20046"/>
                </a:cubicBezTo>
                <a:cubicBezTo>
                  <a:pt x="1147635" y="20046"/>
                  <a:pt x="1145514" y="19352"/>
                  <a:pt x="1143947" y="17964"/>
                </a:cubicBezTo>
                <a:cubicBezTo>
                  <a:pt x="1142379" y="16577"/>
                  <a:pt x="1141595" y="15035"/>
                  <a:pt x="1141595" y="13338"/>
                </a:cubicBezTo>
                <a:cubicBezTo>
                  <a:pt x="1141595" y="12876"/>
                  <a:pt x="1141749" y="11925"/>
                  <a:pt x="1142058" y="10486"/>
                </a:cubicBezTo>
                <a:cubicBezTo>
                  <a:pt x="1142263" y="9612"/>
                  <a:pt x="1142366" y="8789"/>
                  <a:pt x="1142366" y="8018"/>
                </a:cubicBezTo>
                <a:cubicBezTo>
                  <a:pt x="1142366" y="6939"/>
                  <a:pt x="1142058" y="6142"/>
                  <a:pt x="1141441" y="5628"/>
                </a:cubicBezTo>
                <a:cubicBezTo>
                  <a:pt x="1140618" y="4857"/>
                  <a:pt x="1139616" y="4472"/>
                  <a:pt x="1138434" y="4472"/>
                </a:cubicBezTo>
                <a:cubicBezTo>
                  <a:pt x="1136943" y="4472"/>
                  <a:pt x="1135697" y="5084"/>
                  <a:pt x="1134694" y="6308"/>
                </a:cubicBezTo>
                <a:cubicBezTo>
                  <a:pt x="1133692" y="7532"/>
                  <a:pt x="1133191" y="9495"/>
                  <a:pt x="1133191" y="12199"/>
                </a:cubicBezTo>
                <a:lnTo>
                  <a:pt x="1133345" y="25590"/>
                </a:lnTo>
                <a:lnTo>
                  <a:pt x="1133345" y="34695"/>
                </a:lnTo>
                <a:lnTo>
                  <a:pt x="1143985" y="34695"/>
                </a:lnTo>
                <a:lnTo>
                  <a:pt x="1143985" y="42251"/>
                </a:lnTo>
                <a:lnTo>
                  <a:pt x="1133345" y="4225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���">
            <a:extLst xmlns:a="http://schemas.openxmlformats.org/drawingml/2006/main">
              <a:ext uri="{FF2B5EF4-FFF2-40B4-BE49-F238E27FC236}">
                <a16:creationId xmlns:a16="http://schemas.microsoft.com/office/drawing/2014/main" id="{E64A8C14-7010-4B5A-809E-78936AB9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98" y="1180021"/>
            <a:ext cx="151413" cy="109021"/>
          </a:xfrm>
          <a:custGeom xmlns:a="http://schemas.openxmlformats.org/drawingml/2006/main">
            <a:pathLst>
              <a:path w="151413" h="109021">
                <a:moveTo>
                  <a:pt x="19429" y="0"/>
                </a:moveTo>
                <a:cubicBezTo>
                  <a:pt x="22770" y="0"/>
                  <a:pt x="25597" y="1173"/>
                  <a:pt x="27911" y="3520"/>
                </a:cubicBezTo>
                <a:cubicBezTo>
                  <a:pt x="30224" y="5865"/>
                  <a:pt x="31380" y="8688"/>
                  <a:pt x="31380" y="11989"/>
                </a:cubicBezTo>
                <a:cubicBezTo>
                  <a:pt x="31380" y="15290"/>
                  <a:pt x="30211" y="18101"/>
                  <a:pt x="27872" y="20422"/>
                </a:cubicBezTo>
                <a:cubicBezTo>
                  <a:pt x="25533" y="22742"/>
                  <a:pt x="22719" y="23901"/>
                  <a:pt x="19429" y="23901"/>
                </a:cubicBezTo>
                <a:cubicBezTo>
                  <a:pt x="16140" y="23901"/>
                  <a:pt x="13338" y="22742"/>
                  <a:pt x="11025" y="20422"/>
                </a:cubicBezTo>
                <a:cubicBezTo>
                  <a:pt x="8712" y="18101"/>
                  <a:pt x="7556" y="15290"/>
                  <a:pt x="7556" y="11989"/>
                </a:cubicBezTo>
                <a:cubicBezTo>
                  <a:pt x="7556" y="8688"/>
                  <a:pt x="8712" y="5865"/>
                  <a:pt x="11025" y="3520"/>
                </a:cubicBezTo>
                <a:cubicBezTo>
                  <a:pt x="13338" y="1173"/>
                  <a:pt x="16140" y="0"/>
                  <a:pt x="19429" y="0"/>
                </a:cubicBezTo>
                <a:moveTo>
                  <a:pt x="30224" y="34695"/>
                </a:moveTo>
                <a:lnTo>
                  <a:pt x="30224" y="91904"/>
                </a:lnTo>
                <a:cubicBezTo>
                  <a:pt x="30224" y="96993"/>
                  <a:pt x="30815" y="100244"/>
                  <a:pt x="31997" y="101658"/>
                </a:cubicBezTo>
                <a:cubicBezTo>
                  <a:pt x="33179" y="103071"/>
                  <a:pt x="35492" y="103881"/>
                  <a:pt x="38936" y="104086"/>
                </a:cubicBezTo>
                <a:lnTo>
                  <a:pt x="38936" y="106862"/>
                </a:lnTo>
                <a:lnTo>
                  <a:pt x="0" y="106862"/>
                </a:lnTo>
                <a:lnTo>
                  <a:pt x="0" y="104086"/>
                </a:lnTo>
                <a:cubicBezTo>
                  <a:pt x="3187" y="103983"/>
                  <a:pt x="5551" y="103058"/>
                  <a:pt x="7093" y="101311"/>
                </a:cubicBezTo>
                <a:cubicBezTo>
                  <a:pt x="8121" y="100128"/>
                  <a:pt x="8635" y="96993"/>
                  <a:pt x="8635" y="91904"/>
                </a:cubicBezTo>
                <a:lnTo>
                  <a:pt x="8635" y="49807"/>
                </a:lnTo>
                <a:cubicBezTo>
                  <a:pt x="8635" y="44654"/>
                  <a:pt x="8044" y="41362"/>
                  <a:pt x="6862" y="39931"/>
                </a:cubicBezTo>
                <a:cubicBezTo>
                  <a:pt x="5680" y="38500"/>
                  <a:pt x="3392" y="37680"/>
                  <a:pt x="0" y="37471"/>
                </a:cubicBezTo>
                <a:lnTo>
                  <a:pt x="0" y="34695"/>
                </a:lnTo>
                <a:lnTo>
                  <a:pt x="30224" y="34695"/>
                </a:lnTo>
                <a:close/>
                <a:moveTo>
                  <a:pt x="74434" y="2313"/>
                </a:moveTo>
                <a:lnTo>
                  <a:pt x="74434" y="91904"/>
                </a:lnTo>
                <a:cubicBezTo>
                  <a:pt x="74434" y="96993"/>
                  <a:pt x="75025" y="100244"/>
                  <a:pt x="76208" y="101658"/>
                </a:cubicBezTo>
                <a:cubicBezTo>
                  <a:pt x="77390" y="103071"/>
                  <a:pt x="79703" y="103881"/>
                  <a:pt x="83147" y="104086"/>
                </a:cubicBezTo>
                <a:lnTo>
                  <a:pt x="83147" y="106862"/>
                </a:lnTo>
                <a:lnTo>
                  <a:pt x="44211" y="106862"/>
                </a:lnTo>
                <a:lnTo>
                  <a:pt x="44211" y="104086"/>
                </a:lnTo>
                <a:cubicBezTo>
                  <a:pt x="47398" y="103983"/>
                  <a:pt x="49762" y="103058"/>
                  <a:pt x="51304" y="101311"/>
                </a:cubicBezTo>
                <a:cubicBezTo>
                  <a:pt x="52332" y="100128"/>
                  <a:pt x="52846" y="96993"/>
                  <a:pt x="52846" y="91904"/>
                </a:cubicBezTo>
                <a:lnTo>
                  <a:pt x="52846" y="17271"/>
                </a:lnTo>
                <a:cubicBezTo>
                  <a:pt x="52846" y="12201"/>
                  <a:pt x="52255" y="8956"/>
                  <a:pt x="51073" y="7534"/>
                </a:cubicBezTo>
                <a:cubicBezTo>
                  <a:pt x="49890" y="6111"/>
                  <a:pt x="47603" y="5296"/>
                  <a:pt x="44211" y="5089"/>
                </a:cubicBezTo>
                <a:lnTo>
                  <a:pt x="44211" y="2313"/>
                </a:lnTo>
                <a:lnTo>
                  <a:pt x="74434" y="2313"/>
                </a:lnTo>
                <a:close/>
                <a:moveTo>
                  <a:pt x="151413" y="68157"/>
                </a:moveTo>
                <a:lnTo>
                  <a:pt x="111860" y="68157"/>
                </a:lnTo>
                <a:cubicBezTo>
                  <a:pt x="112323" y="77743"/>
                  <a:pt x="114867" y="85319"/>
                  <a:pt x="119493" y="90885"/>
                </a:cubicBezTo>
                <a:cubicBezTo>
                  <a:pt x="123040" y="95163"/>
                  <a:pt x="127306" y="97301"/>
                  <a:pt x="132292" y="97301"/>
                </a:cubicBezTo>
                <a:cubicBezTo>
                  <a:pt x="135376" y="97301"/>
                  <a:pt x="138177" y="96440"/>
                  <a:pt x="140696" y="94718"/>
                </a:cubicBezTo>
                <a:cubicBezTo>
                  <a:pt x="143215" y="92997"/>
                  <a:pt x="145913" y="89900"/>
                  <a:pt x="148792" y="85428"/>
                </a:cubicBezTo>
                <a:lnTo>
                  <a:pt x="151413" y="87124"/>
                </a:lnTo>
                <a:cubicBezTo>
                  <a:pt x="147507" y="95091"/>
                  <a:pt x="143189" y="100732"/>
                  <a:pt x="138460" y="104048"/>
                </a:cubicBezTo>
                <a:cubicBezTo>
                  <a:pt x="133731" y="107363"/>
                  <a:pt x="128257" y="109021"/>
                  <a:pt x="122038" y="109021"/>
                </a:cubicBezTo>
                <a:cubicBezTo>
                  <a:pt x="111346" y="109021"/>
                  <a:pt x="103251" y="104905"/>
                  <a:pt x="97751" y="96672"/>
                </a:cubicBezTo>
                <a:cubicBezTo>
                  <a:pt x="93330" y="90035"/>
                  <a:pt x="91120" y="81803"/>
                  <a:pt x="91120" y="71976"/>
                </a:cubicBezTo>
                <a:cubicBezTo>
                  <a:pt x="91120" y="59935"/>
                  <a:pt x="94371" y="50352"/>
                  <a:pt x="100873" y="43227"/>
                </a:cubicBezTo>
                <a:cubicBezTo>
                  <a:pt x="107376" y="36100"/>
                  <a:pt x="114996" y="32537"/>
                  <a:pt x="123734" y="32537"/>
                </a:cubicBezTo>
                <a:cubicBezTo>
                  <a:pt x="131033" y="32537"/>
                  <a:pt x="137368" y="35531"/>
                  <a:pt x="142739" y="41519"/>
                </a:cubicBezTo>
                <a:cubicBezTo>
                  <a:pt x="148111" y="47507"/>
                  <a:pt x="151002" y="56386"/>
                  <a:pt x="151413" y="68157"/>
                </a:cubicBezTo>
                <a:moveTo>
                  <a:pt x="132446" y="63069"/>
                </a:moveTo>
                <a:cubicBezTo>
                  <a:pt x="132446" y="54793"/>
                  <a:pt x="131996" y="49113"/>
                  <a:pt x="131097" y="46029"/>
                </a:cubicBezTo>
                <a:cubicBezTo>
                  <a:pt x="130197" y="42945"/>
                  <a:pt x="128797" y="40606"/>
                  <a:pt x="126895" y="39013"/>
                </a:cubicBezTo>
                <a:cubicBezTo>
                  <a:pt x="125816" y="38088"/>
                  <a:pt x="124376" y="37625"/>
                  <a:pt x="122577" y="37625"/>
                </a:cubicBezTo>
                <a:cubicBezTo>
                  <a:pt x="119904" y="37625"/>
                  <a:pt x="117720" y="38936"/>
                  <a:pt x="116024" y="41557"/>
                </a:cubicBezTo>
                <a:cubicBezTo>
                  <a:pt x="112991" y="46132"/>
                  <a:pt x="111475" y="52403"/>
                  <a:pt x="111475" y="60370"/>
                </a:cubicBezTo>
                <a:lnTo>
                  <a:pt x="111475" y="63069"/>
                </a:lnTo>
                <a:lnTo>
                  <a:pt x="132446" y="6306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949D9E-D487-41A7-914B-87145533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655" y="510864"/>
            <a:ext cx="1650521" cy="88840"/>
          </a:xfrm>
          <a:custGeom xmlns:a="http://schemas.openxmlformats.org/drawingml/2006/main">
            <a:pathLst>
              <a:path w="1650521" h="88840">
                <a:moveTo>
                  <a:pt x="0" y="29604"/>
                </a:moveTo>
                <a:lnTo>
                  <a:pt x="0" y="59236"/>
                </a:lnTo>
                <a:lnTo>
                  <a:pt x="1561709" y="59236"/>
                </a:lnTo>
                <a:lnTo>
                  <a:pt x="1561709" y="88840"/>
                </a:lnTo>
                <a:lnTo>
                  <a:pt x="1650521" y="44406"/>
                </a:lnTo>
                <a:lnTo>
                  <a:pt x="1561709" y="0"/>
                </a:lnTo>
                <a:lnTo>
                  <a:pt x="1561709" y="29632"/>
                </a:lnTo>
                <a:lnTo>
                  <a:pt x="0" y="2960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����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6C10CABA-BDC6-4F00-AC1D-1B90A6F5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938" y="341555"/>
            <a:ext cx="1507306" cy="140632"/>
          </a:xfrm>
          <a:custGeom xmlns:a="http://schemas.openxmlformats.org/drawingml/2006/main">
            <a:pathLst>
              <a:path w="1507306" h="140632">
                <a:moveTo>
                  <a:pt x="99152" y="0"/>
                </a:moveTo>
                <a:lnTo>
                  <a:pt x="99152" y="36237"/>
                </a:lnTo>
                <a:lnTo>
                  <a:pt x="96145" y="36237"/>
                </a:lnTo>
                <a:cubicBezTo>
                  <a:pt x="93883" y="26730"/>
                  <a:pt x="89668" y="19445"/>
                  <a:pt x="83500" y="14382"/>
                </a:cubicBezTo>
                <a:cubicBezTo>
                  <a:pt x="77332" y="9317"/>
                  <a:pt x="70342" y="6785"/>
                  <a:pt x="62529" y="6785"/>
                </a:cubicBezTo>
                <a:cubicBezTo>
                  <a:pt x="56001" y="6785"/>
                  <a:pt x="50013" y="8661"/>
                  <a:pt x="44564" y="12413"/>
                </a:cubicBezTo>
                <a:cubicBezTo>
                  <a:pt x="39116" y="16165"/>
                  <a:pt x="35132" y="21074"/>
                  <a:pt x="32614" y="27140"/>
                </a:cubicBezTo>
                <a:cubicBezTo>
                  <a:pt x="29375" y="34901"/>
                  <a:pt x="27756" y="43536"/>
                  <a:pt x="27756" y="53045"/>
                </a:cubicBezTo>
                <a:cubicBezTo>
                  <a:pt x="27756" y="62400"/>
                  <a:pt x="28939" y="70920"/>
                  <a:pt x="31303" y="78604"/>
                </a:cubicBezTo>
                <a:cubicBezTo>
                  <a:pt x="33667" y="86289"/>
                  <a:pt x="37368" y="92097"/>
                  <a:pt x="42405" y="96029"/>
                </a:cubicBezTo>
                <a:cubicBezTo>
                  <a:pt x="47443" y="99961"/>
                  <a:pt x="53971" y="101927"/>
                  <a:pt x="61989" y="101927"/>
                </a:cubicBezTo>
                <a:cubicBezTo>
                  <a:pt x="68568" y="101927"/>
                  <a:pt x="74595" y="100488"/>
                  <a:pt x="80069" y="97610"/>
                </a:cubicBezTo>
                <a:cubicBezTo>
                  <a:pt x="85543" y="94731"/>
                  <a:pt x="91313" y="89771"/>
                  <a:pt x="97378" y="82729"/>
                </a:cubicBezTo>
                <a:lnTo>
                  <a:pt x="97378" y="91750"/>
                </a:lnTo>
                <a:cubicBezTo>
                  <a:pt x="91519" y="97867"/>
                  <a:pt x="85415" y="102300"/>
                  <a:pt x="79067" y="105050"/>
                </a:cubicBezTo>
                <a:cubicBezTo>
                  <a:pt x="72719" y="107800"/>
                  <a:pt x="65304" y="109175"/>
                  <a:pt x="56823" y="109175"/>
                </a:cubicBezTo>
                <a:cubicBezTo>
                  <a:pt x="45669" y="109175"/>
                  <a:pt x="35762" y="106942"/>
                  <a:pt x="27101" y="102477"/>
                </a:cubicBezTo>
                <a:cubicBezTo>
                  <a:pt x="18440" y="98011"/>
                  <a:pt x="11758" y="91596"/>
                  <a:pt x="7055" y="83230"/>
                </a:cubicBezTo>
                <a:cubicBezTo>
                  <a:pt x="2352" y="74863"/>
                  <a:pt x="0" y="65957"/>
                  <a:pt x="0" y="56513"/>
                </a:cubicBezTo>
                <a:cubicBezTo>
                  <a:pt x="0" y="46555"/>
                  <a:pt x="2609" y="37111"/>
                  <a:pt x="7826" y="28180"/>
                </a:cubicBezTo>
                <a:cubicBezTo>
                  <a:pt x="13043" y="19248"/>
                  <a:pt x="20085" y="12318"/>
                  <a:pt x="28951" y="7392"/>
                </a:cubicBezTo>
                <a:cubicBezTo>
                  <a:pt x="37818" y="2464"/>
                  <a:pt x="47237" y="0"/>
                  <a:pt x="57209" y="0"/>
                </a:cubicBezTo>
                <a:cubicBezTo>
                  <a:pt x="64559" y="0"/>
                  <a:pt x="72321" y="1593"/>
                  <a:pt x="80493" y="4780"/>
                </a:cubicBezTo>
                <a:cubicBezTo>
                  <a:pt x="85222" y="6631"/>
                  <a:pt x="88229" y="7556"/>
                  <a:pt x="89514" y="7556"/>
                </a:cubicBezTo>
                <a:cubicBezTo>
                  <a:pt x="91159" y="7556"/>
                  <a:pt x="92585" y="6952"/>
                  <a:pt x="93793" y="5744"/>
                </a:cubicBezTo>
                <a:cubicBezTo>
                  <a:pt x="95001" y="4536"/>
                  <a:pt x="95785" y="2621"/>
                  <a:pt x="96145" y="0"/>
                </a:cubicBezTo>
                <a:lnTo>
                  <a:pt x="99152" y="0"/>
                </a:lnTo>
                <a:close/>
                <a:moveTo>
                  <a:pt x="147082" y="32537"/>
                </a:moveTo>
                <a:cubicBezTo>
                  <a:pt x="153353" y="32537"/>
                  <a:pt x="159187" y="34157"/>
                  <a:pt x="164584" y="37399"/>
                </a:cubicBezTo>
                <a:cubicBezTo>
                  <a:pt x="169981" y="40640"/>
                  <a:pt x="174080" y="45245"/>
                  <a:pt x="176881" y="51214"/>
                </a:cubicBezTo>
                <a:cubicBezTo>
                  <a:pt x="179682" y="57183"/>
                  <a:pt x="181083" y="63717"/>
                  <a:pt x="181083" y="70817"/>
                </a:cubicBezTo>
                <a:cubicBezTo>
                  <a:pt x="181083" y="81056"/>
                  <a:pt x="178487" y="89623"/>
                  <a:pt x="173296" y="96518"/>
                </a:cubicBezTo>
                <a:cubicBezTo>
                  <a:pt x="167025" y="104853"/>
                  <a:pt x="158364" y="109021"/>
                  <a:pt x="147313" y="109021"/>
                </a:cubicBezTo>
                <a:cubicBezTo>
                  <a:pt x="136467" y="109021"/>
                  <a:pt x="128115" y="105213"/>
                  <a:pt x="122255" y="97598"/>
                </a:cubicBezTo>
                <a:cubicBezTo>
                  <a:pt x="116396" y="89982"/>
                  <a:pt x="113466" y="81158"/>
                  <a:pt x="113466" y="71126"/>
                </a:cubicBezTo>
                <a:cubicBezTo>
                  <a:pt x="113466" y="60784"/>
                  <a:pt x="116460" y="51768"/>
                  <a:pt x="122448" y="44075"/>
                </a:cubicBezTo>
                <a:cubicBezTo>
                  <a:pt x="128436" y="36383"/>
                  <a:pt x="136647" y="32537"/>
                  <a:pt x="147082" y="32537"/>
                </a:cubicBezTo>
                <a:moveTo>
                  <a:pt x="147390" y="37934"/>
                </a:moveTo>
                <a:cubicBezTo>
                  <a:pt x="144769" y="37934"/>
                  <a:pt x="142520" y="38925"/>
                  <a:pt x="140644" y="40907"/>
                </a:cubicBezTo>
                <a:cubicBezTo>
                  <a:pt x="138768" y="42887"/>
                  <a:pt x="137534" y="46798"/>
                  <a:pt x="136943" y="52638"/>
                </a:cubicBezTo>
                <a:cubicBezTo>
                  <a:pt x="136352" y="58479"/>
                  <a:pt x="136056" y="66597"/>
                  <a:pt x="136056" y="76992"/>
                </a:cubicBezTo>
                <a:cubicBezTo>
                  <a:pt x="136056" y="82499"/>
                  <a:pt x="136416" y="87645"/>
                  <a:pt x="137136" y="92432"/>
                </a:cubicBezTo>
                <a:cubicBezTo>
                  <a:pt x="137701" y="96085"/>
                  <a:pt x="138909" y="98863"/>
                  <a:pt x="140759" y="100768"/>
                </a:cubicBezTo>
                <a:cubicBezTo>
                  <a:pt x="142610" y="102672"/>
                  <a:pt x="144717" y="103624"/>
                  <a:pt x="147082" y="103624"/>
                </a:cubicBezTo>
                <a:cubicBezTo>
                  <a:pt x="149395" y="103624"/>
                  <a:pt x="151322" y="102980"/>
                  <a:pt x="152864" y="101694"/>
                </a:cubicBezTo>
                <a:cubicBezTo>
                  <a:pt x="154869" y="99944"/>
                  <a:pt x="156205" y="97500"/>
                  <a:pt x="156873" y="94359"/>
                </a:cubicBezTo>
                <a:cubicBezTo>
                  <a:pt x="157901" y="89472"/>
                  <a:pt x="158415" y="79591"/>
                  <a:pt x="158415" y="64719"/>
                </a:cubicBezTo>
                <a:cubicBezTo>
                  <a:pt x="158415" y="55971"/>
                  <a:pt x="157927" y="49964"/>
                  <a:pt x="156951" y="46697"/>
                </a:cubicBezTo>
                <a:cubicBezTo>
                  <a:pt x="155974" y="43428"/>
                  <a:pt x="154535" y="41047"/>
                  <a:pt x="152633" y="39555"/>
                </a:cubicBezTo>
                <a:cubicBezTo>
                  <a:pt x="151297" y="38474"/>
                  <a:pt x="149549" y="37934"/>
                  <a:pt x="147390" y="37934"/>
                </a:cubicBezTo>
                <a:close/>
                <a:moveTo>
                  <a:pt x="221484" y="34695"/>
                </a:moveTo>
                <a:lnTo>
                  <a:pt x="221484" y="44102"/>
                </a:lnTo>
                <a:cubicBezTo>
                  <a:pt x="225185" y="40065"/>
                  <a:pt x="228732" y="37129"/>
                  <a:pt x="232124" y="35293"/>
                </a:cubicBezTo>
                <a:cubicBezTo>
                  <a:pt x="235517" y="33455"/>
                  <a:pt x="239166" y="32537"/>
                  <a:pt x="243073" y="32537"/>
                </a:cubicBezTo>
                <a:cubicBezTo>
                  <a:pt x="247750" y="32537"/>
                  <a:pt x="251631" y="33836"/>
                  <a:pt x="254715" y="36435"/>
                </a:cubicBezTo>
                <a:cubicBezTo>
                  <a:pt x="257799" y="39034"/>
                  <a:pt x="259855" y="42263"/>
                  <a:pt x="260883" y="46123"/>
                </a:cubicBezTo>
                <a:cubicBezTo>
                  <a:pt x="261705" y="49058"/>
                  <a:pt x="262116" y="54694"/>
                  <a:pt x="262116" y="63032"/>
                </a:cubicBezTo>
                <a:lnTo>
                  <a:pt x="262116" y="91133"/>
                </a:lnTo>
                <a:cubicBezTo>
                  <a:pt x="262116" y="96684"/>
                  <a:pt x="262618" y="100141"/>
                  <a:pt x="263620" y="101503"/>
                </a:cubicBezTo>
                <a:cubicBezTo>
                  <a:pt x="264622" y="102865"/>
                  <a:pt x="266717" y="103726"/>
                  <a:pt x="269904" y="104086"/>
                </a:cubicBezTo>
                <a:lnTo>
                  <a:pt x="269904" y="106862"/>
                </a:lnTo>
                <a:lnTo>
                  <a:pt x="233435" y="106862"/>
                </a:lnTo>
                <a:lnTo>
                  <a:pt x="233435" y="104086"/>
                </a:lnTo>
                <a:cubicBezTo>
                  <a:pt x="236159" y="103726"/>
                  <a:pt x="238112" y="102596"/>
                  <a:pt x="239295" y="100694"/>
                </a:cubicBezTo>
                <a:cubicBezTo>
                  <a:pt x="240117" y="99409"/>
                  <a:pt x="240528" y="96222"/>
                  <a:pt x="240528" y="91133"/>
                </a:cubicBezTo>
                <a:lnTo>
                  <a:pt x="240528" y="59059"/>
                </a:lnTo>
                <a:cubicBezTo>
                  <a:pt x="240528" y="53148"/>
                  <a:pt x="240297" y="49422"/>
                  <a:pt x="239834" y="47880"/>
                </a:cubicBezTo>
                <a:cubicBezTo>
                  <a:pt x="239372" y="46338"/>
                  <a:pt x="238588" y="45143"/>
                  <a:pt x="237483" y="44294"/>
                </a:cubicBezTo>
                <a:cubicBezTo>
                  <a:pt x="236378" y="43446"/>
                  <a:pt x="235157" y="43022"/>
                  <a:pt x="233820" y="43022"/>
                </a:cubicBezTo>
                <a:cubicBezTo>
                  <a:pt x="229400" y="43022"/>
                  <a:pt x="225288" y="46209"/>
                  <a:pt x="221484" y="52583"/>
                </a:cubicBezTo>
                <a:lnTo>
                  <a:pt x="221484" y="91133"/>
                </a:lnTo>
                <a:cubicBezTo>
                  <a:pt x="221484" y="96530"/>
                  <a:pt x="221985" y="99948"/>
                  <a:pt x="222988" y="101388"/>
                </a:cubicBezTo>
                <a:cubicBezTo>
                  <a:pt x="223990" y="102827"/>
                  <a:pt x="225853" y="103726"/>
                  <a:pt x="228578" y="104086"/>
                </a:cubicBezTo>
                <a:lnTo>
                  <a:pt x="228578" y="106862"/>
                </a:lnTo>
                <a:lnTo>
                  <a:pt x="192109" y="106862"/>
                </a:lnTo>
                <a:lnTo>
                  <a:pt x="192109" y="104086"/>
                </a:lnTo>
                <a:cubicBezTo>
                  <a:pt x="195141" y="103778"/>
                  <a:pt x="197300" y="102801"/>
                  <a:pt x="198585" y="101156"/>
                </a:cubicBezTo>
                <a:cubicBezTo>
                  <a:pt x="199459" y="100026"/>
                  <a:pt x="199896" y="96684"/>
                  <a:pt x="199896" y="91133"/>
                </a:cubicBezTo>
                <a:lnTo>
                  <a:pt x="199896" y="50424"/>
                </a:lnTo>
                <a:cubicBezTo>
                  <a:pt x="199896" y="44910"/>
                  <a:pt x="199395" y="41476"/>
                  <a:pt x="198393" y="40124"/>
                </a:cubicBezTo>
                <a:cubicBezTo>
                  <a:pt x="197390" y="38771"/>
                  <a:pt x="195296" y="37887"/>
                  <a:pt x="192109" y="37471"/>
                </a:cubicBezTo>
                <a:lnTo>
                  <a:pt x="192109" y="34695"/>
                </a:lnTo>
                <a:lnTo>
                  <a:pt x="221484" y="34695"/>
                </a:lnTo>
                <a:close/>
                <a:moveTo>
                  <a:pt x="325392" y="32845"/>
                </a:moveTo>
                <a:lnTo>
                  <a:pt x="326549" y="57517"/>
                </a:lnTo>
                <a:lnTo>
                  <a:pt x="323927" y="57517"/>
                </a:lnTo>
                <a:cubicBezTo>
                  <a:pt x="320792" y="50159"/>
                  <a:pt x="317541" y="45133"/>
                  <a:pt x="314174" y="42439"/>
                </a:cubicBezTo>
                <a:cubicBezTo>
                  <a:pt x="310807" y="39744"/>
                  <a:pt x="307453" y="38396"/>
                  <a:pt x="304112" y="38396"/>
                </a:cubicBezTo>
                <a:cubicBezTo>
                  <a:pt x="302005" y="38396"/>
                  <a:pt x="300206" y="39103"/>
                  <a:pt x="298715" y="40517"/>
                </a:cubicBezTo>
                <a:cubicBezTo>
                  <a:pt x="297225" y="41930"/>
                  <a:pt x="296479" y="43562"/>
                  <a:pt x="296479" y="45412"/>
                </a:cubicBezTo>
                <a:cubicBezTo>
                  <a:pt x="296479" y="46800"/>
                  <a:pt x="296993" y="48137"/>
                  <a:pt x="298021" y="49422"/>
                </a:cubicBezTo>
                <a:cubicBezTo>
                  <a:pt x="299666" y="51529"/>
                  <a:pt x="304267" y="55140"/>
                  <a:pt x="311822" y="60254"/>
                </a:cubicBezTo>
                <a:cubicBezTo>
                  <a:pt x="319378" y="65369"/>
                  <a:pt x="324351" y="69712"/>
                  <a:pt x="326741" y="73284"/>
                </a:cubicBezTo>
                <a:cubicBezTo>
                  <a:pt x="329132" y="76857"/>
                  <a:pt x="330327" y="80853"/>
                  <a:pt x="330327" y="85274"/>
                </a:cubicBezTo>
                <a:cubicBezTo>
                  <a:pt x="330327" y="89283"/>
                  <a:pt x="329324" y="93215"/>
                  <a:pt x="327320" y="97070"/>
                </a:cubicBezTo>
                <a:cubicBezTo>
                  <a:pt x="325315" y="100925"/>
                  <a:pt x="322488" y="103881"/>
                  <a:pt x="318839" y="105937"/>
                </a:cubicBezTo>
                <a:cubicBezTo>
                  <a:pt x="315189" y="107993"/>
                  <a:pt x="311154" y="109021"/>
                  <a:pt x="306734" y="109021"/>
                </a:cubicBezTo>
                <a:cubicBezTo>
                  <a:pt x="303290" y="109021"/>
                  <a:pt x="298690" y="107921"/>
                  <a:pt x="292933" y="105722"/>
                </a:cubicBezTo>
                <a:cubicBezTo>
                  <a:pt x="291391" y="105146"/>
                  <a:pt x="290337" y="104857"/>
                  <a:pt x="289772" y="104857"/>
                </a:cubicBezTo>
                <a:cubicBezTo>
                  <a:pt x="288075" y="104857"/>
                  <a:pt x="286662" y="106142"/>
                  <a:pt x="285531" y="108712"/>
                </a:cubicBezTo>
                <a:lnTo>
                  <a:pt x="282987" y="108712"/>
                </a:lnTo>
                <a:lnTo>
                  <a:pt x="281753" y="82806"/>
                </a:lnTo>
                <a:lnTo>
                  <a:pt x="284375" y="82806"/>
                </a:lnTo>
                <a:cubicBezTo>
                  <a:pt x="286688" y="89591"/>
                  <a:pt x="289862" y="94680"/>
                  <a:pt x="293897" y="98072"/>
                </a:cubicBezTo>
                <a:cubicBezTo>
                  <a:pt x="297931" y="101465"/>
                  <a:pt x="301748" y="103161"/>
                  <a:pt x="305346" y="103161"/>
                </a:cubicBezTo>
                <a:cubicBezTo>
                  <a:pt x="307813" y="103161"/>
                  <a:pt x="309831" y="102403"/>
                  <a:pt x="311398" y="100886"/>
                </a:cubicBezTo>
                <a:cubicBezTo>
                  <a:pt x="312966" y="99370"/>
                  <a:pt x="313750" y="97533"/>
                  <a:pt x="313750" y="95374"/>
                </a:cubicBezTo>
                <a:cubicBezTo>
                  <a:pt x="313750" y="92907"/>
                  <a:pt x="312979" y="90773"/>
                  <a:pt x="311437" y="88974"/>
                </a:cubicBezTo>
                <a:cubicBezTo>
                  <a:pt x="309895" y="87175"/>
                  <a:pt x="306451" y="84451"/>
                  <a:pt x="301105" y="80802"/>
                </a:cubicBezTo>
                <a:cubicBezTo>
                  <a:pt x="293241" y="75353"/>
                  <a:pt x="288152" y="71190"/>
                  <a:pt x="285839" y="68311"/>
                </a:cubicBezTo>
                <a:cubicBezTo>
                  <a:pt x="282447" y="64097"/>
                  <a:pt x="280751" y="59445"/>
                  <a:pt x="280751" y="54356"/>
                </a:cubicBezTo>
                <a:cubicBezTo>
                  <a:pt x="280751" y="48805"/>
                  <a:pt x="282665" y="43780"/>
                  <a:pt x="286495" y="39283"/>
                </a:cubicBezTo>
                <a:cubicBezTo>
                  <a:pt x="290324" y="34785"/>
                  <a:pt x="295863" y="32537"/>
                  <a:pt x="303110" y="32537"/>
                </a:cubicBezTo>
                <a:cubicBezTo>
                  <a:pt x="307017" y="32537"/>
                  <a:pt x="310794" y="33524"/>
                  <a:pt x="314444" y="35500"/>
                </a:cubicBezTo>
                <a:cubicBezTo>
                  <a:pt x="315832" y="36300"/>
                  <a:pt x="316963" y="36700"/>
                  <a:pt x="317836" y="36700"/>
                </a:cubicBezTo>
                <a:cubicBezTo>
                  <a:pt x="318762" y="36700"/>
                  <a:pt x="319507" y="36507"/>
                  <a:pt x="320072" y="36122"/>
                </a:cubicBezTo>
                <a:cubicBezTo>
                  <a:pt x="320638" y="35736"/>
                  <a:pt x="321537" y="34644"/>
                  <a:pt x="322771" y="32845"/>
                </a:cubicBezTo>
                <a:lnTo>
                  <a:pt x="325392" y="32845"/>
                </a:lnTo>
                <a:close/>
                <a:moveTo>
                  <a:pt x="369854" y="8173"/>
                </a:moveTo>
                <a:lnTo>
                  <a:pt x="369854" y="34695"/>
                </a:lnTo>
                <a:lnTo>
                  <a:pt x="386971" y="34695"/>
                </a:lnTo>
                <a:lnTo>
                  <a:pt x="386971" y="42251"/>
                </a:lnTo>
                <a:lnTo>
                  <a:pt x="369854" y="42251"/>
                </a:lnTo>
                <a:lnTo>
                  <a:pt x="369854" y="86859"/>
                </a:lnTo>
                <a:cubicBezTo>
                  <a:pt x="369854" y="91034"/>
                  <a:pt x="370047" y="93727"/>
                  <a:pt x="370433" y="94938"/>
                </a:cubicBezTo>
                <a:cubicBezTo>
                  <a:pt x="370818" y="96149"/>
                  <a:pt x="371499" y="97129"/>
                  <a:pt x="372476" y="97877"/>
                </a:cubicBezTo>
                <a:cubicBezTo>
                  <a:pt x="373452" y="98624"/>
                  <a:pt x="374352" y="98998"/>
                  <a:pt x="375174" y="98998"/>
                </a:cubicBezTo>
                <a:cubicBezTo>
                  <a:pt x="378515" y="98998"/>
                  <a:pt x="381676" y="96427"/>
                  <a:pt x="384658" y="91287"/>
                </a:cubicBezTo>
                <a:lnTo>
                  <a:pt x="386971" y="93001"/>
                </a:lnTo>
                <a:cubicBezTo>
                  <a:pt x="382807" y="102961"/>
                  <a:pt x="376048" y="107941"/>
                  <a:pt x="366693" y="107941"/>
                </a:cubicBezTo>
                <a:cubicBezTo>
                  <a:pt x="362118" y="107941"/>
                  <a:pt x="358251" y="106665"/>
                  <a:pt x="355089" y="104113"/>
                </a:cubicBezTo>
                <a:cubicBezTo>
                  <a:pt x="351928" y="101559"/>
                  <a:pt x="349911" y="98708"/>
                  <a:pt x="349037" y="95562"/>
                </a:cubicBezTo>
                <a:cubicBezTo>
                  <a:pt x="348523" y="93808"/>
                  <a:pt x="348266" y="89062"/>
                  <a:pt x="348266" y="81325"/>
                </a:cubicBezTo>
                <a:lnTo>
                  <a:pt x="348266" y="42251"/>
                </a:lnTo>
                <a:lnTo>
                  <a:pt x="338860" y="42251"/>
                </a:lnTo>
                <a:lnTo>
                  <a:pt x="338860" y="39546"/>
                </a:lnTo>
                <a:cubicBezTo>
                  <a:pt x="345336" y="34961"/>
                  <a:pt x="350849" y="30145"/>
                  <a:pt x="355398" y="25096"/>
                </a:cubicBezTo>
                <a:cubicBezTo>
                  <a:pt x="359947" y="20048"/>
                  <a:pt x="363918" y="14407"/>
                  <a:pt x="367310" y="8173"/>
                </a:cubicBezTo>
                <a:lnTo>
                  <a:pt x="369854" y="8173"/>
                </a:lnTo>
                <a:close/>
                <a:moveTo>
                  <a:pt x="423746" y="34695"/>
                </a:moveTo>
                <a:lnTo>
                  <a:pt x="423746" y="51041"/>
                </a:lnTo>
                <a:cubicBezTo>
                  <a:pt x="428527" y="43588"/>
                  <a:pt x="432716" y="38640"/>
                  <a:pt x="436314" y="36199"/>
                </a:cubicBezTo>
                <a:cubicBezTo>
                  <a:pt x="439912" y="33757"/>
                  <a:pt x="443381" y="32537"/>
                  <a:pt x="446722" y="32537"/>
                </a:cubicBezTo>
                <a:cubicBezTo>
                  <a:pt x="449601" y="32537"/>
                  <a:pt x="451901" y="33426"/>
                  <a:pt x="453623" y="35206"/>
                </a:cubicBezTo>
                <a:cubicBezTo>
                  <a:pt x="455345" y="36986"/>
                  <a:pt x="456206" y="39501"/>
                  <a:pt x="456206" y="42750"/>
                </a:cubicBezTo>
                <a:cubicBezTo>
                  <a:pt x="456206" y="46207"/>
                  <a:pt x="455371" y="48890"/>
                  <a:pt x="453700" y="50800"/>
                </a:cubicBezTo>
                <a:cubicBezTo>
                  <a:pt x="452030" y="52708"/>
                  <a:pt x="450012" y="53662"/>
                  <a:pt x="447648" y="53662"/>
                </a:cubicBezTo>
                <a:cubicBezTo>
                  <a:pt x="444923" y="53662"/>
                  <a:pt x="442559" y="52788"/>
                  <a:pt x="440554" y="51041"/>
                </a:cubicBezTo>
                <a:cubicBezTo>
                  <a:pt x="438550" y="49293"/>
                  <a:pt x="437368" y="48317"/>
                  <a:pt x="437008" y="48111"/>
                </a:cubicBezTo>
                <a:cubicBezTo>
                  <a:pt x="436494" y="47803"/>
                  <a:pt x="435903" y="47648"/>
                  <a:pt x="435234" y="47648"/>
                </a:cubicBezTo>
                <a:cubicBezTo>
                  <a:pt x="433744" y="47648"/>
                  <a:pt x="432330" y="48214"/>
                  <a:pt x="430994" y="49345"/>
                </a:cubicBezTo>
                <a:cubicBezTo>
                  <a:pt x="428886" y="51092"/>
                  <a:pt x="427293" y="53585"/>
                  <a:pt x="426214" y="56823"/>
                </a:cubicBezTo>
                <a:cubicBezTo>
                  <a:pt x="424569" y="61809"/>
                  <a:pt x="423746" y="67309"/>
                  <a:pt x="423746" y="73323"/>
                </a:cubicBezTo>
                <a:lnTo>
                  <a:pt x="423746" y="89900"/>
                </a:lnTo>
                <a:lnTo>
                  <a:pt x="423824" y="94217"/>
                </a:lnTo>
                <a:cubicBezTo>
                  <a:pt x="423824" y="97147"/>
                  <a:pt x="424003" y="99023"/>
                  <a:pt x="424363" y="99846"/>
                </a:cubicBezTo>
                <a:cubicBezTo>
                  <a:pt x="424980" y="101233"/>
                  <a:pt x="425892" y="102249"/>
                  <a:pt x="427100" y="102891"/>
                </a:cubicBezTo>
                <a:cubicBezTo>
                  <a:pt x="428308" y="103534"/>
                  <a:pt x="430351" y="103932"/>
                  <a:pt x="433230" y="104086"/>
                </a:cubicBezTo>
                <a:lnTo>
                  <a:pt x="433230" y="106862"/>
                </a:lnTo>
                <a:lnTo>
                  <a:pt x="394294" y="106862"/>
                </a:lnTo>
                <a:lnTo>
                  <a:pt x="394294" y="104086"/>
                </a:lnTo>
                <a:cubicBezTo>
                  <a:pt x="397429" y="103829"/>
                  <a:pt x="399550" y="102968"/>
                  <a:pt x="400655" y="101503"/>
                </a:cubicBezTo>
                <a:cubicBezTo>
                  <a:pt x="401760" y="100038"/>
                  <a:pt x="402312" y="96170"/>
                  <a:pt x="402312" y="89900"/>
                </a:cubicBezTo>
                <a:lnTo>
                  <a:pt x="402312" y="49961"/>
                </a:lnTo>
                <a:cubicBezTo>
                  <a:pt x="402312" y="45824"/>
                  <a:pt x="402107" y="43186"/>
                  <a:pt x="401696" y="42049"/>
                </a:cubicBezTo>
                <a:cubicBezTo>
                  <a:pt x="401182" y="40600"/>
                  <a:pt x="400436" y="39540"/>
                  <a:pt x="399460" y="38868"/>
                </a:cubicBezTo>
                <a:cubicBezTo>
                  <a:pt x="398483" y="38195"/>
                  <a:pt x="396761" y="37730"/>
                  <a:pt x="394294" y="37471"/>
                </a:cubicBezTo>
                <a:lnTo>
                  <a:pt x="394294" y="34695"/>
                </a:lnTo>
                <a:lnTo>
                  <a:pt x="423746" y="34695"/>
                </a:lnTo>
                <a:close/>
                <a:moveTo>
                  <a:pt x="533562" y="34695"/>
                </a:moveTo>
                <a:lnTo>
                  <a:pt x="533562" y="91133"/>
                </a:lnTo>
                <a:cubicBezTo>
                  <a:pt x="533562" y="96667"/>
                  <a:pt x="534076" y="100119"/>
                  <a:pt x="535104" y="101489"/>
                </a:cubicBezTo>
                <a:cubicBezTo>
                  <a:pt x="536132" y="102859"/>
                  <a:pt x="538214" y="103725"/>
                  <a:pt x="541350" y="104086"/>
                </a:cubicBezTo>
                <a:lnTo>
                  <a:pt x="541350" y="106862"/>
                </a:lnTo>
                <a:lnTo>
                  <a:pt x="511974" y="106862"/>
                </a:lnTo>
                <a:lnTo>
                  <a:pt x="511974" y="97224"/>
                </a:lnTo>
                <a:cubicBezTo>
                  <a:pt x="508530" y="101336"/>
                  <a:pt x="505086" y="104330"/>
                  <a:pt x="501643" y="106206"/>
                </a:cubicBezTo>
                <a:cubicBezTo>
                  <a:pt x="498199" y="108083"/>
                  <a:pt x="494344" y="109021"/>
                  <a:pt x="490077" y="109021"/>
                </a:cubicBezTo>
                <a:cubicBezTo>
                  <a:pt x="486017" y="109021"/>
                  <a:pt x="482406" y="107774"/>
                  <a:pt x="479245" y="105281"/>
                </a:cubicBezTo>
                <a:cubicBezTo>
                  <a:pt x="476084" y="102788"/>
                  <a:pt x="473963" y="99871"/>
                  <a:pt x="472884" y="96530"/>
                </a:cubicBezTo>
                <a:cubicBezTo>
                  <a:pt x="471805" y="93189"/>
                  <a:pt x="471265" y="87355"/>
                  <a:pt x="471265" y="79028"/>
                </a:cubicBezTo>
                <a:lnTo>
                  <a:pt x="471265" y="50424"/>
                </a:lnTo>
                <a:cubicBezTo>
                  <a:pt x="471265" y="44910"/>
                  <a:pt x="470764" y="41476"/>
                  <a:pt x="469761" y="40124"/>
                </a:cubicBezTo>
                <a:cubicBezTo>
                  <a:pt x="468759" y="38771"/>
                  <a:pt x="466665" y="37887"/>
                  <a:pt x="463478" y="37471"/>
                </a:cubicBezTo>
                <a:lnTo>
                  <a:pt x="463478" y="34695"/>
                </a:lnTo>
                <a:lnTo>
                  <a:pt x="492853" y="34695"/>
                </a:lnTo>
                <a:lnTo>
                  <a:pt x="492853" y="84023"/>
                </a:lnTo>
                <a:cubicBezTo>
                  <a:pt x="492853" y="89170"/>
                  <a:pt x="493097" y="92489"/>
                  <a:pt x="493586" y="93981"/>
                </a:cubicBezTo>
                <a:cubicBezTo>
                  <a:pt x="494074" y="95473"/>
                  <a:pt x="494845" y="96606"/>
                  <a:pt x="495899" y="97378"/>
                </a:cubicBezTo>
                <a:cubicBezTo>
                  <a:pt x="496952" y="98149"/>
                  <a:pt x="498173" y="98535"/>
                  <a:pt x="499561" y="98535"/>
                </a:cubicBezTo>
                <a:cubicBezTo>
                  <a:pt x="501411" y="98535"/>
                  <a:pt x="503082" y="98047"/>
                  <a:pt x="504572" y="97070"/>
                </a:cubicBezTo>
                <a:cubicBezTo>
                  <a:pt x="506628" y="95734"/>
                  <a:pt x="509096" y="93035"/>
                  <a:pt x="511974" y="88974"/>
                </a:cubicBezTo>
                <a:lnTo>
                  <a:pt x="511974" y="50424"/>
                </a:lnTo>
                <a:cubicBezTo>
                  <a:pt x="511974" y="44910"/>
                  <a:pt x="511473" y="41476"/>
                  <a:pt x="510471" y="40124"/>
                </a:cubicBezTo>
                <a:cubicBezTo>
                  <a:pt x="509468" y="38771"/>
                  <a:pt x="507374" y="37887"/>
                  <a:pt x="504187" y="37471"/>
                </a:cubicBezTo>
                <a:lnTo>
                  <a:pt x="504187" y="34695"/>
                </a:lnTo>
                <a:lnTo>
                  <a:pt x="533562" y="34695"/>
                </a:lnTo>
                <a:close/>
                <a:moveTo>
                  <a:pt x="610562" y="88220"/>
                </a:moveTo>
                <a:lnTo>
                  <a:pt x="612952" y="90068"/>
                </a:lnTo>
                <a:cubicBezTo>
                  <a:pt x="609560" y="96463"/>
                  <a:pt x="605332" y="101221"/>
                  <a:pt x="600269" y="104342"/>
                </a:cubicBezTo>
                <a:cubicBezTo>
                  <a:pt x="595206" y="107461"/>
                  <a:pt x="589822" y="109021"/>
                  <a:pt x="584117" y="109021"/>
                </a:cubicBezTo>
                <a:cubicBezTo>
                  <a:pt x="574505" y="109021"/>
                  <a:pt x="566820" y="105394"/>
                  <a:pt x="561063" y="98140"/>
                </a:cubicBezTo>
                <a:cubicBezTo>
                  <a:pt x="555306" y="90884"/>
                  <a:pt x="552428" y="82163"/>
                  <a:pt x="552428" y="71976"/>
                </a:cubicBezTo>
                <a:cubicBezTo>
                  <a:pt x="552428" y="62147"/>
                  <a:pt x="555049" y="53503"/>
                  <a:pt x="560292" y="46044"/>
                </a:cubicBezTo>
                <a:cubicBezTo>
                  <a:pt x="566615" y="37039"/>
                  <a:pt x="575327" y="32537"/>
                  <a:pt x="586430" y="32537"/>
                </a:cubicBezTo>
                <a:cubicBezTo>
                  <a:pt x="593883" y="32537"/>
                  <a:pt x="599807" y="34418"/>
                  <a:pt x="604201" y="38182"/>
                </a:cubicBezTo>
                <a:cubicBezTo>
                  <a:pt x="608596" y="41944"/>
                  <a:pt x="610793" y="46144"/>
                  <a:pt x="610793" y="50783"/>
                </a:cubicBezTo>
                <a:cubicBezTo>
                  <a:pt x="610793" y="53721"/>
                  <a:pt x="609907" y="56066"/>
                  <a:pt x="608133" y="57818"/>
                </a:cubicBezTo>
                <a:cubicBezTo>
                  <a:pt x="606360" y="59571"/>
                  <a:pt x="604034" y="60447"/>
                  <a:pt x="601156" y="60447"/>
                </a:cubicBezTo>
                <a:cubicBezTo>
                  <a:pt x="598123" y="60447"/>
                  <a:pt x="595617" y="59442"/>
                  <a:pt x="593638" y="57431"/>
                </a:cubicBezTo>
                <a:cubicBezTo>
                  <a:pt x="591660" y="55418"/>
                  <a:pt x="590439" y="51833"/>
                  <a:pt x="589976" y="46675"/>
                </a:cubicBezTo>
                <a:cubicBezTo>
                  <a:pt x="589668" y="43425"/>
                  <a:pt x="588922" y="41156"/>
                  <a:pt x="587740" y="39866"/>
                </a:cubicBezTo>
                <a:cubicBezTo>
                  <a:pt x="586558" y="38578"/>
                  <a:pt x="585170" y="37934"/>
                  <a:pt x="583577" y="37934"/>
                </a:cubicBezTo>
                <a:cubicBezTo>
                  <a:pt x="581110" y="37934"/>
                  <a:pt x="579002" y="39244"/>
                  <a:pt x="577255" y="41866"/>
                </a:cubicBezTo>
                <a:cubicBezTo>
                  <a:pt x="574582" y="45824"/>
                  <a:pt x="573245" y="51889"/>
                  <a:pt x="573245" y="60062"/>
                </a:cubicBezTo>
                <a:cubicBezTo>
                  <a:pt x="573245" y="66846"/>
                  <a:pt x="574325" y="73336"/>
                  <a:pt x="576484" y="79530"/>
                </a:cubicBezTo>
                <a:cubicBezTo>
                  <a:pt x="578642" y="85723"/>
                  <a:pt x="581598" y="90337"/>
                  <a:pt x="585350" y="93369"/>
                </a:cubicBezTo>
                <a:cubicBezTo>
                  <a:pt x="588177" y="95579"/>
                  <a:pt x="591518" y="96684"/>
                  <a:pt x="595373" y="96684"/>
                </a:cubicBezTo>
                <a:cubicBezTo>
                  <a:pt x="597892" y="96684"/>
                  <a:pt x="600282" y="96095"/>
                  <a:pt x="602544" y="94916"/>
                </a:cubicBezTo>
                <a:cubicBezTo>
                  <a:pt x="604805" y="93735"/>
                  <a:pt x="607478" y="91503"/>
                  <a:pt x="610562" y="88220"/>
                </a:cubicBezTo>
                <a:close/>
                <a:moveTo>
                  <a:pt x="650448" y="8173"/>
                </a:moveTo>
                <a:lnTo>
                  <a:pt x="650448" y="34695"/>
                </a:lnTo>
                <a:lnTo>
                  <a:pt x="667564" y="34695"/>
                </a:lnTo>
                <a:lnTo>
                  <a:pt x="667564" y="42251"/>
                </a:lnTo>
                <a:lnTo>
                  <a:pt x="650448" y="42251"/>
                </a:lnTo>
                <a:lnTo>
                  <a:pt x="650448" y="86859"/>
                </a:lnTo>
                <a:cubicBezTo>
                  <a:pt x="650448" y="91034"/>
                  <a:pt x="650640" y="93727"/>
                  <a:pt x="651026" y="94938"/>
                </a:cubicBezTo>
                <a:cubicBezTo>
                  <a:pt x="651411" y="96149"/>
                  <a:pt x="652092" y="97129"/>
                  <a:pt x="653069" y="97877"/>
                </a:cubicBezTo>
                <a:cubicBezTo>
                  <a:pt x="654046" y="98624"/>
                  <a:pt x="654945" y="98998"/>
                  <a:pt x="655768" y="98998"/>
                </a:cubicBezTo>
                <a:cubicBezTo>
                  <a:pt x="659109" y="98998"/>
                  <a:pt x="662270" y="96427"/>
                  <a:pt x="665251" y="91287"/>
                </a:cubicBezTo>
                <a:lnTo>
                  <a:pt x="667564" y="93001"/>
                </a:lnTo>
                <a:cubicBezTo>
                  <a:pt x="663401" y="102961"/>
                  <a:pt x="656641" y="107941"/>
                  <a:pt x="647286" y="107941"/>
                </a:cubicBezTo>
                <a:cubicBezTo>
                  <a:pt x="642712" y="107941"/>
                  <a:pt x="638844" y="106665"/>
                  <a:pt x="635683" y="104113"/>
                </a:cubicBezTo>
                <a:cubicBezTo>
                  <a:pt x="632522" y="101559"/>
                  <a:pt x="630504" y="98708"/>
                  <a:pt x="629630" y="95562"/>
                </a:cubicBezTo>
                <a:cubicBezTo>
                  <a:pt x="629116" y="93808"/>
                  <a:pt x="628859" y="89062"/>
                  <a:pt x="628859" y="81325"/>
                </a:cubicBezTo>
                <a:lnTo>
                  <a:pt x="628859" y="42251"/>
                </a:lnTo>
                <a:lnTo>
                  <a:pt x="619453" y="42251"/>
                </a:lnTo>
                <a:lnTo>
                  <a:pt x="619453" y="39546"/>
                </a:lnTo>
                <a:cubicBezTo>
                  <a:pt x="625930" y="34961"/>
                  <a:pt x="631442" y="30145"/>
                  <a:pt x="635991" y="25096"/>
                </a:cubicBezTo>
                <a:cubicBezTo>
                  <a:pt x="640540" y="20048"/>
                  <a:pt x="644511" y="14407"/>
                  <a:pt x="647903" y="8173"/>
                </a:cubicBezTo>
                <a:lnTo>
                  <a:pt x="650448" y="8173"/>
                </a:lnTo>
                <a:close/>
                <a:moveTo>
                  <a:pt x="765996" y="76947"/>
                </a:moveTo>
                <a:lnTo>
                  <a:pt x="729065" y="76947"/>
                </a:lnTo>
                <a:lnTo>
                  <a:pt x="724670" y="87175"/>
                </a:lnTo>
                <a:cubicBezTo>
                  <a:pt x="723231" y="90604"/>
                  <a:pt x="722511" y="93436"/>
                  <a:pt x="722511" y="95670"/>
                </a:cubicBezTo>
                <a:cubicBezTo>
                  <a:pt x="722511" y="98630"/>
                  <a:pt x="723693" y="100813"/>
                  <a:pt x="726058" y="102216"/>
                </a:cubicBezTo>
                <a:cubicBezTo>
                  <a:pt x="727446" y="103047"/>
                  <a:pt x="730864" y="103670"/>
                  <a:pt x="736312" y="104086"/>
                </a:cubicBezTo>
                <a:lnTo>
                  <a:pt x="736312" y="106862"/>
                </a:lnTo>
                <a:lnTo>
                  <a:pt x="701540" y="106862"/>
                </a:lnTo>
                <a:lnTo>
                  <a:pt x="701540" y="104086"/>
                </a:lnTo>
                <a:cubicBezTo>
                  <a:pt x="705292" y="103516"/>
                  <a:pt x="708376" y="101947"/>
                  <a:pt x="710792" y="99378"/>
                </a:cubicBezTo>
                <a:cubicBezTo>
                  <a:pt x="713208" y="96808"/>
                  <a:pt x="716189" y="91501"/>
                  <a:pt x="719735" y="83457"/>
                </a:cubicBezTo>
                <a:lnTo>
                  <a:pt x="757129" y="0"/>
                </a:lnTo>
                <a:lnTo>
                  <a:pt x="758594" y="0"/>
                </a:lnTo>
                <a:lnTo>
                  <a:pt x="796297" y="85782"/>
                </a:lnTo>
                <a:cubicBezTo>
                  <a:pt x="799895" y="93987"/>
                  <a:pt x="802850" y="99153"/>
                  <a:pt x="805163" y="101282"/>
                </a:cubicBezTo>
                <a:cubicBezTo>
                  <a:pt x="806911" y="102891"/>
                  <a:pt x="809378" y="103826"/>
                  <a:pt x="812565" y="104086"/>
                </a:cubicBezTo>
                <a:lnTo>
                  <a:pt x="812565" y="106862"/>
                </a:lnTo>
                <a:lnTo>
                  <a:pt x="761987" y="106862"/>
                </a:lnTo>
                <a:lnTo>
                  <a:pt x="761987" y="104086"/>
                </a:lnTo>
                <a:lnTo>
                  <a:pt x="764068" y="104086"/>
                </a:lnTo>
                <a:cubicBezTo>
                  <a:pt x="768129" y="104086"/>
                  <a:pt x="770982" y="103511"/>
                  <a:pt x="772627" y="102361"/>
                </a:cubicBezTo>
                <a:cubicBezTo>
                  <a:pt x="773757" y="101526"/>
                  <a:pt x="774323" y="100323"/>
                  <a:pt x="774323" y="98754"/>
                </a:cubicBezTo>
                <a:cubicBezTo>
                  <a:pt x="774323" y="97815"/>
                  <a:pt x="774169" y="96848"/>
                  <a:pt x="773860" y="95853"/>
                </a:cubicBezTo>
                <a:cubicBezTo>
                  <a:pt x="773757" y="95384"/>
                  <a:pt x="772986" y="93425"/>
                  <a:pt x="771547" y="89974"/>
                </a:cubicBezTo>
                <a:lnTo>
                  <a:pt x="765996" y="76947"/>
                </a:lnTo>
                <a:moveTo>
                  <a:pt x="763375" y="71241"/>
                </a:moveTo>
                <a:lnTo>
                  <a:pt x="747800" y="35192"/>
                </a:lnTo>
                <a:lnTo>
                  <a:pt x="731763" y="71241"/>
                </a:lnTo>
                <a:lnTo>
                  <a:pt x="763375" y="71241"/>
                </a:lnTo>
                <a:close/>
                <a:moveTo>
                  <a:pt x="856396" y="59522"/>
                </a:moveTo>
                <a:lnTo>
                  <a:pt x="856396" y="88512"/>
                </a:lnTo>
                <a:cubicBezTo>
                  <a:pt x="856396" y="94195"/>
                  <a:pt x="856743" y="97773"/>
                  <a:pt x="857437" y="99246"/>
                </a:cubicBezTo>
                <a:cubicBezTo>
                  <a:pt x="858131" y="100717"/>
                  <a:pt x="859364" y="101892"/>
                  <a:pt x="861137" y="102771"/>
                </a:cubicBezTo>
                <a:cubicBezTo>
                  <a:pt x="862911" y="103648"/>
                  <a:pt x="866162" y="104086"/>
                  <a:pt x="870891" y="104086"/>
                </a:cubicBezTo>
                <a:lnTo>
                  <a:pt x="870891" y="106862"/>
                </a:lnTo>
                <a:lnTo>
                  <a:pt x="817768" y="106862"/>
                </a:lnTo>
                <a:lnTo>
                  <a:pt x="817768" y="104086"/>
                </a:lnTo>
                <a:cubicBezTo>
                  <a:pt x="822600" y="104086"/>
                  <a:pt x="825877" y="103634"/>
                  <a:pt x="827599" y="102730"/>
                </a:cubicBezTo>
                <a:cubicBezTo>
                  <a:pt x="829321" y="101825"/>
                  <a:pt x="830528" y="100650"/>
                  <a:pt x="831222" y="99205"/>
                </a:cubicBezTo>
                <a:cubicBezTo>
                  <a:pt x="831916" y="97759"/>
                  <a:pt x="832263" y="94195"/>
                  <a:pt x="832263" y="88512"/>
                </a:cubicBezTo>
                <a:lnTo>
                  <a:pt x="832263" y="20663"/>
                </a:lnTo>
                <a:cubicBezTo>
                  <a:pt x="832263" y="14980"/>
                  <a:pt x="831916" y="11403"/>
                  <a:pt x="831222" y="9932"/>
                </a:cubicBezTo>
                <a:cubicBezTo>
                  <a:pt x="830528" y="8459"/>
                  <a:pt x="829308" y="7284"/>
                  <a:pt x="827560" y="6407"/>
                </a:cubicBezTo>
                <a:cubicBezTo>
                  <a:pt x="825812" y="5528"/>
                  <a:pt x="822548" y="5089"/>
                  <a:pt x="817768" y="5089"/>
                </a:cubicBezTo>
                <a:lnTo>
                  <a:pt x="817768" y="2313"/>
                </a:lnTo>
                <a:lnTo>
                  <a:pt x="863335" y="2313"/>
                </a:lnTo>
                <a:cubicBezTo>
                  <a:pt x="878344" y="2313"/>
                  <a:pt x="889112" y="4986"/>
                  <a:pt x="895640" y="10332"/>
                </a:cubicBezTo>
                <a:cubicBezTo>
                  <a:pt x="902168" y="15677"/>
                  <a:pt x="905432" y="22359"/>
                  <a:pt x="905432" y="30378"/>
                </a:cubicBezTo>
                <a:cubicBezTo>
                  <a:pt x="905432" y="37163"/>
                  <a:pt x="903324" y="42971"/>
                  <a:pt x="899110" y="47803"/>
                </a:cubicBezTo>
                <a:cubicBezTo>
                  <a:pt x="894895" y="52634"/>
                  <a:pt x="889087" y="55924"/>
                  <a:pt x="881685" y="57671"/>
                </a:cubicBezTo>
                <a:cubicBezTo>
                  <a:pt x="876699" y="58905"/>
                  <a:pt x="868269" y="59522"/>
                  <a:pt x="856396" y="59522"/>
                </a:cubicBezTo>
                <a:moveTo>
                  <a:pt x="856396" y="8327"/>
                </a:moveTo>
                <a:lnTo>
                  <a:pt x="856396" y="53508"/>
                </a:lnTo>
                <a:cubicBezTo>
                  <a:pt x="858092" y="53611"/>
                  <a:pt x="859377" y="53662"/>
                  <a:pt x="860251" y="53662"/>
                </a:cubicBezTo>
                <a:cubicBezTo>
                  <a:pt x="866522" y="53662"/>
                  <a:pt x="871353" y="51799"/>
                  <a:pt x="874746" y="48072"/>
                </a:cubicBezTo>
                <a:cubicBezTo>
                  <a:pt x="878138" y="44346"/>
                  <a:pt x="879834" y="38576"/>
                  <a:pt x="879834" y="30763"/>
                </a:cubicBezTo>
                <a:cubicBezTo>
                  <a:pt x="879834" y="23002"/>
                  <a:pt x="878138" y="17322"/>
                  <a:pt x="874746" y="13724"/>
                </a:cubicBezTo>
                <a:cubicBezTo>
                  <a:pt x="871353" y="10126"/>
                  <a:pt x="866290" y="8327"/>
                  <a:pt x="859557" y="8327"/>
                </a:cubicBezTo>
                <a:lnTo>
                  <a:pt x="856396" y="8327"/>
                </a:lnTo>
                <a:close/>
                <a:moveTo>
                  <a:pt x="968063" y="104086"/>
                </a:moveTo>
                <a:lnTo>
                  <a:pt x="968063" y="106862"/>
                </a:lnTo>
                <a:lnTo>
                  <a:pt x="913399" y="106862"/>
                </a:lnTo>
                <a:lnTo>
                  <a:pt x="913399" y="104086"/>
                </a:lnTo>
                <a:lnTo>
                  <a:pt x="916868" y="104086"/>
                </a:lnTo>
                <a:cubicBezTo>
                  <a:pt x="919901" y="104086"/>
                  <a:pt x="922342" y="103544"/>
                  <a:pt x="924193" y="102460"/>
                </a:cubicBezTo>
                <a:cubicBezTo>
                  <a:pt x="925529" y="101735"/>
                  <a:pt x="926557" y="100495"/>
                  <a:pt x="927277" y="98740"/>
                </a:cubicBezTo>
                <a:cubicBezTo>
                  <a:pt x="927842" y="97500"/>
                  <a:pt x="928125" y="94245"/>
                  <a:pt x="928125" y="88974"/>
                </a:cubicBezTo>
                <a:lnTo>
                  <a:pt x="928125" y="20200"/>
                </a:lnTo>
                <a:cubicBezTo>
                  <a:pt x="928125" y="14827"/>
                  <a:pt x="927842" y="11470"/>
                  <a:pt x="927277" y="10127"/>
                </a:cubicBezTo>
                <a:cubicBezTo>
                  <a:pt x="926711" y="8782"/>
                  <a:pt x="925568" y="7606"/>
                  <a:pt x="923846" y="6599"/>
                </a:cubicBezTo>
                <a:cubicBezTo>
                  <a:pt x="922124" y="5592"/>
                  <a:pt x="919798" y="5089"/>
                  <a:pt x="916868" y="5089"/>
                </a:cubicBezTo>
                <a:lnTo>
                  <a:pt x="913399" y="5089"/>
                </a:lnTo>
                <a:lnTo>
                  <a:pt x="913399" y="2313"/>
                </a:lnTo>
                <a:lnTo>
                  <a:pt x="968063" y="2313"/>
                </a:lnTo>
                <a:lnTo>
                  <a:pt x="968063" y="5089"/>
                </a:lnTo>
                <a:lnTo>
                  <a:pt x="964593" y="5089"/>
                </a:lnTo>
                <a:cubicBezTo>
                  <a:pt x="961561" y="5089"/>
                  <a:pt x="959119" y="5631"/>
                  <a:pt x="957269" y="6715"/>
                </a:cubicBezTo>
                <a:cubicBezTo>
                  <a:pt x="955932" y="7439"/>
                  <a:pt x="954879" y="8679"/>
                  <a:pt x="954108" y="10435"/>
                </a:cubicBezTo>
                <a:cubicBezTo>
                  <a:pt x="953542" y="11675"/>
                  <a:pt x="953260" y="14930"/>
                  <a:pt x="953260" y="20200"/>
                </a:cubicBezTo>
                <a:lnTo>
                  <a:pt x="953260" y="88974"/>
                </a:lnTo>
                <a:cubicBezTo>
                  <a:pt x="953260" y="94347"/>
                  <a:pt x="953555" y="97706"/>
                  <a:pt x="954146" y="99051"/>
                </a:cubicBezTo>
                <a:cubicBezTo>
                  <a:pt x="954737" y="100393"/>
                  <a:pt x="955894" y="101568"/>
                  <a:pt x="957616" y="102575"/>
                </a:cubicBezTo>
                <a:cubicBezTo>
                  <a:pt x="959338" y="103583"/>
                  <a:pt x="961664" y="104086"/>
                  <a:pt x="964593" y="104086"/>
                </a:cubicBezTo>
                <a:lnTo>
                  <a:pt x="968063" y="104086"/>
                </a:lnTo>
                <a:close/>
                <a:moveTo>
                  <a:pt x="1046562" y="34695"/>
                </a:moveTo>
                <a:lnTo>
                  <a:pt x="1046562" y="51041"/>
                </a:lnTo>
                <a:cubicBezTo>
                  <a:pt x="1051342" y="43588"/>
                  <a:pt x="1055531" y="38640"/>
                  <a:pt x="1059129" y="36199"/>
                </a:cubicBezTo>
                <a:cubicBezTo>
                  <a:pt x="1062727" y="33757"/>
                  <a:pt x="1066197" y="32537"/>
                  <a:pt x="1069538" y="32537"/>
                </a:cubicBezTo>
                <a:cubicBezTo>
                  <a:pt x="1072416" y="32537"/>
                  <a:pt x="1074717" y="33426"/>
                  <a:pt x="1076439" y="35206"/>
                </a:cubicBezTo>
                <a:cubicBezTo>
                  <a:pt x="1078160" y="36986"/>
                  <a:pt x="1079021" y="39501"/>
                  <a:pt x="1079021" y="42750"/>
                </a:cubicBezTo>
                <a:cubicBezTo>
                  <a:pt x="1079021" y="46207"/>
                  <a:pt x="1078186" y="48890"/>
                  <a:pt x="1076516" y="50800"/>
                </a:cubicBezTo>
                <a:cubicBezTo>
                  <a:pt x="1074845" y="52708"/>
                  <a:pt x="1072828" y="53662"/>
                  <a:pt x="1070463" y="53662"/>
                </a:cubicBezTo>
                <a:cubicBezTo>
                  <a:pt x="1067739" y="53662"/>
                  <a:pt x="1065375" y="52788"/>
                  <a:pt x="1063370" y="51041"/>
                </a:cubicBezTo>
                <a:cubicBezTo>
                  <a:pt x="1061365" y="49293"/>
                  <a:pt x="1060183" y="48317"/>
                  <a:pt x="1059823" y="48111"/>
                </a:cubicBezTo>
                <a:cubicBezTo>
                  <a:pt x="1059309" y="47803"/>
                  <a:pt x="1058718" y="47648"/>
                  <a:pt x="1058050" y="47648"/>
                </a:cubicBezTo>
                <a:cubicBezTo>
                  <a:pt x="1056559" y="47648"/>
                  <a:pt x="1055146" y="48214"/>
                  <a:pt x="1053809" y="49345"/>
                </a:cubicBezTo>
                <a:cubicBezTo>
                  <a:pt x="1051702" y="51092"/>
                  <a:pt x="1050109" y="53585"/>
                  <a:pt x="1049029" y="56823"/>
                </a:cubicBezTo>
                <a:cubicBezTo>
                  <a:pt x="1047384" y="61809"/>
                  <a:pt x="1046562" y="67309"/>
                  <a:pt x="1046562" y="73323"/>
                </a:cubicBezTo>
                <a:lnTo>
                  <a:pt x="1046562" y="89900"/>
                </a:lnTo>
                <a:lnTo>
                  <a:pt x="1046639" y="94217"/>
                </a:lnTo>
                <a:cubicBezTo>
                  <a:pt x="1046639" y="97147"/>
                  <a:pt x="1046819" y="99023"/>
                  <a:pt x="1047179" y="99846"/>
                </a:cubicBezTo>
                <a:cubicBezTo>
                  <a:pt x="1047796" y="101233"/>
                  <a:pt x="1048708" y="102249"/>
                  <a:pt x="1049916" y="102891"/>
                </a:cubicBezTo>
                <a:cubicBezTo>
                  <a:pt x="1051124" y="103534"/>
                  <a:pt x="1053167" y="103932"/>
                  <a:pt x="1056045" y="104086"/>
                </a:cubicBezTo>
                <a:lnTo>
                  <a:pt x="1056045" y="106862"/>
                </a:lnTo>
                <a:lnTo>
                  <a:pt x="1017109" y="106862"/>
                </a:lnTo>
                <a:lnTo>
                  <a:pt x="1017109" y="104086"/>
                </a:lnTo>
                <a:cubicBezTo>
                  <a:pt x="1020245" y="103829"/>
                  <a:pt x="1022365" y="102968"/>
                  <a:pt x="1023470" y="101503"/>
                </a:cubicBezTo>
                <a:cubicBezTo>
                  <a:pt x="1024575" y="100038"/>
                  <a:pt x="1025128" y="96170"/>
                  <a:pt x="1025128" y="89900"/>
                </a:cubicBezTo>
                <a:lnTo>
                  <a:pt x="1025128" y="49961"/>
                </a:lnTo>
                <a:cubicBezTo>
                  <a:pt x="1025128" y="45824"/>
                  <a:pt x="1024922" y="43186"/>
                  <a:pt x="1024511" y="42049"/>
                </a:cubicBezTo>
                <a:cubicBezTo>
                  <a:pt x="1023997" y="40600"/>
                  <a:pt x="1023252" y="39540"/>
                  <a:pt x="1022275" y="38868"/>
                </a:cubicBezTo>
                <a:cubicBezTo>
                  <a:pt x="1021299" y="38195"/>
                  <a:pt x="1019577" y="37730"/>
                  <a:pt x="1017109" y="37471"/>
                </a:cubicBezTo>
                <a:lnTo>
                  <a:pt x="1017109" y="34695"/>
                </a:lnTo>
                <a:lnTo>
                  <a:pt x="1046562" y="34695"/>
                </a:lnTo>
                <a:close/>
                <a:moveTo>
                  <a:pt x="1145198" y="68157"/>
                </a:moveTo>
                <a:lnTo>
                  <a:pt x="1105646" y="68157"/>
                </a:lnTo>
                <a:cubicBezTo>
                  <a:pt x="1106108" y="77743"/>
                  <a:pt x="1108652" y="85319"/>
                  <a:pt x="1113279" y="90885"/>
                </a:cubicBezTo>
                <a:cubicBezTo>
                  <a:pt x="1116825" y="95163"/>
                  <a:pt x="1121091" y="97301"/>
                  <a:pt x="1126077" y="97301"/>
                </a:cubicBezTo>
                <a:cubicBezTo>
                  <a:pt x="1129161" y="97301"/>
                  <a:pt x="1131963" y="96440"/>
                  <a:pt x="1134481" y="94718"/>
                </a:cubicBezTo>
                <a:cubicBezTo>
                  <a:pt x="1137000" y="92997"/>
                  <a:pt x="1139698" y="89900"/>
                  <a:pt x="1142577" y="85428"/>
                </a:cubicBezTo>
                <a:lnTo>
                  <a:pt x="1145198" y="87124"/>
                </a:lnTo>
                <a:cubicBezTo>
                  <a:pt x="1141292" y="95091"/>
                  <a:pt x="1136974" y="100732"/>
                  <a:pt x="1132245" y="104048"/>
                </a:cubicBezTo>
                <a:cubicBezTo>
                  <a:pt x="1127516" y="107363"/>
                  <a:pt x="1122042" y="109021"/>
                  <a:pt x="1115823" y="109021"/>
                </a:cubicBezTo>
                <a:cubicBezTo>
                  <a:pt x="1105132" y="109021"/>
                  <a:pt x="1097036" y="104905"/>
                  <a:pt x="1091536" y="96672"/>
                </a:cubicBezTo>
                <a:cubicBezTo>
                  <a:pt x="1087116" y="90035"/>
                  <a:pt x="1084905" y="81803"/>
                  <a:pt x="1084905" y="71976"/>
                </a:cubicBezTo>
                <a:cubicBezTo>
                  <a:pt x="1084905" y="59935"/>
                  <a:pt x="1088157" y="50352"/>
                  <a:pt x="1094659" y="43227"/>
                </a:cubicBezTo>
                <a:cubicBezTo>
                  <a:pt x="1101161" y="36100"/>
                  <a:pt x="1108781" y="32537"/>
                  <a:pt x="1117519" y="32537"/>
                </a:cubicBezTo>
                <a:cubicBezTo>
                  <a:pt x="1124818" y="32537"/>
                  <a:pt x="1131153" y="35531"/>
                  <a:pt x="1136524" y="41519"/>
                </a:cubicBezTo>
                <a:cubicBezTo>
                  <a:pt x="1141896" y="47507"/>
                  <a:pt x="1144787" y="56386"/>
                  <a:pt x="1145198" y="68157"/>
                </a:cubicBezTo>
                <a:moveTo>
                  <a:pt x="1126231" y="63069"/>
                </a:moveTo>
                <a:cubicBezTo>
                  <a:pt x="1126231" y="54793"/>
                  <a:pt x="1125782" y="49113"/>
                  <a:pt x="1124882" y="46029"/>
                </a:cubicBezTo>
                <a:cubicBezTo>
                  <a:pt x="1123983" y="42945"/>
                  <a:pt x="1122582" y="40606"/>
                  <a:pt x="1120680" y="39013"/>
                </a:cubicBezTo>
                <a:cubicBezTo>
                  <a:pt x="1119601" y="38088"/>
                  <a:pt x="1118162" y="37625"/>
                  <a:pt x="1116363" y="37625"/>
                </a:cubicBezTo>
                <a:cubicBezTo>
                  <a:pt x="1113690" y="37625"/>
                  <a:pt x="1111505" y="38936"/>
                  <a:pt x="1109809" y="41557"/>
                </a:cubicBezTo>
                <a:cubicBezTo>
                  <a:pt x="1106776" y="46132"/>
                  <a:pt x="1105260" y="52403"/>
                  <a:pt x="1105260" y="60370"/>
                </a:cubicBezTo>
                <a:lnTo>
                  <a:pt x="1105260" y="63069"/>
                </a:lnTo>
                <a:lnTo>
                  <a:pt x="1126231" y="63069"/>
                </a:lnTo>
                <a:close/>
                <a:moveTo>
                  <a:pt x="1202884" y="99306"/>
                </a:moveTo>
                <a:cubicBezTo>
                  <a:pt x="1199748" y="102596"/>
                  <a:pt x="1196819" y="104909"/>
                  <a:pt x="1194094" y="106245"/>
                </a:cubicBezTo>
                <a:cubicBezTo>
                  <a:pt x="1190496" y="108095"/>
                  <a:pt x="1186744" y="109021"/>
                  <a:pt x="1182838" y="109021"/>
                </a:cubicBezTo>
                <a:cubicBezTo>
                  <a:pt x="1173791" y="109021"/>
                  <a:pt x="1166647" y="104982"/>
                  <a:pt x="1161404" y="96904"/>
                </a:cubicBezTo>
                <a:cubicBezTo>
                  <a:pt x="1157240" y="90472"/>
                  <a:pt x="1155158" y="82780"/>
                  <a:pt x="1155158" y="73826"/>
                </a:cubicBezTo>
                <a:cubicBezTo>
                  <a:pt x="1155158" y="66367"/>
                  <a:pt x="1156739" y="59357"/>
                  <a:pt x="1159900" y="52797"/>
                </a:cubicBezTo>
                <a:cubicBezTo>
                  <a:pt x="1163061" y="46236"/>
                  <a:pt x="1167405" y="41218"/>
                  <a:pt x="1172930" y="37746"/>
                </a:cubicBezTo>
                <a:cubicBezTo>
                  <a:pt x="1178456" y="34273"/>
                  <a:pt x="1184303" y="32537"/>
                  <a:pt x="1190471" y="32537"/>
                </a:cubicBezTo>
                <a:cubicBezTo>
                  <a:pt x="1194583" y="32537"/>
                  <a:pt x="1198245" y="33237"/>
                  <a:pt x="1201458" y="34638"/>
                </a:cubicBezTo>
                <a:cubicBezTo>
                  <a:pt x="1204670" y="36038"/>
                  <a:pt x="1207433" y="38165"/>
                  <a:pt x="1209746" y="41018"/>
                </a:cubicBezTo>
                <a:lnTo>
                  <a:pt x="1221851" y="32537"/>
                </a:lnTo>
                <a:lnTo>
                  <a:pt x="1224472" y="32537"/>
                </a:lnTo>
                <a:lnTo>
                  <a:pt x="1224472" y="125983"/>
                </a:lnTo>
                <a:cubicBezTo>
                  <a:pt x="1224472" y="130742"/>
                  <a:pt x="1224883" y="133717"/>
                  <a:pt x="1225706" y="134907"/>
                </a:cubicBezTo>
                <a:cubicBezTo>
                  <a:pt x="1227042" y="136822"/>
                  <a:pt x="1229741" y="137805"/>
                  <a:pt x="1233801" y="137856"/>
                </a:cubicBezTo>
                <a:lnTo>
                  <a:pt x="1233801" y="140632"/>
                </a:lnTo>
                <a:lnTo>
                  <a:pt x="1192167" y="140632"/>
                </a:lnTo>
                <a:lnTo>
                  <a:pt x="1192167" y="137856"/>
                </a:lnTo>
                <a:cubicBezTo>
                  <a:pt x="1195354" y="137856"/>
                  <a:pt x="1197667" y="137494"/>
                  <a:pt x="1199106" y="136770"/>
                </a:cubicBezTo>
                <a:cubicBezTo>
                  <a:pt x="1200545" y="136045"/>
                  <a:pt x="1201535" y="135088"/>
                  <a:pt x="1202074" y="133898"/>
                </a:cubicBezTo>
                <a:cubicBezTo>
                  <a:pt x="1202614" y="132707"/>
                  <a:pt x="1202884" y="130275"/>
                  <a:pt x="1202884" y="126600"/>
                </a:cubicBezTo>
                <a:lnTo>
                  <a:pt x="1202884" y="99306"/>
                </a:lnTo>
                <a:moveTo>
                  <a:pt x="1202884" y="92242"/>
                </a:moveTo>
                <a:lnTo>
                  <a:pt x="1202884" y="62669"/>
                </a:lnTo>
                <a:cubicBezTo>
                  <a:pt x="1202884" y="54424"/>
                  <a:pt x="1202434" y="48969"/>
                  <a:pt x="1201535" y="46306"/>
                </a:cubicBezTo>
                <a:cubicBezTo>
                  <a:pt x="1200635" y="43643"/>
                  <a:pt x="1198977" y="41339"/>
                  <a:pt x="1196562" y="39394"/>
                </a:cubicBezTo>
                <a:cubicBezTo>
                  <a:pt x="1195328" y="38420"/>
                  <a:pt x="1193760" y="37934"/>
                  <a:pt x="1191858" y="37934"/>
                </a:cubicBezTo>
                <a:cubicBezTo>
                  <a:pt x="1187952" y="37934"/>
                  <a:pt x="1184919" y="39649"/>
                  <a:pt x="1182761" y="43080"/>
                </a:cubicBezTo>
                <a:cubicBezTo>
                  <a:pt x="1179368" y="48355"/>
                  <a:pt x="1177672" y="58162"/>
                  <a:pt x="1177672" y="72501"/>
                </a:cubicBezTo>
                <a:cubicBezTo>
                  <a:pt x="1177672" y="83511"/>
                  <a:pt x="1179137" y="91243"/>
                  <a:pt x="1182067" y="95699"/>
                </a:cubicBezTo>
                <a:cubicBezTo>
                  <a:pt x="1184071" y="98720"/>
                  <a:pt x="1186667" y="100231"/>
                  <a:pt x="1189854" y="100231"/>
                </a:cubicBezTo>
                <a:cubicBezTo>
                  <a:pt x="1191704" y="100231"/>
                  <a:pt x="1193799" y="99591"/>
                  <a:pt x="1196138" y="98311"/>
                </a:cubicBezTo>
                <a:cubicBezTo>
                  <a:pt x="1198476" y="97031"/>
                  <a:pt x="1200725" y="95008"/>
                  <a:pt x="1202884" y="92242"/>
                </a:cubicBezTo>
                <a:close/>
                <a:moveTo>
                  <a:pt x="1311881" y="34695"/>
                </a:moveTo>
                <a:lnTo>
                  <a:pt x="1311881" y="91133"/>
                </a:lnTo>
                <a:cubicBezTo>
                  <a:pt x="1311881" y="96667"/>
                  <a:pt x="1312395" y="100119"/>
                  <a:pt x="1313423" y="101489"/>
                </a:cubicBezTo>
                <a:cubicBezTo>
                  <a:pt x="1314451" y="102859"/>
                  <a:pt x="1316532" y="103725"/>
                  <a:pt x="1319668" y="104086"/>
                </a:cubicBezTo>
                <a:lnTo>
                  <a:pt x="1319668" y="106862"/>
                </a:lnTo>
                <a:lnTo>
                  <a:pt x="1290292" y="106862"/>
                </a:lnTo>
                <a:lnTo>
                  <a:pt x="1290292" y="97224"/>
                </a:lnTo>
                <a:cubicBezTo>
                  <a:pt x="1286848" y="101336"/>
                  <a:pt x="1283405" y="104330"/>
                  <a:pt x="1279961" y="106206"/>
                </a:cubicBezTo>
                <a:cubicBezTo>
                  <a:pt x="1276517" y="108083"/>
                  <a:pt x="1272662" y="109021"/>
                  <a:pt x="1268396" y="109021"/>
                </a:cubicBezTo>
                <a:cubicBezTo>
                  <a:pt x="1264335" y="109021"/>
                  <a:pt x="1260724" y="107774"/>
                  <a:pt x="1257563" y="105281"/>
                </a:cubicBezTo>
                <a:cubicBezTo>
                  <a:pt x="1254402" y="102788"/>
                  <a:pt x="1252282" y="99871"/>
                  <a:pt x="1251202" y="96530"/>
                </a:cubicBezTo>
                <a:cubicBezTo>
                  <a:pt x="1250123" y="93189"/>
                  <a:pt x="1249583" y="87355"/>
                  <a:pt x="1249583" y="79028"/>
                </a:cubicBezTo>
                <a:lnTo>
                  <a:pt x="1249583" y="50424"/>
                </a:lnTo>
                <a:cubicBezTo>
                  <a:pt x="1249583" y="44910"/>
                  <a:pt x="1249082" y="41476"/>
                  <a:pt x="1248080" y="40124"/>
                </a:cubicBezTo>
                <a:cubicBezTo>
                  <a:pt x="1247077" y="38771"/>
                  <a:pt x="1244983" y="37887"/>
                  <a:pt x="1241796" y="37471"/>
                </a:cubicBezTo>
                <a:lnTo>
                  <a:pt x="1241796" y="34695"/>
                </a:lnTo>
                <a:lnTo>
                  <a:pt x="1271171" y="34695"/>
                </a:lnTo>
                <a:lnTo>
                  <a:pt x="1271171" y="84023"/>
                </a:lnTo>
                <a:cubicBezTo>
                  <a:pt x="1271171" y="89170"/>
                  <a:pt x="1271415" y="92489"/>
                  <a:pt x="1271904" y="93981"/>
                </a:cubicBezTo>
                <a:cubicBezTo>
                  <a:pt x="1272392" y="95473"/>
                  <a:pt x="1273163" y="96606"/>
                  <a:pt x="1274217" y="97378"/>
                </a:cubicBezTo>
                <a:cubicBezTo>
                  <a:pt x="1275270" y="98149"/>
                  <a:pt x="1276491" y="98535"/>
                  <a:pt x="1277879" y="98535"/>
                </a:cubicBezTo>
                <a:cubicBezTo>
                  <a:pt x="1279729" y="98535"/>
                  <a:pt x="1281400" y="98047"/>
                  <a:pt x="1282891" y="97070"/>
                </a:cubicBezTo>
                <a:cubicBezTo>
                  <a:pt x="1284947" y="95734"/>
                  <a:pt x="1287414" y="93035"/>
                  <a:pt x="1290292" y="88974"/>
                </a:cubicBezTo>
                <a:lnTo>
                  <a:pt x="1290292" y="50424"/>
                </a:lnTo>
                <a:cubicBezTo>
                  <a:pt x="1290292" y="44910"/>
                  <a:pt x="1289791" y="41476"/>
                  <a:pt x="1288789" y="40124"/>
                </a:cubicBezTo>
                <a:cubicBezTo>
                  <a:pt x="1287787" y="38771"/>
                  <a:pt x="1285692" y="37887"/>
                  <a:pt x="1282505" y="37471"/>
                </a:cubicBezTo>
                <a:lnTo>
                  <a:pt x="1282505" y="34695"/>
                </a:lnTo>
                <a:lnTo>
                  <a:pt x="1311881" y="34695"/>
                </a:lnTo>
                <a:close/>
                <a:moveTo>
                  <a:pt x="1391116" y="68157"/>
                </a:moveTo>
                <a:lnTo>
                  <a:pt x="1351563" y="68157"/>
                </a:lnTo>
                <a:cubicBezTo>
                  <a:pt x="1352026" y="77743"/>
                  <a:pt x="1354570" y="85319"/>
                  <a:pt x="1359196" y="90885"/>
                </a:cubicBezTo>
                <a:cubicBezTo>
                  <a:pt x="1362743" y="95163"/>
                  <a:pt x="1367009" y="97301"/>
                  <a:pt x="1371995" y="97301"/>
                </a:cubicBezTo>
                <a:cubicBezTo>
                  <a:pt x="1375079" y="97301"/>
                  <a:pt x="1377881" y="96440"/>
                  <a:pt x="1380399" y="94718"/>
                </a:cubicBezTo>
                <a:cubicBezTo>
                  <a:pt x="1382918" y="92997"/>
                  <a:pt x="1385616" y="89900"/>
                  <a:pt x="1388495" y="85428"/>
                </a:cubicBezTo>
                <a:lnTo>
                  <a:pt x="1391116" y="87124"/>
                </a:lnTo>
                <a:cubicBezTo>
                  <a:pt x="1387210" y="95091"/>
                  <a:pt x="1382892" y="100732"/>
                  <a:pt x="1378163" y="104048"/>
                </a:cubicBezTo>
                <a:cubicBezTo>
                  <a:pt x="1373434" y="107363"/>
                  <a:pt x="1367960" y="109021"/>
                  <a:pt x="1361741" y="109021"/>
                </a:cubicBezTo>
                <a:cubicBezTo>
                  <a:pt x="1351049" y="109021"/>
                  <a:pt x="1342954" y="104905"/>
                  <a:pt x="1337454" y="96672"/>
                </a:cubicBezTo>
                <a:cubicBezTo>
                  <a:pt x="1333034" y="90035"/>
                  <a:pt x="1330823" y="81803"/>
                  <a:pt x="1330823" y="71976"/>
                </a:cubicBezTo>
                <a:cubicBezTo>
                  <a:pt x="1330823" y="59935"/>
                  <a:pt x="1334074" y="50352"/>
                  <a:pt x="1340577" y="43227"/>
                </a:cubicBezTo>
                <a:cubicBezTo>
                  <a:pt x="1347079" y="36100"/>
                  <a:pt x="1354699" y="32537"/>
                  <a:pt x="1363437" y="32537"/>
                </a:cubicBezTo>
                <a:cubicBezTo>
                  <a:pt x="1370736" y="32537"/>
                  <a:pt x="1377071" y="35531"/>
                  <a:pt x="1382442" y="41519"/>
                </a:cubicBezTo>
                <a:cubicBezTo>
                  <a:pt x="1387814" y="47507"/>
                  <a:pt x="1390705" y="56386"/>
                  <a:pt x="1391116" y="68157"/>
                </a:cubicBezTo>
                <a:moveTo>
                  <a:pt x="1372149" y="63069"/>
                </a:moveTo>
                <a:cubicBezTo>
                  <a:pt x="1372149" y="54793"/>
                  <a:pt x="1371700" y="49113"/>
                  <a:pt x="1370800" y="46029"/>
                </a:cubicBezTo>
                <a:cubicBezTo>
                  <a:pt x="1369901" y="42945"/>
                  <a:pt x="1368500" y="40606"/>
                  <a:pt x="1366598" y="39013"/>
                </a:cubicBezTo>
                <a:cubicBezTo>
                  <a:pt x="1365519" y="38088"/>
                  <a:pt x="1364079" y="37625"/>
                  <a:pt x="1362280" y="37625"/>
                </a:cubicBezTo>
                <a:cubicBezTo>
                  <a:pt x="1359608" y="37625"/>
                  <a:pt x="1357423" y="38936"/>
                  <a:pt x="1355727" y="41557"/>
                </a:cubicBezTo>
                <a:cubicBezTo>
                  <a:pt x="1352694" y="46132"/>
                  <a:pt x="1351178" y="52403"/>
                  <a:pt x="1351178" y="60370"/>
                </a:cubicBezTo>
                <a:lnTo>
                  <a:pt x="1351178" y="63069"/>
                </a:lnTo>
                <a:lnTo>
                  <a:pt x="1372149" y="63069"/>
                </a:lnTo>
                <a:close/>
                <a:moveTo>
                  <a:pt x="1445728" y="32845"/>
                </a:moveTo>
                <a:lnTo>
                  <a:pt x="1446884" y="57517"/>
                </a:lnTo>
                <a:lnTo>
                  <a:pt x="1444263" y="57517"/>
                </a:lnTo>
                <a:cubicBezTo>
                  <a:pt x="1441128" y="50159"/>
                  <a:pt x="1437877" y="45133"/>
                  <a:pt x="1434510" y="42439"/>
                </a:cubicBezTo>
                <a:cubicBezTo>
                  <a:pt x="1431143" y="39744"/>
                  <a:pt x="1427789" y="38396"/>
                  <a:pt x="1424448" y="38396"/>
                </a:cubicBezTo>
                <a:cubicBezTo>
                  <a:pt x="1422341" y="38396"/>
                  <a:pt x="1420542" y="39103"/>
                  <a:pt x="1419051" y="40517"/>
                </a:cubicBezTo>
                <a:cubicBezTo>
                  <a:pt x="1417560" y="41930"/>
                  <a:pt x="1416815" y="43562"/>
                  <a:pt x="1416815" y="45412"/>
                </a:cubicBezTo>
                <a:cubicBezTo>
                  <a:pt x="1416815" y="46800"/>
                  <a:pt x="1417329" y="48137"/>
                  <a:pt x="1418357" y="49422"/>
                </a:cubicBezTo>
                <a:cubicBezTo>
                  <a:pt x="1420002" y="51529"/>
                  <a:pt x="1424602" y="55140"/>
                  <a:pt x="1432158" y="60254"/>
                </a:cubicBezTo>
                <a:cubicBezTo>
                  <a:pt x="1439714" y="65369"/>
                  <a:pt x="1444687" y="69712"/>
                  <a:pt x="1447077" y="73284"/>
                </a:cubicBezTo>
                <a:cubicBezTo>
                  <a:pt x="1449467" y="76857"/>
                  <a:pt x="1450662" y="80853"/>
                  <a:pt x="1450662" y="85274"/>
                </a:cubicBezTo>
                <a:cubicBezTo>
                  <a:pt x="1450662" y="89283"/>
                  <a:pt x="1449660" y="93215"/>
                  <a:pt x="1447655" y="97070"/>
                </a:cubicBezTo>
                <a:cubicBezTo>
                  <a:pt x="1445651" y="100925"/>
                  <a:pt x="1442824" y="103881"/>
                  <a:pt x="1439174" y="105937"/>
                </a:cubicBezTo>
                <a:cubicBezTo>
                  <a:pt x="1435525" y="107993"/>
                  <a:pt x="1431490" y="109021"/>
                  <a:pt x="1427070" y="109021"/>
                </a:cubicBezTo>
                <a:cubicBezTo>
                  <a:pt x="1423626" y="109021"/>
                  <a:pt x="1419025" y="107921"/>
                  <a:pt x="1413268" y="105722"/>
                </a:cubicBezTo>
                <a:cubicBezTo>
                  <a:pt x="1411726" y="105146"/>
                  <a:pt x="1410673" y="104857"/>
                  <a:pt x="1410107" y="104857"/>
                </a:cubicBezTo>
                <a:cubicBezTo>
                  <a:pt x="1408411" y="104857"/>
                  <a:pt x="1406998" y="106142"/>
                  <a:pt x="1405867" y="108712"/>
                </a:cubicBezTo>
                <a:lnTo>
                  <a:pt x="1403322" y="108712"/>
                </a:lnTo>
                <a:lnTo>
                  <a:pt x="1402089" y="82806"/>
                </a:lnTo>
                <a:lnTo>
                  <a:pt x="1404710" y="82806"/>
                </a:lnTo>
                <a:cubicBezTo>
                  <a:pt x="1407023" y="89591"/>
                  <a:pt x="1410197" y="94680"/>
                  <a:pt x="1414232" y="98072"/>
                </a:cubicBezTo>
                <a:cubicBezTo>
                  <a:pt x="1418267" y="101465"/>
                  <a:pt x="1422084" y="103161"/>
                  <a:pt x="1425682" y="103161"/>
                </a:cubicBezTo>
                <a:cubicBezTo>
                  <a:pt x="1428149" y="103161"/>
                  <a:pt x="1430166" y="102403"/>
                  <a:pt x="1431734" y="100886"/>
                </a:cubicBezTo>
                <a:cubicBezTo>
                  <a:pt x="1433302" y="99370"/>
                  <a:pt x="1434086" y="97533"/>
                  <a:pt x="1434086" y="95374"/>
                </a:cubicBezTo>
                <a:cubicBezTo>
                  <a:pt x="1434086" y="92907"/>
                  <a:pt x="1433315" y="90773"/>
                  <a:pt x="1431773" y="88974"/>
                </a:cubicBezTo>
                <a:cubicBezTo>
                  <a:pt x="1430231" y="87175"/>
                  <a:pt x="1426787" y="84451"/>
                  <a:pt x="1421441" y="80802"/>
                </a:cubicBezTo>
                <a:cubicBezTo>
                  <a:pt x="1413577" y="75353"/>
                  <a:pt x="1408488" y="71190"/>
                  <a:pt x="1406175" y="68311"/>
                </a:cubicBezTo>
                <a:cubicBezTo>
                  <a:pt x="1402783" y="64097"/>
                  <a:pt x="1401087" y="59445"/>
                  <a:pt x="1401087" y="54356"/>
                </a:cubicBezTo>
                <a:cubicBezTo>
                  <a:pt x="1401087" y="48805"/>
                  <a:pt x="1403001" y="43780"/>
                  <a:pt x="1406831" y="39283"/>
                </a:cubicBezTo>
                <a:cubicBezTo>
                  <a:pt x="1410660" y="34785"/>
                  <a:pt x="1416198" y="32537"/>
                  <a:pt x="1423446" y="32537"/>
                </a:cubicBezTo>
                <a:cubicBezTo>
                  <a:pt x="1427352" y="32537"/>
                  <a:pt x="1431130" y="33524"/>
                  <a:pt x="1434780" y="35500"/>
                </a:cubicBezTo>
                <a:cubicBezTo>
                  <a:pt x="1436167" y="36300"/>
                  <a:pt x="1437298" y="36700"/>
                  <a:pt x="1438172" y="36700"/>
                </a:cubicBezTo>
                <a:cubicBezTo>
                  <a:pt x="1439097" y="36700"/>
                  <a:pt x="1439843" y="36507"/>
                  <a:pt x="1440408" y="36122"/>
                </a:cubicBezTo>
                <a:cubicBezTo>
                  <a:pt x="1440973" y="35736"/>
                  <a:pt x="1441873" y="34644"/>
                  <a:pt x="1443107" y="32845"/>
                </a:cubicBezTo>
                <a:lnTo>
                  <a:pt x="1445728" y="32845"/>
                </a:lnTo>
                <a:close/>
                <a:moveTo>
                  <a:pt x="1490190" y="8173"/>
                </a:moveTo>
                <a:lnTo>
                  <a:pt x="1490190" y="34695"/>
                </a:lnTo>
                <a:lnTo>
                  <a:pt x="1507306" y="34695"/>
                </a:lnTo>
                <a:lnTo>
                  <a:pt x="1507306" y="42251"/>
                </a:lnTo>
                <a:lnTo>
                  <a:pt x="1490190" y="42251"/>
                </a:lnTo>
                <a:lnTo>
                  <a:pt x="1490190" y="86859"/>
                </a:lnTo>
                <a:cubicBezTo>
                  <a:pt x="1490190" y="91034"/>
                  <a:pt x="1490383" y="93727"/>
                  <a:pt x="1490768" y="94938"/>
                </a:cubicBezTo>
                <a:cubicBezTo>
                  <a:pt x="1491154" y="96149"/>
                  <a:pt x="1491835" y="97129"/>
                  <a:pt x="1492811" y="97877"/>
                </a:cubicBezTo>
                <a:cubicBezTo>
                  <a:pt x="1493788" y="98624"/>
                  <a:pt x="1494688" y="98998"/>
                  <a:pt x="1495510" y="98998"/>
                </a:cubicBezTo>
                <a:cubicBezTo>
                  <a:pt x="1498851" y="98998"/>
                  <a:pt x="1502012" y="96427"/>
                  <a:pt x="1504993" y="91287"/>
                </a:cubicBezTo>
                <a:lnTo>
                  <a:pt x="1507306" y="93001"/>
                </a:lnTo>
                <a:cubicBezTo>
                  <a:pt x="1503143" y="102961"/>
                  <a:pt x="1496384" y="107941"/>
                  <a:pt x="1487029" y="107941"/>
                </a:cubicBezTo>
                <a:cubicBezTo>
                  <a:pt x="1482454" y="107941"/>
                  <a:pt x="1478586" y="106665"/>
                  <a:pt x="1475425" y="104113"/>
                </a:cubicBezTo>
                <a:cubicBezTo>
                  <a:pt x="1472264" y="101559"/>
                  <a:pt x="1470247" y="98708"/>
                  <a:pt x="1469373" y="95562"/>
                </a:cubicBezTo>
                <a:cubicBezTo>
                  <a:pt x="1468859" y="93808"/>
                  <a:pt x="1468602" y="89062"/>
                  <a:pt x="1468602" y="81325"/>
                </a:cubicBezTo>
                <a:lnTo>
                  <a:pt x="1468602" y="42251"/>
                </a:lnTo>
                <a:lnTo>
                  <a:pt x="1459195" y="42251"/>
                </a:lnTo>
                <a:lnTo>
                  <a:pt x="1459195" y="39546"/>
                </a:lnTo>
                <a:cubicBezTo>
                  <a:pt x="1465672" y="34961"/>
                  <a:pt x="1471185" y="30145"/>
                  <a:pt x="1475734" y="25096"/>
                </a:cubicBezTo>
                <a:cubicBezTo>
                  <a:pt x="1480283" y="20048"/>
                  <a:pt x="1484253" y="14407"/>
                  <a:pt x="1487646" y="8173"/>
                </a:cubicBezTo>
                <a:lnTo>
                  <a:pt x="1490190" y="817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C67CC-6234-4009-AA9C-0937923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431" y="522694"/>
            <a:ext cx="198825" cy="996753"/>
          </a:xfrm>
          <a:custGeom xmlns:a="http://schemas.openxmlformats.org/drawingml/2006/main">
            <a:pathLst>
              <a:path w="198825" h="996753">
                <a:moveTo>
                  <a:pt x="30649" y="38993"/>
                </a:moveTo>
                <a:lnTo>
                  <a:pt x="31135" y="38892"/>
                </a:lnTo>
                <a:lnTo>
                  <a:pt x="31635" y="38791"/>
                </a:lnTo>
                <a:lnTo>
                  <a:pt x="32147" y="38691"/>
                </a:lnTo>
                <a:lnTo>
                  <a:pt x="33215" y="38484"/>
                </a:lnTo>
                <a:lnTo>
                  <a:pt x="34332" y="38277"/>
                </a:lnTo>
                <a:lnTo>
                  <a:pt x="35498" y="38071"/>
                </a:lnTo>
                <a:lnTo>
                  <a:pt x="36711" y="37865"/>
                </a:lnTo>
                <a:lnTo>
                  <a:pt x="37972" y="37661"/>
                </a:lnTo>
                <a:lnTo>
                  <a:pt x="39279" y="37457"/>
                </a:lnTo>
                <a:lnTo>
                  <a:pt x="40633" y="37254"/>
                </a:lnTo>
                <a:lnTo>
                  <a:pt x="42031" y="37052"/>
                </a:lnTo>
                <a:lnTo>
                  <a:pt x="43473" y="36852"/>
                </a:lnTo>
                <a:lnTo>
                  <a:pt x="44959" y="36652"/>
                </a:lnTo>
                <a:lnTo>
                  <a:pt x="46488" y="36454"/>
                </a:lnTo>
                <a:lnTo>
                  <a:pt x="48060" y="36258"/>
                </a:lnTo>
                <a:lnTo>
                  <a:pt x="49672" y="36063"/>
                </a:lnTo>
                <a:lnTo>
                  <a:pt x="51326" y="35870"/>
                </a:lnTo>
                <a:lnTo>
                  <a:pt x="53020" y="35679"/>
                </a:lnTo>
                <a:lnTo>
                  <a:pt x="54753" y="35490"/>
                </a:lnTo>
                <a:lnTo>
                  <a:pt x="56525" y="35303"/>
                </a:lnTo>
                <a:lnTo>
                  <a:pt x="58335" y="35118"/>
                </a:lnTo>
                <a:lnTo>
                  <a:pt x="60182" y="34936"/>
                </a:lnTo>
                <a:lnTo>
                  <a:pt x="62065" y="34756"/>
                </a:lnTo>
                <a:lnTo>
                  <a:pt x="63985" y="34578"/>
                </a:lnTo>
                <a:lnTo>
                  <a:pt x="65940" y="34403"/>
                </a:lnTo>
                <a:lnTo>
                  <a:pt x="67929" y="34231"/>
                </a:lnTo>
                <a:lnTo>
                  <a:pt x="69952" y="34061"/>
                </a:lnTo>
                <a:lnTo>
                  <a:pt x="74105" y="33724"/>
                </a:lnTo>
                <a:lnTo>
                  <a:pt x="78391" y="33397"/>
                </a:lnTo>
                <a:lnTo>
                  <a:pt x="82805" y="33082"/>
                </a:lnTo>
                <a:lnTo>
                  <a:pt x="87344" y="32779"/>
                </a:lnTo>
                <a:lnTo>
                  <a:pt x="92004" y="32487"/>
                </a:lnTo>
                <a:lnTo>
                  <a:pt x="96783" y="32208"/>
                </a:lnTo>
                <a:lnTo>
                  <a:pt x="101675" y="31941"/>
                </a:lnTo>
                <a:lnTo>
                  <a:pt x="106678" y="31686"/>
                </a:lnTo>
                <a:lnTo>
                  <a:pt x="111788" y="31445"/>
                </a:lnTo>
                <a:lnTo>
                  <a:pt x="117001" y="31218"/>
                </a:lnTo>
                <a:lnTo>
                  <a:pt x="122314" y="31004"/>
                </a:lnTo>
                <a:lnTo>
                  <a:pt x="127723" y="30804"/>
                </a:lnTo>
                <a:lnTo>
                  <a:pt x="133225" y="30618"/>
                </a:lnTo>
                <a:lnTo>
                  <a:pt x="138816" y="30447"/>
                </a:lnTo>
                <a:lnTo>
                  <a:pt x="144492" y="30291"/>
                </a:lnTo>
                <a:lnTo>
                  <a:pt x="150249" y="30150"/>
                </a:lnTo>
                <a:lnTo>
                  <a:pt x="156086" y="30024"/>
                </a:lnTo>
                <a:lnTo>
                  <a:pt x="161996" y="29914"/>
                </a:lnTo>
                <a:lnTo>
                  <a:pt x="167978" y="29821"/>
                </a:lnTo>
                <a:lnTo>
                  <a:pt x="174027" y="29743"/>
                </a:lnTo>
                <a:lnTo>
                  <a:pt x="180140" y="29683"/>
                </a:lnTo>
                <a:lnTo>
                  <a:pt x="186313" y="29639"/>
                </a:lnTo>
                <a:lnTo>
                  <a:pt x="192542" y="29613"/>
                </a:lnTo>
                <a:lnTo>
                  <a:pt x="198825" y="29604"/>
                </a:lnTo>
                <a:lnTo>
                  <a:pt x="198825" y="0"/>
                </a:lnTo>
                <a:lnTo>
                  <a:pt x="193758" y="6"/>
                </a:lnTo>
                <a:lnTo>
                  <a:pt x="188726" y="22"/>
                </a:lnTo>
                <a:lnTo>
                  <a:pt x="183729" y="50"/>
                </a:lnTo>
                <a:lnTo>
                  <a:pt x="178768" y="89"/>
                </a:lnTo>
                <a:lnTo>
                  <a:pt x="173847" y="139"/>
                </a:lnTo>
                <a:lnTo>
                  <a:pt x="168966" y="199"/>
                </a:lnTo>
                <a:lnTo>
                  <a:pt x="164127" y="269"/>
                </a:lnTo>
                <a:lnTo>
                  <a:pt x="159331" y="350"/>
                </a:lnTo>
                <a:lnTo>
                  <a:pt x="154581" y="442"/>
                </a:lnTo>
                <a:lnTo>
                  <a:pt x="149877" y="543"/>
                </a:lnTo>
                <a:lnTo>
                  <a:pt x="145222" y="654"/>
                </a:lnTo>
                <a:lnTo>
                  <a:pt x="140618" y="775"/>
                </a:lnTo>
                <a:lnTo>
                  <a:pt x="136065" y="906"/>
                </a:lnTo>
                <a:lnTo>
                  <a:pt x="131565" y="1046"/>
                </a:lnTo>
                <a:lnTo>
                  <a:pt x="127121" y="1196"/>
                </a:lnTo>
                <a:lnTo>
                  <a:pt x="122733" y="1355"/>
                </a:lnTo>
                <a:lnTo>
                  <a:pt x="118403" y="1523"/>
                </a:lnTo>
                <a:lnTo>
                  <a:pt x="114134" y="1700"/>
                </a:lnTo>
                <a:lnTo>
                  <a:pt x="109926" y="1886"/>
                </a:lnTo>
                <a:lnTo>
                  <a:pt x="105781" y="2080"/>
                </a:lnTo>
                <a:lnTo>
                  <a:pt x="101702" y="2283"/>
                </a:lnTo>
                <a:lnTo>
                  <a:pt x="97689" y="2495"/>
                </a:lnTo>
                <a:lnTo>
                  <a:pt x="93744" y="2715"/>
                </a:lnTo>
                <a:lnTo>
                  <a:pt x="89868" y="2943"/>
                </a:lnTo>
                <a:lnTo>
                  <a:pt x="86053" y="3186"/>
                </a:lnTo>
                <a:lnTo>
                  <a:pt x="82315" y="3434"/>
                </a:lnTo>
                <a:lnTo>
                  <a:pt x="78655" y="3689"/>
                </a:lnTo>
                <a:lnTo>
                  <a:pt x="75074" y="3950"/>
                </a:lnTo>
                <a:lnTo>
                  <a:pt x="71573" y="4218"/>
                </a:lnTo>
                <a:lnTo>
                  <a:pt x="68153" y="4493"/>
                </a:lnTo>
                <a:lnTo>
                  <a:pt x="64813" y="4774"/>
                </a:lnTo>
                <a:lnTo>
                  <a:pt x="61556" y="5063"/>
                </a:lnTo>
                <a:lnTo>
                  <a:pt x="58381" y="5359"/>
                </a:lnTo>
                <a:lnTo>
                  <a:pt x="55290" y="5663"/>
                </a:lnTo>
                <a:lnTo>
                  <a:pt x="52282" y="5974"/>
                </a:lnTo>
                <a:lnTo>
                  <a:pt x="49360" y="6294"/>
                </a:lnTo>
                <a:lnTo>
                  <a:pt x="46523" y="6621"/>
                </a:lnTo>
                <a:lnTo>
                  <a:pt x="43772" y="6956"/>
                </a:lnTo>
                <a:lnTo>
                  <a:pt x="41109" y="7300"/>
                </a:lnTo>
                <a:lnTo>
                  <a:pt x="38533" y="7653"/>
                </a:lnTo>
                <a:lnTo>
                  <a:pt x="36046" y="8014"/>
                </a:lnTo>
                <a:lnTo>
                  <a:pt x="33648" y="8384"/>
                </a:lnTo>
                <a:lnTo>
                  <a:pt x="31339" y="8763"/>
                </a:lnTo>
                <a:lnTo>
                  <a:pt x="29122" y="9152"/>
                </a:lnTo>
                <a:lnTo>
                  <a:pt x="26996" y="9550"/>
                </a:lnTo>
                <a:lnTo>
                  <a:pt x="24962" y="9957"/>
                </a:lnTo>
                <a:lnTo>
                  <a:pt x="23021" y="10374"/>
                </a:lnTo>
                <a:lnTo>
                  <a:pt x="21174" y="10801"/>
                </a:lnTo>
                <a:lnTo>
                  <a:pt x="20650" y="10933"/>
                </a:lnTo>
                <a:lnTo>
                  <a:pt x="20133" y="11065"/>
                </a:lnTo>
                <a:lnTo>
                  <a:pt x="19624" y="11196"/>
                </a:lnTo>
                <a:lnTo>
                  <a:pt x="19122" y="11328"/>
                </a:lnTo>
                <a:lnTo>
                  <a:pt x="18627" y="11462"/>
                </a:lnTo>
                <a:lnTo>
                  <a:pt x="18137" y="11597"/>
                </a:lnTo>
                <a:lnTo>
                  <a:pt x="17652" y="11734"/>
                </a:lnTo>
                <a:lnTo>
                  <a:pt x="17173" y="11874"/>
                </a:lnTo>
                <a:lnTo>
                  <a:pt x="16697" y="12018"/>
                </a:lnTo>
                <a:lnTo>
                  <a:pt x="16224" y="12165"/>
                </a:lnTo>
                <a:lnTo>
                  <a:pt x="15755" y="12317"/>
                </a:lnTo>
                <a:lnTo>
                  <a:pt x="15288" y="12473"/>
                </a:lnTo>
                <a:lnTo>
                  <a:pt x="14822" y="12635"/>
                </a:lnTo>
                <a:lnTo>
                  <a:pt x="14358" y="12802"/>
                </a:lnTo>
                <a:lnTo>
                  <a:pt x="13895" y="12976"/>
                </a:lnTo>
                <a:lnTo>
                  <a:pt x="13431" y="13157"/>
                </a:lnTo>
                <a:lnTo>
                  <a:pt x="12967" y="13346"/>
                </a:lnTo>
                <a:lnTo>
                  <a:pt x="12502" y="13542"/>
                </a:lnTo>
                <a:lnTo>
                  <a:pt x="12036" y="13747"/>
                </a:lnTo>
                <a:lnTo>
                  <a:pt x="11567" y="13960"/>
                </a:lnTo>
                <a:lnTo>
                  <a:pt x="11095" y="14184"/>
                </a:lnTo>
                <a:lnTo>
                  <a:pt x="10621" y="14417"/>
                </a:lnTo>
                <a:lnTo>
                  <a:pt x="10142" y="14661"/>
                </a:lnTo>
                <a:lnTo>
                  <a:pt x="9658" y="14916"/>
                </a:lnTo>
                <a:lnTo>
                  <a:pt x="9399" y="15071"/>
                </a:lnTo>
                <a:lnTo>
                  <a:pt x="9134" y="15229"/>
                </a:lnTo>
                <a:lnTo>
                  <a:pt x="8864" y="15391"/>
                </a:lnTo>
                <a:lnTo>
                  <a:pt x="8589" y="15559"/>
                </a:lnTo>
                <a:lnTo>
                  <a:pt x="8310" y="15732"/>
                </a:lnTo>
                <a:lnTo>
                  <a:pt x="8026" y="15914"/>
                </a:lnTo>
                <a:lnTo>
                  <a:pt x="7738" y="16103"/>
                </a:lnTo>
                <a:lnTo>
                  <a:pt x="7446" y="16303"/>
                </a:lnTo>
                <a:lnTo>
                  <a:pt x="7151" y="16512"/>
                </a:lnTo>
                <a:lnTo>
                  <a:pt x="6852" y="16734"/>
                </a:lnTo>
                <a:lnTo>
                  <a:pt x="6549" y="16968"/>
                </a:lnTo>
                <a:lnTo>
                  <a:pt x="6244" y="17216"/>
                </a:lnTo>
                <a:lnTo>
                  <a:pt x="5935" y="17479"/>
                </a:lnTo>
                <a:lnTo>
                  <a:pt x="5624" y="17758"/>
                </a:lnTo>
                <a:lnTo>
                  <a:pt x="5310" y="18054"/>
                </a:lnTo>
                <a:lnTo>
                  <a:pt x="4993" y="18368"/>
                </a:lnTo>
                <a:lnTo>
                  <a:pt x="4675" y="18702"/>
                </a:lnTo>
                <a:lnTo>
                  <a:pt x="4354" y="19055"/>
                </a:lnTo>
                <a:lnTo>
                  <a:pt x="4032" y="19430"/>
                </a:lnTo>
                <a:lnTo>
                  <a:pt x="3708" y="19827"/>
                </a:lnTo>
                <a:lnTo>
                  <a:pt x="3383" y="20247"/>
                </a:lnTo>
                <a:lnTo>
                  <a:pt x="3056" y="20692"/>
                </a:lnTo>
                <a:lnTo>
                  <a:pt x="2729" y="21163"/>
                </a:lnTo>
                <a:lnTo>
                  <a:pt x="2400" y="21660"/>
                </a:lnTo>
                <a:lnTo>
                  <a:pt x="2241" y="21926"/>
                </a:lnTo>
                <a:lnTo>
                  <a:pt x="2083" y="22202"/>
                </a:lnTo>
                <a:lnTo>
                  <a:pt x="1928" y="22487"/>
                </a:lnTo>
                <a:lnTo>
                  <a:pt x="1776" y="22783"/>
                </a:lnTo>
                <a:lnTo>
                  <a:pt x="1627" y="23087"/>
                </a:lnTo>
                <a:lnTo>
                  <a:pt x="1483" y="23400"/>
                </a:lnTo>
                <a:lnTo>
                  <a:pt x="1342" y="23721"/>
                </a:lnTo>
                <a:lnTo>
                  <a:pt x="1206" y="24051"/>
                </a:lnTo>
                <a:lnTo>
                  <a:pt x="1076" y="24388"/>
                </a:lnTo>
                <a:lnTo>
                  <a:pt x="950" y="24732"/>
                </a:lnTo>
                <a:lnTo>
                  <a:pt x="831" y="25084"/>
                </a:lnTo>
                <a:lnTo>
                  <a:pt x="718" y="25442"/>
                </a:lnTo>
                <a:lnTo>
                  <a:pt x="612" y="25807"/>
                </a:lnTo>
                <a:lnTo>
                  <a:pt x="512" y="26178"/>
                </a:lnTo>
                <a:lnTo>
                  <a:pt x="420" y="26555"/>
                </a:lnTo>
                <a:lnTo>
                  <a:pt x="337" y="26937"/>
                </a:lnTo>
                <a:lnTo>
                  <a:pt x="261" y="27324"/>
                </a:lnTo>
                <a:lnTo>
                  <a:pt x="194" y="27716"/>
                </a:lnTo>
                <a:lnTo>
                  <a:pt x="137" y="28112"/>
                </a:lnTo>
                <a:lnTo>
                  <a:pt x="89" y="28512"/>
                </a:lnTo>
                <a:lnTo>
                  <a:pt x="50" y="28916"/>
                </a:lnTo>
                <a:lnTo>
                  <a:pt x="23" y="29323"/>
                </a:lnTo>
                <a:lnTo>
                  <a:pt x="6" y="29734"/>
                </a:lnTo>
                <a:lnTo>
                  <a:pt x="0" y="30147"/>
                </a:lnTo>
                <a:lnTo>
                  <a:pt x="0" y="966607"/>
                </a:lnTo>
                <a:lnTo>
                  <a:pt x="6" y="967020"/>
                </a:lnTo>
                <a:lnTo>
                  <a:pt x="23" y="967430"/>
                </a:lnTo>
                <a:lnTo>
                  <a:pt x="50" y="967837"/>
                </a:lnTo>
                <a:lnTo>
                  <a:pt x="89" y="968241"/>
                </a:lnTo>
                <a:lnTo>
                  <a:pt x="137" y="968641"/>
                </a:lnTo>
                <a:lnTo>
                  <a:pt x="194" y="969038"/>
                </a:lnTo>
                <a:lnTo>
                  <a:pt x="261" y="969429"/>
                </a:lnTo>
                <a:lnTo>
                  <a:pt x="337" y="969816"/>
                </a:lnTo>
                <a:lnTo>
                  <a:pt x="420" y="970198"/>
                </a:lnTo>
                <a:lnTo>
                  <a:pt x="512" y="970575"/>
                </a:lnTo>
                <a:lnTo>
                  <a:pt x="612" y="970946"/>
                </a:lnTo>
                <a:lnTo>
                  <a:pt x="718" y="971311"/>
                </a:lnTo>
                <a:lnTo>
                  <a:pt x="831" y="971669"/>
                </a:lnTo>
                <a:lnTo>
                  <a:pt x="950" y="972021"/>
                </a:lnTo>
                <a:lnTo>
                  <a:pt x="1076" y="972365"/>
                </a:lnTo>
                <a:lnTo>
                  <a:pt x="1207" y="972703"/>
                </a:lnTo>
                <a:lnTo>
                  <a:pt x="1342" y="973032"/>
                </a:lnTo>
                <a:lnTo>
                  <a:pt x="1483" y="973353"/>
                </a:lnTo>
                <a:lnTo>
                  <a:pt x="1627" y="973666"/>
                </a:lnTo>
                <a:lnTo>
                  <a:pt x="1776" y="973971"/>
                </a:lnTo>
                <a:lnTo>
                  <a:pt x="1928" y="974266"/>
                </a:lnTo>
                <a:lnTo>
                  <a:pt x="2083" y="974551"/>
                </a:lnTo>
                <a:lnTo>
                  <a:pt x="2241" y="974827"/>
                </a:lnTo>
                <a:lnTo>
                  <a:pt x="2400" y="975093"/>
                </a:lnTo>
                <a:lnTo>
                  <a:pt x="6372" y="979608"/>
                </a:lnTo>
                <a:lnTo>
                  <a:pt x="12973" y="983409"/>
                </a:lnTo>
                <a:lnTo>
                  <a:pt x="13478" y="983609"/>
                </a:lnTo>
                <a:lnTo>
                  <a:pt x="13985" y="983804"/>
                </a:lnTo>
                <a:lnTo>
                  <a:pt x="14495" y="983992"/>
                </a:lnTo>
                <a:lnTo>
                  <a:pt x="15008" y="984176"/>
                </a:lnTo>
                <a:lnTo>
                  <a:pt x="15524" y="984354"/>
                </a:lnTo>
                <a:lnTo>
                  <a:pt x="16044" y="984527"/>
                </a:lnTo>
                <a:lnTo>
                  <a:pt x="16568" y="984696"/>
                </a:lnTo>
                <a:lnTo>
                  <a:pt x="17096" y="984860"/>
                </a:lnTo>
                <a:lnTo>
                  <a:pt x="17629" y="985019"/>
                </a:lnTo>
                <a:lnTo>
                  <a:pt x="18167" y="985175"/>
                </a:lnTo>
                <a:lnTo>
                  <a:pt x="18711" y="985328"/>
                </a:lnTo>
                <a:lnTo>
                  <a:pt x="19260" y="985477"/>
                </a:lnTo>
                <a:lnTo>
                  <a:pt x="19814" y="985623"/>
                </a:lnTo>
                <a:lnTo>
                  <a:pt x="20376" y="985766"/>
                </a:lnTo>
                <a:lnTo>
                  <a:pt x="20943" y="985906"/>
                </a:lnTo>
                <a:lnTo>
                  <a:pt x="21518" y="986044"/>
                </a:lnTo>
                <a:lnTo>
                  <a:pt x="22100" y="986180"/>
                </a:lnTo>
                <a:lnTo>
                  <a:pt x="22689" y="986314"/>
                </a:lnTo>
                <a:lnTo>
                  <a:pt x="23287" y="986446"/>
                </a:lnTo>
                <a:lnTo>
                  <a:pt x="23892" y="986578"/>
                </a:lnTo>
                <a:lnTo>
                  <a:pt x="24507" y="986708"/>
                </a:lnTo>
                <a:lnTo>
                  <a:pt x="25129" y="986837"/>
                </a:lnTo>
                <a:lnTo>
                  <a:pt x="25762" y="986966"/>
                </a:lnTo>
                <a:lnTo>
                  <a:pt x="26403" y="987095"/>
                </a:lnTo>
                <a:lnTo>
                  <a:pt x="27707" y="987346"/>
                </a:lnTo>
                <a:lnTo>
                  <a:pt x="29048" y="987594"/>
                </a:lnTo>
                <a:lnTo>
                  <a:pt x="30425" y="987838"/>
                </a:lnTo>
                <a:lnTo>
                  <a:pt x="31838" y="988079"/>
                </a:lnTo>
                <a:lnTo>
                  <a:pt x="33287" y="988316"/>
                </a:lnTo>
                <a:lnTo>
                  <a:pt x="34772" y="988549"/>
                </a:lnTo>
                <a:lnTo>
                  <a:pt x="36293" y="988779"/>
                </a:lnTo>
                <a:lnTo>
                  <a:pt x="37849" y="989005"/>
                </a:lnTo>
                <a:lnTo>
                  <a:pt x="39441" y="989228"/>
                </a:lnTo>
                <a:lnTo>
                  <a:pt x="41068" y="989448"/>
                </a:lnTo>
                <a:lnTo>
                  <a:pt x="42730" y="989664"/>
                </a:lnTo>
                <a:lnTo>
                  <a:pt x="44427" y="989877"/>
                </a:lnTo>
                <a:lnTo>
                  <a:pt x="46159" y="990087"/>
                </a:lnTo>
                <a:lnTo>
                  <a:pt x="47925" y="990294"/>
                </a:lnTo>
                <a:lnTo>
                  <a:pt x="49727" y="990498"/>
                </a:lnTo>
                <a:lnTo>
                  <a:pt x="51562" y="990699"/>
                </a:lnTo>
                <a:lnTo>
                  <a:pt x="53432" y="990898"/>
                </a:lnTo>
                <a:lnTo>
                  <a:pt x="55335" y="991093"/>
                </a:lnTo>
                <a:lnTo>
                  <a:pt x="57273" y="991286"/>
                </a:lnTo>
                <a:lnTo>
                  <a:pt x="59245" y="991476"/>
                </a:lnTo>
                <a:lnTo>
                  <a:pt x="61250" y="991663"/>
                </a:lnTo>
                <a:lnTo>
                  <a:pt x="63288" y="991848"/>
                </a:lnTo>
                <a:lnTo>
                  <a:pt x="65360" y="992030"/>
                </a:lnTo>
                <a:lnTo>
                  <a:pt x="67466" y="992210"/>
                </a:lnTo>
                <a:lnTo>
                  <a:pt x="71769" y="992557"/>
                </a:lnTo>
                <a:lnTo>
                  <a:pt x="76199" y="992893"/>
                </a:lnTo>
                <a:lnTo>
                  <a:pt x="80750" y="993217"/>
                </a:lnTo>
                <a:lnTo>
                  <a:pt x="85421" y="993529"/>
                </a:lnTo>
                <a:lnTo>
                  <a:pt x="90208" y="993827"/>
                </a:lnTo>
                <a:lnTo>
                  <a:pt x="95107" y="994113"/>
                </a:lnTo>
                <a:lnTo>
                  <a:pt x="100116" y="994386"/>
                </a:lnTo>
                <a:lnTo>
                  <a:pt x="105230" y="994645"/>
                </a:lnTo>
                <a:lnTo>
                  <a:pt x="110447" y="994890"/>
                </a:lnTo>
                <a:lnTo>
                  <a:pt x="115764" y="995122"/>
                </a:lnTo>
                <a:lnTo>
                  <a:pt x="121178" y="995339"/>
                </a:lnTo>
                <a:lnTo>
                  <a:pt x="126684" y="995542"/>
                </a:lnTo>
                <a:lnTo>
                  <a:pt x="132280" y="995730"/>
                </a:lnTo>
                <a:lnTo>
                  <a:pt x="137962" y="995904"/>
                </a:lnTo>
                <a:lnTo>
                  <a:pt x="143728" y="996061"/>
                </a:lnTo>
                <a:lnTo>
                  <a:pt x="149573" y="996204"/>
                </a:lnTo>
                <a:lnTo>
                  <a:pt x="155495" y="996330"/>
                </a:lnTo>
                <a:lnTo>
                  <a:pt x="161491" y="996441"/>
                </a:lnTo>
                <a:lnTo>
                  <a:pt x="167557" y="996535"/>
                </a:lnTo>
                <a:lnTo>
                  <a:pt x="173690" y="996613"/>
                </a:lnTo>
                <a:lnTo>
                  <a:pt x="179886" y="996674"/>
                </a:lnTo>
                <a:lnTo>
                  <a:pt x="186143" y="996718"/>
                </a:lnTo>
                <a:lnTo>
                  <a:pt x="192457" y="996744"/>
                </a:lnTo>
                <a:lnTo>
                  <a:pt x="198825" y="996753"/>
                </a:lnTo>
                <a:lnTo>
                  <a:pt x="198825" y="967149"/>
                </a:lnTo>
                <a:lnTo>
                  <a:pt x="190549" y="967134"/>
                </a:lnTo>
                <a:lnTo>
                  <a:pt x="182366" y="967087"/>
                </a:lnTo>
                <a:lnTo>
                  <a:pt x="174283" y="967011"/>
                </a:lnTo>
                <a:lnTo>
                  <a:pt x="166310" y="966905"/>
                </a:lnTo>
                <a:lnTo>
                  <a:pt x="158454" y="966771"/>
                </a:lnTo>
                <a:lnTo>
                  <a:pt x="150725" y="966609"/>
                </a:lnTo>
                <a:lnTo>
                  <a:pt x="143130" y="966420"/>
                </a:lnTo>
                <a:lnTo>
                  <a:pt x="135679" y="966205"/>
                </a:lnTo>
                <a:lnTo>
                  <a:pt x="128380" y="965965"/>
                </a:lnTo>
                <a:lnTo>
                  <a:pt x="121242" y="965700"/>
                </a:lnTo>
                <a:lnTo>
                  <a:pt x="114273" y="965411"/>
                </a:lnTo>
                <a:lnTo>
                  <a:pt x="107481" y="965099"/>
                </a:lnTo>
                <a:lnTo>
                  <a:pt x="100876" y="964765"/>
                </a:lnTo>
                <a:lnTo>
                  <a:pt x="94465" y="964409"/>
                </a:lnTo>
                <a:lnTo>
                  <a:pt x="88258" y="964032"/>
                </a:lnTo>
                <a:lnTo>
                  <a:pt x="82262" y="963636"/>
                </a:lnTo>
                <a:lnTo>
                  <a:pt x="76487" y="963220"/>
                </a:lnTo>
                <a:lnTo>
                  <a:pt x="70941" y="962786"/>
                </a:lnTo>
                <a:lnTo>
                  <a:pt x="65632" y="962333"/>
                </a:lnTo>
                <a:lnTo>
                  <a:pt x="60569" y="961864"/>
                </a:lnTo>
                <a:lnTo>
                  <a:pt x="55760" y="961379"/>
                </a:lnTo>
                <a:lnTo>
                  <a:pt x="51215" y="960879"/>
                </a:lnTo>
                <a:lnTo>
                  <a:pt x="46942" y="960363"/>
                </a:lnTo>
                <a:lnTo>
                  <a:pt x="42948" y="959834"/>
                </a:lnTo>
                <a:lnTo>
                  <a:pt x="41705" y="959664"/>
                </a:lnTo>
                <a:lnTo>
                  <a:pt x="40489" y="959489"/>
                </a:lnTo>
                <a:lnTo>
                  <a:pt x="39304" y="959310"/>
                </a:lnTo>
                <a:lnTo>
                  <a:pt x="38150" y="959128"/>
                </a:lnTo>
                <a:lnTo>
                  <a:pt x="37029" y="958943"/>
                </a:lnTo>
                <a:lnTo>
                  <a:pt x="35942" y="958757"/>
                </a:lnTo>
                <a:lnTo>
                  <a:pt x="34892" y="958570"/>
                </a:lnTo>
                <a:lnTo>
                  <a:pt x="33879" y="958382"/>
                </a:lnTo>
                <a:lnTo>
                  <a:pt x="32906" y="958195"/>
                </a:lnTo>
                <a:lnTo>
                  <a:pt x="31973" y="958010"/>
                </a:lnTo>
                <a:lnTo>
                  <a:pt x="31083" y="957826"/>
                </a:lnTo>
                <a:lnTo>
                  <a:pt x="30236" y="957645"/>
                </a:lnTo>
                <a:lnTo>
                  <a:pt x="29604" y="957505"/>
                </a:lnTo>
                <a:lnTo>
                  <a:pt x="29604" y="39222"/>
                </a:lnTo>
                <a:lnTo>
                  <a:pt x="29715" y="39196"/>
                </a:lnTo>
                <a:lnTo>
                  <a:pt x="30175" y="39095"/>
                </a:lnTo>
                <a:lnTo>
                  <a:pt x="30649" y="3899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F2028-E5D6-49D0-BF78-A53D3A94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840" y="898255"/>
            <a:ext cx="402393" cy="486"/>
          </a:xfrm>
          <a:custGeom xmlns:a="http://schemas.openxmlformats.org/drawingml/2006/main">
            <a:pathLst>
              <a:path w="402393" h="486" fill="none">
                <a:moveTo>
                  <a:pt x="0" y="0"/>
                </a:moveTo>
                <a:lnTo>
                  <a:pt x="402393" y="486"/>
                </a:lnTo>
              </a:path>
            </a:pathLst>
          </a:custGeom>
          <a:noFill xmlns:a="http://schemas.openxmlformats.org/drawingml/2006/main"/>
          <a:ln xmlns:a="http://schemas.openxmlformats.org/drawingml/2006/main" w="29604" cap="flat">
            <a:solidFill>
              <a:srgbClr val="231F2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623FC-507E-480A-AF6B-551E188F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635" y="955777"/>
            <a:ext cx="10" cy="199196"/>
          </a:xfrm>
          <a:custGeom xmlns:a="http://schemas.openxmlformats.org/drawingml/2006/main">
            <a:pathLst>
              <a:path w="1" h="199196" fill="none">
                <a:moveTo>
                  <a:pt x="0" y="0"/>
                </a:moveTo>
                <a:lnTo>
                  <a:pt x="0" y="199196"/>
                </a:lnTo>
              </a:path>
            </a:pathLst>
          </a:custGeom>
          <a:noFill xmlns:a="http://schemas.openxmlformats.org/drawingml/2006/main"/>
          <a:ln xmlns:a="http://schemas.openxmlformats.org/drawingml/2006/main" w="29604" cap="flat">
            <a:solidFill>
              <a:srgbClr val="231F20"/>
            </a:solidFill>
            <a:miter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7b35ac75c487c"/>
          <a:stretch xmlns:a="http://schemas.openxmlformats.org/drawingml/2006/main"/>
        </p:blipFill>
        <p:spPr>
          <a:xfrm xmlns:a="http://schemas.openxmlformats.org/drawingml/2006/main">
            <a:off x="1620717" y="330984"/>
            <a:ext cx="403222" cy="403222"/>
          </a:xfrm>
          <a:prstGeom xmlns:a="http://schemas.openxmlformats.org/drawingml/2006/main" prst="rect">
            <a:avLst/>
          </a:prstGeom>
        </p:spPr>
      </p:pic>
      <p:sp>
        <p:nvSpPr>
          <p:cNvPr id="12" name="Text 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40A9EE32-A72B-4180-8C23-4F86D911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93" y="805801"/>
            <a:ext cx="511151" cy="109021"/>
          </a:xfrm>
          <a:custGeom xmlns:a="http://schemas.openxmlformats.org/drawingml/2006/main">
            <a:pathLst>
              <a:path w="511151" h="109021">
                <a:moveTo>
                  <a:pt x="64456" y="76947"/>
                </a:moveTo>
                <a:lnTo>
                  <a:pt x="27525" y="76947"/>
                </a:lnTo>
                <a:lnTo>
                  <a:pt x="23130" y="87175"/>
                </a:lnTo>
                <a:cubicBezTo>
                  <a:pt x="21691" y="90604"/>
                  <a:pt x="20971" y="93436"/>
                  <a:pt x="20971" y="95670"/>
                </a:cubicBezTo>
                <a:cubicBezTo>
                  <a:pt x="20971" y="98630"/>
                  <a:pt x="22154" y="100813"/>
                  <a:pt x="24518" y="102216"/>
                </a:cubicBezTo>
                <a:cubicBezTo>
                  <a:pt x="25906" y="103047"/>
                  <a:pt x="29324" y="103670"/>
                  <a:pt x="34772" y="104086"/>
                </a:cubicBezTo>
                <a:lnTo>
                  <a:pt x="34772" y="106862"/>
                </a:lnTo>
                <a:lnTo>
                  <a:pt x="0" y="106862"/>
                </a:lnTo>
                <a:lnTo>
                  <a:pt x="0" y="104086"/>
                </a:lnTo>
                <a:cubicBezTo>
                  <a:pt x="3752" y="103516"/>
                  <a:pt x="6836" y="101947"/>
                  <a:pt x="9252" y="99378"/>
                </a:cubicBezTo>
                <a:cubicBezTo>
                  <a:pt x="11668" y="96808"/>
                  <a:pt x="14649" y="91501"/>
                  <a:pt x="18196" y="83457"/>
                </a:cubicBezTo>
                <a:lnTo>
                  <a:pt x="55590" y="0"/>
                </a:lnTo>
                <a:lnTo>
                  <a:pt x="57055" y="0"/>
                </a:lnTo>
                <a:lnTo>
                  <a:pt x="94757" y="85782"/>
                </a:lnTo>
                <a:cubicBezTo>
                  <a:pt x="98355" y="93987"/>
                  <a:pt x="101311" y="99153"/>
                  <a:pt x="103624" y="101282"/>
                </a:cubicBezTo>
                <a:cubicBezTo>
                  <a:pt x="105371" y="102891"/>
                  <a:pt x="107838" y="103826"/>
                  <a:pt x="111025" y="104086"/>
                </a:cubicBezTo>
                <a:lnTo>
                  <a:pt x="111025" y="106862"/>
                </a:lnTo>
                <a:lnTo>
                  <a:pt x="60447" y="106862"/>
                </a:lnTo>
                <a:lnTo>
                  <a:pt x="60447" y="104086"/>
                </a:lnTo>
                <a:lnTo>
                  <a:pt x="62529" y="104086"/>
                </a:lnTo>
                <a:cubicBezTo>
                  <a:pt x="66589" y="104086"/>
                  <a:pt x="69442" y="103511"/>
                  <a:pt x="71087" y="102361"/>
                </a:cubicBezTo>
                <a:cubicBezTo>
                  <a:pt x="72218" y="101526"/>
                  <a:pt x="72783" y="100323"/>
                  <a:pt x="72783" y="98754"/>
                </a:cubicBezTo>
                <a:cubicBezTo>
                  <a:pt x="72783" y="97815"/>
                  <a:pt x="72629" y="96848"/>
                  <a:pt x="72321" y="95853"/>
                </a:cubicBezTo>
                <a:cubicBezTo>
                  <a:pt x="72218" y="95384"/>
                  <a:pt x="71447" y="93425"/>
                  <a:pt x="70008" y="89974"/>
                </a:cubicBezTo>
                <a:lnTo>
                  <a:pt x="64456" y="76947"/>
                </a:lnTo>
                <a:moveTo>
                  <a:pt x="61835" y="71241"/>
                </a:moveTo>
                <a:lnTo>
                  <a:pt x="46261" y="35192"/>
                </a:lnTo>
                <a:lnTo>
                  <a:pt x="30224" y="71241"/>
                </a:lnTo>
                <a:lnTo>
                  <a:pt x="61835" y="71241"/>
                </a:lnTo>
                <a:close/>
                <a:moveTo>
                  <a:pt x="154856" y="59522"/>
                </a:moveTo>
                <a:lnTo>
                  <a:pt x="154856" y="88512"/>
                </a:lnTo>
                <a:cubicBezTo>
                  <a:pt x="154856" y="94195"/>
                  <a:pt x="155203" y="97773"/>
                  <a:pt x="155897" y="99246"/>
                </a:cubicBezTo>
                <a:cubicBezTo>
                  <a:pt x="156591" y="100717"/>
                  <a:pt x="157824" y="101892"/>
                  <a:pt x="159598" y="102771"/>
                </a:cubicBezTo>
                <a:cubicBezTo>
                  <a:pt x="161371" y="103648"/>
                  <a:pt x="164622" y="104086"/>
                  <a:pt x="169351" y="104086"/>
                </a:cubicBezTo>
                <a:lnTo>
                  <a:pt x="169351" y="106862"/>
                </a:lnTo>
                <a:lnTo>
                  <a:pt x="116228" y="106862"/>
                </a:lnTo>
                <a:lnTo>
                  <a:pt x="116228" y="104086"/>
                </a:lnTo>
                <a:cubicBezTo>
                  <a:pt x="121060" y="104086"/>
                  <a:pt x="124337" y="103634"/>
                  <a:pt x="126059" y="102730"/>
                </a:cubicBezTo>
                <a:cubicBezTo>
                  <a:pt x="127781" y="101825"/>
                  <a:pt x="128989" y="100650"/>
                  <a:pt x="129683" y="99205"/>
                </a:cubicBezTo>
                <a:cubicBezTo>
                  <a:pt x="130376" y="97759"/>
                  <a:pt x="130723" y="94195"/>
                  <a:pt x="130723" y="88512"/>
                </a:cubicBezTo>
                <a:lnTo>
                  <a:pt x="130723" y="20663"/>
                </a:lnTo>
                <a:cubicBezTo>
                  <a:pt x="130723" y="14980"/>
                  <a:pt x="130376" y="11403"/>
                  <a:pt x="129683" y="9932"/>
                </a:cubicBezTo>
                <a:cubicBezTo>
                  <a:pt x="128989" y="8459"/>
                  <a:pt x="127768" y="7284"/>
                  <a:pt x="126020" y="6407"/>
                </a:cubicBezTo>
                <a:cubicBezTo>
                  <a:pt x="124273" y="5528"/>
                  <a:pt x="121009" y="5089"/>
                  <a:pt x="116228" y="5089"/>
                </a:cubicBezTo>
                <a:lnTo>
                  <a:pt x="116228" y="2313"/>
                </a:lnTo>
                <a:lnTo>
                  <a:pt x="161795" y="2313"/>
                </a:lnTo>
                <a:cubicBezTo>
                  <a:pt x="176804" y="2313"/>
                  <a:pt x="187572" y="4986"/>
                  <a:pt x="194100" y="10332"/>
                </a:cubicBezTo>
                <a:cubicBezTo>
                  <a:pt x="200628" y="15677"/>
                  <a:pt x="203892" y="22359"/>
                  <a:pt x="203892" y="30378"/>
                </a:cubicBezTo>
                <a:cubicBezTo>
                  <a:pt x="203892" y="37163"/>
                  <a:pt x="201785" y="42971"/>
                  <a:pt x="197570" y="47803"/>
                </a:cubicBezTo>
                <a:cubicBezTo>
                  <a:pt x="193355" y="52634"/>
                  <a:pt x="187547" y="55924"/>
                  <a:pt x="180145" y="57671"/>
                </a:cubicBezTo>
                <a:cubicBezTo>
                  <a:pt x="175159" y="58905"/>
                  <a:pt x="166729" y="59522"/>
                  <a:pt x="154856" y="59522"/>
                </a:cubicBezTo>
                <a:moveTo>
                  <a:pt x="154856" y="8327"/>
                </a:moveTo>
                <a:lnTo>
                  <a:pt x="154856" y="53508"/>
                </a:lnTo>
                <a:cubicBezTo>
                  <a:pt x="156552" y="53611"/>
                  <a:pt x="157837" y="53662"/>
                  <a:pt x="158711" y="53662"/>
                </a:cubicBezTo>
                <a:cubicBezTo>
                  <a:pt x="164982" y="53662"/>
                  <a:pt x="169814" y="51799"/>
                  <a:pt x="173206" y="48072"/>
                </a:cubicBezTo>
                <a:cubicBezTo>
                  <a:pt x="176598" y="44346"/>
                  <a:pt x="178295" y="38576"/>
                  <a:pt x="178295" y="30763"/>
                </a:cubicBezTo>
                <a:cubicBezTo>
                  <a:pt x="178295" y="23002"/>
                  <a:pt x="176598" y="17322"/>
                  <a:pt x="173206" y="13724"/>
                </a:cubicBezTo>
                <a:cubicBezTo>
                  <a:pt x="169814" y="10126"/>
                  <a:pt x="164751" y="8327"/>
                  <a:pt x="158017" y="8327"/>
                </a:cubicBezTo>
                <a:lnTo>
                  <a:pt x="154856" y="8327"/>
                </a:lnTo>
                <a:close/>
                <a:moveTo>
                  <a:pt x="266350" y="104086"/>
                </a:moveTo>
                <a:lnTo>
                  <a:pt x="266350" y="106862"/>
                </a:lnTo>
                <a:lnTo>
                  <a:pt x="211685" y="106862"/>
                </a:lnTo>
                <a:lnTo>
                  <a:pt x="211685" y="104086"/>
                </a:lnTo>
                <a:lnTo>
                  <a:pt x="215155" y="104086"/>
                </a:lnTo>
                <a:cubicBezTo>
                  <a:pt x="218187" y="104086"/>
                  <a:pt x="220629" y="103544"/>
                  <a:pt x="222479" y="102460"/>
                </a:cubicBezTo>
                <a:cubicBezTo>
                  <a:pt x="223816" y="101735"/>
                  <a:pt x="224844" y="100495"/>
                  <a:pt x="225563" y="98740"/>
                </a:cubicBezTo>
                <a:cubicBezTo>
                  <a:pt x="226129" y="97500"/>
                  <a:pt x="226411" y="94245"/>
                  <a:pt x="226411" y="88974"/>
                </a:cubicBezTo>
                <a:lnTo>
                  <a:pt x="226411" y="20200"/>
                </a:lnTo>
                <a:cubicBezTo>
                  <a:pt x="226411" y="14827"/>
                  <a:pt x="226129" y="11470"/>
                  <a:pt x="225563" y="10127"/>
                </a:cubicBezTo>
                <a:cubicBezTo>
                  <a:pt x="224998" y="8782"/>
                  <a:pt x="223854" y="7606"/>
                  <a:pt x="222132" y="6599"/>
                </a:cubicBezTo>
                <a:cubicBezTo>
                  <a:pt x="220410" y="5592"/>
                  <a:pt x="218085" y="5089"/>
                  <a:pt x="215155" y="5089"/>
                </a:cubicBezTo>
                <a:lnTo>
                  <a:pt x="211685" y="5089"/>
                </a:lnTo>
                <a:lnTo>
                  <a:pt x="211685" y="2313"/>
                </a:lnTo>
                <a:lnTo>
                  <a:pt x="266350" y="2313"/>
                </a:lnTo>
                <a:lnTo>
                  <a:pt x="266350" y="5089"/>
                </a:lnTo>
                <a:lnTo>
                  <a:pt x="262880" y="5089"/>
                </a:lnTo>
                <a:cubicBezTo>
                  <a:pt x="259847" y="5089"/>
                  <a:pt x="257406" y="5631"/>
                  <a:pt x="255556" y="6715"/>
                </a:cubicBezTo>
                <a:cubicBezTo>
                  <a:pt x="254219" y="7439"/>
                  <a:pt x="253165" y="8679"/>
                  <a:pt x="252394" y="10435"/>
                </a:cubicBezTo>
                <a:cubicBezTo>
                  <a:pt x="251829" y="11675"/>
                  <a:pt x="251546" y="14930"/>
                  <a:pt x="251546" y="20200"/>
                </a:cubicBezTo>
                <a:lnTo>
                  <a:pt x="251546" y="88974"/>
                </a:lnTo>
                <a:cubicBezTo>
                  <a:pt x="251546" y="94347"/>
                  <a:pt x="251842" y="97706"/>
                  <a:pt x="252433" y="99051"/>
                </a:cubicBezTo>
                <a:cubicBezTo>
                  <a:pt x="253024" y="100393"/>
                  <a:pt x="254181" y="101568"/>
                  <a:pt x="255902" y="102575"/>
                </a:cubicBezTo>
                <a:cubicBezTo>
                  <a:pt x="257624" y="103583"/>
                  <a:pt x="259950" y="104086"/>
                  <a:pt x="262880" y="104086"/>
                </a:cubicBezTo>
                <a:lnTo>
                  <a:pt x="266350" y="104086"/>
                </a:lnTo>
                <a:close/>
                <a:moveTo>
                  <a:pt x="343152" y="2313"/>
                </a:moveTo>
                <a:lnTo>
                  <a:pt x="343152" y="91904"/>
                </a:lnTo>
                <a:cubicBezTo>
                  <a:pt x="343152" y="96993"/>
                  <a:pt x="343743" y="100244"/>
                  <a:pt x="344925" y="101658"/>
                </a:cubicBezTo>
                <a:cubicBezTo>
                  <a:pt x="346108" y="103071"/>
                  <a:pt x="348421" y="103881"/>
                  <a:pt x="351865" y="104086"/>
                </a:cubicBezTo>
                <a:lnTo>
                  <a:pt x="351865" y="106862"/>
                </a:lnTo>
                <a:lnTo>
                  <a:pt x="312929" y="106862"/>
                </a:lnTo>
                <a:lnTo>
                  <a:pt x="312929" y="104086"/>
                </a:lnTo>
                <a:cubicBezTo>
                  <a:pt x="316115" y="103983"/>
                  <a:pt x="318480" y="103058"/>
                  <a:pt x="320022" y="101311"/>
                </a:cubicBezTo>
                <a:cubicBezTo>
                  <a:pt x="321050" y="100128"/>
                  <a:pt x="321564" y="96993"/>
                  <a:pt x="321564" y="91904"/>
                </a:cubicBezTo>
                <a:lnTo>
                  <a:pt x="321564" y="17271"/>
                </a:lnTo>
                <a:cubicBezTo>
                  <a:pt x="321564" y="12201"/>
                  <a:pt x="320973" y="8956"/>
                  <a:pt x="319791" y="7534"/>
                </a:cubicBezTo>
                <a:cubicBezTo>
                  <a:pt x="318608" y="6111"/>
                  <a:pt x="316321" y="5296"/>
                  <a:pt x="312929" y="5089"/>
                </a:cubicBezTo>
                <a:lnTo>
                  <a:pt x="312929" y="2313"/>
                </a:lnTo>
                <a:lnTo>
                  <a:pt x="343152" y="2313"/>
                </a:lnTo>
                <a:close/>
                <a:moveTo>
                  <a:pt x="376604" y="0"/>
                </a:moveTo>
                <a:cubicBezTo>
                  <a:pt x="379945" y="0"/>
                  <a:pt x="382772" y="1173"/>
                  <a:pt x="385085" y="3520"/>
                </a:cubicBezTo>
                <a:cubicBezTo>
                  <a:pt x="387398" y="5865"/>
                  <a:pt x="388555" y="8688"/>
                  <a:pt x="388555" y="11989"/>
                </a:cubicBezTo>
                <a:cubicBezTo>
                  <a:pt x="388555" y="15290"/>
                  <a:pt x="387385" y="18101"/>
                  <a:pt x="385047" y="20422"/>
                </a:cubicBezTo>
                <a:cubicBezTo>
                  <a:pt x="382708" y="22742"/>
                  <a:pt x="379894" y="23901"/>
                  <a:pt x="376604" y="23901"/>
                </a:cubicBezTo>
                <a:cubicBezTo>
                  <a:pt x="373314" y="23901"/>
                  <a:pt x="370513" y="22742"/>
                  <a:pt x="368200" y="20422"/>
                </a:cubicBezTo>
                <a:cubicBezTo>
                  <a:pt x="365887" y="18101"/>
                  <a:pt x="364731" y="15290"/>
                  <a:pt x="364731" y="11989"/>
                </a:cubicBezTo>
                <a:cubicBezTo>
                  <a:pt x="364731" y="8688"/>
                  <a:pt x="365887" y="5865"/>
                  <a:pt x="368200" y="3520"/>
                </a:cubicBezTo>
                <a:cubicBezTo>
                  <a:pt x="370513" y="1173"/>
                  <a:pt x="373314" y="0"/>
                  <a:pt x="376604" y="0"/>
                </a:cubicBezTo>
                <a:moveTo>
                  <a:pt x="387398" y="34695"/>
                </a:moveTo>
                <a:lnTo>
                  <a:pt x="387398" y="91904"/>
                </a:lnTo>
                <a:cubicBezTo>
                  <a:pt x="387398" y="96993"/>
                  <a:pt x="387989" y="100244"/>
                  <a:pt x="389172" y="101658"/>
                </a:cubicBezTo>
                <a:cubicBezTo>
                  <a:pt x="390354" y="103071"/>
                  <a:pt x="392667" y="103881"/>
                  <a:pt x="396111" y="104086"/>
                </a:cubicBezTo>
                <a:lnTo>
                  <a:pt x="396111" y="106862"/>
                </a:lnTo>
                <a:lnTo>
                  <a:pt x="357175" y="106862"/>
                </a:lnTo>
                <a:lnTo>
                  <a:pt x="357175" y="104086"/>
                </a:lnTo>
                <a:cubicBezTo>
                  <a:pt x="360362" y="103983"/>
                  <a:pt x="362726" y="103058"/>
                  <a:pt x="364268" y="101311"/>
                </a:cubicBezTo>
                <a:cubicBezTo>
                  <a:pt x="365296" y="100128"/>
                  <a:pt x="365810" y="96993"/>
                  <a:pt x="365810" y="91904"/>
                </a:cubicBezTo>
                <a:lnTo>
                  <a:pt x="365810" y="49807"/>
                </a:lnTo>
                <a:cubicBezTo>
                  <a:pt x="365810" y="44654"/>
                  <a:pt x="365219" y="41362"/>
                  <a:pt x="364037" y="39931"/>
                </a:cubicBezTo>
                <a:cubicBezTo>
                  <a:pt x="362854" y="38500"/>
                  <a:pt x="360567" y="37680"/>
                  <a:pt x="357175" y="37471"/>
                </a:cubicBezTo>
                <a:lnTo>
                  <a:pt x="357175" y="34695"/>
                </a:lnTo>
                <a:lnTo>
                  <a:pt x="387398" y="34695"/>
                </a:lnTo>
                <a:close/>
                <a:moveTo>
                  <a:pt x="449146" y="32845"/>
                </a:moveTo>
                <a:lnTo>
                  <a:pt x="450303" y="57517"/>
                </a:lnTo>
                <a:lnTo>
                  <a:pt x="447681" y="57517"/>
                </a:lnTo>
                <a:cubicBezTo>
                  <a:pt x="444546" y="50159"/>
                  <a:pt x="441295" y="45133"/>
                  <a:pt x="437928" y="42439"/>
                </a:cubicBezTo>
                <a:cubicBezTo>
                  <a:pt x="434561" y="39744"/>
                  <a:pt x="431207" y="38396"/>
                  <a:pt x="427866" y="38396"/>
                </a:cubicBezTo>
                <a:cubicBezTo>
                  <a:pt x="425759" y="38396"/>
                  <a:pt x="423960" y="39103"/>
                  <a:pt x="422469" y="40517"/>
                </a:cubicBezTo>
                <a:cubicBezTo>
                  <a:pt x="420979" y="41930"/>
                  <a:pt x="420233" y="43562"/>
                  <a:pt x="420233" y="45412"/>
                </a:cubicBezTo>
                <a:cubicBezTo>
                  <a:pt x="420233" y="46800"/>
                  <a:pt x="420747" y="48137"/>
                  <a:pt x="421775" y="49422"/>
                </a:cubicBezTo>
                <a:cubicBezTo>
                  <a:pt x="423420" y="51529"/>
                  <a:pt x="428020" y="55140"/>
                  <a:pt x="435576" y="60254"/>
                </a:cubicBezTo>
                <a:cubicBezTo>
                  <a:pt x="443132" y="65369"/>
                  <a:pt x="448105" y="69712"/>
                  <a:pt x="450495" y="73284"/>
                </a:cubicBezTo>
                <a:cubicBezTo>
                  <a:pt x="452885" y="76857"/>
                  <a:pt x="454081" y="80853"/>
                  <a:pt x="454081" y="85274"/>
                </a:cubicBezTo>
                <a:cubicBezTo>
                  <a:pt x="454081" y="89283"/>
                  <a:pt x="453078" y="93215"/>
                  <a:pt x="451074" y="97070"/>
                </a:cubicBezTo>
                <a:cubicBezTo>
                  <a:pt x="449069" y="100925"/>
                  <a:pt x="446242" y="103881"/>
                  <a:pt x="442592" y="105937"/>
                </a:cubicBezTo>
                <a:cubicBezTo>
                  <a:pt x="438943" y="107993"/>
                  <a:pt x="434908" y="109021"/>
                  <a:pt x="430488" y="109021"/>
                </a:cubicBezTo>
                <a:cubicBezTo>
                  <a:pt x="427044" y="109021"/>
                  <a:pt x="422443" y="107921"/>
                  <a:pt x="416687" y="105722"/>
                </a:cubicBezTo>
                <a:cubicBezTo>
                  <a:pt x="415145" y="105146"/>
                  <a:pt x="414091" y="104857"/>
                  <a:pt x="413525" y="104857"/>
                </a:cubicBezTo>
                <a:cubicBezTo>
                  <a:pt x="411829" y="104857"/>
                  <a:pt x="410416" y="106142"/>
                  <a:pt x="409285" y="108712"/>
                </a:cubicBezTo>
                <a:lnTo>
                  <a:pt x="406741" y="108712"/>
                </a:lnTo>
                <a:lnTo>
                  <a:pt x="405507" y="82806"/>
                </a:lnTo>
                <a:lnTo>
                  <a:pt x="408128" y="82806"/>
                </a:lnTo>
                <a:cubicBezTo>
                  <a:pt x="410441" y="89591"/>
                  <a:pt x="413615" y="94680"/>
                  <a:pt x="417650" y="98072"/>
                </a:cubicBezTo>
                <a:cubicBezTo>
                  <a:pt x="421685" y="101465"/>
                  <a:pt x="425502" y="103161"/>
                  <a:pt x="429100" y="103161"/>
                </a:cubicBezTo>
                <a:cubicBezTo>
                  <a:pt x="431567" y="103161"/>
                  <a:pt x="433585" y="102403"/>
                  <a:pt x="435152" y="100886"/>
                </a:cubicBezTo>
                <a:cubicBezTo>
                  <a:pt x="436720" y="99370"/>
                  <a:pt x="437504" y="97533"/>
                  <a:pt x="437504" y="95374"/>
                </a:cubicBezTo>
                <a:cubicBezTo>
                  <a:pt x="437504" y="92907"/>
                  <a:pt x="436733" y="90773"/>
                  <a:pt x="435191" y="88974"/>
                </a:cubicBezTo>
                <a:cubicBezTo>
                  <a:pt x="433649" y="87175"/>
                  <a:pt x="430205" y="84451"/>
                  <a:pt x="424859" y="80802"/>
                </a:cubicBezTo>
                <a:cubicBezTo>
                  <a:pt x="416995" y="75353"/>
                  <a:pt x="411906" y="71190"/>
                  <a:pt x="409593" y="68311"/>
                </a:cubicBezTo>
                <a:cubicBezTo>
                  <a:pt x="406201" y="64097"/>
                  <a:pt x="404505" y="59445"/>
                  <a:pt x="404505" y="54356"/>
                </a:cubicBezTo>
                <a:cubicBezTo>
                  <a:pt x="404505" y="48805"/>
                  <a:pt x="406419" y="43780"/>
                  <a:pt x="410249" y="39283"/>
                </a:cubicBezTo>
                <a:cubicBezTo>
                  <a:pt x="414078" y="34785"/>
                  <a:pt x="419616" y="32537"/>
                  <a:pt x="426864" y="32537"/>
                </a:cubicBezTo>
                <a:cubicBezTo>
                  <a:pt x="430770" y="32537"/>
                  <a:pt x="434548" y="33524"/>
                  <a:pt x="438198" y="35500"/>
                </a:cubicBezTo>
                <a:cubicBezTo>
                  <a:pt x="439586" y="36300"/>
                  <a:pt x="440716" y="36700"/>
                  <a:pt x="441590" y="36700"/>
                </a:cubicBezTo>
                <a:cubicBezTo>
                  <a:pt x="442515" y="36700"/>
                  <a:pt x="443261" y="36507"/>
                  <a:pt x="443826" y="36122"/>
                </a:cubicBezTo>
                <a:cubicBezTo>
                  <a:pt x="444392" y="35736"/>
                  <a:pt x="445291" y="34644"/>
                  <a:pt x="446525" y="32845"/>
                </a:cubicBezTo>
                <a:lnTo>
                  <a:pt x="449146" y="32845"/>
                </a:lnTo>
                <a:close/>
                <a:moveTo>
                  <a:pt x="494034" y="8173"/>
                </a:moveTo>
                <a:lnTo>
                  <a:pt x="494034" y="34695"/>
                </a:lnTo>
                <a:lnTo>
                  <a:pt x="511151" y="34695"/>
                </a:lnTo>
                <a:lnTo>
                  <a:pt x="511151" y="42251"/>
                </a:lnTo>
                <a:lnTo>
                  <a:pt x="494034" y="42251"/>
                </a:lnTo>
                <a:lnTo>
                  <a:pt x="494034" y="86859"/>
                </a:lnTo>
                <a:cubicBezTo>
                  <a:pt x="494034" y="91034"/>
                  <a:pt x="494227" y="93727"/>
                  <a:pt x="494613" y="94938"/>
                </a:cubicBezTo>
                <a:cubicBezTo>
                  <a:pt x="494998" y="96149"/>
                  <a:pt x="495679" y="97129"/>
                  <a:pt x="496656" y="97877"/>
                </a:cubicBezTo>
                <a:cubicBezTo>
                  <a:pt x="497632" y="98624"/>
                  <a:pt x="498532" y="98998"/>
                  <a:pt x="499354" y="98998"/>
                </a:cubicBezTo>
                <a:cubicBezTo>
                  <a:pt x="502695" y="98998"/>
                  <a:pt x="505857" y="96427"/>
                  <a:pt x="508838" y="91287"/>
                </a:cubicBezTo>
                <a:lnTo>
                  <a:pt x="511151" y="93001"/>
                </a:lnTo>
                <a:cubicBezTo>
                  <a:pt x="506987" y="102961"/>
                  <a:pt x="500228" y="107941"/>
                  <a:pt x="490873" y="107941"/>
                </a:cubicBezTo>
                <a:cubicBezTo>
                  <a:pt x="486299" y="107941"/>
                  <a:pt x="482431" y="106665"/>
                  <a:pt x="479270" y="104113"/>
                </a:cubicBezTo>
                <a:cubicBezTo>
                  <a:pt x="476109" y="101559"/>
                  <a:pt x="474091" y="98708"/>
                  <a:pt x="473217" y="95562"/>
                </a:cubicBezTo>
                <a:cubicBezTo>
                  <a:pt x="472703" y="93808"/>
                  <a:pt x="472446" y="89062"/>
                  <a:pt x="472446" y="81325"/>
                </a:cubicBezTo>
                <a:lnTo>
                  <a:pt x="472446" y="42251"/>
                </a:lnTo>
                <a:lnTo>
                  <a:pt x="463040" y="42251"/>
                </a:lnTo>
                <a:lnTo>
                  <a:pt x="463040" y="39546"/>
                </a:lnTo>
                <a:cubicBezTo>
                  <a:pt x="469516" y="34961"/>
                  <a:pt x="475029" y="30145"/>
                  <a:pt x="479578" y="25096"/>
                </a:cubicBezTo>
                <a:cubicBezTo>
                  <a:pt x="484127" y="20048"/>
                  <a:pt x="488098" y="14407"/>
                  <a:pt x="491490" y="8173"/>
                </a:cubicBezTo>
                <a:lnTo>
                  <a:pt x="494034" y="817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1d26e9d764c29"/>
          <a:stretch xmlns:a="http://schemas.openxmlformats.org/drawingml/2006/main"/>
        </p:blipFill>
        <p:spPr>
          <a:xfrm xmlns:a="http://schemas.openxmlformats.org/drawingml/2006/main">
            <a:off x="3707892" y="327527"/>
            <a:ext cx="406822" cy="406822"/>
          </a:xfrm>
          <a:prstGeom xmlns:a="http://schemas.openxmlformats.org/drawingml/2006/main" prst="rect">
            <a:avLst/>
          </a:prstGeom>
        </p:spPr>
      </p:pic>
      <p:sp>
        <p:nvSpPr>
          <p:cNvPr id="14" name="Text 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212D5E77-FC0F-423C-A6D8-F4FCF059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798" y="808114"/>
            <a:ext cx="911867" cy="138627"/>
          </a:xfrm>
          <a:custGeom xmlns:a="http://schemas.openxmlformats.org/drawingml/2006/main">
            <a:pathLst>
              <a:path w="911867" h="138627">
                <a:moveTo>
                  <a:pt x="39013" y="56900"/>
                </a:moveTo>
                <a:lnTo>
                  <a:pt x="39013" y="86353"/>
                </a:lnTo>
                <a:cubicBezTo>
                  <a:pt x="39013" y="91978"/>
                  <a:pt x="39360" y="95520"/>
                  <a:pt x="40054" y="96978"/>
                </a:cubicBezTo>
                <a:cubicBezTo>
                  <a:pt x="40748" y="98435"/>
                  <a:pt x="41969" y="99599"/>
                  <a:pt x="43716" y="100470"/>
                </a:cubicBezTo>
                <a:cubicBezTo>
                  <a:pt x="45464" y="101339"/>
                  <a:pt x="48728" y="101773"/>
                  <a:pt x="53508" y="101773"/>
                </a:cubicBezTo>
                <a:lnTo>
                  <a:pt x="53508" y="104549"/>
                </a:lnTo>
                <a:lnTo>
                  <a:pt x="0" y="104549"/>
                </a:lnTo>
                <a:lnTo>
                  <a:pt x="0" y="101773"/>
                </a:lnTo>
                <a:cubicBezTo>
                  <a:pt x="4832" y="101773"/>
                  <a:pt x="8108" y="101326"/>
                  <a:pt x="9830" y="100431"/>
                </a:cubicBezTo>
                <a:cubicBezTo>
                  <a:pt x="11552" y="99536"/>
                  <a:pt x="12760" y="98373"/>
                  <a:pt x="13454" y="96940"/>
                </a:cubicBezTo>
                <a:cubicBezTo>
                  <a:pt x="14148" y="95507"/>
                  <a:pt x="14495" y="91978"/>
                  <a:pt x="14495" y="86353"/>
                </a:cubicBezTo>
                <a:lnTo>
                  <a:pt x="14495" y="18196"/>
                </a:lnTo>
                <a:cubicBezTo>
                  <a:pt x="14495" y="12571"/>
                  <a:pt x="14148" y="9030"/>
                  <a:pt x="13454" y="7573"/>
                </a:cubicBezTo>
                <a:cubicBezTo>
                  <a:pt x="12760" y="6114"/>
                  <a:pt x="11539" y="4951"/>
                  <a:pt x="9792" y="4082"/>
                </a:cubicBezTo>
                <a:cubicBezTo>
                  <a:pt x="8044" y="3211"/>
                  <a:pt x="4780" y="2776"/>
                  <a:pt x="0" y="2776"/>
                </a:cubicBezTo>
                <a:lnTo>
                  <a:pt x="0" y="0"/>
                </a:lnTo>
                <a:lnTo>
                  <a:pt x="48574" y="0"/>
                </a:lnTo>
                <a:cubicBezTo>
                  <a:pt x="61218" y="0"/>
                  <a:pt x="70470" y="873"/>
                  <a:pt x="76330" y="2619"/>
                </a:cubicBezTo>
                <a:cubicBezTo>
                  <a:pt x="82190" y="4365"/>
                  <a:pt x="86970" y="7587"/>
                  <a:pt x="90671" y="12286"/>
                </a:cubicBezTo>
                <a:cubicBezTo>
                  <a:pt x="94371" y="16984"/>
                  <a:pt x="96222" y="22491"/>
                  <a:pt x="96222" y="28807"/>
                </a:cubicBezTo>
                <a:cubicBezTo>
                  <a:pt x="96222" y="36510"/>
                  <a:pt x="93446" y="42879"/>
                  <a:pt x="87895" y="47911"/>
                </a:cubicBezTo>
                <a:cubicBezTo>
                  <a:pt x="84348" y="51095"/>
                  <a:pt x="79388" y="53482"/>
                  <a:pt x="73015" y="55074"/>
                </a:cubicBezTo>
                <a:lnTo>
                  <a:pt x="98149" y="90550"/>
                </a:lnTo>
                <a:cubicBezTo>
                  <a:pt x="101439" y="95080"/>
                  <a:pt x="103778" y="97904"/>
                  <a:pt x="105166" y="99024"/>
                </a:cubicBezTo>
                <a:cubicBezTo>
                  <a:pt x="107273" y="100601"/>
                  <a:pt x="109715" y="101466"/>
                  <a:pt x="112490" y="101619"/>
                </a:cubicBezTo>
                <a:lnTo>
                  <a:pt x="112490" y="104549"/>
                </a:lnTo>
                <a:lnTo>
                  <a:pt x="79568" y="104549"/>
                </a:lnTo>
                <a:lnTo>
                  <a:pt x="45875" y="56900"/>
                </a:lnTo>
                <a:lnTo>
                  <a:pt x="39013" y="56900"/>
                </a:lnTo>
                <a:moveTo>
                  <a:pt x="39013" y="5860"/>
                </a:moveTo>
                <a:lnTo>
                  <a:pt x="39013" y="51349"/>
                </a:lnTo>
                <a:lnTo>
                  <a:pt x="43408" y="51349"/>
                </a:lnTo>
                <a:cubicBezTo>
                  <a:pt x="50552" y="51349"/>
                  <a:pt x="55898" y="50699"/>
                  <a:pt x="59445" y="49398"/>
                </a:cubicBezTo>
                <a:cubicBezTo>
                  <a:pt x="62991" y="48095"/>
                  <a:pt x="65780" y="45747"/>
                  <a:pt x="67810" y="42352"/>
                </a:cubicBezTo>
                <a:cubicBezTo>
                  <a:pt x="69841" y="38957"/>
                  <a:pt x="70856" y="34528"/>
                  <a:pt x="70856" y="29065"/>
                </a:cubicBezTo>
                <a:cubicBezTo>
                  <a:pt x="70856" y="21151"/>
                  <a:pt x="68992" y="15305"/>
                  <a:pt x="65266" y="11527"/>
                </a:cubicBezTo>
                <a:cubicBezTo>
                  <a:pt x="61539" y="7749"/>
                  <a:pt x="55538" y="5860"/>
                  <a:pt x="47263" y="5860"/>
                </a:cubicBezTo>
                <a:lnTo>
                  <a:pt x="39013" y="5860"/>
                </a:lnTo>
                <a:close/>
                <a:moveTo>
                  <a:pt x="177412" y="65844"/>
                </a:moveTo>
                <a:lnTo>
                  <a:pt x="137860" y="65844"/>
                </a:lnTo>
                <a:cubicBezTo>
                  <a:pt x="138322" y="75430"/>
                  <a:pt x="140866" y="83006"/>
                  <a:pt x="145493" y="88572"/>
                </a:cubicBezTo>
                <a:cubicBezTo>
                  <a:pt x="149039" y="92850"/>
                  <a:pt x="153305" y="94988"/>
                  <a:pt x="158291" y="94988"/>
                </a:cubicBezTo>
                <a:cubicBezTo>
                  <a:pt x="161375" y="94988"/>
                  <a:pt x="164177" y="94127"/>
                  <a:pt x="166695" y="92405"/>
                </a:cubicBezTo>
                <a:cubicBezTo>
                  <a:pt x="169214" y="90683"/>
                  <a:pt x="171912" y="87587"/>
                  <a:pt x="174791" y="83115"/>
                </a:cubicBezTo>
                <a:lnTo>
                  <a:pt x="177412" y="84811"/>
                </a:lnTo>
                <a:cubicBezTo>
                  <a:pt x="173506" y="92778"/>
                  <a:pt x="169188" y="98419"/>
                  <a:pt x="164459" y="101735"/>
                </a:cubicBezTo>
                <a:cubicBezTo>
                  <a:pt x="159730" y="105050"/>
                  <a:pt x="154256" y="106708"/>
                  <a:pt x="148037" y="106708"/>
                </a:cubicBezTo>
                <a:cubicBezTo>
                  <a:pt x="137346" y="106708"/>
                  <a:pt x="129250" y="102592"/>
                  <a:pt x="123750" y="94359"/>
                </a:cubicBezTo>
                <a:cubicBezTo>
                  <a:pt x="119330" y="87722"/>
                  <a:pt x="117119" y="79490"/>
                  <a:pt x="117119" y="69663"/>
                </a:cubicBezTo>
                <a:cubicBezTo>
                  <a:pt x="117119" y="57622"/>
                  <a:pt x="120370" y="48039"/>
                  <a:pt x="126873" y="40914"/>
                </a:cubicBezTo>
                <a:cubicBezTo>
                  <a:pt x="133375" y="33787"/>
                  <a:pt x="140995" y="30224"/>
                  <a:pt x="149733" y="30224"/>
                </a:cubicBezTo>
                <a:cubicBezTo>
                  <a:pt x="157032" y="30224"/>
                  <a:pt x="163367" y="33218"/>
                  <a:pt x="168738" y="39206"/>
                </a:cubicBezTo>
                <a:cubicBezTo>
                  <a:pt x="174110" y="45194"/>
                  <a:pt x="177001" y="54073"/>
                  <a:pt x="177412" y="65844"/>
                </a:cubicBezTo>
                <a:moveTo>
                  <a:pt x="158445" y="60755"/>
                </a:moveTo>
                <a:cubicBezTo>
                  <a:pt x="158445" y="52480"/>
                  <a:pt x="157996" y="46800"/>
                  <a:pt x="157096" y="43716"/>
                </a:cubicBezTo>
                <a:cubicBezTo>
                  <a:pt x="156197" y="40632"/>
                  <a:pt x="154796" y="38293"/>
                  <a:pt x="152894" y="36700"/>
                </a:cubicBezTo>
                <a:cubicBezTo>
                  <a:pt x="151815" y="35775"/>
                  <a:pt x="150376" y="35312"/>
                  <a:pt x="148577" y="35312"/>
                </a:cubicBezTo>
                <a:cubicBezTo>
                  <a:pt x="145904" y="35312"/>
                  <a:pt x="143719" y="36623"/>
                  <a:pt x="142023" y="39244"/>
                </a:cubicBezTo>
                <a:cubicBezTo>
                  <a:pt x="138990" y="43819"/>
                  <a:pt x="137474" y="50090"/>
                  <a:pt x="137474" y="58057"/>
                </a:cubicBezTo>
                <a:lnTo>
                  <a:pt x="137474" y="60755"/>
                </a:lnTo>
                <a:lnTo>
                  <a:pt x="158445" y="60755"/>
                </a:lnTo>
                <a:close/>
                <a:moveTo>
                  <a:pt x="234829" y="96993"/>
                </a:moveTo>
                <a:cubicBezTo>
                  <a:pt x="231694" y="100283"/>
                  <a:pt x="228764" y="102596"/>
                  <a:pt x="226040" y="103932"/>
                </a:cubicBezTo>
                <a:cubicBezTo>
                  <a:pt x="222442" y="105782"/>
                  <a:pt x="218689" y="106708"/>
                  <a:pt x="214783" y="106708"/>
                </a:cubicBezTo>
                <a:cubicBezTo>
                  <a:pt x="205737" y="106708"/>
                  <a:pt x="198592" y="102669"/>
                  <a:pt x="193349" y="94591"/>
                </a:cubicBezTo>
                <a:cubicBezTo>
                  <a:pt x="189186" y="88159"/>
                  <a:pt x="187104" y="80467"/>
                  <a:pt x="187104" y="71513"/>
                </a:cubicBezTo>
                <a:cubicBezTo>
                  <a:pt x="187104" y="64054"/>
                  <a:pt x="188684" y="57044"/>
                  <a:pt x="191846" y="50484"/>
                </a:cubicBezTo>
                <a:cubicBezTo>
                  <a:pt x="195007" y="43923"/>
                  <a:pt x="199350" y="38905"/>
                  <a:pt x="204876" y="35433"/>
                </a:cubicBezTo>
                <a:cubicBezTo>
                  <a:pt x="210401" y="31960"/>
                  <a:pt x="216248" y="30224"/>
                  <a:pt x="222416" y="30224"/>
                </a:cubicBezTo>
                <a:cubicBezTo>
                  <a:pt x="226528" y="30224"/>
                  <a:pt x="230190" y="30924"/>
                  <a:pt x="233403" y="32325"/>
                </a:cubicBezTo>
                <a:cubicBezTo>
                  <a:pt x="236615" y="33725"/>
                  <a:pt x="239378" y="35852"/>
                  <a:pt x="241691" y="38705"/>
                </a:cubicBezTo>
                <a:lnTo>
                  <a:pt x="253796" y="30224"/>
                </a:lnTo>
                <a:lnTo>
                  <a:pt x="256417" y="30224"/>
                </a:lnTo>
                <a:lnTo>
                  <a:pt x="256417" y="123670"/>
                </a:lnTo>
                <a:cubicBezTo>
                  <a:pt x="256417" y="128429"/>
                  <a:pt x="256829" y="131404"/>
                  <a:pt x="257651" y="132594"/>
                </a:cubicBezTo>
                <a:cubicBezTo>
                  <a:pt x="258988" y="134509"/>
                  <a:pt x="261686" y="135492"/>
                  <a:pt x="265747" y="135543"/>
                </a:cubicBezTo>
                <a:lnTo>
                  <a:pt x="265747" y="138319"/>
                </a:lnTo>
                <a:lnTo>
                  <a:pt x="224112" y="138319"/>
                </a:lnTo>
                <a:lnTo>
                  <a:pt x="224112" y="135543"/>
                </a:lnTo>
                <a:cubicBezTo>
                  <a:pt x="227299" y="135543"/>
                  <a:pt x="229612" y="135181"/>
                  <a:pt x="231051" y="134457"/>
                </a:cubicBezTo>
                <a:cubicBezTo>
                  <a:pt x="232491" y="133732"/>
                  <a:pt x="233480" y="132775"/>
                  <a:pt x="234020" y="131585"/>
                </a:cubicBezTo>
                <a:cubicBezTo>
                  <a:pt x="234559" y="130394"/>
                  <a:pt x="234829" y="127962"/>
                  <a:pt x="234829" y="124287"/>
                </a:cubicBezTo>
                <a:lnTo>
                  <a:pt x="234829" y="96993"/>
                </a:lnTo>
                <a:moveTo>
                  <a:pt x="234829" y="89929"/>
                </a:moveTo>
                <a:lnTo>
                  <a:pt x="234829" y="60356"/>
                </a:lnTo>
                <a:cubicBezTo>
                  <a:pt x="234829" y="52111"/>
                  <a:pt x="234379" y="46656"/>
                  <a:pt x="233480" y="43993"/>
                </a:cubicBezTo>
                <a:cubicBezTo>
                  <a:pt x="232580" y="41330"/>
                  <a:pt x="230923" y="39026"/>
                  <a:pt x="228507" y="37081"/>
                </a:cubicBezTo>
                <a:cubicBezTo>
                  <a:pt x="227273" y="36107"/>
                  <a:pt x="225706" y="35621"/>
                  <a:pt x="223804" y="35621"/>
                </a:cubicBezTo>
                <a:cubicBezTo>
                  <a:pt x="219897" y="35621"/>
                  <a:pt x="216865" y="37336"/>
                  <a:pt x="214706" y="40767"/>
                </a:cubicBezTo>
                <a:cubicBezTo>
                  <a:pt x="211313" y="46042"/>
                  <a:pt x="209617" y="55849"/>
                  <a:pt x="209617" y="70188"/>
                </a:cubicBezTo>
                <a:cubicBezTo>
                  <a:pt x="209617" y="81198"/>
                  <a:pt x="211082" y="88930"/>
                  <a:pt x="214012" y="93386"/>
                </a:cubicBezTo>
                <a:cubicBezTo>
                  <a:pt x="216017" y="96407"/>
                  <a:pt x="218612" y="97918"/>
                  <a:pt x="221799" y="97918"/>
                </a:cubicBezTo>
                <a:cubicBezTo>
                  <a:pt x="223650" y="97918"/>
                  <a:pt x="225744" y="97278"/>
                  <a:pt x="228083" y="95998"/>
                </a:cubicBezTo>
                <a:cubicBezTo>
                  <a:pt x="230422" y="94718"/>
                  <a:pt x="232670" y="92695"/>
                  <a:pt x="234829" y="89929"/>
                </a:cubicBezTo>
                <a:close/>
                <a:moveTo>
                  <a:pt x="343778" y="32382"/>
                </a:moveTo>
                <a:lnTo>
                  <a:pt x="343778" y="88820"/>
                </a:lnTo>
                <a:cubicBezTo>
                  <a:pt x="343778" y="94354"/>
                  <a:pt x="344292" y="97806"/>
                  <a:pt x="345320" y="99176"/>
                </a:cubicBezTo>
                <a:cubicBezTo>
                  <a:pt x="346348" y="100546"/>
                  <a:pt x="348430" y="101412"/>
                  <a:pt x="351566" y="101773"/>
                </a:cubicBezTo>
                <a:lnTo>
                  <a:pt x="351566" y="104549"/>
                </a:lnTo>
                <a:lnTo>
                  <a:pt x="322190" y="104549"/>
                </a:lnTo>
                <a:lnTo>
                  <a:pt x="322190" y="94911"/>
                </a:lnTo>
                <a:cubicBezTo>
                  <a:pt x="318746" y="99023"/>
                  <a:pt x="315303" y="102017"/>
                  <a:pt x="311859" y="103893"/>
                </a:cubicBezTo>
                <a:cubicBezTo>
                  <a:pt x="308415" y="105770"/>
                  <a:pt x="304560" y="106708"/>
                  <a:pt x="300294" y="106708"/>
                </a:cubicBezTo>
                <a:cubicBezTo>
                  <a:pt x="296233" y="106708"/>
                  <a:pt x="292622" y="105461"/>
                  <a:pt x="289461" y="102968"/>
                </a:cubicBezTo>
                <a:cubicBezTo>
                  <a:pt x="286300" y="100475"/>
                  <a:pt x="284179" y="97558"/>
                  <a:pt x="283100" y="94217"/>
                </a:cubicBezTo>
                <a:cubicBezTo>
                  <a:pt x="282021" y="90876"/>
                  <a:pt x="281481" y="85042"/>
                  <a:pt x="281481" y="76715"/>
                </a:cubicBezTo>
                <a:lnTo>
                  <a:pt x="281481" y="48111"/>
                </a:lnTo>
                <a:cubicBezTo>
                  <a:pt x="281481" y="42597"/>
                  <a:pt x="280980" y="39163"/>
                  <a:pt x="279977" y="37811"/>
                </a:cubicBezTo>
                <a:cubicBezTo>
                  <a:pt x="278975" y="36458"/>
                  <a:pt x="276881" y="35574"/>
                  <a:pt x="273694" y="35158"/>
                </a:cubicBezTo>
                <a:lnTo>
                  <a:pt x="273694" y="32382"/>
                </a:lnTo>
                <a:lnTo>
                  <a:pt x="303069" y="32382"/>
                </a:lnTo>
                <a:lnTo>
                  <a:pt x="303069" y="81710"/>
                </a:lnTo>
                <a:cubicBezTo>
                  <a:pt x="303069" y="86857"/>
                  <a:pt x="303313" y="90176"/>
                  <a:pt x="303802" y="91668"/>
                </a:cubicBezTo>
                <a:cubicBezTo>
                  <a:pt x="304290" y="93160"/>
                  <a:pt x="305061" y="94293"/>
                  <a:pt x="306115" y="95065"/>
                </a:cubicBezTo>
                <a:cubicBezTo>
                  <a:pt x="307168" y="95836"/>
                  <a:pt x="308389" y="96222"/>
                  <a:pt x="309777" y="96222"/>
                </a:cubicBezTo>
                <a:cubicBezTo>
                  <a:pt x="311627" y="96222"/>
                  <a:pt x="313298" y="95734"/>
                  <a:pt x="314789" y="94757"/>
                </a:cubicBezTo>
                <a:cubicBezTo>
                  <a:pt x="316845" y="93421"/>
                  <a:pt x="319312" y="90722"/>
                  <a:pt x="322190" y="86661"/>
                </a:cubicBezTo>
                <a:lnTo>
                  <a:pt x="322190" y="48111"/>
                </a:lnTo>
                <a:cubicBezTo>
                  <a:pt x="322190" y="42597"/>
                  <a:pt x="321689" y="39163"/>
                  <a:pt x="320687" y="37811"/>
                </a:cubicBezTo>
                <a:cubicBezTo>
                  <a:pt x="319684" y="36458"/>
                  <a:pt x="317590" y="35574"/>
                  <a:pt x="314403" y="35158"/>
                </a:cubicBezTo>
                <a:lnTo>
                  <a:pt x="314403" y="32382"/>
                </a:lnTo>
                <a:lnTo>
                  <a:pt x="343778" y="32382"/>
                </a:lnTo>
                <a:close/>
                <a:moveTo>
                  <a:pt x="422967" y="65844"/>
                </a:moveTo>
                <a:lnTo>
                  <a:pt x="383414" y="65844"/>
                </a:lnTo>
                <a:cubicBezTo>
                  <a:pt x="383877" y="75430"/>
                  <a:pt x="386421" y="83006"/>
                  <a:pt x="391047" y="88572"/>
                </a:cubicBezTo>
                <a:cubicBezTo>
                  <a:pt x="394594" y="92850"/>
                  <a:pt x="398860" y="94988"/>
                  <a:pt x="403846" y="94988"/>
                </a:cubicBezTo>
                <a:cubicBezTo>
                  <a:pt x="406930" y="94988"/>
                  <a:pt x="409731" y="94127"/>
                  <a:pt x="412250" y="92405"/>
                </a:cubicBezTo>
                <a:cubicBezTo>
                  <a:pt x="414768" y="90683"/>
                  <a:pt x="417467" y="87587"/>
                  <a:pt x="420345" y="83115"/>
                </a:cubicBezTo>
                <a:lnTo>
                  <a:pt x="422967" y="84811"/>
                </a:lnTo>
                <a:cubicBezTo>
                  <a:pt x="419060" y="92778"/>
                  <a:pt x="414743" y="98419"/>
                  <a:pt x="410014" y="101735"/>
                </a:cubicBezTo>
                <a:cubicBezTo>
                  <a:pt x="405285" y="105050"/>
                  <a:pt x="399811" y="106708"/>
                  <a:pt x="393591" y="106708"/>
                </a:cubicBezTo>
                <a:cubicBezTo>
                  <a:pt x="382900" y="106708"/>
                  <a:pt x="374804" y="102592"/>
                  <a:pt x="369304" y="94359"/>
                </a:cubicBezTo>
                <a:cubicBezTo>
                  <a:pt x="364884" y="87722"/>
                  <a:pt x="362674" y="79490"/>
                  <a:pt x="362674" y="69663"/>
                </a:cubicBezTo>
                <a:cubicBezTo>
                  <a:pt x="362674" y="57622"/>
                  <a:pt x="365925" y="48039"/>
                  <a:pt x="372427" y="40914"/>
                </a:cubicBezTo>
                <a:cubicBezTo>
                  <a:pt x="378929" y="33787"/>
                  <a:pt x="386549" y="30224"/>
                  <a:pt x="395287" y="30224"/>
                </a:cubicBezTo>
                <a:cubicBezTo>
                  <a:pt x="402586" y="30224"/>
                  <a:pt x="408921" y="33218"/>
                  <a:pt x="414293" y="39206"/>
                </a:cubicBezTo>
                <a:cubicBezTo>
                  <a:pt x="419664" y="45194"/>
                  <a:pt x="422555" y="54073"/>
                  <a:pt x="422967" y="65844"/>
                </a:cubicBezTo>
                <a:moveTo>
                  <a:pt x="404000" y="60755"/>
                </a:moveTo>
                <a:cubicBezTo>
                  <a:pt x="404000" y="52480"/>
                  <a:pt x="403550" y="46800"/>
                  <a:pt x="402651" y="43716"/>
                </a:cubicBezTo>
                <a:cubicBezTo>
                  <a:pt x="401751" y="40632"/>
                  <a:pt x="400350" y="38293"/>
                  <a:pt x="398449" y="36700"/>
                </a:cubicBezTo>
                <a:cubicBezTo>
                  <a:pt x="397369" y="35775"/>
                  <a:pt x="395930" y="35312"/>
                  <a:pt x="394131" y="35312"/>
                </a:cubicBezTo>
                <a:cubicBezTo>
                  <a:pt x="391458" y="35312"/>
                  <a:pt x="389274" y="36623"/>
                  <a:pt x="387577" y="39244"/>
                </a:cubicBezTo>
                <a:cubicBezTo>
                  <a:pt x="384545" y="43819"/>
                  <a:pt x="383028" y="50090"/>
                  <a:pt x="383028" y="58057"/>
                </a:cubicBezTo>
                <a:lnTo>
                  <a:pt x="383028" y="60755"/>
                </a:lnTo>
                <a:lnTo>
                  <a:pt x="404000" y="60755"/>
                </a:lnTo>
                <a:close/>
                <a:moveTo>
                  <a:pt x="477531" y="30532"/>
                </a:moveTo>
                <a:lnTo>
                  <a:pt x="478687" y="55204"/>
                </a:lnTo>
                <a:lnTo>
                  <a:pt x="476066" y="55204"/>
                </a:lnTo>
                <a:cubicBezTo>
                  <a:pt x="472930" y="47846"/>
                  <a:pt x="469679" y="42820"/>
                  <a:pt x="466313" y="40126"/>
                </a:cubicBezTo>
                <a:cubicBezTo>
                  <a:pt x="462946" y="37431"/>
                  <a:pt x="459592" y="36083"/>
                  <a:pt x="456251" y="36083"/>
                </a:cubicBezTo>
                <a:cubicBezTo>
                  <a:pt x="454143" y="36083"/>
                  <a:pt x="452344" y="36790"/>
                  <a:pt x="450854" y="38203"/>
                </a:cubicBezTo>
                <a:cubicBezTo>
                  <a:pt x="449363" y="39617"/>
                  <a:pt x="448618" y="41249"/>
                  <a:pt x="448618" y="43099"/>
                </a:cubicBezTo>
                <a:cubicBezTo>
                  <a:pt x="448618" y="44487"/>
                  <a:pt x="449132" y="45824"/>
                  <a:pt x="450160" y="47109"/>
                </a:cubicBezTo>
                <a:cubicBezTo>
                  <a:pt x="451805" y="49216"/>
                  <a:pt x="456405" y="52827"/>
                  <a:pt x="463961" y="57941"/>
                </a:cubicBezTo>
                <a:cubicBezTo>
                  <a:pt x="471517" y="63056"/>
                  <a:pt x="476490" y="67399"/>
                  <a:pt x="478880" y="70971"/>
                </a:cubicBezTo>
                <a:cubicBezTo>
                  <a:pt x="481270" y="74544"/>
                  <a:pt x="482465" y="78540"/>
                  <a:pt x="482465" y="82961"/>
                </a:cubicBezTo>
                <a:cubicBezTo>
                  <a:pt x="482465" y="86970"/>
                  <a:pt x="481463" y="90902"/>
                  <a:pt x="479458" y="94757"/>
                </a:cubicBezTo>
                <a:cubicBezTo>
                  <a:pt x="477454" y="98612"/>
                  <a:pt x="474627" y="101568"/>
                  <a:pt x="470977" y="103624"/>
                </a:cubicBezTo>
                <a:cubicBezTo>
                  <a:pt x="467328" y="105680"/>
                  <a:pt x="463293" y="106708"/>
                  <a:pt x="458872" y="106708"/>
                </a:cubicBezTo>
                <a:cubicBezTo>
                  <a:pt x="455428" y="106708"/>
                  <a:pt x="450828" y="105608"/>
                  <a:pt x="445071" y="103409"/>
                </a:cubicBezTo>
                <a:cubicBezTo>
                  <a:pt x="443529" y="102832"/>
                  <a:pt x="442476" y="102544"/>
                  <a:pt x="441910" y="102544"/>
                </a:cubicBezTo>
                <a:cubicBezTo>
                  <a:pt x="440214" y="102544"/>
                  <a:pt x="438800" y="103829"/>
                  <a:pt x="437670" y="106399"/>
                </a:cubicBezTo>
                <a:lnTo>
                  <a:pt x="435125" y="106399"/>
                </a:lnTo>
                <a:lnTo>
                  <a:pt x="433892" y="80493"/>
                </a:lnTo>
                <a:lnTo>
                  <a:pt x="436513" y="80493"/>
                </a:lnTo>
                <a:cubicBezTo>
                  <a:pt x="438826" y="87278"/>
                  <a:pt x="442000" y="92367"/>
                  <a:pt x="446035" y="95759"/>
                </a:cubicBezTo>
                <a:cubicBezTo>
                  <a:pt x="450070" y="99152"/>
                  <a:pt x="453886" y="100848"/>
                  <a:pt x="457484" y="100848"/>
                </a:cubicBezTo>
                <a:cubicBezTo>
                  <a:pt x="459952" y="100848"/>
                  <a:pt x="461969" y="100090"/>
                  <a:pt x="463537" y="98573"/>
                </a:cubicBezTo>
                <a:cubicBezTo>
                  <a:pt x="465105" y="97057"/>
                  <a:pt x="465888" y="95220"/>
                  <a:pt x="465888" y="93061"/>
                </a:cubicBezTo>
                <a:cubicBezTo>
                  <a:pt x="465888" y="90594"/>
                  <a:pt x="465117" y="88460"/>
                  <a:pt x="463575" y="86661"/>
                </a:cubicBezTo>
                <a:cubicBezTo>
                  <a:pt x="462033" y="84862"/>
                  <a:pt x="458590" y="82138"/>
                  <a:pt x="453244" y="78489"/>
                </a:cubicBezTo>
                <a:cubicBezTo>
                  <a:pt x="445380" y="73040"/>
                  <a:pt x="440291" y="68877"/>
                  <a:pt x="437978" y="65998"/>
                </a:cubicBezTo>
                <a:cubicBezTo>
                  <a:pt x="434586" y="61784"/>
                  <a:pt x="432889" y="57132"/>
                  <a:pt x="432889" y="52043"/>
                </a:cubicBezTo>
                <a:cubicBezTo>
                  <a:pt x="432889" y="46492"/>
                  <a:pt x="434804" y="41467"/>
                  <a:pt x="438633" y="36970"/>
                </a:cubicBezTo>
                <a:cubicBezTo>
                  <a:pt x="442463" y="32472"/>
                  <a:pt x="448001" y="30224"/>
                  <a:pt x="455249" y="30224"/>
                </a:cubicBezTo>
                <a:cubicBezTo>
                  <a:pt x="459155" y="30224"/>
                  <a:pt x="462933" y="31211"/>
                  <a:pt x="466582" y="33187"/>
                </a:cubicBezTo>
                <a:cubicBezTo>
                  <a:pt x="467970" y="33987"/>
                  <a:pt x="469101" y="34387"/>
                  <a:pt x="469975" y="34387"/>
                </a:cubicBezTo>
                <a:cubicBezTo>
                  <a:pt x="470900" y="34387"/>
                  <a:pt x="471645" y="34194"/>
                  <a:pt x="472211" y="33809"/>
                </a:cubicBezTo>
                <a:cubicBezTo>
                  <a:pt x="472776" y="33423"/>
                  <a:pt x="473676" y="32331"/>
                  <a:pt x="474909" y="30532"/>
                </a:cubicBezTo>
                <a:lnTo>
                  <a:pt x="477531" y="30532"/>
                </a:lnTo>
                <a:close/>
                <a:moveTo>
                  <a:pt x="521945" y="5860"/>
                </a:moveTo>
                <a:lnTo>
                  <a:pt x="521945" y="32382"/>
                </a:lnTo>
                <a:lnTo>
                  <a:pt x="539062" y="32382"/>
                </a:lnTo>
                <a:lnTo>
                  <a:pt x="539062" y="39938"/>
                </a:lnTo>
                <a:lnTo>
                  <a:pt x="521945" y="39938"/>
                </a:lnTo>
                <a:lnTo>
                  <a:pt x="521945" y="84546"/>
                </a:lnTo>
                <a:cubicBezTo>
                  <a:pt x="521945" y="88721"/>
                  <a:pt x="522138" y="91414"/>
                  <a:pt x="522524" y="92625"/>
                </a:cubicBezTo>
                <a:cubicBezTo>
                  <a:pt x="522909" y="93836"/>
                  <a:pt x="523590" y="94816"/>
                  <a:pt x="524567" y="95564"/>
                </a:cubicBezTo>
                <a:cubicBezTo>
                  <a:pt x="525543" y="96311"/>
                  <a:pt x="526443" y="96685"/>
                  <a:pt x="527265" y="96685"/>
                </a:cubicBezTo>
                <a:cubicBezTo>
                  <a:pt x="530606" y="96685"/>
                  <a:pt x="533767" y="94114"/>
                  <a:pt x="536749" y="88974"/>
                </a:cubicBezTo>
                <a:lnTo>
                  <a:pt x="539062" y="90687"/>
                </a:lnTo>
                <a:cubicBezTo>
                  <a:pt x="534898" y="100648"/>
                  <a:pt x="528139" y="105628"/>
                  <a:pt x="518784" y="105628"/>
                </a:cubicBezTo>
                <a:cubicBezTo>
                  <a:pt x="514210" y="105628"/>
                  <a:pt x="510342" y="104352"/>
                  <a:pt x="507181" y="101800"/>
                </a:cubicBezTo>
                <a:cubicBezTo>
                  <a:pt x="504019" y="99246"/>
                  <a:pt x="502002" y="96395"/>
                  <a:pt x="501128" y="93249"/>
                </a:cubicBezTo>
                <a:cubicBezTo>
                  <a:pt x="500614" y="91495"/>
                  <a:pt x="500357" y="86749"/>
                  <a:pt x="500357" y="79012"/>
                </a:cubicBezTo>
                <a:lnTo>
                  <a:pt x="500357" y="39938"/>
                </a:lnTo>
                <a:lnTo>
                  <a:pt x="490951" y="39938"/>
                </a:lnTo>
                <a:lnTo>
                  <a:pt x="490951" y="37232"/>
                </a:lnTo>
                <a:cubicBezTo>
                  <a:pt x="497427" y="32648"/>
                  <a:pt x="502940" y="27832"/>
                  <a:pt x="507489" y="22783"/>
                </a:cubicBezTo>
                <a:cubicBezTo>
                  <a:pt x="512038" y="17735"/>
                  <a:pt x="516009" y="12094"/>
                  <a:pt x="519401" y="5860"/>
                </a:cubicBezTo>
                <a:lnTo>
                  <a:pt x="521945" y="5860"/>
                </a:lnTo>
                <a:close/>
                <a:moveTo>
                  <a:pt x="613214" y="0"/>
                </a:moveTo>
                <a:lnTo>
                  <a:pt x="613214" y="39630"/>
                </a:lnTo>
                <a:cubicBezTo>
                  <a:pt x="619279" y="33359"/>
                  <a:pt x="625910" y="30224"/>
                  <a:pt x="633106" y="30224"/>
                </a:cubicBezTo>
                <a:cubicBezTo>
                  <a:pt x="638041" y="30224"/>
                  <a:pt x="642692" y="31677"/>
                  <a:pt x="647061" y="34585"/>
                </a:cubicBezTo>
                <a:cubicBezTo>
                  <a:pt x="651430" y="37492"/>
                  <a:pt x="654849" y="41621"/>
                  <a:pt x="657316" y="46971"/>
                </a:cubicBezTo>
                <a:cubicBezTo>
                  <a:pt x="659783" y="52322"/>
                  <a:pt x="661017" y="58496"/>
                  <a:pt x="661017" y="65495"/>
                </a:cubicBezTo>
                <a:cubicBezTo>
                  <a:pt x="661017" y="73367"/>
                  <a:pt x="659449" y="80519"/>
                  <a:pt x="656313" y="86951"/>
                </a:cubicBezTo>
                <a:cubicBezTo>
                  <a:pt x="653178" y="93382"/>
                  <a:pt x="648989" y="98283"/>
                  <a:pt x="643746" y="101653"/>
                </a:cubicBezTo>
                <a:cubicBezTo>
                  <a:pt x="638503" y="105023"/>
                  <a:pt x="632515" y="106708"/>
                  <a:pt x="625782" y="106708"/>
                </a:cubicBezTo>
                <a:cubicBezTo>
                  <a:pt x="621875" y="106708"/>
                  <a:pt x="618406" y="106091"/>
                  <a:pt x="615373" y="104857"/>
                </a:cubicBezTo>
                <a:cubicBezTo>
                  <a:pt x="612340" y="103624"/>
                  <a:pt x="609359" y="101619"/>
                  <a:pt x="606429" y="98843"/>
                </a:cubicBezTo>
                <a:lnTo>
                  <a:pt x="594479" y="106708"/>
                </a:lnTo>
                <a:lnTo>
                  <a:pt x="591857" y="106708"/>
                </a:lnTo>
                <a:lnTo>
                  <a:pt x="591857" y="14958"/>
                </a:lnTo>
                <a:cubicBezTo>
                  <a:pt x="591857" y="10767"/>
                  <a:pt x="591677" y="8181"/>
                  <a:pt x="591317" y="7199"/>
                </a:cubicBezTo>
                <a:cubicBezTo>
                  <a:pt x="590803" y="5750"/>
                  <a:pt x="589994" y="4677"/>
                  <a:pt x="588889" y="3978"/>
                </a:cubicBezTo>
                <a:cubicBezTo>
                  <a:pt x="587784" y="3279"/>
                  <a:pt x="585920" y="2878"/>
                  <a:pt x="583299" y="2776"/>
                </a:cubicBezTo>
                <a:lnTo>
                  <a:pt x="583299" y="0"/>
                </a:lnTo>
                <a:lnTo>
                  <a:pt x="613214" y="0"/>
                </a:lnTo>
                <a:moveTo>
                  <a:pt x="613214" y="46501"/>
                </a:moveTo>
                <a:lnTo>
                  <a:pt x="613214" y="78614"/>
                </a:lnTo>
                <a:cubicBezTo>
                  <a:pt x="613214" y="85150"/>
                  <a:pt x="613368" y="89319"/>
                  <a:pt x="613677" y="91121"/>
                </a:cubicBezTo>
                <a:cubicBezTo>
                  <a:pt x="614191" y="94157"/>
                  <a:pt x="615424" y="96615"/>
                  <a:pt x="617378" y="98494"/>
                </a:cubicBezTo>
                <a:cubicBezTo>
                  <a:pt x="619331" y="100372"/>
                  <a:pt x="621824" y="101311"/>
                  <a:pt x="624856" y="101311"/>
                </a:cubicBezTo>
                <a:cubicBezTo>
                  <a:pt x="627478" y="101311"/>
                  <a:pt x="629727" y="100564"/>
                  <a:pt x="631603" y="99072"/>
                </a:cubicBezTo>
                <a:cubicBezTo>
                  <a:pt x="633479" y="97580"/>
                  <a:pt x="635046" y="94621"/>
                  <a:pt x="636306" y="90196"/>
                </a:cubicBezTo>
                <a:cubicBezTo>
                  <a:pt x="637565" y="85769"/>
                  <a:pt x="638195" y="77792"/>
                  <a:pt x="638195" y="66263"/>
                </a:cubicBezTo>
                <a:cubicBezTo>
                  <a:pt x="638195" y="55198"/>
                  <a:pt x="636807" y="47607"/>
                  <a:pt x="634031" y="43490"/>
                </a:cubicBezTo>
                <a:cubicBezTo>
                  <a:pt x="632027" y="40505"/>
                  <a:pt x="629328" y="39013"/>
                  <a:pt x="625936" y="39013"/>
                </a:cubicBezTo>
                <a:cubicBezTo>
                  <a:pt x="621515" y="39013"/>
                  <a:pt x="617275" y="41509"/>
                  <a:pt x="613214" y="46501"/>
                </a:cubicBezTo>
                <a:close/>
                <a:moveTo>
                  <a:pt x="707051" y="30224"/>
                </a:moveTo>
                <a:cubicBezTo>
                  <a:pt x="713322" y="30224"/>
                  <a:pt x="719156" y="31844"/>
                  <a:pt x="724553" y="35086"/>
                </a:cubicBezTo>
                <a:cubicBezTo>
                  <a:pt x="729950" y="38327"/>
                  <a:pt x="734050" y="42932"/>
                  <a:pt x="736851" y="48901"/>
                </a:cubicBezTo>
                <a:cubicBezTo>
                  <a:pt x="739652" y="54870"/>
                  <a:pt x="741053" y="61404"/>
                  <a:pt x="741053" y="68504"/>
                </a:cubicBezTo>
                <a:cubicBezTo>
                  <a:pt x="741053" y="78742"/>
                  <a:pt x="738457" y="87310"/>
                  <a:pt x="733266" y="94205"/>
                </a:cubicBezTo>
                <a:cubicBezTo>
                  <a:pt x="726995" y="102540"/>
                  <a:pt x="718334" y="106708"/>
                  <a:pt x="707283" y="106708"/>
                </a:cubicBezTo>
                <a:cubicBezTo>
                  <a:pt x="696437" y="106708"/>
                  <a:pt x="688085" y="102900"/>
                  <a:pt x="682225" y="95285"/>
                </a:cubicBezTo>
                <a:cubicBezTo>
                  <a:pt x="676365" y="87669"/>
                  <a:pt x="673435" y="78845"/>
                  <a:pt x="673435" y="68813"/>
                </a:cubicBezTo>
                <a:cubicBezTo>
                  <a:pt x="673435" y="58471"/>
                  <a:pt x="676430" y="49455"/>
                  <a:pt x="682418" y="41762"/>
                </a:cubicBezTo>
                <a:cubicBezTo>
                  <a:pt x="688406" y="34070"/>
                  <a:pt x="696617" y="30224"/>
                  <a:pt x="707051" y="30224"/>
                </a:cubicBezTo>
                <a:moveTo>
                  <a:pt x="707360" y="35621"/>
                </a:moveTo>
                <a:cubicBezTo>
                  <a:pt x="704738" y="35621"/>
                  <a:pt x="702490" y="36612"/>
                  <a:pt x="700614" y="38594"/>
                </a:cubicBezTo>
                <a:cubicBezTo>
                  <a:pt x="698737" y="40574"/>
                  <a:pt x="697504" y="44485"/>
                  <a:pt x="696913" y="50325"/>
                </a:cubicBezTo>
                <a:cubicBezTo>
                  <a:pt x="696322" y="56166"/>
                  <a:pt x="696026" y="64284"/>
                  <a:pt x="696026" y="74679"/>
                </a:cubicBezTo>
                <a:cubicBezTo>
                  <a:pt x="696026" y="80186"/>
                  <a:pt x="696386" y="85332"/>
                  <a:pt x="697105" y="90119"/>
                </a:cubicBezTo>
                <a:cubicBezTo>
                  <a:pt x="697671" y="93772"/>
                  <a:pt x="698879" y="96550"/>
                  <a:pt x="700729" y="98455"/>
                </a:cubicBezTo>
                <a:cubicBezTo>
                  <a:pt x="702580" y="100359"/>
                  <a:pt x="704687" y="101311"/>
                  <a:pt x="707051" y="101311"/>
                </a:cubicBezTo>
                <a:cubicBezTo>
                  <a:pt x="709364" y="101311"/>
                  <a:pt x="711292" y="100667"/>
                  <a:pt x="712834" y="99381"/>
                </a:cubicBezTo>
                <a:cubicBezTo>
                  <a:pt x="714839" y="97631"/>
                  <a:pt x="716175" y="95187"/>
                  <a:pt x="716843" y="92046"/>
                </a:cubicBezTo>
                <a:cubicBezTo>
                  <a:pt x="717871" y="87159"/>
                  <a:pt x="718385" y="77278"/>
                  <a:pt x="718385" y="62406"/>
                </a:cubicBezTo>
                <a:cubicBezTo>
                  <a:pt x="718385" y="53658"/>
                  <a:pt x="717897" y="47651"/>
                  <a:pt x="716920" y="44384"/>
                </a:cubicBezTo>
                <a:cubicBezTo>
                  <a:pt x="715944" y="41115"/>
                  <a:pt x="714505" y="38734"/>
                  <a:pt x="712603" y="37242"/>
                </a:cubicBezTo>
                <a:cubicBezTo>
                  <a:pt x="711266" y="36161"/>
                  <a:pt x="709519" y="35621"/>
                  <a:pt x="707360" y="35621"/>
                </a:cubicBezTo>
                <a:close/>
                <a:moveTo>
                  <a:pt x="822039" y="0"/>
                </a:moveTo>
                <a:lnTo>
                  <a:pt x="822039" y="82961"/>
                </a:lnTo>
                <a:cubicBezTo>
                  <a:pt x="822039" y="88507"/>
                  <a:pt x="822193" y="91789"/>
                  <a:pt x="822501" y="92805"/>
                </a:cubicBezTo>
                <a:cubicBezTo>
                  <a:pt x="822912" y="94486"/>
                  <a:pt x="823696" y="95733"/>
                  <a:pt x="824853" y="96547"/>
                </a:cubicBezTo>
                <a:cubicBezTo>
                  <a:pt x="826009" y="97360"/>
                  <a:pt x="828027" y="97868"/>
                  <a:pt x="830905" y="98072"/>
                </a:cubicBezTo>
                <a:lnTo>
                  <a:pt x="830905" y="100848"/>
                </a:lnTo>
                <a:lnTo>
                  <a:pt x="800450" y="106708"/>
                </a:lnTo>
                <a:lnTo>
                  <a:pt x="800450" y="95297"/>
                </a:lnTo>
                <a:cubicBezTo>
                  <a:pt x="796801" y="99717"/>
                  <a:pt x="793550" y="102724"/>
                  <a:pt x="790697" y="104317"/>
                </a:cubicBezTo>
                <a:cubicBezTo>
                  <a:pt x="787844" y="105911"/>
                  <a:pt x="784619" y="106708"/>
                  <a:pt x="781021" y="106708"/>
                </a:cubicBezTo>
                <a:cubicBezTo>
                  <a:pt x="771820" y="106708"/>
                  <a:pt x="764547" y="102592"/>
                  <a:pt x="759201" y="94359"/>
                </a:cubicBezTo>
                <a:cubicBezTo>
                  <a:pt x="754884" y="87671"/>
                  <a:pt x="752725" y="79465"/>
                  <a:pt x="752725" y="69740"/>
                </a:cubicBezTo>
                <a:cubicBezTo>
                  <a:pt x="752725" y="61971"/>
                  <a:pt x="754061" y="55011"/>
                  <a:pt x="756734" y="48863"/>
                </a:cubicBezTo>
                <a:cubicBezTo>
                  <a:pt x="759407" y="42714"/>
                  <a:pt x="763069" y="38070"/>
                  <a:pt x="767721" y="34932"/>
                </a:cubicBezTo>
                <a:cubicBezTo>
                  <a:pt x="772373" y="31793"/>
                  <a:pt x="777371" y="30224"/>
                  <a:pt x="782717" y="30224"/>
                </a:cubicBezTo>
                <a:cubicBezTo>
                  <a:pt x="786161" y="30224"/>
                  <a:pt x="789219" y="30897"/>
                  <a:pt x="791892" y="32245"/>
                </a:cubicBezTo>
                <a:cubicBezTo>
                  <a:pt x="794565" y="33593"/>
                  <a:pt x="797418" y="35951"/>
                  <a:pt x="800450" y="39321"/>
                </a:cubicBezTo>
                <a:lnTo>
                  <a:pt x="800450" y="17579"/>
                </a:lnTo>
                <a:cubicBezTo>
                  <a:pt x="800450" y="12079"/>
                  <a:pt x="800219" y="8764"/>
                  <a:pt x="799756" y="7633"/>
                </a:cubicBezTo>
                <a:cubicBezTo>
                  <a:pt x="799140" y="6142"/>
                  <a:pt x="798214" y="5037"/>
                  <a:pt x="796981" y="4318"/>
                </a:cubicBezTo>
                <a:cubicBezTo>
                  <a:pt x="795747" y="3598"/>
                  <a:pt x="793434" y="3238"/>
                  <a:pt x="790042" y="3238"/>
                </a:cubicBezTo>
                <a:lnTo>
                  <a:pt x="790042" y="0"/>
                </a:lnTo>
                <a:lnTo>
                  <a:pt x="822039" y="0"/>
                </a:lnTo>
                <a:moveTo>
                  <a:pt x="800450" y="48728"/>
                </a:moveTo>
                <a:cubicBezTo>
                  <a:pt x="796647" y="41532"/>
                  <a:pt x="791995" y="37934"/>
                  <a:pt x="786495" y="37934"/>
                </a:cubicBezTo>
                <a:cubicBezTo>
                  <a:pt x="784593" y="37934"/>
                  <a:pt x="783025" y="38448"/>
                  <a:pt x="781792" y="39476"/>
                </a:cubicBezTo>
                <a:cubicBezTo>
                  <a:pt x="779890" y="41069"/>
                  <a:pt x="778335" y="43870"/>
                  <a:pt x="777127" y="47880"/>
                </a:cubicBezTo>
                <a:cubicBezTo>
                  <a:pt x="775919" y="51889"/>
                  <a:pt x="775315" y="58031"/>
                  <a:pt x="775315" y="66307"/>
                </a:cubicBezTo>
                <a:cubicBezTo>
                  <a:pt x="775315" y="75405"/>
                  <a:pt x="775984" y="82138"/>
                  <a:pt x="777320" y="86507"/>
                </a:cubicBezTo>
                <a:cubicBezTo>
                  <a:pt x="778656" y="90876"/>
                  <a:pt x="780481" y="94037"/>
                  <a:pt x="782794" y="95991"/>
                </a:cubicBezTo>
                <a:cubicBezTo>
                  <a:pt x="783976" y="96967"/>
                  <a:pt x="785595" y="97456"/>
                  <a:pt x="787652" y="97456"/>
                </a:cubicBezTo>
                <a:cubicBezTo>
                  <a:pt x="792175" y="97456"/>
                  <a:pt x="796441" y="93898"/>
                  <a:pt x="800450" y="86782"/>
                </a:cubicBezTo>
                <a:lnTo>
                  <a:pt x="800450" y="48728"/>
                </a:lnTo>
                <a:close/>
                <a:moveTo>
                  <a:pt x="872776" y="107548"/>
                </a:moveTo>
                <a:lnTo>
                  <a:pt x="849492" y="53992"/>
                </a:lnTo>
                <a:cubicBezTo>
                  <a:pt x="845997" y="45881"/>
                  <a:pt x="843414" y="40895"/>
                  <a:pt x="841743" y="39035"/>
                </a:cubicBezTo>
                <a:cubicBezTo>
                  <a:pt x="840073" y="37173"/>
                  <a:pt x="838055" y="35881"/>
                  <a:pt x="835691" y="35158"/>
                </a:cubicBezTo>
                <a:lnTo>
                  <a:pt x="835691" y="32382"/>
                </a:lnTo>
                <a:lnTo>
                  <a:pt x="874010" y="32382"/>
                </a:lnTo>
                <a:lnTo>
                  <a:pt x="874010" y="35158"/>
                </a:lnTo>
                <a:cubicBezTo>
                  <a:pt x="871491" y="35261"/>
                  <a:pt x="869718" y="35752"/>
                  <a:pt x="868690" y="36630"/>
                </a:cubicBezTo>
                <a:cubicBezTo>
                  <a:pt x="867662" y="37507"/>
                  <a:pt x="867148" y="38566"/>
                  <a:pt x="867148" y="39806"/>
                </a:cubicBezTo>
                <a:cubicBezTo>
                  <a:pt x="867148" y="41767"/>
                  <a:pt x="868433" y="45640"/>
                  <a:pt x="871003" y="51424"/>
                </a:cubicBezTo>
                <a:lnTo>
                  <a:pt x="883339" y="79775"/>
                </a:lnTo>
                <a:lnTo>
                  <a:pt x="891743" y="57867"/>
                </a:lnTo>
                <a:cubicBezTo>
                  <a:pt x="894776" y="50065"/>
                  <a:pt x="896292" y="44640"/>
                  <a:pt x="896292" y="41591"/>
                </a:cubicBezTo>
                <a:cubicBezTo>
                  <a:pt x="896292" y="39680"/>
                  <a:pt x="895663" y="38155"/>
                  <a:pt x="894403" y="37018"/>
                </a:cubicBezTo>
                <a:cubicBezTo>
                  <a:pt x="893144" y="35881"/>
                  <a:pt x="890921" y="35261"/>
                  <a:pt x="887734" y="35158"/>
                </a:cubicBezTo>
                <a:lnTo>
                  <a:pt x="887734" y="32382"/>
                </a:lnTo>
                <a:lnTo>
                  <a:pt x="911867" y="32382"/>
                </a:lnTo>
                <a:lnTo>
                  <a:pt x="911867" y="35158"/>
                </a:lnTo>
                <a:cubicBezTo>
                  <a:pt x="909502" y="35417"/>
                  <a:pt x="907575" y="36334"/>
                  <a:pt x="906084" y="37910"/>
                </a:cubicBezTo>
                <a:cubicBezTo>
                  <a:pt x="904593" y="39485"/>
                  <a:pt x="902101" y="44846"/>
                  <a:pt x="898605" y="53992"/>
                </a:cubicBezTo>
                <a:lnTo>
                  <a:pt x="878019" y="107479"/>
                </a:lnTo>
                <a:cubicBezTo>
                  <a:pt x="872828" y="120843"/>
                  <a:pt x="868973" y="129067"/>
                  <a:pt x="866454" y="132151"/>
                </a:cubicBezTo>
                <a:cubicBezTo>
                  <a:pt x="862908" y="136469"/>
                  <a:pt x="858461" y="138627"/>
                  <a:pt x="853116" y="138627"/>
                </a:cubicBezTo>
                <a:cubicBezTo>
                  <a:pt x="848850" y="138627"/>
                  <a:pt x="845393" y="137407"/>
                  <a:pt x="842746" y="134965"/>
                </a:cubicBezTo>
                <a:cubicBezTo>
                  <a:pt x="840099" y="132524"/>
                  <a:pt x="838775" y="129581"/>
                  <a:pt x="838775" y="126137"/>
                </a:cubicBezTo>
                <a:cubicBezTo>
                  <a:pt x="838775" y="123156"/>
                  <a:pt x="839687" y="120689"/>
                  <a:pt x="841512" y="118735"/>
                </a:cubicBezTo>
                <a:cubicBezTo>
                  <a:pt x="843337" y="116782"/>
                  <a:pt x="845586" y="115806"/>
                  <a:pt x="848258" y="115806"/>
                </a:cubicBezTo>
                <a:cubicBezTo>
                  <a:pt x="850828" y="115806"/>
                  <a:pt x="852897" y="116623"/>
                  <a:pt x="854465" y="118258"/>
                </a:cubicBezTo>
                <a:cubicBezTo>
                  <a:pt x="856033" y="119895"/>
                  <a:pt x="856842" y="122427"/>
                  <a:pt x="856894" y="125853"/>
                </a:cubicBezTo>
                <a:cubicBezTo>
                  <a:pt x="856945" y="127796"/>
                  <a:pt x="857176" y="129049"/>
                  <a:pt x="857588" y="129611"/>
                </a:cubicBezTo>
                <a:cubicBezTo>
                  <a:pt x="857999" y="130174"/>
                  <a:pt x="858590" y="130455"/>
                  <a:pt x="859361" y="130455"/>
                </a:cubicBezTo>
                <a:cubicBezTo>
                  <a:pt x="860595" y="130455"/>
                  <a:pt x="861905" y="129713"/>
                  <a:pt x="863293" y="128228"/>
                </a:cubicBezTo>
                <a:cubicBezTo>
                  <a:pt x="865349" y="126079"/>
                  <a:pt x="867765" y="121167"/>
                  <a:pt x="870541" y="113492"/>
                </a:cubicBezTo>
                <a:lnTo>
                  <a:pt x="872776" y="10754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34D81-6071-42CF-92C1-604203C9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292" y="510864"/>
            <a:ext cx="1538621" cy="88840"/>
          </a:xfrm>
          <a:custGeom xmlns:a="http://schemas.openxmlformats.org/drawingml/2006/main">
            <a:pathLst>
              <a:path w="1538621" h="88840">
                <a:moveTo>
                  <a:pt x="0" y="29604"/>
                </a:moveTo>
                <a:lnTo>
                  <a:pt x="0" y="59236"/>
                </a:lnTo>
                <a:lnTo>
                  <a:pt x="1449810" y="59236"/>
                </a:lnTo>
                <a:lnTo>
                  <a:pt x="1449810" y="88840"/>
                </a:lnTo>
                <a:lnTo>
                  <a:pt x="1538621" y="44406"/>
                </a:lnTo>
                <a:lnTo>
                  <a:pt x="1449810" y="0"/>
                </a:lnTo>
                <a:lnTo>
                  <a:pt x="1449810" y="29632"/>
                </a:lnTo>
                <a:lnTo>
                  <a:pt x="0" y="29604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����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4769D59C-7E50-4608-A551-F8FC3122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884" y="369978"/>
            <a:ext cx="1332106" cy="140632"/>
          </a:xfrm>
          <a:custGeom xmlns:a="http://schemas.openxmlformats.org/drawingml/2006/main">
            <a:pathLst>
              <a:path w="1332106" h="140632">
                <a:moveTo>
                  <a:pt x="65998" y="0"/>
                </a:moveTo>
                <a:lnTo>
                  <a:pt x="66846" y="34850"/>
                </a:lnTo>
                <a:lnTo>
                  <a:pt x="63685" y="34850"/>
                </a:lnTo>
                <a:cubicBezTo>
                  <a:pt x="62195" y="26134"/>
                  <a:pt x="58532" y="19123"/>
                  <a:pt x="52698" y="13818"/>
                </a:cubicBezTo>
                <a:cubicBezTo>
                  <a:pt x="46864" y="8512"/>
                  <a:pt x="40555" y="5860"/>
                  <a:pt x="33770" y="5860"/>
                </a:cubicBezTo>
                <a:cubicBezTo>
                  <a:pt x="28527" y="5860"/>
                  <a:pt x="24377" y="7256"/>
                  <a:pt x="21318" y="10050"/>
                </a:cubicBezTo>
                <a:cubicBezTo>
                  <a:pt x="18260" y="12841"/>
                  <a:pt x="16731" y="16056"/>
                  <a:pt x="16731" y="19694"/>
                </a:cubicBezTo>
                <a:cubicBezTo>
                  <a:pt x="16731" y="21999"/>
                  <a:pt x="17271" y="24049"/>
                  <a:pt x="18350" y="25843"/>
                </a:cubicBezTo>
                <a:cubicBezTo>
                  <a:pt x="19841" y="28251"/>
                  <a:pt x="22231" y="30633"/>
                  <a:pt x="25520" y="32990"/>
                </a:cubicBezTo>
                <a:cubicBezTo>
                  <a:pt x="27936" y="34681"/>
                  <a:pt x="33513" y="37679"/>
                  <a:pt x="42251" y="41984"/>
                </a:cubicBezTo>
                <a:cubicBezTo>
                  <a:pt x="54485" y="47978"/>
                  <a:pt x="62734" y="53641"/>
                  <a:pt x="67001" y="58973"/>
                </a:cubicBezTo>
                <a:cubicBezTo>
                  <a:pt x="71216" y="64302"/>
                  <a:pt x="73323" y="70401"/>
                  <a:pt x="73323" y="77270"/>
                </a:cubicBezTo>
                <a:cubicBezTo>
                  <a:pt x="73323" y="85982"/>
                  <a:pt x="69918" y="93478"/>
                  <a:pt x="63107" y="99756"/>
                </a:cubicBezTo>
                <a:cubicBezTo>
                  <a:pt x="56296" y="106035"/>
                  <a:pt x="47648" y="109175"/>
                  <a:pt x="37163" y="109175"/>
                </a:cubicBezTo>
                <a:cubicBezTo>
                  <a:pt x="33873" y="109175"/>
                  <a:pt x="30763" y="108841"/>
                  <a:pt x="27833" y="108173"/>
                </a:cubicBezTo>
                <a:cubicBezTo>
                  <a:pt x="24904" y="107504"/>
                  <a:pt x="21228" y="106245"/>
                  <a:pt x="16808" y="104395"/>
                </a:cubicBezTo>
                <a:cubicBezTo>
                  <a:pt x="14341" y="103367"/>
                  <a:pt x="12310" y="102853"/>
                  <a:pt x="10717" y="102853"/>
                </a:cubicBezTo>
                <a:cubicBezTo>
                  <a:pt x="9381" y="102853"/>
                  <a:pt x="7967" y="103373"/>
                  <a:pt x="6476" y="104414"/>
                </a:cubicBezTo>
                <a:cubicBezTo>
                  <a:pt x="4986" y="105455"/>
                  <a:pt x="3778" y="107042"/>
                  <a:pt x="2853" y="109175"/>
                </a:cubicBezTo>
                <a:lnTo>
                  <a:pt x="0" y="109175"/>
                </a:lnTo>
                <a:lnTo>
                  <a:pt x="0" y="69699"/>
                </a:lnTo>
                <a:lnTo>
                  <a:pt x="2853" y="69699"/>
                </a:lnTo>
                <a:cubicBezTo>
                  <a:pt x="5114" y="80776"/>
                  <a:pt x="9471" y="89225"/>
                  <a:pt x="15921" y="95046"/>
                </a:cubicBezTo>
                <a:cubicBezTo>
                  <a:pt x="22372" y="100867"/>
                  <a:pt x="29324" y="103778"/>
                  <a:pt x="36777" y="103778"/>
                </a:cubicBezTo>
                <a:cubicBezTo>
                  <a:pt x="42534" y="103778"/>
                  <a:pt x="47121" y="102215"/>
                  <a:pt x="50540" y="99089"/>
                </a:cubicBezTo>
                <a:cubicBezTo>
                  <a:pt x="53958" y="95963"/>
                  <a:pt x="55667" y="92325"/>
                  <a:pt x="55667" y="88174"/>
                </a:cubicBezTo>
                <a:cubicBezTo>
                  <a:pt x="55667" y="85715"/>
                  <a:pt x="55011" y="83333"/>
                  <a:pt x="53701" y="81028"/>
                </a:cubicBezTo>
                <a:cubicBezTo>
                  <a:pt x="52390" y="78722"/>
                  <a:pt x="50398" y="76531"/>
                  <a:pt x="47725" y="74455"/>
                </a:cubicBezTo>
                <a:cubicBezTo>
                  <a:pt x="45053" y="72380"/>
                  <a:pt x="40324" y="69678"/>
                  <a:pt x="33539" y="66348"/>
                </a:cubicBezTo>
                <a:cubicBezTo>
                  <a:pt x="24030" y="61685"/>
                  <a:pt x="17193" y="57711"/>
                  <a:pt x="13030" y="54426"/>
                </a:cubicBezTo>
                <a:cubicBezTo>
                  <a:pt x="8867" y="51141"/>
                  <a:pt x="5667" y="47472"/>
                  <a:pt x="3431" y="43417"/>
                </a:cubicBezTo>
                <a:cubicBezTo>
                  <a:pt x="1195" y="39363"/>
                  <a:pt x="77" y="34899"/>
                  <a:pt x="77" y="30024"/>
                </a:cubicBezTo>
                <a:cubicBezTo>
                  <a:pt x="77" y="21710"/>
                  <a:pt x="3135" y="14627"/>
                  <a:pt x="9252" y="8777"/>
                </a:cubicBezTo>
                <a:cubicBezTo>
                  <a:pt x="15369" y="2926"/>
                  <a:pt x="23079" y="0"/>
                  <a:pt x="32382" y="0"/>
                </a:cubicBezTo>
                <a:cubicBezTo>
                  <a:pt x="35775" y="0"/>
                  <a:pt x="39064" y="416"/>
                  <a:pt x="42251" y="1248"/>
                </a:cubicBezTo>
                <a:cubicBezTo>
                  <a:pt x="44667" y="1871"/>
                  <a:pt x="47610" y="3027"/>
                  <a:pt x="51079" y="4715"/>
                </a:cubicBezTo>
                <a:cubicBezTo>
                  <a:pt x="54549" y="6403"/>
                  <a:pt x="56978" y="7247"/>
                  <a:pt x="58365" y="7247"/>
                </a:cubicBezTo>
                <a:cubicBezTo>
                  <a:pt x="59702" y="7247"/>
                  <a:pt x="60755" y="6832"/>
                  <a:pt x="61526" y="6002"/>
                </a:cubicBezTo>
                <a:cubicBezTo>
                  <a:pt x="62298" y="5170"/>
                  <a:pt x="63017" y="3169"/>
                  <a:pt x="63685" y="0"/>
                </a:cubicBezTo>
                <a:lnTo>
                  <a:pt x="65998" y="0"/>
                </a:lnTo>
                <a:close/>
                <a:moveTo>
                  <a:pt x="145989" y="68157"/>
                </a:moveTo>
                <a:lnTo>
                  <a:pt x="106437" y="68157"/>
                </a:lnTo>
                <a:cubicBezTo>
                  <a:pt x="106899" y="77743"/>
                  <a:pt x="109443" y="85319"/>
                  <a:pt x="114070" y="90885"/>
                </a:cubicBezTo>
                <a:cubicBezTo>
                  <a:pt x="117616" y="95163"/>
                  <a:pt x="121882" y="97301"/>
                  <a:pt x="126868" y="97301"/>
                </a:cubicBezTo>
                <a:cubicBezTo>
                  <a:pt x="129952" y="97301"/>
                  <a:pt x="132754" y="96440"/>
                  <a:pt x="135272" y="94718"/>
                </a:cubicBezTo>
                <a:cubicBezTo>
                  <a:pt x="137791" y="92997"/>
                  <a:pt x="140489" y="89900"/>
                  <a:pt x="143368" y="85428"/>
                </a:cubicBezTo>
                <a:lnTo>
                  <a:pt x="145989" y="87124"/>
                </a:lnTo>
                <a:cubicBezTo>
                  <a:pt x="142083" y="95091"/>
                  <a:pt x="137765" y="100732"/>
                  <a:pt x="133036" y="104048"/>
                </a:cubicBezTo>
                <a:cubicBezTo>
                  <a:pt x="128307" y="107363"/>
                  <a:pt x="122833" y="109021"/>
                  <a:pt x="116614" y="109021"/>
                </a:cubicBezTo>
                <a:cubicBezTo>
                  <a:pt x="105923" y="109021"/>
                  <a:pt x="97827" y="104905"/>
                  <a:pt x="92327" y="96672"/>
                </a:cubicBezTo>
                <a:cubicBezTo>
                  <a:pt x="87907" y="90035"/>
                  <a:pt x="85696" y="81803"/>
                  <a:pt x="85696" y="71976"/>
                </a:cubicBezTo>
                <a:cubicBezTo>
                  <a:pt x="85696" y="59935"/>
                  <a:pt x="88947" y="50352"/>
                  <a:pt x="95450" y="43227"/>
                </a:cubicBezTo>
                <a:cubicBezTo>
                  <a:pt x="101952" y="36100"/>
                  <a:pt x="109572" y="32537"/>
                  <a:pt x="118310" y="32537"/>
                </a:cubicBezTo>
                <a:cubicBezTo>
                  <a:pt x="125609" y="32537"/>
                  <a:pt x="131944" y="35531"/>
                  <a:pt x="137315" y="41519"/>
                </a:cubicBezTo>
                <a:cubicBezTo>
                  <a:pt x="142687" y="47507"/>
                  <a:pt x="145578" y="56386"/>
                  <a:pt x="145989" y="68157"/>
                </a:cubicBezTo>
                <a:moveTo>
                  <a:pt x="127022" y="63069"/>
                </a:moveTo>
                <a:cubicBezTo>
                  <a:pt x="127022" y="54793"/>
                  <a:pt x="126573" y="49113"/>
                  <a:pt x="125673" y="46029"/>
                </a:cubicBezTo>
                <a:cubicBezTo>
                  <a:pt x="124774" y="42945"/>
                  <a:pt x="123373" y="40606"/>
                  <a:pt x="121471" y="39013"/>
                </a:cubicBezTo>
                <a:cubicBezTo>
                  <a:pt x="120392" y="38088"/>
                  <a:pt x="118953" y="37625"/>
                  <a:pt x="117154" y="37625"/>
                </a:cubicBezTo>
                <a:cubicBezTo>
                  <a:pt x="114481" y="37625"/>
                  <a:pt x="112296" y="38936"/>
                  <a:pt x="110600" y="41557"/>
                </a:cubicBezTo>
                <a:cubicBezTo>
                  <a:pt x="107567" y="46132"/>
                  <a:pt x="106051" y="52403"/>
                  <a:pt x="106051" y="60370"/>
                </a:cubicBezTo>
                <a:lnTo>
                  <a:pt x="106051" y="63069"/>
                </a:lnTo>
                <a:lnTo>
                  <a:pt x="127022" y="63069"/>
                </a:lnTo>
                <a:close/>
                <a:moveTo>
                  <a:pt x="184471" y="34695"/>
                </a:moveTo>
                <a:lnTo>
                  <a:pt x="184471" y="44102"/>
                </a:lnTo>
                <a:cubicBezTo>
                  <a:pt x="188172" y="40065"/>
                  <a:pt x="191718" y="37129"/>
                  <a:pt x="195111" y="35293"/>
                </a:cubicBezTo>
                <a:cubicBezTo>
                  <a:pt x="198503" y="33455"/>
                  <a:pt x="202152" y="32537"/>
                  <a:pt x="206059" y="32537"/>
                </a:cubicBezTo>
                <a:cubicBezTo>
                  <a:pt x="210736" y="32537"/>
                  <a:pt x="214617" y="33836"/>
                  <a:pt x="217701" y="36435"/>
                </a:cubicBezTo>
                <a:cubicBezTo>
                  <a:pt x="220785" y="39034"/>
                  <a:pt x="222841" y="42263"/>
                  <a:pt x="223869" y="46123"/>
                </a:cubicBezTo>
                <a:cubicBezTo>
                  <a:pt x="224692" y="49058"/>
                  <a:pt x="225103" y="54694"/>
                  <a:pt x="225103" y="63032"/>
                </a:cubicBezTo>
                <a:lnTo>
                  <a:pt x="225103" y="91133"/>
                </a:lnTo>
                <a:cubicBezTo>
                  <a:pt x="225103" y="96684"/>
                  <a:pt x="225604" y="100141"/>
                  <a:pt x="226606" y="101503"/>
                </a:cubicBezTo>
                <a:cubicBezTo>
                  <a:pt x="227609" y="102865"/>
                  <a:pt x="229703" y="103726"/>
                  <a:pt x="232890" y="104086"/>
                </a:cubicBezTo>
                <a:lnTo>
                  <a:pt x="232890" y="106862"/>
                </a:lnTo>
                <a:lnTo>
                  <a:pt x="196421" y="106862"/>
                </a:lnTo>
                <a:lnTo>
                  <a:pt x="196421" y="104086"/>
                </a:lnTo>
                <a:cubicBezTo>
                  <a:pt x="199146" y="103726"/>
                  <a:pt x="201099" y="102596"/>
                  <a:pt x="202281" y="100694"/>
                </a:cubicBezTo>
                <a:cubicBezTo>
                  <a:pt x="203103" y="99409"/>
                  <a:pt x="203515" y="96222"/>
                  <a:pt x="203515" y="91133"/>
                </a:cubicBezTo>
                <a:lnTo>
                  <a:pt x="203515" y="59059"/>
                </a:lnTo>
                <a:cubicBezTo>
                  <a:pt x="203515" y="53148"/>
                  <a:pt x="203283" y="49422"/>
                  <a:pt x="202821" y="47880"/>
                </a:cubicBezTo>
                <a:cubicBezTo>
                  <a:pt x="202358" y="46338"/>
                  <a:pt x="201574" y="45143"/>
                  <a:pt x="200469" y="44294"/>
                </a:cubicBezTo>
                <a:cubicBezTo>
                  <a:pt x="199364" y="43446"/>
                  <a:pt x="198143" y="43022"/>
                  <a:pt x="196807" y="43022"/>
                </a:cubicBezTo>
                <a:cubicBezTo>
                  <a:pt x="192386" y="43022"/>
                  <a:pt x="188274" y="46209"/>
                  <a:pt x="184471" y="52583"/>
                </a:cubicBezTo>
                <a:lnTo>
                  <a:pt x="184471" y="91133"/>
                </a:lnTo>
                <a:cubicBezTo>
                  <a:pt x="184471" y="96530"/>
                  <a:pt x="184972" y="99948"/>
                  <a:pt x="185974" y="101388"/>
                </a:cubicBezTo>
                <a:cubicBezTo>
                  <a:pt x="186976" y="102827"/>
                  <a:pt x="188840" y="103726"/>
                  <a:pt x="191564" y="104086"/>
                </a:cubicBezTo>
                <a:lnTo>
                  <a:pt x="191564" y="106862"/>
                </a:lnTo>
                <a:lnTo>
                  <a:pt x="155095" y="106862"/>
                </a:lnTo>
                <a:lnTo>
                  <a:pt x="155095" y="104086"/>
                </a:lnTo>
                <a:cubicBezTo>
                  <a:pt x="158128" y="103778"/>
                  <a:pt x="160287" y="102801"/>
                  <a:pt x="161572" y="101156"/>
                </a:cubicBezTo>
                <a:cubicBezTo>
                  <a:pt x="162446" y="100026"/>
                  <a:pt x="162882" y="96684"/>
                  <a:pt x="162882" y="91133"/>
                </a:cubicBezTo>
                <a:lnTo>
                  <a:pt x="162882" y="50424"/>
                </a:lnTo>
                <a:cubicBezTo>
                  <a:pt x="162882" y="44910"/>
                  <a:pt x="162381" y="41476"/>
                  <a:pt x="161379" y="40124"/>
                </a:cubicBezTo>
                <a:cubicBezTo>
                  <a:pt x="160377" y="38771"/>
                  <a:pt x="158282" y="37887"/>
                  <a:pt x="155095" y="37471"/>
                </a:cubicBezTo>
                <a:lnTo>
                  <a:pt x="155095" y="34695"/>
                </a:lnTo>
                <a:lnTo>
                  <a:pt x="184471" y="34695"/>
                </a:lnTo>
                <a:close/>
                <a:moveTo>
                  <a:pt x="312881" y="2313"/>
                </a:moveTo>
                <a:lnTo>
                  <a:pt x="312881" y="85274"/>
                </a:lnTo>
                <a:cubicBezTo>
                  <a:pt x="312881" y="90820"/>
                  <a:pt x="313035" y="94102"/>
                  <a:pt x="313344" y="95118"/>
                </a:cubicBezTo>
                <a:cubicBezTo>
                  <a:pt x="313755" y="96799"/>
                  <a:pt x="314539" y="98046"/>
                  <a:pt x="315695" y="98860"/>
                </a:cubicBezTo>
                <a:cubicBezTo>
                  <a:pt x="316852" y="99673"/>
                  <a:pt x="318869" y="100181"/>
                  <a:pt x="321748" y="100385"/>
                </a:cubicBezTo>
                <a:lnTo>
                  <a:pt x="321748" y="103161"/>
                </a:lnTo>
                <a:lnTo>
                  <a:pt x="291293" y="109021"/>
                </a:lnTo>
                <a:lnTo>
                  <a:pt x="291293" y="97610"/>
                </a:lnTo>
                <a:cubicBezTo>
                  <a:pt x="287644" y="102030"/>
                  <a:pt x="284392" y="105037"/>
                  <a:pt x="281540" y="106631"/>
                </a:cubicBezTo>
                <a:cubicBezTo>
                  <a:pt x="278687" y="108224"/>
                  <a:pt x="275462" y="109021"/>
                  <a:pt x="271864" y="109021"/>
                </a:cubicBezTo>
                <a:cubicBezTo>
                  <a:pt x="262663" y="109021"/>
                  <a:pt x="255390" y="104905"/>
                  <a:pt x="250044" y="96672"/>
                </a:cubicBezTo>
                <a:cubicBezTo>
                  <a:pt x="245726" y="89984"/>
                  <a:pt x="243568" y="81778"/>
                  <a:pt x="243568" y="72053"/>
                </a:cubicBezTo>
                <a:cubicBezTo>
                  <a:pt x="243568" y="64284"/>
                  <a:pt x="244904" y="57324"/>
                  <a:pt x="247577" y="51176"/>
                </a:cubicBezTo>
                <a:cubicBezTo>
                  <a:pt x="250250" y="45027"/>
                  <a:pt x="253912" y="40383"/>
                  <a:pt x="258564" y="37245"/>
                </a:cubicBezTo>
                <a:cubicBezTo>
                  <a:pt x="263215" y="34106"/>
                  <a:pt x="268214" y="32537"/>
                  <a:pt x="273560" y="32537"/>
                </a:cubicBezTo>
                <a:cubicBezTo>
                  <a:pt x="277004" y="32537"/>
                  <a:pt x="280062" y="33210"/>
                  <a:pt x="282735" y="34558"/>
                </a:cubicBezTo>
                <a:cubicBezTo>
                  <a:pt x="285408" y="35906"/>
                  <a:pt x="288260" y="38265"/>
                  <a:pt x="291293" y="41634"/>
                </a:cubicBezTo>
                <a:lnTo>
                  <a:pt x="291293" y="19892"/>
                </a:lnTo>
                <a:cubicBezTo>
                  <a:pt x="291293" y="14392"/>
                  <a:pt x="291062" y="11077"/>
                  <a:pt x="290599" y="9946"/>
                </a:cubicBezTo>
                <a:cubicBezTo>
                  <a:pt x="289982" y="8455"/>
                  <a:pt x="289057" y="7350"/>
                  <a:pt x="287823" y="6631"/>
                </a:cubicBezTo>
                <a:cubicBezTo>
                  <a:pt x="286590" y="5911"/>
                  <a:pt x="284277" y="5551"/>
                  <a:pt x="280884" y="5551"/>
                </a:cubicBezTo>
                <a:lnTo>
                  <a:pt x="280884" y="2313"/>
                </a:lnTo>
                <a:lnTo>
                  <a:pt x="312881" y="2313"/>
                </a:lnTo>
                <a:moveTo>
                  <a:pt x="291293" y="51041"/>
                </a:moveTo>
                <a:cubicBezTo>
                  <a:pt x="287489" y="43845"/>
                  <a:pt x="282838" y="40247"/>
                  <a:pt x="277338" y="40247"/>
                </a:cubicBezTo>
                <a:cubicBezTo>
                  <a:pt x="275436" y="40247"/>
                  <a:pt x="273868" y="40761"/>
                  <a:pt x="272635" y="41789"/>
                </a:cubicBezTo>
                <a:cubicBezTo>
                  <a:pt x="270733" y="43382"/>
                  <a:pt x="269178" y="46183"/>
                  <a:pt x="267970" y="50193"/>
                </a:cubicBezTo>
                <a:cubicBezTo>
                  <a:pt x="266762" y="54202"/>
                  <a:pt x="266158" y="60344"/>
                  <a:pt x="266158" y="68620"/>
                </a:cubicBezTo>
                <a:cubicBezTo>
                  <a:pt x="266158" y="77718"/>
                  <a:pt x="266826" y="84451"/>
                  <a:pt x="268163" y="88820"/>
                </a:cubicBezTo>
                <a:cubicBezTo>
                  <a:pt x="269499" y="93189"/>
                  <a:pt x="271324" y="96350"/>
                  <a:pt x="273637" y="98304"/>
                </a:cubicBezTo>
                <a:cubicBezTo>
                  <a:pt x="274819" y="99280"/>
                  <a:pt x="276438" y="99769"/>
                  <a:pt x="278494" y="99769"/>
                </a:cubicBezTo>
                <a:cubicBezTo>
                  <a:pt x="283018" y="99769"/>
                  <a:pt x="287284" y="96211"/>
                  <a:pt x="291293" y="89095"/>
                </a:cubicBezTo>
                <a:lnTo>
                  <a:pt x="291293" y="51041"/>
                </a:lnTo>
                <a:close/>
                <a:moveTo>
                  <a:pt x="399950" y="34695"/>
                </a:moveTo>
                <a:lnTo>
                  <a:pt x="399950" y="51041"/>
                </a:lnTo>
                <a:cubicBezTo>
                  <a:pt x="404730" y="43588"/>
                  <a:pt x="408919" y="38640"/>
                  <a:pt x="412517" y="36199"/>
                </a:cubicBezTo>
                <a:cubicBezTo>
                  <a:pt x="416115" y="33757"/>
                  <a:pt x="419585" y="32537"/>
                  <a:pt x="422926" y="32537"/>
                </a:cubicBezTo>
                <a:cubicBezTo>
                  <a:pt x="425804" y="32537"/>
                  <a:pt x="428104" y="33426"/>
                  <a:pt x="429826" y="35206"/>
                </a:cubicBezTo>
                <a:cubicBezTo>
                  <a:pt x="431548" y="36986"/>
                  <a:pt x="432409" y="39501"/>
                  <a:pt x="432409" y="42750"/>
                </a:cubicBezTo>
                <a:cubicBezTo>
                  <a:pt x="432409" y="46207"/>
                  <a:pt x="431574" y="48890"/>
                  <a:pt x="429903" y="50800"/>
                </a:cubicBezTo>
                <a:cubicBezTo>
                  <a:pt x="428233" y="52708"/>
                  <a:pt x="426215" y="53662"/>
                  <a:pt x="423851" y="53662"/>
                </a:cubicBezTo>
                <a:cubicBezTo>
                  <a:pt x="421127" y="53662"/>
                  <a:pt x="418762" y="52788"/>
                  <a:pt x="416758" y="51041"/>
                </a:cubicBezTo>
                <a:cubicBezTo>
                  <a:pt x="414753" y="49293"/>
                  <a:pt x="413571" y="48317"/>
                  <a:pt x="413211" y="48111"/>
                </a:cubicBezTo>
                <a:cubicBezTo>
                  <a:pt x="412697" y="47803"/>
                  <a:pt x="412106" y="47648"/>
                  <a:pt x="411438" y="47648"/>
                </a:cubicBezTo>
                <a:cubicBezTo>
                  <a:pt x="409947" y="47648"/>
                  <a:pt x="408533" y="48214"/>
                  <a:pt x="407197" y="49345"/>
                </a:cubicBezTo>
                <a:cubicBezTo>
                  <a:pt x="405090" y="51092"/>
                  <a:pt x="403496" y="53585"/>
                  <a:pt x="402417" y="56823"/>
                </a:cubicBezTo>
                <a:cubicBezTo>
                  <a:pt x="400772" y="61809"/>
                  <a:pt x="399950" y="67309"/>
                  <a:pt x="399950" y="73323"/>
                </a:cubicBezTo>
                <a:lnTo>
                  <a:pt x="399950" y="89900"/>
                </a:lnTo>
                <a:lnTo>
                  <a:pt x="400027" y="94217"/>
                </a:lnTo>
                <a:cubicBezTo>
                  <a:pt x="400027" y="97147"/>
                  <a:pt x="400207" y="99023"/>
                  <a:pt x="400566" y="99846"/>
                </a:cubicBezTo>
                <a:cubicBezTo>
                  <a:pt x="401183" y="101233"/>
                  <a:pt x="402096" y="102249"/>
                  <a:pt x="403303" y="102891"/>
                </a:cubicBezTo>
                <a:cubicBezTo>
                  <a:pt x="404511" y="103534"/>
                  <a:pt x="406555" y="103932"/>
                  <a:pt x="409433" y="104086"/>
                </a:cubicBezTo>
                <a:lnTo>
                  <a:pt x="409433" y="106862"/>
                </a:lnTo>
                <a:lnTo>
                  <a:pt x="370497" y="106862"/>
                </a:lnTo>
                <a:lnTo>
                  <a:pt x="370497" y="104086"/>
                </a:lnTo>
                <a:cubicBezTo>
                  <a:pt x="373632" y="103829"/>
                  <a:pt x="375753" y="102968"/>
                  <a:pt x="376858" y="101503"/>
                </a:cubicBezTo>
                <a:cubicBezTo>
                  <a:pt x="377963" y="100038"/>
                  <a:pt x="378516" y="96170"/>
                  <a:pt x="378516" y="89900"/>
                </a:cubicBezTo>
                <a:lnTo>
                  <a:pt x="378516" y="49961"/>
                </a:lnTo>
                <a:cubicBezTo>
                  <a:pt x="378516" y="45824"/>
                  <a:pt x="378310" y="43186"/>
                  <a:pt x="377899" y="42049"/>
                </a:cubicBezTo>
                <a:cubicBezTo>
                  <a:pt x="377385" y="40600"/>
                  <a:pt x="376639" y="39540"/>
                  <a:pt x="375663" y="38868"/>
                </a:cubicBezTo>
                <a:cubicBezTo>
                  <a:pt x="374686" y="38195"/>
                  <a:pt x="372964" y="37730"/>
                  <a:pt x="370497" y="37471"/>
                </a:cubicBezTo>
                <a:lnTo>
                  <a:pt x="370497" y="34695"/>
                </a:lnTo>
                <a:lnTo>
                  <a:pt x="399950" y="34695"/>
                </a:lnTo>
                <a:close/>
                <a:moveTo>
                  <a:pt x="498570" y="68157"/>
                </a:moveTo>
                <a:lnTo>
                  <a:pt x="459017" y="68157"/>
                </a:lnTo>
                <a:cubicBezTo>
                  <a:pt x="459480" y="77743"/>
                  <a:pt x="462024" y="85319"/>
                  <a:pt x="466650" y="90885"/>
                </a:cubicBezTo>
                <a:cubicBezTo>
                  <a:pt x="470197" y="95163"/>
                  <a:pt x="474463" y="97301"/>
                  <a:pt x="479449" y="97301"/>
                </a:cubicBezTo>
                <a:cubicBezTo>
                  <a:pt x="482533" y="97301"/>
                  <a:pt x="485334" y="96440"/>
                  <a:pt x="487853" y="94718"/>
                </a:cubicBezTo>
                <a:cubicBezTo>
                  <a:pt x="490372" y="92997"/>
                  <a:pt x="493070" y="89900"/>
                  <a:pt x="495948" y="85428"/>
                </a:cubicBezTo>
                <a:lnTo>
                  <a:pt x="498570" y="87124"/>
                </a:lnTo>
                <a:cubicBezTo>
                  <a:pt x="494663" y="95091"/>
                  <a:pt x="490346" y="100732"/>
                  <a:pt x="485617" y="104048"/>
                </a:cubicBezTo>
                <a:cubicBezTo>
                  <a:pt x="480888" y="107363"/>
                  <a:pt x="475414" y="109021"/>
                  <a:pt x="469194" y="109021"/>
                </a:cubicBezTo>
                <a:cubicBezTo>
                  <a:pt x="458503" y="109021"/>
                  <a:pt x="450408" y="104905"/>
                  <a:pt x="444908" y="96672"/>
                </a:cubicBezTo>
                <a:cubicBezTo>
                  <a:pt x="440487" y="90035"/>
                  <a:pt x="438277" y="81803"/>
                  <a:pt x="438277" y="71976"/>
                </a:cubicBezTo>
                <a:cubicBezTo>
                  <a:pt x="438277" y="59935"/>
                  <a:pt x="441528" y="50352"/>
                  <a:pt x="448030" y="43227"/>
                </a:cubicBezTo>
                <a:cubicBezTo>
                  <a:pt x="454532" y="36100"/>
                  <a:pt x="462153" y="32537"/>
                  <a:pt x="470891" y="32537"/>
                </a:cubicBezTo>
                <a:cubicBezTo>
                  <a:pt x="478190" y="32537"/>
                  <a:pt x="484525" y="35531"/>
                  <a:pt x="489896" y="41519"/>
                </a:cubicBezTo>
                <a:cubicBezTo>
                  <a:pt x="495267" y="47507"/>
                  <a:pt x="498159" y="56386"/>
                  <a:pt x="498570" y="68157"/>
                </a:cubicBezTo>
                <a:moveTo>
                  <a:pt x="479603" y="63069"/>
                </a:moveTo>
                <a:cubicBezTo>
                  <a:pt x="479603" y="54793"/>
                  <a:pt x="479153" y="49113"/>
                  <a:pt x="478254" y="46029"/>
                </a:cubicBezTo>
                <a:cubicBezTo>
                  <a:pt x="477354" y="42945"/>
                  <a:pt x="475954" y="40606"/>
                  <a:pt x="474052" y="39013"/>
                </a:cubicBezTo>
                <a:cubicBezTo>
                  <a:pt x="472972" y="38088"/>
                  <a:pt x="471533" y="37625"/>
                  <a:pt x="469734" y="37625"/>
                </a:cubicBezTo>
                <a:cubicBezTo>
                  <a:pt x="467061" y="37625"/>
                  <a:pt x="464877" y="38936"/>
                  <a:pt x="463181" y="41557"/>
                </a:cubicBezTo>
                <a:cubicBezTo>
                  <a:pt x="460148" y="46132"/>
                  <a:pt x="458632" y="52403"/>
                  <a:pt x="458632" y="60370"/>
                </a:cubicBezTo>
                <a:lnTo>
                  <a:pt x="458632" y="63069"/>
                </a:lnTo>
                <a:lnTo>
                  <a:pt x="479603" y="63069"/>
                </a:lnTo>
                <a:close/>
                <a:moveTo>
                  <a:pt x="556270" y="99306"/>
                </a:moveTo>
                <a:cubicBezTo>
                  <a:pt x="553135" y="102596"/>
                  <a:pt x="550205" y="104909"/>
                  <a:pt x="547481" y="106245"/>
                </a:cubicBezTo>
                <a:cubicBezTo>
                  <a:pt x="543883" y="108095"/>
                  <a:pt x="540131" y="109021"/>
                  <a:pt x="536224" y="109021"/>
                </a:cubicBezTo>
                <a:cubicBezTo>
                  <a:pt x="527178" y="109021"/>
                  <a:pt x="520033" y="104982"/>
                  <a:pt x="514790" y="96904"/>
                </a:cubicBezTo>
                <a:cubicBezTo>
                  <a:pt x="510627" y="90472"/>
                  <a:pt x="508545" y="82780"/>
                  <a:pt x="508545" y="73826"/>
                </a:cubicBezTo>
                <a:cubicBezTo>
                  <a:pt x="508545" y="66367"/>
                  <a:pt x="510126" y="59357"/>
                  <a:pt x="513287" y="52797"/>
                </a:cubicBezTo>
                <a:cubicBezTo>
                  <a:pt x="516448" y="46236"/>
                  <a:pt x="520791" y="41218"/>
                  <a:pt x="526317" y="37746"/>
                </a:cubicBezTo>
                <a:cubicBezTo>
                  <a:pt x="531842" y="34273"/>
                  <a:pt x="537689" y="32537"/>
                  <a:pt x="543857" y="32537"/>
                </a:cubicBezTo>
                <a:cubicBezTo>
                  <a:pt x="547969" y="32537"/>
                  <a:pt x="551632" y="33237"/>
                  <a:pt x="554844" y="34638"/>
                </a:cubicBezTo>
                <a:cubicBezTo>
                  <a:pt x="558057" y="36038"/>
                  <a:pt x="560819" y="38165"/>
                  <a:pt x="563132" y="41018"/>
                </a:cubicBezTo>
                <a:lnTo>
                  <a:pt x="575237" y="32537"/>
                </a:lnTo>
                <a:lnTo>
                  <a:pt x="577859" y="32537"/>
                </a:lnTo>
                <a:lnTo>
                  <a:pt x="577859" y="125983"/>
                </a:lnTo>
                <a:cubicBezTo>
                  <a:pt x="577859" y="130742"/>
                  <a:pt x="578270" y="133717"/>
                  <a:pt x="579092" y="134907"/>
                </a:cubicBezTo>
                <a:cubicBezTo>
                  <a:pt x="580429" y="136822"/>
                  <a:pt x="583127" y="137805"/>
                  <a:pt x="587188" y="137856"/>
                </a:cubicBezTo>
                <a:lnTo>
                  <a:pt x="587188" y="140632"/>
                </a:lnTo>
                <a:lnTo>
                  <a:pt x="545553" y="140632"/>
                </a:lnTo>
                <a:lnTo>
                  <a:pt x="545553" y="137856"/>
                </a:lnTo>
                <a:cubicBezTo>
                  <a:pt x="548740" y="137856"/>
                  <a:pt x="551053" y="137494"/>
                  <a:pt x="552493" y="136770"/>
                </a:cubicBezTo>
                <a:cubicBezTo>
                  <a:pt x="553932" y="136045"/>
                  <a:pt x="554921" y="135088"/>
                  <a:pt x="555461" y="133898"/>
                </a:cubicBezTo>
                <a:cubicBezTo>
                  <a:pt x="556001" y="132707"/>
                  <a:pt x="556270" y="130275"/>
                  <a:pt x="556270" y="126600"/>
                </a:cubicBezTo>
                <a:lnTo>
                  <a:pt x="556270" y="99306"/>
                </a:lnTo>
                <a:moveTo>
                  <a:pt x="556270" y="92242"/>
                </a:moveTo>
                <a:lnTo>
                  <a:pt x="556270" y="62669"/>
                </a:lnTo>
                <a:cubicBezTo>
                  <a:pt x="556270" y="54424"/>
                  <a:pt x="555821" y="48969"/>
                  <a:pt x="554921" y="46306"/>
                </a:cubicBezTo>
                <a:cubicBezTo>
                  <a:pt x="554022" y="43643"/>
                  <a:pt x="552364" y="41339"/>
                  <a:pt x="549948" y="39394"/>
                </a:cubicBezTo>
                <a:cubicBezTo>
                  <a:pt x="548715" y="38420"/>
                  <a:pt x="547147" y="37934"/>
                  <a:pt x="545245" y="37934"/>
                </a:cubicBezTo>
                <a:cubicBezTo>
                  <a:pt x="541339" y="37934"/>
                  <a:pt x="538306" y="39649"/>
                  <a:pt x="536147" y="43080"/>
                </a:cubicBezTo>
                <a:cubicBezTo>
                  <a:pt x="532755" y="48355"/>
                  <a:pt x="531058" y="58162"/>
                  <a:pt x="531058" y="72501"/>
                </a:cubicBezTo>
                <a:cubicBezTo>
                  <a:pt x="531058" y="83511"/>
                  <a:pt x="532523" y="91243"/>
                  <a:pt x="535453" y="95699"/>
                </a:cubicBezTo>
                <a:cubicBezTo>
                  <a:pt x="537458" y="98720"/>
                  <a:pt x="540054" y="100231"/>
                  <a:pt x="543240" y="100231"/>
                </a:cubicBezTo>
                <a:cubicBezTo>
                  <a:pt x="545091" y="100231"/>
                  <a:pt x="547185" y="99591"/>
                  <a:pt x="549524" y="98311"/>
                </a:cubicBezTo>
                <a:cubicBezTo>
                  <a:pt x="551863" y="97031"/>
                  <a:pt x="554112" y="95008"/>
                  <a:pt x="556270" y="92242"/>
                </a:cubicBezTo>
                <a:close/>
                <a:moveTo>
                  <a:pt x="665252" y="34695"/>
                </a:moveTo>
                <a:lnTo>
                  <a:pt x="665252" y="91133"/>
                </a:lnTo>
                <a:cubicBezTo>
                  <a:pt x="665252" y="96667"/>
                  <a:pt x="665766" y="100119"/>
                  <a:pt x="666794" y="101489"/>
                </a:cubicBezTo>
                <a:cubicBezTo>
                  <a:pt x="667822" y="102859"/>
                  <a:pt x="669903" y="103725"/>
                  <a:pt x="673039" y="104086"/>
                </a:cubicBezTo>
                <a:lnTo>
                  <a:pt x="673039" y="106862"/>
                </a:lnTo>
                <a:lnTo>
                  <a:pt x="643663" y="106862"/>
                </a:lnTo>
                <a:lnTo>
                  <a:pt x="643663" y="97224"/>
                </a:lnTo>
                <a:cubicBezTo>
                  <a:pt x="640220" y="101336"/>
                  <a:pt x="636776" y="104330"/>
                  <a:pt x="633332" y="106206"/>
                </a:cubicBezTo>
                <a:cubicBezTo>
                  <a:pt x="629888" y="108083"/>
                  <a:pt x="626033" y="109021"/>
                  <a:pt x="621767" y="109021"/>
                </a:cubicBezTo>
                <a:cubicBezTo>
                  <a:pt x="617706" y="109021"/>
                  <a:pt x="614095" y="107774"/>
                  <a:pt x="610934" y="105281"/>
                </a:cubicBezTo>
                <a:cubicBezTo>
                  <a:pt x="607773" y="102788"/>
                  <a:pt x="605653" y="99871"/>
                  <a:pt x="604573" y="96530"/>
                </a:cubicBezTo>
                <a:cubicBezTo>
                  <a:pt x="603494" y="93189"/>
                  <a:pt x="602954" y="87355"/>
                  <a:pt x="602954" y="79028"/>
                </a:cubicBezTo>
                <a:lnTo>
                  <a:pt x="602954" y="50424"/>
                </a:lnTo>
                <a:cubicBezTo>
                  <a:pt x="602954" y="44910"/>
                  <a:pt x="602453" y="41476"/>
                  <a:pt x="601451" y="40124"/>
                </a:cubicBezTo>
                <a:cubicBezTo>
                  <a:pt x="600448" y="38771"/>
                  <a:pt x="598354" y="37887"/>
                  <a:pt x="595167" y="37471"/>
                </a:cubicBezTo>
                <a:lnTo>
                  <a:pt x="595167" y="34695"/>
                </a:lnTo>
                <a:lnTo>
                  <a:pt x="624542" y="34695"/>
                </a:lnTo>
                <a:lnTo>
                  <a:pt x="624542" y="84023"/>
                </a:lnTo>
                <a:cubicBezTo>
                  <a:pt x="624542" y="89170"/>
                  <a:pt x="624786" y="92489"/>
                  <a:pt x="625275" y="93981"/>
                </a:cubicBezTo>
                <a:cubicBezTo>
                  <a:pt x="625763" y="95473"/>
                  <a:pt x="626534" y="96606"/>
                  <a:pt x="627588" y="97378"/>
                </a:cubicBezTo>
                <a:cubicBezTo>
                  <a:pt x="628642" y="98149"/>
                  <a:pt x="629862" y="98535"/>
                  <a:pt x="631250" y="98535"/>
                </a:cubicBezTo>
                <a:cubicBezTo>
                  <a:pt x="633101" y="98535"/>
                  <a:pt x="634771" y="98047"/>
                  <a:pt x="636262" y="97070"/>
                </a:cubicBezTo>
                <a:cubicBezTo>
                  <a:pt x="638318" y="95734"/>
                  <a:pt x="640785" y="93035"/>
                  <a:pt x="643663" y="88974"/>
                </a:cubicBezTo>
                <a:lnTo>
                  <a:pt x="643663" y="50424"/>
                </a:lnTo>
                <a:cubicBezTo>
                  <a:pt x="643663" y="44910"/>
                  <a:pt x="643162" y="41476"/>
                  <a:pt x="642160" y="40124"/>
                </a:cubicBezTo>
                <a:cubicBezTo>
                  <a:pt x="641158" y="38771"/>
                  <a:pt x="639063" y="37887"/>
                  <a:pt x="635876" y="37471"/>
                </a:cubicBezTo>
                <a:lnTo>
                  <a:pt x="635876" y="34695"/>
                </a:lnTo>
                <a:lnTo>
                  <a:pt x="665252" y="34695"/>
                </a:lnTo>
                <a:close/>
                <a:moveTo>
                  <a:pt x="744472" y="68157"/>
                </a:moveTo>
                <a:lnTo>
                  <a:pt x="704919" y="68157"/>
                </a:lnTo>
                <a:cubicBezTo>
                  <a:pt x="705381" y="77743"/>
                  <a:pt x="707926" y="85319"/>
                  <a:pt x="712552" y="90885"/>
                </a:cubicBezTo>
                <a:cubicBezTo>
                  <a:pt x="716098" y="95163"/>
                  <a:pt x="720365" y="97301"/>
                  <a:pt x="725350" y="97301"/>
                </a:cubicBezTo>
                <a:cubicBezTo>
                  <a:pt x="728435" y="97301"/>
                  <a:pt x="731236" y="96440"/>
                  <a:pt x="733754" y="94718"/>
                </a:cubicBezTo>
                <a:cubicBezTo>
                  <a:pt x="736273" y="92997"/>
                  <a:pt x="738972" y="89900"/>
                  <a:pt x="741850" y="85428"/>
                </a:cubicBezTo>
                <a:lnTo>
                  <a:pt x="744472" y="87124"/>
                </a:lnTo>
                <a:cubicBezTo>
                  <a:pt x="740565" y="95091"/>
                  <a:pt x="736247" y="100732"/>
                  <a:pt x="731519" y="104048"/>
                </a:cubicBezTo>
                <a:cubicBezTo>
                  <a:pt x="726790" y="107363"/>
                  <a:pt x="721316" y="109021"/>
                  <a:pt x="715096" y="109021"/>
                </a:cubicBezTo>
                <a:cubicBezTo>
                  <a:pt x="704405" y="109021"/>
                  <a:pt x="696309" y="104905"/>
                  <a:pt x="690809" y="96672"/>
                </a:cubicBezTo>
                <a:cubicBezTo>
                  <a:pt x="686389" y="90035"/>
                  <a:pt x="684179" y="81803"/>
                  <a:pt x="684179" y="71976"/>
                </a:cubicBezTo>
                <a:cubicBezTo>
                  <a:pt x="684179" y="59935"/>
                  <a:pt x="687430" y="50352"/>
                  <a:pt x="693932" y="43227"/>
                </a:cubicBezTo>
                <a:cubicBezTo>
                  <a:pt x="700434" y="36100"/>
                  <a:pt x="708054" y="32537"/>
                  <a:pt x="716792" y="32537"/>
                </a:cubicBezTo>
                <a:cubicBezTo>
                  <a:pt x="724091" y="32537"/>
                  <a:pt x="730426" y="35531"/>
                  <a:pt x="735798" y="41519"/>
                </a:cubicBezTo>
                <a:cubicBezTo>
                  <a:pt x="741169" y="47507"/>
                  <a:pt x="744060" y="56386"/>
                  <a:pt x="744472" y="68157"/>
                </a:cubicBezTo>
                <a:moveTo>
                  <a:pt x="725505" y="63069"/>
                </a:moveTo>
                <a:cubicBezTo>
                  <a:pt x="725505" y="54793"/>
                  <a:pt x="725055" y="49113"/>
                  <a:pt x="724155" y="46029"/>
                </a:cubicBezTo>
                <a:cubicBezTo>
                  <a:pt x="723256" y="42945"/>
                  <a:pt x="721855" y="40606"/>
                  <a:pt x="719953" y="39013"/>
                </a:cubicBezTo>
                <a:cubicBezTo>
                  <a:pt x="718874" y="38088"/>
                  <a:pt x="717435" y="37625"/>
                  <a:pt x="715636" y="37625"/>
                </a:cubicBezTo>
                <a:cubicBezTo>
                  <a:pt x="712963" y="37625"/>
                  <a:pt x="710778" y="38936"/>
                  <a:pt x="709082" y="41557"/>
                </a:cubicBezTo>
                <a:cubicBezTo>
                  <a:pt x="706050" y="46132"/>
                  <a:pt x="704533" y="52403"/>
                  <a:pt x="704533" y="60370"/>
                </a:cubicBezTo>
                <a:lnTo>
                  <a:pt x="704533" y="63069"/>
                </a:lnTo>
                <a:lnTo>
                  <a:pt x="725505" y="63069"/>
                </a:lnTo>
                <a:close/>
                <a:moveTo>
                  <a:pt x="799067" y="32845"/>
                </a:moveTo>
                <a:lnTo>
                  <a:pt x="800224" y="57517"/>
                </a:lnTo>
                <a:lnTo>
                  <a:pt x="797602" y="57517"/>
                </a:lnTo>
                <a:cubicBezTo>
                  <a:pt x="794467" y="50159"/>
                  <a:pt x="791216" y="45133"/>
                  <a:pt x="787849" y="42439"/>
                </a:cubicBezTo>
                <a:cubicBezTo>
                  <a:pt x="784482" y="39744"/>
                  <a:pt x="781128" y="38396"/>
                  <a:pt x="777787" y="38396"/>
                </a:cubicBezTo>
                <a:cubicBezTo>
                  <a:pt x="775680" y="38396"/>
                  <a:pt x="773881" y="39103"/>
                  <a:pt x="772390" y="40517"/>
                </a:cubicBezTo>
                <a:cubicBezTo>
                  <a:pt x="770899" y="41930"/>
                  <a:pt x="770154" y="43562"/>
                  <a:pt x="770154" y="45412"/>
                </a:cubicBezTo>
                <a:cubicBezTo>
                  <a:pt x="770154" y="46800"/>
                  <a:pt x="770668" y="48137"/>
                  <a:pt x="771696" y="49422"/>
                </a:cubicBezTo>
                <a:cubicBezTo>
                  <a:pt x="773341" y="51529"/>
                  <a:pt x="777941" y="55140"/>
                  <a:pt x="785497" y="60254"/>
                </a:cubicBezTo>
                <a:cubicBezTo>
                  <a:pt x="793053" y="65369"/>
                  <a:pt x="798026" y="69712"/>
                  <a:pt x="800416" y="73284"/>
                </a:cubicBezTo>
                <a:cubicBezTo>
                  <a:pt x="802806" y="76857"/>
                  <a:pt x="804001" y="80853"/>
                  <a:pt x="804001" y="85274"/>
                </a:cubicBezTo>
                <a:cubicBezTo>
                  <a:pt x="804001" y="89283"/>
                  <a:pt x="802999" y="93215"/>
                  <a:pt x="800995" y="97070"/>
                </a:cubicBezTo>
                <a:cubicBezTo>
                  <a:pt x="798990" y="100925"/>
                  <a:pt x="796163" y="103881"/>
                  <a:pt x="792513" y="105937"/>
                </a:cubicBezTo>
                <a:cubicBezTo>
                  <a:pt x="788864" y="107993"/>
                  <a:pt x="784829" y="109021"/>
                  <a:pt x="780409" y="109021"/>
                </a:cubicBezTo>
                <a:cubicBezTo>
                  <a:pt x="776965" y="109021"/>
                  <a:pt x="772364" y="107921"/>
                  <a:pt x="766608" y="105722"/>
                </a:cubicBezTo>
                <a:cubicBezTo>
                  <a:pt x="765066" y="105146"/>
                  <a:pt x="764012" y="104857"/>
                  <a:pt x="763446" y="104857"/>
                </a:cubicBezTo>
                <a:cubicBezTo>
                  <a:pt x="761750" y="104857"/>
                  <a:pt x="760337" y="106142"/>
                  <a:pt x="759206" y="108712"/>
                </a:cubicBezTo>
                <a:lnTo>
                  <a:pt x="756662" y="108712"/>
                </a:lnTo>
                <a:lnTo>
                  <a:pt x="755428" y="82806"/>
                </a:lnTo>
                <a:lnTo>
                  <a:pt x="758049" y="82806"/>
                </a:lnTo>
                <a:cubicBezTo>
                  <a:pt x="760362" y="89591"/>
                  <a:pt x="763536" y="94680"/>
                  <a:pt x="767571" y="98072"/>
                </a:cubicBezTo>
                <a:cubicBezTo>
                  <a:pt x="771606" y="101465"/>
                  <a:pt x="775423" y="103161"/>
                  <a:pt x="779021" y="103161"/>
                </a:cubicBezTo>
                <a:cubicBezTo>
                  <a:pt x="781488" y="103161"/>
                  <a:pt x="783505" y="102403"/>
                  <a:pt x="785073" y="100886"/>
                </a:cubicBezTo>
                <a:cubicBezTo>
                  <a:pt x="786641" y="99370"/>
                  <a:pt x="787425" y="97533"/>
                  <a:pt x="787425" y="95374"/>
                </a:cubicBezTo>
                <a:cubicBezTo>
                  <a:pt x="787425" y="92907"/>
                  <a:pt x="786654" y="90773"/>
                  <a:pt x="785112" y="88974"/>
                </a:cubicBezTo>
                <a:cubicBezTo>
                  <a:pt x="783570" y="87175"/>
                  <a:pt x="780126" y="84451"/>
                  <a:pt x="774780" y="80802"/>
                </a:cubicBezTo>
                <a:cubicBezTo>
                  <a:pt x="766916" y="75353"/>
                  <a:pt x="761827" y="71190"/>
                  <a:pt x="759514" y="68311"/>
                </a:cubicBezTo>
                <a:cubicBezTo>
                  <a:pt x="756122" y="64097"/>
                  <a:pt x="754426" y="59445"/>
                  <a:pt x="754426" y="54356"/>
                </a:cubicBezTo>
                <a:cubicBezTo>
                  <a:pt x="754426" y="48805"/>
                  <a:pt x="756340" y="43780"/>
                  <a:pt x="760170" y="39283"/>
                </a:cubicBezTo>
                <a:cubicBezTo>
                  <a:pt x="763999" y="34785"/>
                  <a:pt x="769537" y="32537"/>
                  <a:pt x="776785" y="32537"/>
                </a:cubicBezTo>
                <a:cubicBezTo>
                  <a:pt x="780691" y="32537"/>
                  <a:pt x="784469" y="33524"/>
                  <a:pt x="788119" y="35500"/>
                </a:cubicBezTo>
                <a:cubicBezTo>
                  <a:pt x="789506" y="36300"/>
                  <a:pt x="790637" y="36700"/>
                  <a:pt x="791511" y="36700"/>
                </a:cubicBezTo>
                <a:cubicBezTo>
                  <a:pt x="792436" y="36700"/>
                  <a:pt x="793182" y="36507"/>
                  <a:pt x="793747" y="36122"/>
                </a:cubicBezTo>
                <a:cubicBezTo>
                  <a:pt x="794312" y="35736"/>
                  <a:pt x="795212" y="34644"/>
                  <a:pt x="796446" y="32845"/>
                </a:cubicBezTo>
                <a:lnTo>
                  <a:pt x="799067" y="32845"/>
                </a:lnTo>
                <a:close/>
                <a:moveTo>
                  <a:pt x="843513" y="8173"/>
                </a:moveTo>
                <a:lnTo>
                  <a:pt x="843513" y="34695"/>
                </a:lnTo>
                <a:lnTo>
                  <a:pt x="860629" y="34695"/>
                </a:lnTo>
                <a:lnTo>
                  <a:pt x="860629" y="42251"/>
                </a:lnTo>
                <a:lnTo>
                  <a:pt x="843513" y="42251"/>
                </a:lnTo>
                <a:lnTo>
                  <a:pt x="843513" y="86859"/>
                </a:lnTo>
                <a:cubicBezTo>
                  <a:pt x="843513" y="91034"/>
                  <a:pt x="843706" y="93727"/>
                  <a:pt x="844091" y="94938"/>
                </a:cubicBezTo>
                <a:cubicBezTo>
                  <a:pt x="844477" y="96149"/>
                  <a:pt x="845158" y="97129"/>
                  <a:pt x="846134" y="97877"/>
                </a:cubicBezTo>
                <a:cubicBezTo>
                  <a:pt x="847111" y="98624"/>
                  <a:pt x="848011" y="98998"/>
                  <a:pt x="848833" y="98998"/>
                </a:cubicBezTo>
                <a:cubicBezTo>
                  <a:pt x="852174" y="98998"/>
                  <a:pt x="855335" y="96427"/>
                  <a:pt x="858316" y="91287"/>
                </a:cubicBezTo>
                <a:lnTo>
                  <a:pt x="860629" y="93001"/>
                </a:lnTo>
                <a:cubicBezTo>
                  <a:pt x="856466" y="102961"/>
                  <a:pt x="849707" y="107941"/>
                  <a:pt x="840352" y="107941"/>
                </a:cubicBezTo>
                <a:cubicBezTo>
                  <a:pt x="835777" y="107941"/>
                  <a:pt x="831909" y="106665"/>
                  <a:pt x="828748" y="104113"/>
                </a:cubicBezTo>
                <a:cubicBezTo>
                  <a:pt x="825587" y="101559"/>
                  <a:pt x="823570" y="98708"/>
                  <a:pt x="822696" y="95562"/>
                </a:cubicBezTo>
                <a:cubicBezTo>
                  <a:pt x="822182" y="93808"/>
                  <a:pt x="821925" y="89062"/>
                  <a:pt x="821925" y="81325"/>
                </a:cubicBezTo>
                <a:lnTo>
                  <a:pt x="821925" y="42251"/>
                </a:lnTo>
                <a:lnTo>
                  <a:pt x="812518" y="42251"/>
                </a:lnTo>
                <a:lnTo>
                  <a:pt x="812518" y="39546"/>
                </a:lnTo>
                <a:cubicBezTo>
                  <a:pt x="818995" y="34961"/>
                  <a:pt x="824508" y="30145"/>
                  <a:pt x="829057" y="25096"/>
                </a:cubicBezTo>
                <a:cubicBezTo>
                  <a:pt x="833606" y="20048"/>
                  <a:pt x="837576" y="14407"/>
                  <a:pt x="840969" y="8173"/>
                </a:cubicBezTo>
                <a:lnTo>
                  <a:pt x="843513" y="8173"/>
                </a:lnTo>
                <a:close/>
                <a:moveTo>
                  <a:pt x="936044" y="8173"/>
                </a:moveTo>
                <a:lnTo>
                  <a:pt x="936044" y="34695"/>
                </a:lnTo>
                <a:lnTo>
                  <a:pt x="953160" y="34695"/>
                </a:lnTo>
                <a:lnTo>
                  <a:pt x="953160" y="42251"/>
                </a:lnTo>
                <a:lnTo>
                  <a:pt x="936044" y="42251"/>
                </a:lnTo>
                <a:lnTo>
                  <a:pt x="936044" y="86859"/>
                </a:lnTo>
                <a:cubicBezTo>
                  <a:pt x="936044" y="91034"/>
                  <a:pt x="936237" y="93727"/>
                  <a:pt x="936622" y="94938"/>
                </a:cubicBezTo>
                <a:cubicBezTo>
                  <a:pt x="937008" y="96149"/>
                  <a:pt x="937689" y="97129"/>
                  <a:pt x="938665" y="97877"/>
                </a:cubicBezTo>
                <a:cubicBezTo>
                  <a:pt x="939642" y="98624"/>
                  <a:pt x="940542" y="98998"/>
                  <a:pt x="941364" y="98998"/>
                </a:cubicBezTo>
                <a:cubicBezTo>
                  <a:pt x="944705" y="98998"/>
                  <a:pt x="947866" y="96427"/>
                  <a:pt x="950847" y="91287"/>
                </a:cubicBezTo>
                <a:lnTo>
                  <a:pt x="953160" y="93001"/>
                </a:lnTo>
                <a:cubicBezTo>
                  <a:pt x="948997" y="102961"/>
                  <a:pt x="942238" y="107941"/>
                  <a:pt x="932883" y="107941"/>
                </a:cubicBezTo>
                <a:cubicBezTo>
                  <a:pt x="928308" y="107941"/>
                  <a:pt x="924440" y="106665"/>
                  <a:pt x="921279" y="104113"/>
                </a:cubicBezTo>
                <a:cubicBezTo>
                  <a:pt x="918118" y="101559"/>
                  <a:pt x="916101" y="98708"/>
                  <a:pt x="915227" y="95562"/>
                </a:cubicBezTo>
                <a:cubicBezTo>
                  <a:pt x="914713" y="93808"/>
                  <a:pt x="914456" y="89062"/>
                  <a:pt x="914456" y="81325"/>
                </a:cubicBezTo>
                <a:lnTo>
                  <a:pt x="914456" y="42251"/>
                </a:lnTo>
                <a:lnTo>
                  <a:pt x="905049" y="42251"/>
                </a:lnTo>
                <a:lnTo>
                  <a:pt x="905049" y="39546"/>
                </a:lnTo>
                <a:cubicBezTo>
                  <a:pt x="911526" y="34961"/>
                  <a:pt x="917039" y="30145"/>
                  <a:pt x="921588" y="25096"/>
                </a:cubicBezTo>
                <a:cubicBezTo>
                  <a:pt x="926137" y="20048"/>
                  <a:pt x="930107" y="14407"/>
                  <a:pt x="933500" y="8173"/>
                </a:cubicBezTo>
                <a:lnTo>
                  <a:pt x="936044" y="8173"/>
                </a:lnTo>
                <a:close/>
                <a:moveTo>
                  <a:pt x="994007" y="32537"/>
                </a:moveTo>
                <a:cubicBezTo>
                  <a:pt x="1000278" y="32537"/>
                  <a:pt x="1006112" y="34157"/>
                  <a:pt x="1011509" y="37399"/>
                </a:cubicBezTo>
                <a:cubicBezTo>
                  <a:pt x="1016906" y="40640"/>
                  <a:pt x="1021005" y="45245"/>
                  <a:pt x="1023806" y="51214"/>
                </a:cubicBezTo>
                <a:cubicBezTo>
                  <a:pt x="1026608" y="57183"/>
                  <a:pt x="1028008" y="63717"/>
                  <a:pt x="1028008" y="70817"/>
                </a:cubicBezTo>
                <a:cubicBezTo>
                  <a:pt x="1028008" y="81056"/>
                  <a:pt x="1025413" y="89623"/>
                  <a:pt x="1020221" y="96518"/>
                </a:cubicBezTo>
                <a:cubicBezTo>
                  <a:pt x="1013950" y="104853"/>
                  <a:pt x="1005289" y="109021"/>
                  <a:pt x="994238" y="109021"/>
                </a:cubicBezTo>
                <a:cubicBezTo>
                  <a:pt x="983393" y="109021"/>
                  <a:pt x="975040" y="105213"/>
                  <a:pt x="969180" y="97598"/>
                </a:cubicBezTo>
                <a:cubicBezTo>
                  <a:pt x="963321" y="89982"/>
                  <a:pt x="960391" y="81158"/>
                  <a:pt x="960391" y="71126"/>
                </a:cubicBezTo>
                <a:cubicBezTo>
                  <a:pt x="960391" y="60784"/>
                  <a:pt x="963385" y="51768"/>
                  <a:pt x="969373" y="44075"/>
                </a:cubicBezTo>
                <a:cubicBezTo>
                  <a:pt x="975361" y="36383"/>
                  <a:pt x="983572" y="32537"/>
                  <a:pt x="994007" y="32537"/>
                </a:cubicBezTo>
                <a:moveTo>
                  <a:pt x="994315" y="37934"/>
                </a:moveTo>
                <a:cubicBezTo>
                  <a:pt x="991694" y="37934"/>
                  <a:pt x="989445" y="38925"/>
                  <a:pt x="987569" y="40907"/>
                </a:cubicBezTo>
                <a:cubicBezTo>
                  <a:pt x="985693" y="42887"/>
                  <a:pt x="984459" y="46798"/>
                  <a:pt x="983868" y="52638"/>
                </a:cubicBezTo>
                <a:cubicBezTo>
                  <a:pt x="983277" y="58479"/>
                  <a:pt x="982981" y="66597"/>
                  <a:pt x="982981" y="76992"/>
                </a:cubicBezTo>
                <a:cubicBezTo>
                  <a:pt x="982981" y="82499"/>
                  <a:pt x="983341" y="87645"/>
                  <a:pt x="984061" y="92432"/>
                </a:cubicBezTo>
                <a:cubicBezTo>
                  <a:pt x="984626" y="96085"/>
                  <a:pt x="985834" y="98863"/>
                  <a:pt x="987685" y="100768"/>
                </a:cubicBezTo>
                <a:cubicBezTo>
                  <a:pt x="989535" y="102672"/>
                  <a:pt x="991642" y="103624"/>
                  <a:pt x="994007" y="103624"/>
                </a:cubicBezTo>
                <a:cubicBezTo>
                  <a:pt x="996320" y="103624"/>
                  <a:pt x="998247" y="102980"/>
                  <a:pt x="999789" y="101694"/>
                </a:cubicBezTo>
                <a:cubicBezTo>
                  <a:pt x="1001794" y="99944"/>
                  <a:pt x="1003130" y="97500"/>
                  <a:pt x="1003799" y="94359"/>
                </a:cubicBezTo>
                <a:cubicBezTo>
                  <a:pt x="1004827" y="89472"/>
                  <a:pt x="1005341" y="79591"/>
                  <a:pt x="1005341" y="64719"/>
                </a:cubicBezTo>
                <a:cubicBezTo>
                  <a:pt x="1005341" y="55971"/>
                  <a:pt x="1004852" y="49964"/>
                  <a:pt x="1003876" y="46697"/>
                </a:cubicBezTo>
                <a:cubicBezTo>
                  <a:pt x="1002899" y="43428"/>
                  <a:pt x="1001460" y="41047"/>
                  <a:pt x="999558" y="39555"/>
                </a:cubicBezTo>
                <a:cubicBezTo>
                  <a:pt x="998222" y="38474"/>
                  <a:pt x="996474" y="37934"/>
                  <a:pt x="994315" y="37934"/>
                </a:cubicBezTo>
                <a:close/>
                <a:moveTo>
                  <a:pt x="1130054" y="76947"/>
                </a:moveTo>
                <a:lnTo>
                  <a:pt x="1093123" y="76947"/>
                </a:lnTo>
                <a:lnTo>
                  <a:pt x="1088728" y="87175"/>
                </a:lnTo>
                <a:cubicBezTo>
                  <a:pt x="1087289" y="90604"/>
                  <a:pt x="1086569" y="93436"/>
                  <a:pt x="1086569" y="95670"/>
                </a:cubicBezTo>
                <a:cubicBezTo>
                  <a:pt x="1086569" y="98630"/>
                  <a:pt x="1087751" y="100813"/>
                  <a:pt x="1090116" y="102216"/>
                </a:cubicBezTo>
                <a:cubicBezTo>
                  <a:pt x="1091504" y="103047"/>
                  <a:pt x="1094922" y="103670"/>
                  <a:pt x="1100370" y="104086"/>
                </a:cubicBezTo>
                <a:lnTo>
                  <a:pt x="1100370" y="106862"/>
                </a:lnTo>
                <a:lnTo>
                  <a:pt x="1065598" y="106862"/>
                </a:lnTo>
                <a:lnTo>
                  <a:pt x="1065598" y="104086"/>
                </a:lnTo>
                <a:cubicBezTo>
                  <a:pt x="1069350" y="103516"/>
                  <a:pt x="1072434" y="101947"/>
                  <a:pt x="1074850" y="99378"/>
                </a:cubicBezTo>
                <a:cubicBezTo>
                  <a:pt x="1077266" y="96808"/>
                  <a:pt x="1080247" y="91501"/>
                  <a:pt x="1083794" y="83457"/>
                </a:cubicBezTo>
                <a:lnTo>
                  <a:pt x="1121188" y="0"/>
                </a:lnTo>
                <a:lnTo>
                  <a:pt x="1122652" y="0"/>
                </a:lnTo>
                <a:lnTo>
                  <a:pt x="1160355" y="85782"/>
                </a:lnTo>
                <a:cubicBezTo>
                  <a:pt x="1163953" y="93987"/>
                  <a:pt x="1166908" y="99153"/>
                  <a:pt x="1169221" y="101282"/>
                </a:cubicBezTo>
                <a:cubicBezTo>
                  <a:pt x="1170969" y="102891"/>
                  <a:pt x="1173436" y="103826"/>
                  <a:pt x="1176623" y="104086"/>
                </a:cubicBezTo>
                <a:lnTo>
                  <a:pt x="1176623" y="106862"/>
                </a:lnTo>
                <a:lnTo>
                  <a:pt x="1126045" y="106862"/>
                </a:lnTo>
                <a:lnTo>
                  <a:pt x="1126045" y="104086"/>
                </a:lnTo>
                <a:lnTo>
                  <a:pt x="1128127" y="104086"/>
                </a:lnTo>
                <a:cubicBezTo>
                  <a:pt x="1132187" y="104086"/>
                  <a:pt x="1135040" y="103511"/>
                  <a:pt x="1136685" y="102361"/>
                </a:cubicBezTo>
                <a:cubicBezTo>
                  <a:pt x="1137816" y="101526"/>
                  <a:pt x="1138381" y="100323"/>
                  <a:pt x="1138381" y="98754"/>
                </a:cubicBezTo>
                <a:cubicBezTo>
                  <a:pt x="1138381" y="97815"/>
                  <a:pt x="1138227" y="96848"/>
                  <a:pt x="1137918" y="95853"/>
                </a:cubicBezTo>
                <a:cubicBezTo>
                  <a:pt x="1137816" y="95384"/>
                  <a:pt x="1137045" y="93425"/>
                  <a:pt x="1135605" y="89974"/>
                </a:cubicBezTo>
                <a:lnTo>
                  <a:pt x="1130054" y="76947"/>
                </a:lnTo>
                <a:moveTo>
                  <a:pt x="1127433" y="71241"/>
                </a:moveTo>
                <a:lnTo>
                  <a:pt x="1111858" y="35192"/>
                </a:lnTo>
                <a:lnTo>
                  <a:pt x="1095821" y="71241"/>
                </a:lnTo>
                <a:lnTo>
                  <a:pt x="1127433" y="71241"/>
                </a:lnTo>
                <a:close/>
                <a:moveTo>
                  <a:pt x="1220454" y="59522"/>
                </a:moveTo>
                <a:lnTo>
                  <a:pt x="1220454" y="88512"/>
                </a:lnTo>
                <a:cubicBezTo>
                  <a:pt x="1220454" y="94195"/>
                  <a:pt x="1220801" y="97773"/>
                  <a:pt x="1221495" y="99246"/>
                </a:cubicBezTo>
                <a:cubicBezTo>
                  <a:pt x="1222189" y="100717"/>
                  <a:pt x="1223423" y="101892"/>
                  <a:pt x="1225196" y="102771"/>
                </a:cubicBezTo>
                <a:cubicBezTo>
                  <a:pt x="1226969" y="103648"/>
                  <a:pt x="1230220" y="104086"/>
                  <a:pt x="1234949" y="104086"/>
                </a:cubicBezTo>
                <a:lnTo>
                  <a:pt x="1234949" y="106862"/>
                </a:lnTo>
                <a:lnTo>
                  <a:pt x="1181827" y="106862"/>
                </a:lnTo>
                <a:lnTo>
                  <a:pt x="1181827" y="104086"/>
                </a:lnTo>
                <a:cubicBezTo>
                  <a:pt x="1186658" y="104086"/>
                  <a:pt x="1189935" y="103634"/>
                  <a:pt x="1191657" y="102730"/>
                </a:cubicBezTo>
                <a:cubicBezTo>
                  <a:pt x="1193379" y="101825"/>
                  <a:pt x="1194587" y="100650"/>
                  <a:pt x="1195281" y="99205"/>
                </a:cubicBezTo>
                <a:cubicBezTo>
                  <a:pt x="1195975" y="97759"/>
                  <a:pt x="1196322" y="94195"/>
                  <a:pt x="1196322" y="88512"/>
                </a:cubicBezTo>
                <a:lnTo>
                  <a:pt x="1196322" y="20663"/>
                </a:lnTo>
                <a:cubicBezTo>
                  <a:pt x="1196322" y="14980"/>
                  <a:pt x="1195975" y="11403"/>
                  <a:pt x="1195281" y="9932"/>
                </a:cubicBezTo>
                <a:cubicBezTo>
                  <a:pt x="1194587" y="8459"/>
                  <a:pt x="1193366" y="7284"/>
                  <a:pt x="1191619" y="6407"/>
                </a:cubicBezTo>
                <a:cubicBezTo>
                  <a:pt x="1189871" y="5528"/>
                  <a:pt x="1186607" y="5089"/>
                  <a:pt x="1181827" y="5089"/>
                </a:cubicBezTo>
                <a:lnTo>
                  <a:pt x="1181827" y="2313"/>
                </a:lnTo>
                <a:lnTo>
                  <a:pt x="1227393" y="2313"/>
                </a:lnTo>
                <a:cubicBezTo>
                  <a:pt x="1242402" y="2313"/>
                  <a:pt x="1253171" y="4986"/>
                  <a:pt x="1259699" y="10332"/>
                </a:cubicBezTo>
                <a:cubicBezTo>
                  <a:pt x="1266227" y="15677"/>
                  <a:pt x="1269490" y="22359"/>
                  <a:pt x="1269490" y="30378"/>
                </a:cubicBezTo>
                <a:cubicBezTo>
                  <a:pt x="1269490" y="37163"/>
                  <a:pt x="1267383" y="42971"/>
                  <a:pt x="1263168" y="47803"/>
                </a:cubicBezTo>
                <a:cubicBezTo>
                  <a:pt x="1258953" y="52634"/>
                  <a:pt x="1253145" y="55924"/>
                  <a:pt x="1245743" y="57671"/>
                </a:cubicBezTo>
                <a:cubicBezTo>
                  <a:pt x="1240758" y="58905"/>
                  <a:pt x="1232328" y="59522"/>
                  <a:pt x="1220454" y="59522"/>
                </a:cubicBezTo>
                <a:moveTo>
                  <a:pt x="1220454" y="8327"/>
                </a:moveTo>
                <a:lnTo>
                  <a:pt x="1220454" y="53508"/>
                </a:lnTo>
                <a:cubicBezTo>
                  <a:pt x="1222151" y="53611"/>
                  <a:pt x="1223436" y="53662"/>
                  <a:pt x="1224309" y="53662"/>
                </a:cubicBezTo>
                <a:cubicBezTo>
                  <a:pt x="1230580" y="53662"/>
                  <a:pt x="1235412" y="51799"/>
                  <a:pt x="1238804" y="48072"/>
                </a:cubicBezTo>
                <a:cubicBezTo>
                  <a:pt x="1242197" y="44346"/>
                  <a:pt x="1243893" y="38576"/>
                  <a:pt x="1243893" y="30763"/>
                </a:cubicBezTo>
                <a:cubicBezTo>
                  <a:pt x="1243893" y="23002"/>
                  <a:pt x="1242197" y="17322"/>
                  <a:pt x="1238804" y="13724"/>
                </a:cubicBezTo>
                <a:cubicBezTo>
                  <a:pt x="1235412" y="10126"/>
                  <a:pt x="1230349" y="8327"/>
                  <a:pt x="1223615" y="8327"/>
                </a:cubicBezTo>
                <a:lnTo>
                  <a:pt x="1220454" y="8327"/>
                </a:lnTo>
                <a:close/>
                <a:moveTo>
                  <a:pt x="1332106" y="104086"/>
                </a:moveTo>
                <a:lnTo>
                  <a:pt x="1332106" y="106862"/>
                </a:lnTo>
                <a:lnTo>
                  <a:pt x="1277442" y="106862"/>
                </a:lnTo>
                <a:lnTo>
                  <a:pt x="1277442" y="104086"/>
                </a:lnTo>
                <a:lnTo>
                  <a:pt x="1280911" y="104086"/>
                </a:lnTo>
                <a:cubicBezTo>
                  <a:pt x="1283944" y="104086"/>
                  <a:pt x="1286385" y="103544"/>
                  <a:pt x="1288236" y="102460"/>
                </a:cubicBezTo>
                <a:cubicBezTo>
                  <a:pt x="1289572" y="101735"/>
                  <a:pt x="1290600" y="100495"/>
                  <a:pt x="1291320" y="98740"/>
                </a:cubicBezTo>
                <a:cubicBezTo>
                  <a:pt x="1291885" y="97500"/>
                  <a:pt x="1292168" y="94245"/>
                  <a:pt x="1292168" y="88974"/>
                </a:cubicBezTo>
                <a:lnTo>
                  <a:pt x="1292168" y="20200"/>
                </a:lnTo>
                <a:cubicBezTo>
                  <a:pt x="1292168" y="14827"/>
                  <a:pt x="1291885" y="11470"/>
                  <a:pt x="1291320" y="10127"/>
                </a:cubicBezTo>
                <a:cubicBezTo>
                  <a:pt x="1290754" y="8782"/>
                  <a:pt x="1289611" y="7606"/>
                  <a:pt x="1287889" y="6599"/>
                </a:cubicBezTo>
                <a:cubicBezTo>
                  <a:pt x="1286167" y="5592"/>
                  <a:pt x="1283841" y="5089"/>
                  <a:pt x="1280911" y="5089"/>
                </a:cubicBezTo>
                <a:lnTo>
                  <a:pt x="1277442" y="5089"/>
                </a:lnTo>
                <a:lnTo>
                  <a:pt x="1277442" y="2313"/>
                </a:lnTo>
                <a:lnTo>
                  <a:pt x="1332106" y="2313"/>
                </a:lnTo>
                <a:lnTo>
                  <a:pt x="1332106" y="5089"/>
                </a:lnTo>
                <a:lnTo>
                  <a:pt x="1328637" y="5089"/>
                </a:lnTo>
                <a:cubicBezTo>
                  <a:pt x="1325604" y="5089"/>
                  <a:pt x="1323162" y="5631"/>
                  <a:pt x="1321312" y="6715"/>
                </a:cubicBezTo>
                <a:cubicBezTo>
                  <a:pt x="1319976" y="7439"/>
                  <a:pt x="1318922" y="8679"/>
                  <a:pt x="1318151" y="10435"/>
                </a:cubicBezTo>
                <a:cubicBezTo>
                  <a:pt x="1317585" y="11675"/>
                  <a:pt x="1317303" y="14930"/>
                  <a:pt x="1317303" y="20200"/>
                </a:cubicBezTo>
                <a:lnTo>
                  <a:pt x="1317303" y="88974"/>
                </a:lnTo>
                <a:cubicBezTo>
                  <a:pt x="1317303" y="94347"/>
                  <a:pt x="1317598" y="97706"/>
                  <a:pt x="1318189" y="99051"/>
                </a:cubicBezTo>
                <a:cubicBezTo>
                  <a:pt x="1318781" y="100393"/>
                  <a:pt x="1319937" y="101568"/>
                  <a:pt x="1321659" y="102575"/>
                </a:cubicBezTo>
                <a:cubicBezTo>
                  <a:pt x="1323381" y="103583"/>
                  <a:pt x="1325707" y="104086"/>
                  <a:pt x="1328637" y="104086"/>
                </a:cubicBezTo>
                <a:lnTo>
                  <a:pt x="1332106" y="10408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9d18f7cd2418f"/>
          <a:stretch xmlns:a="http://schemas.openxmlformats.org/drawingml/2006/main"/>
        </p:blipFill>
        <p:spPr>
          <a:xfrm xmlns:a="http://schemas.openxmlformats.org/drawingml/2006/main">
            <a:off x="5688582" y="271348"/>
            <a:ext cx="606047" cy="606047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9a6e4b5fe4fad"/>
          <a:stretch xmlns:a="http://schemas.openxmlformats.org/drawingml/2006/main"/>
        </p:blipFill>
        <p:spPr>
          <a:xfrm xmlns:a="http://schemas.openxmlformats.org/drawingml/2006/main">
            <a:off x="5688568" y="548611"/>
            <a:ext cx="13345" cy="13345"/>
          </a:xfrm>
          <a:prstGeom xmlns:a="http://schemas.openxmlformats.org/drawingml/2006/main" prst="rect">
            <a:avLst/>
          </a:prstGeom>
        </p:spPr>
      </p:pic>
      <p:sp>
        <p:nvSpPr>
          <p:cNvPr id="19" name="Text 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BFD04226-B8C6-44EA-807D-1A983EFC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479" y="810515"/>
            <a:ext cx="891469" cy="140632"/>
          </a:xfrm>
          <a:custGeom xmlns:a="http://schemas.openxmlformats.org/drawingml/2006/main">
            <a:pathLst>
              <a:path w="891469" h="140632">
                <a:moveTo>
                  <a:pt x="64456" y="76947"/>
                </a:moveTo>
                <a:lnTo>
                  <a:pt x="27525" y="76947"/>
                </a:lnTo>
                <a:lnTo>
                  <a:pt x="23130" y="87175"/>
                </a:lnTo>
                <a:cubicBezTo>
                  <a:pt x="21691" y="90604"/>
                  <a:pt x="20971" y="93436"/>
                  <a:pt x="20971" y="95670"/>
                </a:cubicBezTo>
                <a:cubicBezTo>
                  <a:pt x="20971" y="98630"/>
                  <a:pt x="22154" y="100813"/>
                  <a:pt x="24518" y="102216"/>
                </a:cubicBezTo>
                <a:cubicBezTo>
                  <a:pt x="25906" y="103047"/>
                  <a:pt x="29324" y="103670"/>
                  <a:pt x="34772" y="104086"/>
                </a:cubicBezTo>
                <a:lnTo>
                  <a:pt x="34772" y="106862"/>
                </a:lnTo>
                <a:lnTo>
                  <a:pt x="0" y="106862"/>
                </a:lnTo>
                <a:lnTo>
                  <a:pt x="0" y="104086"/>
                </a:lnTo>
                <a:cubicBezTo>
                  <a:pt x="3752" y="103516"/>
                  <a:pt x="6836" y="101947"/>
                  <a:pt x="9252" y="99378"/>
                </a:cubicBezTo>
                <a:cubicBezTo>
                  <a:pt x="11668" y="96808"/>
                  <a:pt x="14649" y="91501"/>
                  <a:pt x="18196" y="83457"/>
                </a:cubicBezTo>
                <a:lnTo>
                  <a:pt x="55590" y="0"/>
                </a:lnTo>
                <a:lnTo>
                  <a:pt x="57055" y="0"/>
                </a:lnTo>
                <a:lnTo>
                  <a:pt x="94757" y="85782"/>
                </a:lnTo>
                <a:cubicBezTo>
                  <a:pt x="98355" y="93987"/>
                  <a:pt x="101311" y="99153"/>
                  <a:pt x="103624" y="101282"/>
                </a:cubicBezTo>
                <a:cubicBezTo>
                  <a:pt x="105371" y="102891"/>
                  <a:pt x="107838" y="103826"/>
                  <a:pt x="111025" y="104086"/>
                </a:cubicBezTo>
                <a:lnTo>
                  <a:pt x="111025" y="106862"/>
                </a:lnTo>
                <a:lnTo>
                  <a:pt x="60447" y="106862"/>
                </a:lnTo>
                <a:lnTo>
                  <a:pt x="60447" y="104086"/>
                </a:lnTo>
                <a:lnTo>
                  <a:pt x="62529" y="104086"/>
                </a:lnTo>
                <a:cubicBezTo>
                  <a:pt x="66589" y="104086"/>
                  <a:pt x="69442" y="103511"/>
                  <a:pt x="71087" y="102361"/>
                </a:cubicBezTo>
                <a:cubicBezTo>
                  <a:pt x="72218" y="101526"/>
                  <a:pt x="72783" y="100323"/>
                  <a:pt x="72783" y="98754"/>
                </a:cubicBezTo>
                <a:cubicBezTo>
                  <a:pt x="72783" y="97815"/>
                  <a:pt x="72629" y="96848"/>
                  <a:pt x="72321" y="95853"/>
                </a:cubicBezTo>
                <a:cubicBezTo>
                  <a:pt x="72218" y="95384"/>
                  <a:pt x="71447" y="93425"/>
                  <a:pt x="70008" y="89974"/>
                </a:cubicBezTo>
                <a:lnTo>
                  <a:pt x="64456" y="76947"/>
                </a:lnTo>
                <a:moveTo>
                  <a:pt x="61835" y="71241"/>
                </a:moveTo>
                <a:lnTo>
                  <a:pt x="46261" y="35192"/>
                </a:lnTo>
                <a:lnTo>
                  <a:pt x="30224" y="71241"/>
                </a:lnTo>
                <a:lnTo>
                  <a:pt x="61835" y="71241"/>
                </a:lnTo>
                <a:close/>
                <a:moveTo>
                  <a:pt x="155377" y="59522"/>
                </a:moveTo>
                <a:lnTo>
                  <a:pt x="155377" y="88512"/>
                </a:lnTo>
                <a:cubicBezTo>
                  <a:pt x="155377" y="94195"/>
                  <a:pt x="155724" y="97773"/>
                  <a:pt x="156418" y="99246"/>
                </a:cubicBezTo>
                <a:cubicBezTo>
                  <a:pt x="157112" y="100717"/>
                  <a:pt x="158346" y="101892"/>
                  <a:pt x="160119" y="102771"/>
                </a:cubicBezTo>
                <a:cubicBezTo>
                  <a:pt x="161892" y="103648"/>
                  <a:pt x="165144" y="104086"/>
                  <a:pt x="169872" y="104086"/>
                </a:cubicBezTo>
                <a:lnTo>
                  <a:pt x="169872" y="106862"/>
                </a:lnTo>
                <a:lnTo>
                  <a:pt x="116750" y="106862"/>
                </a:lnTo>
                <a:lnTo>
                  <a:pt x="116750" y="104086"/>
                </a:lnTo>
                <a:cubicBezTo>
                  <a:pt x="121582" y="104086"/>
                  <a:pt x="124858" y="103634"/>
                  <a:pt x="126580" y="102730"/>
                </a:cubicBezTo>
                <a:cubicBezTo>
                  <a:pt x="128302" y="101825"/>
                  <a:pt x="129510" y="100650"/>
                  <a:pt x="130204" y="99205"/>
                </a:cubicBezTo>
                <a:cubicBezTo>
                  <a:pt x="130898" y="97759"/>
                  <a:pt x="131245" y="94195"/>
                  <a:pt x="131245" y="88512"/>
                </a:cubicBezTo>
                <a:lnTo>
                  <a:pt x="131245" y="20663"/>
                </a:lnTo>
                <a:cubicBezTo>
                  <a:pt x="131245" y="14980"/>
                  <a:pt x="130898" y="11403"/>
                  <a:pt x="130204" y="9932"/>
                </a:cubicBezTo>
                <a:cubicBezTo>
                  <a:pt x="129510" y="8459"/>
                  <a:pt x="128289" y="7284"/>
                  <a:pt x="126542" y="6407"/>
                </a:cubicBezTo>
                <a:cubicBezTo>
                  <a:pt x="124794" y="5528"/>
                  <a:pt x="121530" y="5089"/>
                  <a:pt x="116750" y="5089"/>
                </a:cubicBezTo>
                <a:lnTo>
                  <a:pt x="116750" y="2313"/>
                </a:lnTo>
                <a:lnTo>
                  <a:pt x="162316" y="2313"/>
                </a:lnTo>
                <a:cubicBezTo>
                  <a:pt x="177325" y="2313"/>
                  <a:pt x="188094" y="4986"/>
                  <a:pt x="194622" y="10332"/>
                </a:cubicBezTo>
                <a:cubicBezTo>
                  <a:pt x="201150" y="15677"/>
                  <a:pt x="204414" y="22359"/>
                  <a:pt x="204414" y="30378"/>
                </a:cubicBezTo>
                <a:cubicBezTo>
                  <a:pt x="204414" y="37163"/>
                  <a:pt x="202306" y="42971"/>
                  <a:pt x="198091" y="47803"/>
                </a:cubicBezTo>
                <a:cubicBezTo>
                  <a:pt x="193876" y="52634"/>
                  <a:pt x="188068" y="55924"/>
                  <a:pt x="180667" y="57671"/>
                </a:cubicBezTo>
                <a:cubicBezTo>
                  <a:pt x="175681" y="58905"/>
                  <a:pt x="167251" y="59522"/>
                  <a:pt x="155377" y="59522"/>
                </a:cubicBezTo>
                <a:moveTo>
                  <a:pt x="155377" y="8327"/>
                </a:moveTo>
                <a:lnTo>
                  <a:pt x="155377" y="53508"/>
                </a:lnTo>
                <a:cubicBezTo>
                  <a:pt x="157074" y="53611"/>
                  <a:pt x="158359" y="53662"/>
                  <a:pt x="159232" y="53662"/>
                </a:cubicBezTo>
                <a:cubicBezTo>
                  <a:pt x="165503" y="53662"/>
                  <a:pt x="170335" y="51799"/>
                  <a:pt x="173727" y="48072"/>
                </a:cubicBezTo>
                <a:cubicBezTo>
                  <a:pt x="177120" y="44346"/>
                  <a:pt x="178816" y="38576"/>
                  <a:pt x="178816" y="30763"/>
                </a:cubicBezTo>
                <a:cubicBezTo>
                  <a:pt x="178816" y="23002"/>
                  <a:pt x="177120" y="17322"/>
                  <a:pt x="173727" y="13724"/>
                </a:cubicBezTo>
                <a:cubicBezTo>
                  <a:pt x="170335" y="10126"/>
                  <a:pt x="165272" y="8327"/>
                  <a:pt x="158539" y="8327"/>
                </a:cubicBezTo>
                <a:lnTo>
                  <a:pt x="155377" y="8327"/>
                </a:lnTo>
                <a:close/>
                <a:moveTo>
                  <a:pt x="267013" y="104086"/>
                </a:moveTo>
                <a:lnTo>
                  <a:pt x="267013" y="106862"/>
                </a:lnTo>
                <a:lnTo>
                  <a:pt x="212348" y="106862"/>
                </a:lnTo>
                <a:lnTo>
                  <a:pt x="212348" y="104086"/>
                </a:lnTo>
                <a:lnTo>
                  <a:pt x="215818" y="104086"/>
                </a:lnTo>
                <a:cubicBezTo>
                  <a:pt x="218851" y="104086"/>
                  <a:pt x="221292" y="103544"/>
                  <a:pt x="223143" y="102460"/>
                </a:cubicBezTo>
                <a:cubicBezTo>
                  <a:pt x="224479" y="101735"/>
                  <a:pt x="225507" y="100495"/>
                  <a:pt x="226227" y="98740"/>
                </a:cubicBezTo>
                <a:cubicBezTo>
                  <a:pt x="226792" y="97500"/>
                  <a:pt x="227075" y="94245"/>
                  <a:pt x="227075" y="88974"/>
                </a:cubicBezTo>
                <a:lnTo>
                  <a:pt x="227075" y="20200"/>
                </a:lnTo>
                <a:cubicBezTo>
                  <a:pt x="227075" y="14827"/>
                  <a:pt x="226792" y="11470"/>
                  <a:pt x="226227" y="10127"/>
                </a:cubicBezTo>
                <a:cubicBezTo>
                  <a:pt x="225661" y="8782"/>
                  <a:pt x="224517" y="7606"/>
                  <a:pt x="222796" y="6599"/>
                </a:cubicBezTo>
                <a:cubicBezTo>
                  <a:pt x="221074" y="5592"/>
                  <a:pt x="218748" y="5089"/>
                  <a:pt x="215818" y="5089"/>
                </a:cubicBezTo>
                <a:lnTo>
                  <a:pt x="212348" y="5089"/>
                </a:lnTo>
                <a:lnTo>
                  <a:pt x="212348" y="2313"/>
                </a:lnTo>
                <a:lnTo>
                  <a:pt x="267013" y="2313"/>
                </a:lnTo>
                <a:lnTo>
                  <a:pt x="267013" y="5089"/>
                </a:lnTo>
                <a:lnTo>
                  <a:pt x="263543" y="5089"/>
                </a:lnTo>
                <a:cubicBezTo>
                  <a:pt x="260511" y="5089"/>
                  <a:pt x="258069" y="5631"/>
                  <a:pt x="256219" y="6715"/>
                </a:cubicBezTo>
                <a:cubicBezTo>
                  <a:pt x="254882" y="7439"/>
                  <a:pt x="253829" y="8679"/>
                  <a:pt x="253058" y="10435"/>
                </a:cubicBezTo>
                <a:cubicBezTo>
                  <a:pt x="252492" y="11675"/>
                  <a:pt x="252210" y="14930"/>
                  <a:pt x="252210" y="20200"/>
                </a:cubicBezTo>
                <a:lnTo>
                  <a:pt x="252210" y="88974"/>
                </a:lnTo>
                <a:cubicBezTo>
                  <a:pt x="252210" y="94347"/>
                  <a:pt x="252505" y="97706"/>
                  <a:pt x="253096" y="99051"/>
                </a:cubicBezTo>
                <a:cubicBezTo>
                  <a:pt x="253687" y="100393"/>
                  <a:pt x="254844" y="101568"/>
                  <a:pt x="256566" y="102575"/>
                </a:cubicBezTo>
                <a:cubicBezTo>
                  <a:pt x="258288" y="103583"/>
                  <a:pt x="260614" y="104086"/>
                  <a:pt x="263543" y="104086"/>
                </a:cubicBezTo>
                <a:lnTo>
                  <a:pt x="267013" y="104086"/>
                </a:lnTo>
                <a:close/>
                <a:moveTo>
                  <a:pt x="345259" y="34695"/>
                </a:moveTo>
                <a:lnTo>
                  <a:pt x="345259" y="51041"/>
                </a:lnTo>
                <a:cubicBezTo>
                  <a:pt x="350039" y="43588"/>
                  <a:pt x="354228" y="38640"/>
                  <a:pt x="357826" y="36199"/>
                </a:cubicBezTo>
                <a:cubicBezTo>
                  <a:pt x="361424" y="33757"/>
                  <a:pt x="364894" y="32537"/>
                  <a:pt x="368235" y="32537"/>
                </a:cubicBezTo>
                <a:cubicBezTo>
                  <a:pt x="371113" y="32537"/>
                  <a:pt x="373414" y="33426"/>
                  <a:pt x="375136" y="35206"/>
                </a:cubicBezTo>
                <a:cubicBezTo>
                  <a:pt x="376857" y="36986"/>
                  <a:pt x="377718" y="39501"/>
                  <a:pt x="377718" y="42750"/>
                </a:cubicBezTo>
                <a:cubicBezTo>
                  <a:pt x="377718" y="46207"/>
                  <a:pt x="376883" y="48890"/>
                  <a:pt x="375213" y="50800"/>
                </a:cubicBezTo>
                <a:cubicBezTo>
                  <a:pt x="373542" y="52708"/>
                  <a:pt x="371525" y="53662"/>
                  <a:pt x="369160" y="53662"/>
                </a:cubicBezTo>
                <a:cubicBezTo>
                  <a:pt x="366436" y="53662"/>
                  <a:pt x="364072" y="52788"/>
                  <a:pt x="362067" y="51041"/>
                </a:cubicBezTo>
                <a:cubicBezTo>
                  <a:pt x="360062" y="49293"/>
                  <a:pt x="358880" y="48317"/>
                  <a:pt x="358520" y="48111"/>
                </a:cubicBezTo>
                <a:cubicBezTo>
                  <a:pt x="358006" y="47803"/>
                  <a:pt x="357415" y="47648"/>
                  <a:pt x="356747" y="47648"/>
                </a:cubicBezTo>
                <a:cubicBezTo>
                  <a:pt x="355256" y="47648"/>
                  <a:pt x="353843" y="48214"/>
                  <a:pt x="352506" y="49345"/>
                </a:cubicBezTo>
                <a:cubicBezTo>
                  <a:pt x="350399" y="51092"/>
                  <a:pt x="348806" y="53585"/>
                  <a:pt x="347726" y="56823"/>
                </a:cubicBezTo>
                <a:cubicBezTo>
                  <a:pt x="346081" y="61809"/>
                  <a:pt x="345259" y="67309"/>
                  <a:pt x="345259" y="73323"/>
                </a:cubicBezTo>
                <a:lnTo>
                  <a:pt x="345259" y="89900"/>
                </a:lnTo>
                <a:lnTo>
                  <a:pt x="345336" y="94217"/>
                </a:lnTo>
                <a:cubicBezTo>
                  <a:pt x="345336" y="97147"/>
                  <a:pt x="345516" y="99023"/>
                  <a:pt x="345876" y="99846"/>
                </a:cubicBezTo>
                <a:cubicBezTo>
                  <a:pt x="346493" y="101233"/>
                  <a:pt x="347405" y="102249"/>
                  <a:pt x="348613" y="102891"/>
                </a:cubicBezTo>
                <a:cubicBezTo>
                  <a:pt x="349821" y="103534"/>
                  <a:pt x="351864" y="103932"/>
                  <a:pt x="354742" y="104086"/>
                </a:cubicBezTo>
                <a:lnTo>
                  <a:pt x="354742" y="106862"/>
                </a:lnTo>
                <a:lnTo>
                  <a:pt x="315806" y="106862"/>
                </a:lnTo>
                <a:lnTo>
                  <a:pt x="315806" y="104086"/>
                </a:lnTo>
                <a:cubicBezTo>
                  <a:pt x="318942" y="103829"/>
                  <a:pt x="321062" y="102968"/>
                  <a:pt x="322167" y="101503"/>
                </a:cubicBezTo>
                <a:cubicBezTo>
                  <a:pt x="323272" y="100038"/>
                  <a:pt x="323825" y="96170"/>
                  <a:pt x="323825" y="89900"/>
                </a:cubicBezTo>
                <a:lnTo>
                  <a:pt x="323825" y="49961"/>
                </a:lnTo>
                <a:cubicBezTo>
                  <a:pt x="323825" y="45824"/>
                  <a:pt x="323619" y="43186"/>
                  <a:pt x="323208" y="42049"/>
                </a:cubicBezTo>
                <a:cubicBezTo>
                  <a:pt x="322694" y="40600"/>
                  <a:pt x="321949" y="39540"/>
                  <a:pt x="320972" y="38868"/>
                </a:cubicBezTo>
                <a:cubicBezTo>
                  <a:pt x="319996" y="38195"/>
                  <a:pt x="318274" y="37730"/>
                  <a:pt x="315806" y="37471"/>
                </a:cubicBezTo>
                <a:lnTo>
                  <a:pt x="315806" y="34695"/>
                </a:lnTo>
                <a:lnTo>
                  <a:pt x="345259" y="34695"/>
                </a:lnTo>
                <a:close/>
                <a:moveTo>
                  <a:pt x="443895" y="68157"/>
                </a:moveTo>
                <a:lnTo>
                  <a:pt x="404342" y="68157"/>
                </a:lnTo>
                <a:cubicBezTo>
                  <a:pt x="404805" y="77743"/>
                  <a:pt x="407349" y="85319"/>
                  <a:pt x="411975" y="90885"/>
                </a:cubicBezTo>
                <a:cubicBezTo>
                  <a:pt x="415522" y="95163"/>
                  <a:pt x="419788" y="97301"/>
                  <a:pt x="424774" y="97301"/>
                </a:cubicBezTo>
                <a:cubicBezTo>
                  <a:pt x="427858" y="97301"/>
                  <a:pt x="430659" y="96440"/>
                  <a:pt x="433178" y="94718"/>
                </a:cubicBezTo>
                <a:cubicBezTo>
                  <a:pt x="435696" y="92997"/>
                  <a:pt x="438395" y="89900"/>
                  <a:pt x="441273" y="85428"/>
                </a:cubicBezTo>
                <a:lnTo>
                  <a:pt x="443895" y="87124"/>
                </a:lnTo>
                <a:cubicBezTo>
                  <a:pt x="439988" y="95091"/>
                  <a:pt x="435671" y="100732"/>
                  <a:pt x="430942" y="104048"/>
                </a:cubicBezTo>
                <a:cubicBezTo>
                  <a:pt x="426213" y="107363"/>
                  <a:pt x="420739" y="109021"/>
                  <a:pt x="414519" y="109021"/>
                </a:cubicBezTo>
                <a:cubicBezTo>
                  <a:pt x="403828" y="109021"/>
                  <a:pt x="395732" y="104905"/>
                  <a:pt x="390233" y="96672"/>
                </a:cubicBezTo>
                <a:cubicBezTo>
                  <a:pt x="385812" y="90035"/>
                  <a:pt x="383602" y="81803"/>
                  <a:pt x="383602" y="71976"/>
                </a:cubicBezTo>
                <a:cubicBezTo>
                  <a:pt x="383602" y="59935"/>
                  <a:pt x="386853" y="50352"/>
                  <a:pt x="393355" y="43227"/>
                </a:cubicBezTo>
                <a:cubicBezTo>
                  <a:pt x="399857" y="36100"/>
                  <a:pt x="407477" y="32537"/>
                  <a:pt x="416216" y="32537"/>
                </a:cubicBezTo>
                <a:cubicBezTo>
                  <a:pt x="423514" y="32537"/>
                  <a:pt x="429850" y="35531"/>
                  <a:pt x="435221" y="41519"/>
                </a:cubicBezTo>
                <a:cubicBezTo>
                  <a:pt x="440592" y="47507"/>
                  <a:pt x="443484" y="56386"/>
                  <a:pt x="443895" y="68157"/>
                </a:cubicBezTo>
                <a:moveTo>
                  <a:pt x="424928" y="63069"/>
                </a:moveTo>
                <a:cubicBezTo>
                  <a:pt x="424928" y="54793"/>
                  <a:pt x="424478" y="49113"/>
                  <a:pt x="423579" y="46029"/>
                </a:cubicBezTo>
                <a:cubicBezTo>
                  <a:pt x="422679" y="42945"/>
                  <a:pt x="421278" y="40606"/>
                  <a:pt x="419377" y="39013"/>
                </a:cubicBezTo>
                <a:cubicBezTo>
                  <a:pt x="418297" y="38088"/>
                  <a:pt x="416858" y="37625"/>
                  <a:pt x="415059" y="37625"/>
                </a:cubicBezTo>
                <a:cubicBezTo>
                  <a:pt x="412386" y="37625"/>
                  <a:pt x="410202" y="38936"/>
                  <a:pt x="408505" y="41557"/>
                </a:cubicBezTo>
                <a:cubicBezTo>
                  <a:pt x="405473" y="46132"/>
                  <a:pt x="403956" y="52403"/>
                  <a:pt x="403956" y="60370"/>
                </a:cubicBezTo>
                <a:lnTo>
                  <a:pt x="403956" y="63069"/>
                </a:lnTo>
                <a:lnTo>
                  <a:pt x="424928" y="63069"/>
                </a:lnTo>
                <a:close/>
                <a:moveTo>
                  <a:pt x="498743" y="32845"/>
                </a:moveTo>
                <a:lnTo>
                  <a:pt x="499900" y="57517"/>
                </a:lnTo>
                <a:lnTo>
                  <a:pt x="497278" y="57517"/>
                </a:lnTo>
                <a:cubicBezTo>
                  <a:pt x="494143" y="50159"/>
                  <a:pt x="490892" y="45133"/>
                  <a:pt x="487525" y="42439"/>
                </a:cubicBezTo>
                <a:cubicBezTo>
                  <a:pt x="484158" y="39744"/>
                  <a:pt x="480805" y="38396"/>
                  <a:pt x="477464" y="38396"/>
                </a:cubicBezTo>
                <a:cubicBezTo>
                  <a:pt x="475356" y="38396"/>
                  <a:pt x="473557" y="39103"/>
                  <a:pt x="472066" y="40517"/>
                </a:cubicBezTo>
                <a:cubicBezTo>
                  <a:pt x="470576" y="41930"/>
                  <a:pt x="469831" y="43562"/>
                  <a:pt x="469831" y="45412"/>
                </a:cubicBezTo>
                <a:cubicBezTo>
                  <a:pt x="469831" y="46800"/>
                  <a:pt x="470345" y="48137"/>
                  <a:pt x="471373" y="49422"/>
                </a:cubicBezTo>
                <a:cubicBezTo>
                  <a:pt x="473017" y="51529"/>
                  <a:pt x="477618" y="55140"/>
                  <a:pt x="485174" y="60254"/>
                </a:cubicBezTo>
                <a:cubicBezTo>
                  <a:pt x="492730" y="65369"/>
                  <a:pt x="497703" y="69712"/>
                  <a:pt x="500093" y="73284"/>
                </a:cubicBezTo>
                <a:cubicBezTo>
                  <a:pt x="502483" y="76857"/>
                  <a:pt x="503678" y="80853"/>
                  <a:pt x="503678" y="85274"/>
                </a:cubicBezTo>
                <a:cubicBezTo>
                  <a:pt x="503678" y="89283"/>
                  <a:pt x="502676" y="93215"/>
                  <a:pt x="500671" y="97070"/>
                </a:cubicBezTo>
                <a:cubicBezTo>
                  <a:pt x="498666" y="100925"/>
                  <a:pt x="495839" y="103881"/>
                  <a:pt x="492190" y="105937"/>
                </a:cubicBezTo>
                <a:cubicBezTo>
                  <a:pt x="488540" y="107993"/>
                  <a:pt x="484505" y="109021"/>
                  <a:pt x="480085" y="109021"/>
                </a:cubicBezTo>
                <a:cubicBezTo>
                  <a:pt x="476641" y="109021"/>
                  <a:pt x="472041" y="107921"/>
                  <a:pt x="466284" y="105722"/>
                </a:cubicBezTo>
                <a:cubicBezTo>
                  <a:pt x="464742" y="105146"/>
                  <a:pt x="463688" y="104857"/>
                  <a:pt x="463123" y="104857"/>
                </a:cubicBezTo>
                <a:cubicBezTo>
                  <a:pt x="461427" y="104857"/>
                  <a:pt x="460013" y="106142"/>
                  <a:pt x="458882" y="108712"/>
                </a:cubicBezTo>
                <a:lnTo>
                  <a:pt x="456338" y="108712"/>
                </a:lnTo>
                <a:lnTo>
                  <a:pt x="455104" y="82806"/>
                </a:lnTo>
                <a:lnTo>
                  <a:pt x="457726" y="82806"/>
                </a:lnTo>
                <a:cubicBezTo>
                  <a:pt x="460039" y="89591"/>
                  <a:pt x="463213" y="94680"/>
                  <a:pt x="467248" y="98072"/>
                </a:cubicBezTo>
                <a:cubicBezTo>
                  <a:pt x="471283" y="101465"/>
                  <a:pt x="475099" y="103161"/>
                  <a:pt x="478697" y="103161"/>
                </a:cubicBezTo>
                <a:cubicBezTo>
                  <a:pt x="481164" y="103161"/>
                  <a:pt x="483182" y="102403"/>
                  <a:pt x="484750" y="100886"/>
                </a:cubicBezTo>
                <a:cubicBezTo>
                  <a:pt x="486317" y="99370"/>
                  <a:pt x="487101" y="97533"/>
                  <a:pt x="487101" y="95374"/>
                </a:cubicBezTo>
                <a:cubicBezTo>
                  <a:pt x="487101" y="92907"/>
                  <a:pt x="486330" y="90773"/>
                  <a:pt x="484788" y="88974"/>
                </a:cubicBezTo>
                <a:cubicBezTo>
                  <a:pt x="483246" y="87175"/>
                  <a:pt x="479802" y="84451"/>
                  <a:pt x="474457" y="80802"/>
                </a:cubicBezTo>
                <a:cubicBezTo>
                  <a:pt x="466592" y="75353"/>
                  <a:pt x="461504" y="71190"/>
                  <a:pt x="459191" y="68311"/>
                </a:cubicBezTo>
                <a:cubicBezTo>
                  <a:pt x="455798" y="64097"/>
                  <a:pt x="454102" y="59445"/>
                  <a:pt x="454102" y="54356"/>
                </a:cubicBezTo>
                <a:cubicBezTo>
                  <a:pt x="454102" y="48805"/>
                  <a:pt x="456017" y="43780"/>
                  <a:pt x="459846" y="39283"/>
                </a:cubicBezTo>
                <a:cubicBezTo>
                  <a:pt x="463675" y="34785"/>
                  <a:pt x="469214" y="32537"/>
                  <a:pt x="476461" y="32537"/>
                </a:cubicBezTo>
                <a:cubicBezTo>
                  <a:pt x="480368" y="32537"/>
                  <a:pt x="484146" y="33524"/>
                  <a:pt x="487795" y="35500"/>
                </a:cubicBezTo>
                <a:cubicBezTo>
                  <a:pt x="489183" y="36300"/>
                  <a:pt x="490314" y="36700"/>
                  <a:pt x="491187" y="36700"/>
                </a:cubicBezTo>
                <a:cubicBezTo>
                  <a:pt x="492113" y="36700"/>
                  <a:pt x="492858" y="36507"/>
                  <a:pt x="493423" y="36122"/>
                </a:cubicBezTo>
                <a:cubicBezTo>
                  <a:pt x="493989" y="35736"/>
                  <a:pt x="494888" y="34644"/>
                  <a:pt x="496122" y="32845"/>
                </a:cubicBezTo>
                <a:lnTo>
                  <a:pt x="498743" y="32845"/>
                </a:lnTo>
                <a:close/>
                <a:moveTo>
                  <a:pt x="542480" y="99537"/>
                </a:moveTo>
                <a:lnTo>
                  <a:pt x="542480" y="126291"/>
                </a:lnTo>
                <a:cubicBezTo>
                  <a:pt x="542480" y="130042"/>
                  <a:pt x="542775" y="132594"/>
                  <a:pt x="543366" y="133948"/>
                </a:cubicBezTo>
                <a:cubicBezTo>
                  <a:pt x="543958" y="135304"/>
                  <a:pt x="544870" y="136294"/>
                  <a:pt x="546104" y="136919"/>
                </a:cubicBezTo>
                <a:cubicBezTo>
                  <a:pt x="547337" y="137544"/>
                  <a:pt x="549753" y="137856"/>
                  <a:pt x="553351" y="137856"/>
                </a:cubicBezTo>
                <a:lnTo>
                  <a:pt x="553351" y="140632"/>
                </a:lnTo>
                <a:lnTo>
                  <a:pt x="512256" y="140632"/>
                </a:lnTo>
                <a:lnTo>
                  <a:pt x="512256" y="137856"/>
                </a:lnTo>
                <a:cubicBezTo>
                  <a:pt x="515443" y="137752"/>
                  <a:pt x="517808" y="136840"/>
                  <a:pt x="519350" y="135122"/>
                </a:cubicBezTo>
                <a:cubicBezTo>
                  <a:pt x="520378" y="133925"/>
                  <a:pt x="520892" y="130827"/>
                  <a:pt x="520892" y="125829"/>
                </a:cubicBezTo>
                <a:lnTo>
                  <a:pt x="520892" y="49807"/>
                </a:lnTo>
                <a:cubicBezTo>
                  <a:pt x="520892" y="44654"/>
                  <a:pt x="520300" y="41362"/>
                  <a:pt x="519118" y="39931"/>
                </a:cubicBezTo>
                <a:cubicBezTo>
                  <a:pt x="517936" y="38500"/>
                  <a:pt x="515649" y="37680"/>
                  <a:pt x="512256" y="37471"/>
                </a:cubicBezTo>
                <a:lnTo>
                  <a:pt x="512256" y="34695"/>
                </a:lnTo>
                <a:lnTo>
                  <a:pt x="542480" y="34695"/>
                </a:lnTo>
                <a:lnTo>
                  <a:pt x="542480" y="44179"/>
                </a:lnTo>
                <a:cubicBezTo>
                  <a:pt x="544998" y="40478"/>
                  <a:pt x="547568" y="37805"/>
                  <a:pt x="550190" y="36160"/>
                </a:cubicBezTo>
                <a:cubicBezTo>
                  <a:pt x="553942" y="33744"/>
                  <a:pt x="558028" y="32537"/>
                  <a:pt x="562449" y="32537"/>
                </a:cubicBezTo>
                <a:cubicBezTo>
                  <a:pt x="567743" y="32537"/>
                  <a:pt x="572562" y="34209"/>
                  <a:pt x="576905" y="37553"/>
                </a:cubicBezTo>
                <a:cubicBezTo>
                  <a:pt x="581249" y="40897"/>
                  <a:pt x="584551" y="45515"/>
                  <a:pt x="586813" y="51407"/>
                </a:cubicBezTo>
                <a:cubicBezTo>
                  <a:pt x="589074" y="57299"/>
                  <a:pt x="590205" y="63640"/>
                  <a:pt x="590205" y="70432"/>
                </a:cubicBezTo>
                <a:cubicBezTo>
                  <a:pt x="590205" y="77737"/>
                  <a:pt x="589036" y="84413"/>
                  <a:pt x="586697" y="90459"/>
                </a:cubicBezTo>
                <a:cubicBezTo>
                  <a:pt x="584358" y="96505"/>
                  <a:pt x="580966" y="101110"/>
                  <a:pt x="576520" y="104274"/>
                </a:cubicBezTo>
                <a:cubicBezTo>
                  <a:pt x="572074" y="107438"/>
                  <a:pt x="567126" y="109021"/>
                  <a:pt x="561678" y="109021"/>
                </a:cubicBezTo>
                <a:cubicBezTo>
                  <a:pt x="557720" y="109021"/>
                  <a:pt x="554019" y="108147"/>
                  <a:pt x="550575" y="106399"/>
                </a:cubicBezTo>
                <a:cubicBezTo>
                  <a:pt x="548005" y="105063"/>
                  <a:pt x="545307" y="102775"/>
                  <a:pt x="542480" y="99537"/>
                </a:cubicBezTo>
                <a:moveTo>
                  <a:pt x="542480" y="91738"/>
                </a:moveTo>
                <a:cubicBezTo>
                  <a:pt x="546900" y="98017"/>
                  <a:pt x="551629" y="101156"/>
                  <a:pt x="556666" y="101156"/>
                </a:cubicBezTo>
                <a:cubicBezTo>
                  <a:pt x="559442" y="101156"/>
                  <a:pt x="561729" y="99690"/>
                  <a:pt x="563528" y="96757"/>
                </a:cubicBezTo>
                <a:cubicBezTo>
                  <a:pt x="566201" y="92433"/>
                  <a:pt x="567538" y="84197"/>
                  <a:pt x="567538" y="72051"/>
                </a:cubicBezTo>
                <a:cubicBezTo>
                  <a:pt x="567538" y="59596"/>
                  <a:pt x="566073" y="51078"/>
                  <a:pt x="563143" y="46497"/>
                </a:cubicBezTo>
                <a:cubicBezTo>
                  <a:pt x="561190" y="43461"/>
                  <a:pt x="558568" y="41943"/>
                  <a:pt x="555279" y="41943"/>
                </a:cubicBezTo>
                <a:cubicBezTo>
                  <a:pt x="550087" y="41943"/>
                  <a:pt x="545821" y="45700"/>
                  <a:pt x="542480" y="53214"/>
                </a:cubicBezTo>
                <a:lnTo>
                  <a:pt x="542480" y="91738"/>
                </a:lnTo>
                <a:close/>
                <a:moveTo>
                  <a:pt x="636333" y="32537"/>
                </a:moveTo>
                <a:cubicBezTo>
                  <a:pt x="642603" y="32537"/>
                  <a:pt x="648437" y="34157"/>
                  <a:pt x="653835" y="37399"/>
                </a:cubicBezTo>
                <a:cubicBezTo>
                  <a:pt x="659232" y="40640"/>
                  <a:pt x="663331" y="45245"/>
                  <a:pt x="666132" y="51214"/>
                </a:cubicBezTo>
                <a:cubicBezTo>
                  <a:pt x="668933" y="57183"/>
                  <a:pt x="670334" y="63717"/>
                  <a:pt x="670334" y="70817"/>
                </a:cubicBezTo>
                <a:cubicBezTo>
                  <a:pt x="670334" y="81056"/>
                  <a:pt x="667738" y="89623"/>
                  <a:pt x="662547" y="96518"/>
                </a:cubicBezTo>
                <a:cubicBezTo>
                  <a:pt x="656276" y="104853"/>
                  <a:pt x="647615" y="109021"/>
                  <a:pt x="636564" y="109021"/>
                </a:cubicBezTo>
                <a:cubicBezTo>
                  <a:pt x="625718" y="109021"/>
                  <a:pt x="617366" y="105213"/>
                  <a:pt x="611506" y="97598"/>
                </a:cubicBezTo>
                <a:cubicBezTo>
                  <a:pt x="605646" y="89982"/>
                  <a:pt x="602717" y="81158"/>
                  <a:pt x="602717" y="71126"/>
                </a:cubicBezTo>
                <a:cubicBezTo>
                  <a:pt x="602717" y="60784"/>
                  <a:pt x="605711" y="51768"/>
                  <a:pt x="611699" y="44075"/>
                </a:cubicBezTo>
                <a:cubicBezTo>
                  <a:pt x="617687" y="36383"/>
                  <a:pt x="625898" y="32537"/>
                  <a:pt x="636333" y="32537"/>
                </a:cubicBezTo>
                <a:moveTo>
                  <a:pt x="636641" y="37934"/>
                </a:moveTo>
                <a:cubicBezTo>
                  <a:pt x="634020" y="37934"/>
                  <a:pt x="631771" y="38925"/>
                  <a:pt x="629895" y="40907"/>
                </a:cubicBezTo>
                <a:cubicBezTo>
                  <a:pt x="628019" y="42887"/>
                  <a:pt x="626785" y="46798"/>
                  <a:pt x="626194" y="52638"/>
                </a:cubicBezTo>
                <a:cubicBezTo>
                  <a:pt x="625603" y="58479"/>
                  <a:pt x="625307" y="66597"/>
                  <a:pt x="625307" y="76992"/>
                </a:cubicBezTo>
                <a:cubicBezTo>
                  <a:pt x="625307" y="82499"/>
                  <a:pt x="625667" y="87645"/>
                  <a:pt x="626387" y="92432"/>
                </a:cubicBezTo>
                <a:cubicBezTo>
                  <a:pt x="626952" y="96085"/>
                  <a:pt x="628160" y="98863"/>
                  <a:pt x="630010" y="100768"/>
                </a:cubicBezTo>
                <a:cubicBezTo>
                  <a:pt x="631861" y="102672"/>
                  <a:pt x="633968" y="103624"/>
                  <a:pt x="636333" y="103624"/>
                </a:cubicBezTo>
                <a:cubicBezTo>
                  <a:pt x="638646" y="103624"/>
                  <a:pt x="640573" y="102980"/>
                  <a:pt x="642115" y="101694"/>
                </a:cubicBezTo>
                <a:cubicBezTo>
                  <a:pt x="644120" y="99944"/>
                  <a:pt x="645456" y="97500"/>
                  <a:pt x="646124" y="94359"/>
                </a:cubicBezTo>
                <a:cubicBezTo>
                  <a:pt x="647152" y="89472"/>
                  <a:pt x="647666" y="79591"/>
                  <a:pt x="647666" y="64719"/>
                </a:cubicBezTo>
                <a:cubicBezTo>
                  <a:pt x="647666" y="55971"/>
                  <a:pt x="647178" y="49964"/>
                  <a:pt x="646202" y="46697"/>
                </a:cubicBezTo>
                <a:cubicBezTo>
                  <a:pt x="645225" y="43428"/>
                  <a:pt x="643786" y="41047"/>
                  <a:pt x="641884" y="39555"/>
                </a:cubicBezTo>
                <a:cubicBezTo>
                  <a:pt x="640547" y="38474"/>
                  <a:pt x="638800" y="37934"/>
                  <a:pt x="636641" y="37934"/>
                </a:cubicBezTo>
                <a:close/>
                <a:moveTo>
                  <a:pt x="710704" y="34695"/>
                </a:moveTo>
                <a:lnTo>
                  <a:pt x="710704" y="44102"/>
                </a:lnTo>
                <a:cubicBezTo>
                  <a:pt x="714404" y="40065"/>
                  <a:pt x="717951" y="37129"/>
                  <a:pt x="721343" y="35293"/>
                </a:cubicBezTo>
                <a:cubicBezTo>
                  <a:pt x="724736" y="33455"/>
                  <a:pt x="728385" y="32537"/>
                  <a:pt x="732292" y="32537"/>
                </a:cubicBezTo>
                <a:cubicBezTo>
                  <a:pt x="736969" y="32537"/>
                  <a:pt x="740850" y="33836"/>
                  <a:pt x="743934" y="36435"/>
                </a:cubicBezTo>
                <a:cubicBezTo>
                  <a:pt x="747018" y="39034"/>
                  <a:pt x="749074" y="42263"/>
                  <a:pt x="750102" y="46123"/>
                </a:cubicBezTo>
                <a:cubicBezTo>
                  <a:pt x="750924" y="49058"/>
                  <a:pt x="751336" y="54694"/>
                  <a:pt x="751336" y="63032"/>
                </a:cubicBezTo>
                <a:lnTo>
                  <a:pt x="751336" y="91133"/>
                </a:lnTo>
                <a:cubicBezTo>
                  <a:pt x="751336" y="96684"/>
                  <a:pt x="751837" y="100141"/>
                  <a:pt x="752839" y="101503"/>
                </a:cubicBezTo>
                <a:cubicBezTo>
                  <a:pt x="753841" y="102865"/>
                  <a:pt x="755936" y="103726"/>
                  <a:pt x="759123" y="104086"/>
                </a:cubicBezTo>
                <a:lnTo>
                  <a:pt x="759123" y="106862"/>
                </a:lnTo>
                <a:lnTo>
                  <a:pt x="722654" y="106862"/>
                </a:lnTo>
                <a:lnTo>
                  <a:pt x="722654" y="104086"/>
                </a:lnTo>
                <a:cubicBezTo>
                  <a:pt x="725378" y="103726"/>
                  <a:pt x="727332" y="102596"/>
                  <a:pt x="728514" y="100694"/>
                </a:cubicBezTo>
                <a:cubicBezTo>
                  <a:pt x="729336" y="99409"/>
                  <a:pt x="729747" y="96222"/>
                  <a:pt x="729747" y="91133"/>
                </a:cubicBezTo>
                <a:lnTo>
                  <a:pt x="729747" y="59059"/>
                </a:lnTo>
                <a:cubicBezTo>
                  <a:pt x="729747" y="53148"/>
                  <a:pt x="729516" y="49422"/>
                  <a:pt x="729054" y="47880"/>
                </a:cubicBezTo>
                <a:cubicBezTo>
                  <a:pt x="728591" y="46338"/>
                  <a:pt x="727807" y="45143"/>
                  <a:pt x="726702" y="44294"/>
                </a:cubicBezTo>
                <a:cubicBezTo>
                  <a:pt x="725597" y="43446"/>
                  <a:pt x="724376" y="43022"/>
                  <a:pt x="723040" y="43022"/>
                </a:cubicBezTo>
                <a:cubicBezTo>
                  <a:pt x="718619" y="43022"/>
                  <a:pt x="714507" y="46209"/>
                  <a:pt x="710704" y="52583"/>
                </a:cubicBezTo>
                <a:lnTo>
                  <a:pt x="710704" y="91133"/>
                </a:lnTo>
                <a:cubicBezTo>
                  <a:pt x="710704" y="96530"/>
                  <a:pt x="711205" y="99948"/>
                  <a:pt x="712207" y="101388"/>
                </a:cubicBezTo>
                <a:cubicBezTo>
                  <a:pt x="713209" y="102827"/>
                  <a:pt x="715073" y="103726"/>
                  <a:pt x="717797" y="104086"/>
                </a:cubicBezTo>
                <a:lnTo>
                  <a:pt x="717797" y="106862"/>
                </a:lnTo>
                <a:lnTo>
                  <a:pt x="681328" y="106862"/>
                </a:lnTo>
                <a:lnTo>
                  <a:pt x="681328" y="104086"/>
                </a:lnTo>
                <a:cubicBezTo>
                  <a:pt x="684361" y="103778"/>
                  <a:pt x="686520" y="102801"/>
                  <a:pt x="687805" y="101156"/>
                </a:cubicBezTo>
                <a:cubicBezTo>
                  <a:pt x="688678" y="100026"/>
                  <a:pt x="689115" y="96684"/>
                  <a:pt x="689115" y="91133"/>
                </a:cubicBezTo>
                <a:lnTo>
                  <a:pt x="689115" y="50424"/>
                </a:lnTo>
                <a:cubicBezTo>
                  <a:pt x="689115" y="44910"/>
                  <a:pt x="688614" y="41476"/>
                  <a:pt x="687612" y="40124"/>
                </a:cubicBezTo>
                <a:cubicBezTo>
                  <a:pt x="686609" y="38771"/>
                  <a:pt x="684515" y="37887"/>
                  <a:pt x="681328" y="37471"/>
                </a:cubicBezTo>
                <a:lnTo>
                  <a:pt x="681328" y="34695"/>
                </a:lnTo>
                <a:lnTo>
                  <a:pt x="710704" y="34695"/>
                </a:lnTo>
                <a:close/>
                <a:moveTo>
                  <a:pt x="814579" y="32845"/>
                </a:moveTo>
                <a:lnTo>
                  <a:pt x="815736" y="57517"/>
                </a:lnTo>
                <a:lnTo>
                  <a:pt x="813115" y="57517"/>
                </a:lnTo>
                <a:cubicBezTo>
                  <a:pt x="809979" y="50159"/>
                  <a:pt x="806728" y="45133"/>
                  <a:pt x="803361" y="42439"/>
                </a:cubicBezTo>
                <a:cubicBezTo>
                  <a:pt x="799995" y="39744"/>
                  <a:pt x="796641" y="38396"/>
                  <a:pt x="793300" y="38396"/>
                </a:cubicBezTo>
                <a:cubicBezTo>
                  <a:pt x="791192" y="38396"/>
                  <a:pt x="789393" y="39103"/>
                  <a:pt x="787903" y="40517"/>
                </a:cubicBezTo>
                <a:cubicBezTo>
                  <a:pt x="786412" y="41930"/>
                  <a:pt x="785667" y="43562"/>
                  <a:pt x="785667" y="45412"/>
                </a:cubicBezTo>
                <a:cubicBezTo>
                  <a:pt x="785667" y="46800"/>
                  <a:pt x="786181" y="48137"/>
                  <a:pt x="787209" y="49422"/>
                </a:cubicBezTo>
                <a:cubicBezTo>
                  <a:pt x="788853" y="51529"/>
                  <a:pt x="793454" y="55140"/>
                  <a:pt x="801010" y="60254"/>
                </a:cubicBezTo>
                <a:cubicBezTo>
                  <a:pt x="808566" y="65369"/>
                  <a:pt x="813539" y="69712"/>
                  <a:pt x="815929" y="73284"/>
                </a:cubicBezTo>
                <a:cubicBezTo>
                  <a:pt x="818319" y="76857"/>
                  <a:pt x="819514" y="80853"/>
                  <a:pt x="819514" y="85274"/>
                </a:cubicBezTo>
                <a:cubicBezTo>
                  <a:pt x="819514" y="89283"/>
                  <a:pt x="818512" y="93215"/>
                  <a:pt x="816507" y="97070"/>
                </a:cubicBezTo>
                <a:cubicBezTo>
                  <a:pt x="814502" y="100925"/>
                  <a:pt x="811675" y="103881"/>
                  <a:pt x="808026" y="105937"/>
                </a:cubicBezTo>
                <a:cubicBezTo>
                  <a:pt x="804376" y="107993"/>
                  <a:pt x="800341" y="109021"/>
                  <a:pt x="795921" y="109021"/>
                </a:cubicBezTo>
                <a:cubicBezTo>
                  <a:pt x="792477" y="109021"/>
                  <a:pt x="787877" y="107921"/>
                  <a:pt x="782120" y="105722"/>
                </a:cubicBezTo>
                <a:cubicBezTo>
                  <a:pt x="780578" y="105146"/>
                  <a:pt x="779524" y="104857"/>
                  <a:pt x="778959" y="104857"/>
                </a:cubicBezTo>
                <a:cubicBezTo>
                  <a:pt x="777263" y="104857"/>
                  <a:pt x="775849" y="106142"/>
                  <a:pt x="774718" y="108712"/>
                </a:cubicBezTo>
                <a:lnTo>
                  <a:pt x="772174" y="108712"/>
                </a:lnTo>
                <a:lnTo>
                  <a:pt x="770940" y="82806"/>
                </a:lnTo>
                <a:lnTo>
                  <a:pt x="773562" y="82806"/>
                </a:lnTo>
                <a:cubicBezTo>
                  <a:pt x="775875" y="89591"/>
                  <a:pt x="779049" y="94680"/>
                  <a:pt x="783084" y="98072"/>
                </a:cubicBezTo>
                <a:cubicBezTo>
                  <a:pt x="787119" y="101465"/>
                  <a:pt x="790935" y="103161"/>
                  <a:pt x="794533" y="103161"/>
                </a:cubicBezTo>
                <a:cubicBezTo>
                  <a:pt x="797000" y="103161"/>
                  <a:pt x="799018" y="102403"/>
                  <a:pt x="800586" y="100886"/>
                </a:cubicBezTo>
                <a:cubicBezTo>
                  <a:pt x="802153" y="99370"/>
                  <a:pt x="802937" y="97533"/>
                  <a:pt x="802937" y="95374"/>
                </a:cubicBezTo>
                <a:cubicBezTo>
                  <a:pt x="802937" y="92907"/>
                  <a:pt x="802166" y="90773"/>
                  <a:pt x="800624" y="88974"/>
                </a:cubicBezTo>
                <a:cubicBezTo>
                  <a:pt x="799082" y="87175"/>
                  <a:pt x="795638" y="84451"/>
                  <a:pt x="790293" y="80802"/>
                </a:cubicBezTo>
                <a:cubicBezTo>
                  <a:pt x="782428" y="75353"/>
                  <a:pt x="777340" y="71190"/>
                  <a:pt x="775027" y="68311"/>
                </a:cubicBezTo>
                <a:cubicBezTo>
                  <a:pt x="771634" y="64097"/>
                  <a:pt x="769938" y="59445"/>
                  <a:pt x="769938" y="54356"/>
                </a:cubicBezTo>
                <a:cubicBezTo>
                  <a:pt x="769938" y="48805"/>
                  <a:pt x="771853" y="43780"/>
                  <a:pt x="775682" y="39283"/>
                </a:cubicBezTo>
                <a:cubicBezTo>
                  <a:pt x="779511" y="34785"/>
                  <a:pt x="785050" y="32537"/>
                  <a:pt x="792297" y="32537"/>
                </a:cubicBezTo>
                <a:cubicBezTo>
                  <a:pt x="796204" y="32537"/>
                  <a:pt x="799982" y="33524"/>
                  <a:pt x="803631" y="35500"/>
                </a:cubicBezTo>
                <a:cubicBezTo>
                  <a:pt x="805019" y="36300"/>
                  <a:pt x="806150" y="36700"/>
                  <a:pt x="807024" y="36700"/>
                </a:cubicBezTo>
                <a:cubicBezTo>
                  <a:pt x="807949" y="36700"/>
                  <a:pt x="808694" y="36507"/>
                  <a:pt x="809259" y="36122"/>
                </a:cubicBezTo>
                <a:cubicBezTo>
                  <a:pt x="809825" y="35736"/>
                  <a:pt x="810724" y="34644"/>
                  <a:pt x="811958" y="32845"/>
                </a:cubicBezTo>
                <a:lnTo>
                  <a:pt x="814579" y="32845"/>
                </a:lnTo>
                <a:close/>
                <a:moveTo>
                  <a:pt x="891469" y="68157"/>
                </a:moveTo>
                <a:lnTo>
                  <a:pt x="851916" y="68157"/>
                </a:lnTo>
                <a:cubicBezTo>
                  <a:pt x="852379" y="77743"/>
                  <a:pt x="854923" y="85319"/>
                  <a:pt x="859549" y="90885"/>
                </a:cubicBezTo>
                <a:cubicBezTo>
                  <a:pt x="863096" y="95163"/>
                  <a:pt x="867362" y="97301"/>
                  <a:pt x="872348" y="97301"/>
                </a:cubicBezTo>
                <a:cubicBezTo>
                  <a:pt x="875432" y="97301"/>
                  <a:pt x="878234" y="96440"/>
                  <a:pt x="880752" y="94718"/>
                </a:cubicBezTo>
                <a:cubicBezTo>
                  <a:pt x="883271" y="92997"/>
                  <a:pt x="885969" y="89900"/>
                  <a:pt x="888848" y="85428"/>
                </a:cubicBezTo>
                <a:lnTo>
                  <a:pt x="891469" y="87124"/>
                </a:lnTo>
                <a:cubicBezTo>
                  <a:pt x="887563" y="95091"/>
                  <a:pt x="883245" y="100732"/>
                  <a:pt x="878516" y="104048"/>
                </a:cubicBezTo>
                <a:cubicBezTo>
                  <a:pt x="873787" y="107363"/>
                  <a:pt x="868313" y="109021"/>
                  <a:pt x="862094" y="109021"/>
                </a:cubicBezTo>
                <a:cubicBezTo>
                  <a:pt x="851402" y="109021"/>
                  <a:pt x="843307" y="104905"/>
                  <a:pt x="837807" y="96672"/>
                </a:cubicBezTo>
                <a:cubicBezTo>
                  <a:pt x="833387" y="90035"/>
                  <a:pt x="831176" y="81803"/>
                  <a:pt x="831176" y="71976"/>
                </a:cubicBezTo>
                <a:cubicBezTo>
                  <a:pt x="831176" y="59935"/>
                  <a:pt x="834427" y="50352"/>
                  <a:pt x="840930" y="43227"/>
                </a:cubicBezTo>
                <a:cubicBezTo>
                  <a:pt x="847432" y="36100"/>
                  <a:pt x="855052" y="32537"/>
                  <a:pt x="863790" y="32537"/>
                </a:cubicBezTo>
                <a:cubicBezTo>
                  <a:pt x="871089" y="32537"/>
                  <a:pt x="877424" y="35531"/>
                  <a:pt x="882795" y="41519"/>
                </a:cubicBezTo>
                <a:cubicBezTo>
                  <a:pt x="888167" y="47507"/>
                  <a:pt x="891058" y="56386"/>
                  <a:pt x="891469" y="68157"/>
                </a:cubicBezTo>
                <a:moveTo>
                  <a:pt x="872502" y="63069"/>
                </a:moveTo>
                <a:cubicBezTo>
                  <a:pt x="872502" y="54793"/>
                  <a:pt x="872053" y="49113"/>
                  <a:pt x="871153" y="46029"/>
                </a:cubicBezTo>
                <a:cubicBezTo>
                  <a:pt x="870254" y="42945"/>
                  <a:pt x="868853" y="40606"/>
                  <a:pt x="866951" y="39013"/>
                </a:cubicBezTo>
                <a:cubicBezTo>
                  <a:pt x="865872" y="38088"/>
                  <a:pt x="864433" y="37625"/>
                  <a:pt x="862634" y="37625"/>
                </a:cubicBezTo>
                <a:cubicBezTo>
                  <a:pt x="859961" y="37625"/>
                  <a:pt x="857776" y="38936"/>
                  <a:pt x="856080" y="41557"/>
                </a:cubicBezTo>
                <a:cubicBezTo>
                  <a:pt x="853047" y="46132"/>
                  <a:pt x="851531" y="52403"/>
                  <a:pt x="851531" y="60370"/>
                </a:cubicBezTo>
                <a:lnTo>
                  <a:pt x="851531" y="63069"/>
                </a:lnTo>
                <a:lnTo>
                  <a:pt x="872502" y="6306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49861fd2349c6"/>
          <a:stretch xmlns:a="http://schemas.openxmlformats.org/drawingml/2006/main"/>
        </p:blipFill>
        <p:spPr>
          <a:xfrm xmlns:a="http://schemas.openxmlformats.org/drawingml/2006/main">
            <a:off x="2757430" y="76552"/>
            <a:ext cx="243973" cy="243973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e82e8a96f4ac0"/>
          <a:stretch xmlns:a="http://schemas.openxmlformats.org/drawingml/2006/main"/>
        </p:blipFill>
        <p:spPr>
          <a:xfrm xmlns:a="http://schemas.openxmlformats.org/drawingml/2006/main">
            <a:off x="2319261" y="1084378"/>
            <a:ext cx="243945" cy="243945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40601-D201-4CF1-A30B-EFE48A34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8860" y="1121084"/>
            <a:ext cx="965464" cy="158506"/>
          </a:xfrm>
          <a:custGeom xmlns:a="http://schemas.openxmlformats.org/drawingml/2006/main">
            <a:pathLst>
              <a:path w="965464" h="158506">
                <a:moveTo>
                  <a:pt x="929293" y="31513"/>
                </a:moveTo>
                <a:lnTo>
                  <a:pt x="929448" y="32438"/>
                </a:lnTo>
                <a:lnTo>
                  <a:pt x="929603" y="33401"/>
                </a:lnTo>
                <a:lnTo>
                  <a:pt x="929758" y="34401"/>
                </a:lnTo>
                <a:lnTo>
                  <a:pt x="929913" y="35439"/>
                </a:lnTo>
                <a:lnTo>
                  <a:pt x="930068" y="36512"/>
                </a:lnTo>
                <a:lnTo>
                  <a:pt x="930222" y="37622"/>
                </a:lnTo>
                <a:lnTo>
                  <a:pt x="930375" y="38767"/>
                </a:lnTo>
                <a:lnTo>
                  <a:pt x="930528" y="39946"/>
                </a:lnTo>
                <a:lnTo>
                  <a:pt x="930681" y="41159"/>
                </a:lnTo>
                <a:lnTo>
                  <a:pt x="930832" y="42405"/>
                </a:lnTo>
                <a:lnTo>
                  <a:pt x="930982" y="43683"/>
                </a:lnTo>
                <a:lnTo>
                  <a:pt x="931131" y="44994"/>
                </a:lnTo>
                <a:lnTo>
                  <a:pt x="931279" y="46336"/>
                </a:lnTo>
                <a:lnTo>
                  <a:pt x="931426" y="47708"/>
                </a:lnTo>
                <a:lnTo>
                  <a:pt x="931571" y="49111"/>
                </a:lnTo>
                <a:lnTo>
                  <a:pt x="931714" y="50543"/>
                </a:lnTo>
                <a:lnTo>
                  <a:pt x="931856" y="52004"/>
                </a:lnTo>
                <a:lnTo>
                  <a:pt x="931996" y="53493"/>
                </a:lnTo>
                <a:lnTo>
                  <a:pt x="932133" y="55009"/>
                </a:lnTo>
                <a:lnTo>
                  <a:pt x="932269" y="56552"/>
                </a:lnTo>
                <a:lnTo>
                  <a:pt x="932402" y="58122"/>
                </a:lnTo>
                <a:lnTo>
                  <a:pt x="932663" y="61350"/>
                </a:lnTo>
                <a:lnTo>
                  <a:pt x="932914" y="64682"/>
                </a:lnTo>
                <a:lnTo>
                  <a:pt x="933158" y="68115"/>
                </a:lnTo>
                <a:lnTo>
                  <a:pt x="933393" y="71645"/>
                </a:lnTo>
                <a:lnTo>
                  <a:pt x="933618" y="75272"/>
                </a:lnTo>
                <a:lnTo>
                  <a:pt x="933835" y="78990"/>
                </a:lnTo>
                <a:lnTo>
                  <a:pt x="934041" y="82798"/>
                </a:lnTo>
                <a:lnTo>
                  <a:pt x="934238" y="86693"/>
                </a:lnTo>
                <a:lnTo>
                  <a:pt x="934425" y="90672"/>
                </a:lnTo>
                <a:lnTo>
                  <a:pt x="934602" y="94732"/>
                </a:lnTo>
                <a:lnTo>
                  <a:pt x="934769" y="98871"/>
                </a:lnTo>
                <a:lnTo>
                  <a:pt x="934924" y="103084"/>
                </a:lnTo>
                <a:lnTo>
                  <a:pt x="935068" y="107371"/>
                </a:lnTo>
                <a:lnTo>
                  <a:pt x="935202" y="111727"/>
                </a:lnTo>
                <a:lnTo>
                  <a:pt x="935323" y="116150"/>
                </a:lnTo>
                <a:lnTo>
                  <a:pt x="935433" y="120637"/>
                </a:lnTo>
                <a:lnTo>
                  <a:pt x="935531" y="125186"/>
                </a:lnTo>
                <a:lnTo>
                  <a:pt x="935617" y="129793"/>
                </a:lnTo>
                <a:lnTo>
                  <a:pt x="935690" y="134456"/>
                </a:lnTo>
                <a:lnTo>
                  <a:pt x="935751" y="139171"/>
                </a:lnTo>
                <a:lnTo>
                  <a:pt x="935798" y="143937"/>
                </a:lnTo>
                <a:lnTo>
                  <a:pt x="935832" y="148750"/>
                </a:lnTo>
                <a:lnTo>
                  <a:pt x="935853" y="153607"/>
                </a:lnTo>
                <a:lnTo>
                  <a:pt x="935860" y="158506"/>
                </a:lnTo>
                <a:lnTo>
                  <a:pt x="965464" y="158506"/>
                </a:lnTo>
                <a:lnTo>
                  <a:pt x="965459" y="154543"/>
                </a:lnTo>
                <a:lnTo>
                  <a:pt x="965446" y="150606"/>
                </a:lnTo>
                <a:lnTo>
                  <a:pt x="965424" y="146697"/>
                </a:lnTo>
                <a:lnTo>
                  <a:pt x="965393" y="142817"/>
                </a:lnTo>
                <a:lnTo>
                  <a:pt x="965354" y="138967"/>
                </a:lnTo>
                <a:lnTo>
                  <a:pt x="965307" y="135148"/>
                </a:lnTo>
                <a:lnTo>
                  <a:pt x="965251" y="131362"/>
                </a:lnTo>
                <a:lnTo>
                  <a:pt x="965187" y="127610"/>
                </a:lnTo>
                <a:lnTo>
                  <a:pt x="965115" y="123892"/>
                </a:lnTo>
                <a:lnTo>
                  <a:pt x="965036" y="120212"/>
                </a:lnTo>
                <a:lnTo>
                  <a:pt x="964948" y="116568"/>
                </a:lnTo>
                <a:lnTo>
                  <a:pt x="964853" y="112964"/>
                </a:lnTo>
                <a:lnTo>
                  <a:pt x="964750" y="109400"/>
                </a:lnTo>
                <a:lnTo>
                  <a:pt x="964639" y="105877"/>
                </a:lnTo>
                <a:lnTo>
                  <a:pt x="964522" y="102398"/>
                </a:lnTo>
                <a:lnTo>
                  <a:pt x="964397" y="98962"/>
                </a:lnTo>
                <a:lnTo>
                  <a:pt x="964265" y="95571"/>
                </a:lnTo>
                <a:lnTo>
                  <a:pt x="964125" y="92227"/>
                </a:lnTo>
                <a:lnTo>
                  <a:pt x="963979" y="88930"/>
                </a:lnTo>
                <a:lnTo>
                  <a:pt x="963826" y="85683"/>
                </a:lnTo>
                <a:lnTo>
                  <a:pt x="963667" y="82486"/>
                </a:lnTo>
                <a:lnTo>
                  <a:pt x="963501" y="79340"/>
                </a:lnTo>
                <a:lnTo>
                  <a:pt x="963328" y="76248"/>
                </a:lnTo>
                <a:lnTo>
                  <a:pt x="963149" y="73209"/>
                </a:lnTo>
                <a:lnTo>
                  <a:pt x="962961" y="70218"/>
                </a:lnTo>
                <a:lnTo>
                  <a:pt x="962768" y="67287"/>
                </a:lnTo>
                <a:lnTo>
                  <a:pt x="962571" y="64419"/>
                </a:lnTo>
                <a:lnTo>
                  <a:pt x="962368" y="61612"/>
                </a:lnTo>
                <a:lnTo>
                  <a:pt x="962160" y="58867"/>
                </a:lnTo>
                <a:lnTo>
                  <a:pt x="961947" y="56185"/>
                </a:lnTo>
                <a:lnTo>
                  <a:pt x="961728" y="53565"/>
                </a:lnTo>
                <a:lnTo>
                  <a:pt x="961503" y="51010"/>
                </a:lnTo>
                <a:lnTo>
                  <a:pt x="961272" y="48517"/>
                </a:lnTo>
                <a:lnTo>
                  <a:pt x="961035" y="46089"/>
                </a:lnTo>
                <a:lnTo>
                  <a:pt x="960792" y="43725"/>
                </a:lnTo>
                <a:lnTo>
                  <a:pt x="960541" y="41427"/>
                </a:lnTo>
                <a:lnTo>
                  <a:pt x="960284" y="39193"/>
                </a:lnTo>
                <a:lnTo>
                  <a:pt x="960020" y="37025"/>
                </a:lnTo>
                <a:lnTo>
                  <a:pt x="959749" y="34923"/>
                </a:lnTo>
                <a:lnTo>
                  <a:pt x="959470" y="32887"/>
                </a:lnTo>
                <a:lnTo>
                  <a:pt x="959184" y="30917"/>
                </a:lnTo>
                <a:lnTo>
                  <a:pt x="958889" y="29015"/>
                </a:lnTo>
                <a:lnTo>
                  <a:pt x="958587" y="27180"/>
                </a:lnTo>
                <a:lnTo>
                  <a:pt x="958277" y="25413"/>
                </a:lnTo>
                <a:lnTo>
                  <a:pt x="957958" y="23715"/>
                </a:lnTo>
                <a:lnTo>
                  <a:pt x="957630" y="22084"/>
                </a:lnTo>
                <a:lnTo>
                  <a:pt x="957294" y="20523"/>
                </a:lnTo>
                <a:lnTo>
                  <a:pt x="956948" y="19031"/>
                </a:lnTo>
                <a:lnTo>
                  <a:pt x="956838" y="18602"/>
                </a:lnTo>
                <a:lnTo>
                  <a:pt x="956728" y="18178"/>
                </a:lnTo>
                <a:lnTo>
                  <a:pt x="956619" y="17760"/>
                </a:lnTo>
                <a:lnTo>
                  <a:pt x="956509" y="17346"/>
                </a:lnTo>
                <a:lnTo>
                  <a:pt x="956398" y="16937"/>
                </a:lnTo>
                <a:lnTo>
                  <a:pt x="956286" y="16531"/>
                </a:lnTo>
                <a:lnTo>
                  <a:pt x="956172" y="16128"/>
                </a:lnTo>
                <a:lnTo>
                  <a:pt x="956055" y="15727"/>
                </a:lnTo>
                <a:lnTo>
                  <a:pt x="955935" y="15328"/>
                </a:lnTo>
                <a:lnTo>
                  <a:pt x="955812" y="14931"/>
                </a:lnTo>
                <a:lnTo>
                  <a:pt x="955684" y="14534"/>
                </a:lnTo>
                <a:lnTo>
                  <a:pt x="955552" y="14137"/>
                </a:lnTo>
                <a:lnTo>
                  <a:pt x="955414" y="13741"/>
                </a:lnTo>
                <a:lnTo>
                  <a:pt x="955271" y="13343"/>
                </a:lnTo>
                <a:lnTo>
                  <a:pt x="955121" y="12944"/>
                </a:lnTo>
                <a:lnTo>
                  <a:pt x="954965" y="12543"/>
                </a:lnTo>
                <a:lnTo>
                  <a:pt x="954801" y="12140"/>
                </a:lnTo>
                <a:lnTo>
                  <a:pt x="954630" y="11734"/>
                </a:lnTo>
                <a:lnTo>
                  <a:pt x="954450" y="11324"/>
                </a:lnTo>
                <a:lnTo>
                  <a:pt x="954261" y="10910"/>
                </a:lnTo>
                <a:lnTo>
                  <a:pt x="954062" y="10491"/>
                </a:lnTo>
                <a:lnTo>
                  <a:pt x="953854" y="10067"/>
                </a:lnTo>
                <a:lnTo>
                  <a:pt x="953635" y="9637"/>
                </a:lnTo>
                <a:lnTo>
                  <a:pt x="953405" y="9201"/>
                </a:lnTo>
                <a:lnTo>
                  <a:pt x="953261" y="8966"/>
                </a:lnTo>
                <a:lnTo>
                  <a:pt x="953115" y="8725"/>
                </a:lnTo>
                <a:lnTo>
                  <a:pt x="952965" y="8479"/>
                </a:lnTo>
                <a:lnTo>
                  <a:pt x="952810" y="8227"/>
                </a:lnTo>
                <a:lnTo>
                  <a:pt x="952649" y="7970"/>
                </a:lnTo>
                <a:lnTo>
                  <a:pt x="952481" y="7708"/>
                </a:lnTo>
                <a:lnTo>
                  <a:pt x="952305" y="7441"/>
                </a:lnTo>
                <a:lnTo>
                  <a:pt x="952120" y="7169"/>
                </a:lnTo>
                <a:lnTo>
                  <a:pt x="951925" y="6893"/>
                </a:lnTo>
                <a:lnTo>
                  <a:pt x="951718" y="6613"/>
                </a:lnTo>
                <a:lnTo>
                  <a:pt x="951498" y="6328"/>
                </a:lnTo>
                <a:lnTo>
                  <a:pt x="951265" y="6040"/>
                </a:lnTo>
                <a:lnTo>
                  <a:pt x="951018" y="5748"/>
                </a:lnTo>
                <a:lnTo>
                  <a:pt x="950754" y="5452"/>
                </a:lnTo>
                <a:lnTo>
                  <a:pt x="950473" y="5153"/>
                </a:lnTo>
                <a:lnTo>
                  <a:pt x="950175" y="4851"/>
                </a:lnTo>
                <a:lnTo>
                  <a:pt x="949857" y="4546"/>
                </a:lnTo>
                <a:lnTo>
                  <a:pt x="949519" y="4238"/>
                </a:lnTo>
                <a:lnTo>
                  <a:pt x="949160" y="3928"/>
                </a:lnTo>
                <a:lnTo>
                  <a:pt x="948778" y="3615"/>
                </a:lnTo>
                <a:lnTo>
                  <a:pt x="948373" y="3300"/>
                </a:lnTo>
                <a:lnTo>
                  <a:pt x="947943" y="2983"/>
                </a:lnTo>
                <a:lnTo>
                  <a:pt x="947487" y="2664"/>
                </a:lnTo>
                <a:lnTo>
                  <a:pt x="947004" y="2343"/>
                </a:lnTo>
                <a:lnTo>
                  <a:pt x="946742" y="2187"/>
                </a:lnTo>
                <a:lnTo>
                  <a:pt x="946470" y="2033"/>
                </a:lnTo>
                <a:lnTo>
                  <a:pt x="946189" y="1881"/>
                </a:lnTo>
                <a:lnTo>
                  <a:pt x="945898" y="1733"/>
                </a:lnTo>
                <a:lnTo>
                  <a:pt x="945599" y="1588"/>
                </a:lnTo>
                <a:lnTo>
                  <a:pt x="945291" y="1447"/>
                </a:lnTo>
                <a:lnTo>
                  <a:pt x="944975" y="1309"/>
                </a:lnTo>
                <a:lnTo>
                  <a:pt x="944651" y="1177"/>
                </a:lnTo>
                <a:lnTo>
                  <a:pt x="944320" y="1049"/>
                </a:lnTo>
                <a:lnTo>
                  <a:pt x="943982" y="927"/>
                </a:lnTo>
                <a:lnTo>
                  <a:pt x="943637" y="810"/>
                </a:lnTo>
                <a:lnTo>
                  <a:pt x="943286" y="700"/>
                </a:lnTo>
                <a:lnTo>
                  <a:pt x="942928" y="596"/>
                </a:lnTo>
                <a:lnTo>
                  <a:pt x="942565" y="499"/>
                </a:lnTo>
                <a:lnTo>
                  <a:pt x="942196" y="410"/>
                </a:lnTo>
                <a:lnTo>
                  <a:pt x="941822" y="328"/>
                </a:lnTo>
                <a:lnTo>
                  <a:pt x="941444" y="254"/>
                </a:lnTo>
                <a:lnTo>
                  <a:pt x="941061" y="189"/>
                </a:lnTo>
                <a:lnTo>
                  <a:pt x="940674" y="133"/>
                </a:lnTo>
                <a:lnTo>
                  <a:pt x="940283" y="86"/>
                </a:lnTo>
                <a:lnTo>
                  <a:pt x="939889" y="49"/>
                </a:lnTo>
                <a:lnTo>
                  <a:pt x="939491" y="22"/>
                </a:lnTo>
                <a:lnTo>
                  <a:pt x="939091" y="6"/>
                </a:lnTo>
                <a:lnTo>
                  <a:pt x="938689" y="0"/>
                </a:lnTo>
                <a:lnTo>
                  <a:pt x="26775" y="0"/>
                </a:lnTo>
                <a:lnTo>
                  <a:pt x="26372" y="6"/>
                </a:lnTo>
                <a:lnTo>
                  <a:pt x="25972" y="22"/>
                </a:lnTo>
                <a:lnTo>
                  <a:pt x="25575" y="49"/>
                </a:lnTo>
                <a:lnTo>
                  <a:pt x="25181" y="86"/>
                </a:lnTo>
                <a:lnTo>
                  <a:pt x="24790" y="133"/>
                </a:lnTo>
                <a:lnTo>
                  <a:pt x="24403" y="189"/>
                </a:lnTo>
                <a:lnTo>
                  <a:pt x="24020" y="254"/>
                </a:lnTo>
                <a:lnTo>
                  <a:pt x="23641" y="328"/>
                </a:lnTo>
                <a:lnTo>
                  <a:pt x="23267" y="410"/>
                </a:lnTo>
                <a:lnTo>
                  <a:pt x="22899" y="499"/>
                </a:lnTo>
                <a:lnTo>
                  <a:pt x="22535" y="596"/>
                </a:lnTo>
                <a:lnTo>
                  <a:pt x="22178" y="700"/>
                </a:lnTo>
                <a:lnTo>
                  <a:pt x="21826" y="810"/>
                </a:lnTo>
                <a:lnTo>
                  <a:pt x="21481" y="927"/>
                </a:lnTo>
                <a:lnTo>
                  <a:pt x="21143" y="1049"/>
                </a:lnTo>
                <a:lnTo>
                  <a:pt x="20812" y="1177"/>
                </a:lnTo>
                <a:lnTo>
                  <a:pt x="20488" y="1309"/>
                </a:lnTo>
                <a:lnTo>
                  <a:pt x="20173" y="1447"/>
                </a:lnTo>
                <a:lnTo>
                  <a:pt x="19865" y="1588"/>
                </a:lnTo>
                <a:lnTo>
                  <a:pt x="19566" y="1733"/>
                </a:lnTo>
                <a:lnTo>
                  <a:pt x="19275" y="1881"/>
                </a:lnTo>
                <a:lnTo>
                  <a:pt x="18994" y="2033"/>
                </a:lnTo>
                <a:lnTo>
                  <a:pt x="18722" y="2187"/>
                </a:lnTo>
                <a:lnTo>
                  <a:pt x="18459" y="2343"/>
                </a:lnTo>
                <a:lnTo>
                  <a:pt x="14116" y="6172"/>
                </a:lnTo>
                <a:lnTo>
                  <a:pt x="10658" y="12144"/>
                </a:lnTo>
                <a:lnTo>
                  <a:pt x="10486" y="12583"/>
                </a:lnTo>
                <a:lnTo>
                  <a:pt x="10320" y="13022"/>
                </a:lnTo>
                <a:lnTo>
                  <a:pt x="10159" y="13460"/>
                </a:lnTo>
                <a:lnTo>
                  <a:pt x="10003" y="13898"/>
                </a:lnTo>
                <a:lnTo>
                  <a:pt x="9853" y="14337"/>
                </a:lnTo>
                <a:lnTo>
                  <a:pt x="9707" y="14777"/>
                </a:lnTo>
                <a:lnTo>
                  <a:pt x="9565" y="15218"/>
                </a:lnTo>
                <a:lnTo>
                  <a:pt x="9428" y="15660"/>
                </a:lnTo>
                <a:lnTo>
                  <a:pt x="9294" y="16104"/>
                </a:lnTo>
                <a:lnTo>
                  <a:pt x="9165" y="16551"/>
                </a:lnTo>
                <a:lnTo>
                  <a:pt x="9038" y="17000"/>
                </a:lnTo>
                <a:lnTo>
                  <a:pt x="8915" y="17452"/>
                </a:lnTo>
                <a:lnTo>
                  <a:pt x="8795" y="17908"/>
                </a:lnTo>
                <a:lnTo>
                  <a:pt x="8678" y="18366"/>
                </a:lnTo>
                <a:lnTo>
                  <a:pt x="8563" y="18829"/>
                </a:lnTo>
                <a:lnTo>
                  <a:pt x="8451" y="19297"/>
                </a:lnTo>
                <a:lnTo>
                  <a:pt x="8340" y="19768"/>
                </a:lnTo>
                <a:lnTo>
                  <a:pt x="8231" y="20245"/>
                </a:lnTo>
                <a:lnTo>
                  <a:pt x="8124" y="20728"/>
                </a:lnTo>
                <a:lnTo>
                  <a:pt x="8018" y="21216"/>
                </a:lnTo>
                <a:lnTo>
                  <a:pt x="7913" y="21710"/>
                </a:lnTo>
                <a:lnTo>
                  <a:pt x="7808" y="22210"/>
                </a:lnTo>
                <a:lnTo>
                  <a:pt x="7705" y="22717"/>
                </a:lnTo>
                <a:lnTo>
                  <a:pt x="7601" y="23231"/>
                </a:lnTo>
                <a:lnTo>
                  <a:pt x="7399" y="24277"/>
                </a:lnTo>
                <a:lnTo>
                  <a:pt x="7201" y="25350"/>
                </a:lnTo>
                <a:lnTo>
                  <a:pt x="7006" y="26450"/>
                </a:lnTo>
                <a:lnTo>
                  <a:pt x="6814" y="27577"/>
                </a:lnTo>
                <a:lnTo>
                  <a:pt x="6626" y="28730"/>
                </a:lnTo>
                <a:lnTo>
                  <a:pt x="6441" y="29910"/>
                </a:lnTo>
                <a:lnTo>
                  <a:pt x="6259" y="31117"/>
                </a:lnTo>
                <a:lnTo>
                  <a:pt x="6080" y="32351"/>
                </a:lnTo>
                <a:lnTo>
                  <a:pt x="5904" y="33611"/>
                </a:lnTo>
                <a:lnTo>
                  <a:pt x="5731" y="34898"/>
                </a:lnTo>
                <a:lnTo>
                  <a:pt x="5561" y="36211"/>
                </a:lnTo>
                <a:lnTo>
                  <a:pt x="5394" y="37551"/>
                </a:lnTo>
                <a:lnTo>
                  <a:pt x="5229" y="38917"/>
                </a:lnTo>
                <a:lnTo>
                  <a:pt x="5067" y="40309"/>
                </a:lnTo>
                <a:lnTo>
                  <a:pt x="4907" y="41728"/>
                </a:lnTo>
                <a:lnTo>
                  <a:pt x="4750" y="43173"/>
                </a:lnTo>
                <a:lnTo>
                  <a:pt x="4595" y="44643"/>
                </a:lnTo>
                <a:lnTo>
                  <a:pt x="4443" y="46140"/>
                </a:lnTo>
                <a:lnTo>
                  <a:pt x="4292" y="47663"/>
                </a:lnTo>
                <a:lnTo>
                  <a:pt x="4144" y="49212"/>
                </a:lnTo>
                <a:lnTo>
                  <a:pt x="3998" y="50786"/>
                </a:lnTo>
                <a:lnTo>
                  <a:pt x="3854" y="52386"/>
                </a:lnTo>
                <a:lnTo>
                  <a:pt x="3712" y="54012"/>
                </a:lnTo>
                <a:lnTo>
                  <a:pt x="3572" y="55664"/>
                </a:lnTo>
                <a:lnTo>
                  <a:pt x="3298" y="59039"/>
                </a:lnTo>
                <a:lnTo>
                  <a:pt x="3033" y="62512"/>
                </a:lnTo>
                <a:lnTo>
                  <a:pt x="2778" y="66079"/>
                </a:lnTo>
                <a:lnTo>
                  <a:pt x="2533" y="69739"/>
                </a:lnTo>
                <a:lnTo>
                  <a:pt x="2298" y="73489"/>
                </a:lnTo>
                <a:lnTo>
                  <a:pt x="2073" y="77327"/>
                </a:lnTo>
                <a:lnTo>
                  <a:pt x="1859" y="81249"/>
                </a:lnTo>
                <a:lnTo>
                  <a:pt x="1655" y="85254"/>
                </a:lnTo>
                <a:lnTo>
                  <a:pt x="1462" y="89339"/>
                </a:lnTo>
                <a:lnTo>
                  <a:pt x="1280" y="93501"/>
                </a:lnTo>
                <a:lnTo>
                  <a:pt x="1109" y="97739"/>
                </a:lnTo>
                <a:lnTo>
                  <a:pt x="950" y="102048"/>
                </a:lnTo>
                <a:lnTo>
                  <a:pt x="802" y="106428"/>
                </a:lnTo>
                <a:lnTo>
                  <a:pt x="666" y="110875"/>
                </a:lnTo>
                <a:lnTo>
                  <a:pt x="542" y="115388"/>
                </a:lnTo>
                <a:lnTo>
                  <a:pt x="431" y="119962"/>
                </a:lnTo>
                <a:lnTo>
                  <a:pt x="331" y="124597"/>
                </a:lnTo>
                <a:lnTo>
                  <a:pt x="245" y="129288"/>
                </a:lnTo>
                <a:lnTo>
                  <a:pt x="171" y="134035"/>
                </a:lnTo>
                <a:lnTo>
                  <a:pt x="110" y="138835"/>
                </a:lnTo>
                <a:lnTo>
                  <a:pt x="62" y="143684"/>
                </a:lnTo>
                <a:lnTo>
                  <a:pt x="28" y="148580"/>
                </a:lnTo>
                <a:lnTo>
                  <a:pt x="7" y="153522"/>
                </a:lnTo>
                <a:lnTo>
                  <a:pt x="0" y="158506"/>
                </a:lnTo>
                <a:lnTo>
                  <a:pt x="29604" y="158506"/>
                </a:lnTo>
                <a:lnTo>
                  <a:pt x="29616" y="152056"/>
                </a:lnTo>
                <a:lnTo>
                  <a:pt x="29652" y="145678"/>
                </a:lnTo>
                <a:lnTo>
                  <a:pt x="29712" y="139378"/>
                </a:lnTo>
                <a:lnTo>
                  <a:pt x="29795" y="133163"/>
                </a:lnTo>
                <a:lnTo>
                  <a:pt x="29900" y="127040"/>
                </a:lnTo>
                <a:lnTo>
                  <a:pt x="30026" y="121016"/>
                </a:lnTo>
                <a:lnTo>
                  <a:pt x="30174" y="115097"/>
                </a:lnTo>
                <a:lnTo>
                  <a:pt x="30341" y="109291"/>
                </a:lnTo>
                <a:lnTo>
                  <a:pt x="30529" y="103604"/>
                </a:lnTo>
                <a:lnTo>
                  <a:pt x="30736" y="98042"/>
                </a:lnTo>
                <a:lnTo>
                  <a:pt x="30961" y="92614"/>
                </a:lnTo>
                <a:lnTo>
                  <a:pt x="31204" y="87325"/>
                </a:lnTo>
                <a:lnTo>
                  <a:pt x="31464" y="82183"/>
                </a:lnTo>
                <a:lnTo>
                  <a:pt x="31741" y="77194"/>
                </a:lnTo>
                <a:lnTo>
                  <a:pt x="32034" y="72365"/>
                </a:lnTo>
                <a:lnTo>
                  <a:pt x="32343" y="67703"/>
                </a:lnTo>
                <a:lnTo>
                  <a:pt x="32666" y="63214"/>
                </a:lnTo>
                <a:lnTo>
                  <a:pt x="33003" y="58906"/>
                </a:lnTo>
                <a:lnTo>
                  <a:pt x="33354" y="54786"/>
                </a:lnTo>
                <a:lnTo>
                  <a:pt x="33718" y="50860"/>
                </a:lnTo>
                <a:lnTo>
                  <a:pt x="34094" y="47135"/>
                </a:lnTo>
                <a:lnTo>
                  <a:pt x="34482" y="43617"/>
                </a:lnTo>
                <a:lnTo>
                  <a:pt x="34881" y="40314"/>
                </a:lnTo>
                <a:lnTo>
                  <a:pt x="35290" y="37233"/>
                </a:lnTo>
                <a:lnTo>
                  <a:pt x="35418" y="36279"/>
                </a:lnTo>
                <a:lnTo>
                  <a:pt x="35549" y="35347"/>
                </a:lnTo>
                <a:lnTo>
                  <a:pt x="35685" y="34438"/>
                </a:lnTo>
                <a:lnTo>
                  <a:pt x="35823" y="33553"/>
                </a:lnTo>
                <a:lnTo>
                  <a:pt x="35963" y="32695"/>
                </a:lnTo>
                <a:lnTo>
                  <a:pt x="36105" y="31864"/>
                </a:lnTo>
                <a:lnTo>
                  <a:pt x="36248" y="31062"/>
                </a:lnTo>
                <a:lnTo>
                  <a:pt x="36391" y="30291"/>
                </a:lnTo>
                <a:lnTo>
                  <a:pt x="36523" y="29604"/>
                </a:lnTo>
                <a:lnTo>
                  <a:pt x="928950" y="29604"/>
                </a:lnTo>
                <a:lnTo>
                  <a:pt x="928984" y="29781"/>
                </a:lnTo>
                <a:lnTo>
                  <a:pt x="929139" y="30627"/>
                </a:lnTo>
                <a:lnTo>
                  <a:pt x="929293" y="31513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7ee6432fc4d9d"/>
          <a:stretch xmlns:a="http://schemas.openxmlformats.org/drawingml/2006/main"/>
        </p:blipFill>
        <p:spPr>
          <a:xfrm xmlns:a="http://schemas.openxmlformats.org/drawingml/2006/main">
            <a:off x="5244455" y="1286132"/>
            <a:ext cx="546211" cy="546211"/>
          </a:xfrm>
          <a:prstGeom xmlns:a="http://schemas.openxmlformats.org/drawingml/2006/main" prst="rect">
            <a:avLst/>
          </a:prstGeom>
        </p:spPr>
      </p:pic>
      <p:sp>
        <p:nvSpPr>
          <p:cNvPr id="24" name="Text 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A8BB4242-9090-4C26-A8CE-51B99ADF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972" y="1776896"/>
            <a:ext cx="923361" cy="109175"/>
          </a:xfrm>
          <a:custGeom xmlns:a="http://schemas.openxmlformats.org/drawingml/2006/main">
            <a:pathLst>
              <a:path w="923361" h="109175">
                <a:moveTo>
                  <a:pt x="0" y="2313"/>
                </a:moveTo>
                <a:lnTo>
                  <a:pt x="53971" y="2313"/>
                </a:lnTo>
                <a:lnTo>
                  <a:pt x="53971" y="5089"/>
                </a:lnTo>
                <a:lnTo>
                  <a:pt x="51272" y="5089"/>
                </a:lnTo>
                <a:cubicBezTo>
                  <a:pt x="47211" y="5089"/>
                  <a:pt x="44423" y="5515"/>
                  <a:pt x="42907" y="6368"/>
                </a:cubicBezTo>
                <a:cubicBezTo>
                  <a:pt x="41390" y="7219"/>
                  <a:pt x="40311" y="8394"/>
                  <a:pt x="39668" y="9893"/>
                </a:cubicBezTo>
                <a:cubicBezTo>
                  <a:pt x="39026" y="11390"/>
                  <a:pt x="38705" y="15134"/>
                  <a:pt x="38705" y="21126"/>
                </a:cubicBezTo>
                <a:lnTo>
                  <a:pt x="38705" y="72222"/>
                </a:lnTo>
                <a:cubicBezTo>
                  <a:pt x="38705" y="81559"/>
                  <a:pt x="39411" y="87742"/>
                  <a:pt x="40825" y="90769"/>
                </a:cubicBezTo>
                <a:cubicBezTo>
                  <a:pt x="42238" y="93796"/>
                  <a:pt x="44564" y="96309"/>
                  <a:pt x="47803" y="98311"/>
                </a:cubicBezTo>
                <a:cubicBezTo>
                  <a:pt x="51041" y="100311"/>
                  <a:pt x="55127" y="101311"/>
                  <a:pt x="60062" y="101311"/>
                </a:cubicBezTo>
                <a:cubicBezTo>
                  <a:pt x="65716" y="101311"/>
                  <a:pt x="70534" y="100041"/>
                  <a:pt x="74518" y="97501"/>
                </a:cubicBezTo>
                <a:cubicBezTo>
                  <a:pt x="78502" y="94962"/>
                  <a:pt x="81483" y="91461"/>
                  <a:pt x="83462" y="86999"/>
                </a:cubicBezTo>
                <a:cubicBezTo>
                  <a:pt x="85441" y="82535"/>
                  <a:pt x="86430" y="74762"/>
                  <a:pt x="86430" y="63681"/>
                </a:cubicBezTo>
                <a:lnTo>
                  <a:pt x="86430" y="21126"/>
                </a:lnTo>
                <a:cubicBezTo>
                  <a:pt x="86430" y="16426"/>
                  <a:pt x="85942" y="13069"/>
                  <a:pt x="84965" y="11054"/>
                </a:cubicBezTo>
                <a:cubicBezTo>
                  <a:pt x="83989" y="9040"/>
                  <a:pt x="82755" y="7646"/>
                  <a:pt x="81264" y="6872"/>
                </a:cubicBezTo>
                <a:cubicBezTo>
                  <a:pt x="78951" y="5683"/>
                  <a:pt x="75687" y="5089"/>
                  <a:pt x="71473" y="5089"/>
                </a:cubicBezTo>
                <a:lnTo>
                  <a:pt x="71473" y="2313"/>
                </a:lnTo>
                <a:lnTo>
                  <a:pt x="107633" y="2313"/>
                </a:lnTo>
                <a:lnTo>
                  <a:pt x="107633" y="5089"/>
                </a:lnTo>
                <a:lnTo>
                  <a:pt x="105474" y="5089"/>
                </a:lnTo>
                <a:cubicBezTo>
                  <a:pt x="102544" y="5089"/>
                  <a:pt x="100103" y="5683"/>
                  <a:pt x="98149" y="6872"/>
                </a:cubicBezTo>
                <a:cubicBezTo>
                  <a:pt x="96196" y="8059"/>
                  <a:pt x="94783" y="9840"/>
                  <a:pt x="93909" y="12216"/>
                </a:cubicBezTo>
                <a:cubicBezTo>
                  <a:pt x="93241" y="13869"/>
                  <a:pt x="92907" y="16839"/>
                  <a:pt x="92907" y="21126"/>
                </a:cubicBezTo>
                <a:lnTo>
                  <a:pt x="92907" y="60763"/>
                </a:lnTo>
                <a:cubicBezTo>
                  <a:pt x="92907" y="73027"/>
                  <a:pt x="92097" y="81878"/>
                  <a:pt x="90478" y="87317"/>
                </a:cubicBezTo>
                <a:cubicBezTo>
                  <a:pt x="88859" y="92756"/>
                  <a:pt x="84914" y="97758"/>
                  <a:pt x="78643" y="102325"/>
                </a:cubicBezTo>
                <a:cubicBezTo>
                  <a:pt x="72372" y="106892"/>
                  <a:pt x="63814" y="109175"/>
                  <a:pt x="52968" y="109175"/>
                </a:cubicBezTo>
                <a:cubicBezTo>
                  <a:pt x="43922" y="109175"/>
                  <a:pt x="36931" y="107969"/>
                  <a:pt x="31997" y="105558"/>
                </a:cubicBezTo>
                <a:cubicBezTo>
                  <a:pt x="25263" y="102274"/>
                  <a:pt x="20509" y="98066"/>
                  <a:pt x="17733" y="92935"/>
                </a:cubicBezTo>
                <a:cubicBezTo>
                  <a:pt x="14958" y="87803"/>
                  <a:pt x="13570" y="80902"/>
                  <a:pt x="13570" y="72231"/>
                </a:cubicBezTo>
                <a:lnTo>
                  <a:pt x="13570" y="21126"/>
                </a:lnTo>
                <a:cubicBezTo>
                  <a:pt x="13570" y="15083"/>
                  <a:pt x="13236" y="11326"/>
                  <a:pt x="12567" y="9854"/>
                </a:cubicBezTo>
                <a:cubicBezTo>
                  <a:pt x="11899" y="8382"/>
                  <a:pt x="10743" y="7207"/>
                  <a:pt x="9098" y="6329"/>
                </a:cubicBezTo>
                <a:cubicBezTo>
                  <a:pt x="7453" y="5451"/>
                  <a:pt x="4420" y="5037"/>
                  <a:pt x="0" y="5089"/>
                </a:cubicBezTo>
                <a:lnTo>
                  <a:pt x="0" y="2313"/>
                </a:lnTo>
                <a:close/>
                <a:moveTo>
                  <a:pt x="145141" y="34695"/>
                </a:moveTo>
                <a:lnTo>
                  <a:pt x="145141" y="44102"/>
                </a:lnTo>
                <a:cubicBezTo>
                  <a:pt x="148842" y="40065"/>
                  <a:pt x="152388" y="37129"/>
                  <a:pt x="155781" y="35293"/>
                </a:cubicBezTo>
                <a:cubicBezTo>
                  <a:pt x="159173" y="33455"/>
                  <a:pt x="162823" y="32537"/>
                  <a:pt x="166729" y="32537"/>
                </a:cubicBezTo>
                <a:cubicBezTo>
                  <a:pt x="171406" y="32537"/>
                  <a:pt x="175287" y="33836"/>
                  <a:pt x="178371" y="36435"/>
                </a:cubicBezTo>
                <a:cubicBezTo>
                  <a:pt x="181455" y="39034"/>
                  <a:pt x="183511" y="42263"/>
                  <a:pt x="184539" y="46123"/>
                </a:cubicBezTo>
                <a:cubicBezTo>
                  <a:pt x="185362" y="49058"/>
                  <a:pt x="185773" y="54694"/>
                  <a:pt x="185773" y="63032"/>
                </a:cubicBezTo>
                <a:lnTo>
                  <a:pt x="185773" y="91133"/>
                </a:lnTo>
                <a:cubicBezTo>
                  <a:pt x="185773" y="96684"/>
                  <a:pt x="186274" y="100141"/>
                  <a:pt x="187276" y="101503"/>
                </a:cubicBezTo>
                <a:cubicBezTo>
                  <a:pt x="188279" y="102865"/>
                  <a:pt x="190373" y="103726"/>
                  <a:pt x="193560" y="104086"/>
                </a:cubicBezTo>
                <a:lnTo>
                  <a:pt x="193560" y="106862"/>
                </a:lnTo>
                <a:lnTo>
                  <a:pt x="157091" y="106862"/>
                </a:lnTo>
                <a:lnTo>
                  <a:pt x="157091" y="104086"/>
                </a:lnTo>
                <a:cubicBezTo>
                  <a:pt x="159816" y="103726"/>
                  <a:pt x="161769" y="102596"/>
                  <a:pt x="162951" y="100694"/>
                </a:cubicBezTo>
                <a:cubicBezTo>
                  <a:pt x="163773" y="99409"/>
                  <a:pt x="164185" y="96222"/>
                  <a:pt x="164185" y="91133"/>
                </a:cubicBezTo>
                <a:lnTo>
                  <a:pt x="164185" y="59059"/>
                </a:lnTo>
                <a:cubicBezTo>
                  <a:pt x="164185" y="53148"/>
                  <a:pt x="163953" y="49422"/>
                  <a:pt x="163491" y="47880"/>
                </a:cubicBezTo>
                <a:cubicBezTo>
                  <a:pt x="163028" y="46338"/>
                  <a:pt x="162244" y="45143"/>
                  <a:pt x="161139" y="44294"/>
                </a:cubicBezTo>
                <a:cubicBezTo>
                  <a:pt x="160034" y="43446"/>
                  <a:pt x="158813" y="43022"/>
                  <a:pt x="157477" y="43022"/>
                </a:cubicBezTo>
                <a:cubicBezTo>
                  <a:pt x="153056" y="43022"/>
                  <a:pt x="148944" y="46209"/>
                  <a:pt x="145141" y="52583"/>
                </a:cubicBezTo>
                <a:lnTo>
                  <a:pt x="145141" y="91133"/>
                </a:lnTo>
                <a:cubicBezTo>
                  <a:pt x="145141" y="96530"/>
                  <a:pt x="145642" y="99948"/>
                  <a:pt x="146644" y="101388"/>
                </a:cubicBezTo>
                <a:cubicBezTo>
                  <a:pt x="147647" y="102827"/>
                  <a:pt x="149510" y="103726"/>
                  <a:pt x="152234" y="104086"/>
                </a:cubicBezTo>
                <a:lnTo>
                  <a:pt x="152234" y="106862"/>
                </a:lnTo>
                <a:lnTo>
                  <a:pt x="115765" y="106862"/>
                </a:lnTo>
                <a:lnTo>
                  <a:pt x="115765" y="104086"/>
                </a:lnTo>
                <a:cubicBezTo>
                  <a:pt x="118798" y="103778"/>
                  <a:pt x="120957" y="102801"/>
                  <a:pt x="122242" y="101156"/>
                </a:cubicBezTo>
                <a:cubicBezTo>
                  <a:pt x="123116" y="100026"/>
                  <a:pt x="123553" y="96684"/>
                  <a:pt x="123553" y="91133"/>
                </a:cubicBezTo>
                <a:lnTo>
                  <a:pt x="123553" y="50424"/>
                </a:lnTo>
                <a:cubicBezTo>
                  <a:pt x="123553" y="44910"/>
                  <a:pt x="123051" y="41476"/>
                  <a:pt x="122049" y="40124"/>
                </a:cubicBezTo>
                <a:cubicBezTo>
                  <a:pt x="121047" y="38771"/>
                  <a:pt x="118952" y="37887"/>
                  <a:pt x="115765" y="37471"/>
                </a:cubicBezTo>
                <a:lnTo>
                  <a:pt x="115765" y="34695"/>
                </a:lnTo>
                <a:lnTo>
                  <a:pt x="145141" y="34695"/>
                </a:lnTo>
                <a:close/>
                <a:moveTo>
                  <a:pt x="243329" y="96222"/>
                </a:moveTo>
                <a:cubicBezTo>
                  <a:pt x="234540" y="104035"/>
                  <a:pt x="226650" y="107941"/>
                  <a:pt x="219659" y="107941"/>
                </a:cubicBezTo>
                <a:cubicBezTo>
                  <a:pt x="215547" y="107941"/>
                  <a:pt x="212129" y="106588"/>
                  <a:pt x="209405" y="103881"/>
                </a:cubicBezTo>
                <a:cubicBezTo>
                  <a:pt x="206681" y="101173"/>
                  <a:pt x="205319" y="97782"/>
                  <a:pt x="205319" y="93709"/>
                </a:cubicBezTo>
                <a:cubicBezTo>
                  <a:pt x="205319" y="88190"/>
                  <a:pt x="207683" y="83226"/>
                  <a:pt x="212412" y="78816"/>
                </a:cubicBezTo>
                <a:cubicBezTo>
                  <a:pt x="217141" y="74407"/>
                  <a:pt x="227446" y="68541"/>
                  <a:pt x="243329" y="61218"/>
                </a:cubicBezTo>
                <a:lnTo>
                  <a:pt x="243329" y="53971"/>
                </a:lnTo>
                <a:cubicBezTo>
                  <a:pt x="243329" y="48522"/>
                  <a:pt x="243034" y="45091"/>
                  <a:pt x="242443" y="43678"/>
                </a:cubicBezTo>
                <a:cubicBezTo>
                  <a:pt x="241851" y="42264"/>
                  <a:pt x="240734" y="41031"/>
                  <a:pt x="239089" y="39977"/>
                </a:cubicBezTo>
                <a:cubicBezTo>
                  <a:pt x="237444" y="38923"/>
                  <a:pt x="235593" y="38396"/>
                  <a:pt x="233537" y="38396"/>
                </a:cubicBezTo>
                <a:cubicBezTo>
                  <a:pt x="230196" y="38396"/>
                  <a:pt x="227446" y="39142"/>
                  <a:pt x="225288" y="40632"/>
                </a:cubicBezTo>
                <a:cubicBezTo>
                  <a:pt x="223951" y="41557"/>
                  <a:pt x="223283" y="42637"/>
                  <a:pt x="223283" y="43870"/>
                </a:cubicBezTo>
                <a:cubicBezTo>
                  <a:pt x="223283" y="44950"/>
                  <a:pt x="224003" y="46286"/>
                  <a:pt x="225442" y="47880"/>
                </a:cubicBezTo>
                <a:cubicBezTo>
                  <a:pt x="227395" y="50090"/>
                  <a:pt x="228372" y="52223"/>
                  <a:pt x="228372" y="54279"/>
                </a:cubicBezTo>
                <a:cubicBezTo>
                  <a:pt x="228372" y="56798"/>
                  <a:pt x="227434" y="58944"/>
                  <a:pt x="225558" y="60717"/>
                </a:cubicBezTo>
                <a:cubicBezTo>
                  <a:pt x="223681" y="62490"/>
                  <a:pt x="221227" y="63377"/>
                  <a:pt x="218194" y="63377"/>
                </a:cubicBezTo>
                <a:cubicBezTo>
                  <a:pt x="214956" y="63377"/>
                  <a:pt x="212245" y="62400"/>
                  <a:pt x="210060" y="60447"/>
                </a:cubicBezTo>
                <a:cubicBezTo>
                  <a:pt x="207876" y="58494"/>
                  <a:pt x="206783" y="56207"/>
                  <a:pt x="206783" y="53585"/>
                </a:cubicBezTo>
                <a:cubicBezTo>
                  <a:pt x="206783" y="49884"/>
                  <a:pt x="208248" y="46350"/>
                  <a:pt x="211178" y="42984"/>
                </a:cubicBezTo>
                <a:cubicBezTo>
                  <a:pt x="214108" y="39617"/>
                  <a:pt x="218194" y="37034"/>
                  <a:pt x="223437" y="35235"/>
                </a:cubicBezTo>
                <a:cubicBezTo>
                  <a:pt x="228680" y="33436"/>
                  <a:pt x="234129" y="32537"/>
                  <a:pt x="239783" y="32537"/>
                </a:cubicBezTo>
                <a:cubicBezTo>
                  <a:pt x="246619" y="32537"/>
                  <a:pt x="252029" y="33993"/>
                  <a:pt x="256012" y="36905"/>
                </a:cubicBezTo>
                <a:cubicBezTo>
                  <a:pt x="259996" y="39815"/>
                  <a:pt x="262579" y="42971"/>
                  <a:pt x="263761" y="46371"/>
                </a:cubicBezTo>
                <a:cubicBezTo>
                  <a:pt x="264481" y="48535"/>
                  <a:pt x="264840" y="53506"/>
                  <a:pt x="264840" y="61286"/>
                </a:cubicBezTo>
                <a:lnTo>
                  <a:pt x="264840" y="89338"/>
                </a:lnTo>
                <a:cubicBezTo>
                  <a:pt x="264840" y="92636"/>
                  <a:pt x="264969" y="94710"/>
                  <a:pt x="265226" y="95562"/>
                </a:cubicBezTo>
                <a:cubicBezTo>
                  <a:pt x="265483" y="96411"/>
                  <a:pt x="265868" y="97043"/>
                  <a:pt x="266382" y="97456"/>
                </a:cubicBezTo>
                <a:cubicBezTo>
                  <a:pt x="266896" y="97867"/>
                  <a:pt x="267488" y="98072"/>
                  <a:pt x="268156" y="98072"/>
                </a:cubicBezTo>
                <a:cubicBezTo>
                  <a:pt x="269492" y="98072"/>
                  <a:pt x="270854" y="97121"/>
                  <a:pt x="272242" y="95220"/>
                </a:cubicBezTo>
                <a:lnTo>
                  <a:pt x="274555" y="97070"/>
                </a:lnTo>
                <a:cubicBezTo>
                  <a:pt x="271985" y="100874"/>
                  <a:pt x="269325" y="103636"/>
                  <a:pt x="266575" y="105358"/>
                </a:cubicBezTo>
                <a:cubicBezTo>
                  <a:pt x="263825" y="107080"/>
                  <a:pt x="260703" y="107941"/>
                  <a:pt x="257207" y="107941"/>
                </a:cubicBezTo>
                <a:cubicBezTo>
                  <a:pt x="253095" y="107941"/>
                  <a:pt x="249883" y="106971"/>
                  <a:pt x="247570" y="105031"/>
                </a:cubicBezTo>
                <a:cubicBezTo>
                  <a:pt x="245257" y="103090"/>
                  <a:pt x="243843" y="100154"/>
                  <a:pt x="243329" y="96222"/>
                </a:cubicBezTo>
                <a:moveTo>
                  <a:pt x="243329" y="90516"/>
                </a:moveTo>
                <a:lnTo>
                  <a:pt x="243329" y="66398"/>
                </a:lnTo>
                <a:cubicBezTo>
                  <a:pt x="237110" y="70065"/>
                  <a:pt x="232484" y="73991"/>
                  <a:pt x="229451" y="78175"/>
                </a:cubicBezTo>
                <a:cubicBezTo>
                  <a:pt x="227446" y="80964"/>
                  <a:pt x="226444" y="83779"/>
                  <a:pt x="226444" y="86620"/>
                </a:cubicBezTo>
                <a:cubicBezTo>
                  <a:pt x="226444" y="88996"/>
                  <a:pt x="227292" y="91088"/>
                  <a:pt x="228989" y="92897"/>
                </a:cubicBezTo>
                <a:cubicBezTo>
                  <a:pt x="230274" y="94291"/>
                  <a:pt x="232073" y="94988"/>
                  <a:pt x="234386" y="94988"/>
                </a:cubicBezTo>
                <a:cubicBezTo>
                  <a:pt x="236956" y="94988"/>
                  <a:pt x="239937" y="93498"/>
                  <a:pt x="243329" y="90516"/>
                </a:cubicBezTo>
                <a:close/>
                <a:moveTo>
                  <a:pt x="352182" y="34695"/>
                </a:moveTo>
                <a:lnTo>
                  <a:pt x="352182" y="91133"/>
                </a:lnTo>
                <a:cubicBezTo>
                  <a:pt x="352182" y="96667"/>
                  <a:pt x="352696" y="100119"/>
                  <a:pt x="353724" y="101489"/>
                </a:cubicBezTo>
                <a:cubicBezTo>
                  <a:pt x="354752" y="102859"/>
                  <a:pt x="356834" y="103725"/>
                  <a:pt x="359969" y="104086"/>
                </a:cubicBezTo>
                <a:lnTo>
                  <a:pt x="359969" y="106862"/>
                </a:lnTo>
                <a:lnTo>
                  <a:pt x="330594" y="106862"/>
                </a:lnTo>
                <a:lnTo>
                  <a:pt x="330594" y="97224"/>
                </a:lnTo>
                <a:cubicBezTo>
                  <a:pt x="327150" y="101336"/>
                  <a:pt x="323706" y="104330"/>
                  <a:pt x="320262" y="106206"/>
                </a:cubicBezTo>
                <a:cubicBezTo>
                  <a:pt x="316818" y="108083"/>
                  <a:pt x="312963" y="109021"/>
                  <a:pt x="308697" y="109021"/>
                </a:cubicBezTo>
                <a:cubicBezTo>
                  <a:pt x="304636" y="109021"/>
                  <a:pt x="301026" y="107774"/>
                  <a:pt x="297864" y="105281"/>
                </a:cubicBezTo>
                <a:cubicBezTo>
                  <a:pt x="294703" y="102788"/>
                  <a:pt x="292583" y="99871"/>
                  <a:pt x="291504" y="96530"/>
                </a:cubicBezTo>
                <a:cubicBezTo>
                  <a:pt x="290424" y="93189"/>
                  <a:pt x="289885" y="87355"/>
                  <a:pt x="289885" y="79028"/>
                </a:cubicBezTo>
                <a:lnTo>
                  <a:pt x="289885" y="50424"/>
                </a:lnTo>
                <a:cubicBezTo>
                  <a:pt x="289885" y="44910"/>
                  <a:pt x="289383" y="41476"/>
                  <a:pt x="288381" y="40124"/>
                </a:cubicBezTo>
                <a:cubicBezTo>
                  <a:pt x="287379" y="38771"/>
                  <a:pt x="285284" y="37887"/>
                  <a:pt x="282097" y="37471"/>
                </a:cubicBezTo>
                <a:lnTo>
                  <a:pt x="282097" y="34695"/>
                </a:lnTo>
                <a:lnTo>
                  <a:pt x="311473" y="34695"/>
                </a:lnTo>
                <a:lnTo>
                  <a:pt x="311473" y="84023"/>
                </a:lnTo>
                <a:cubicBezTo>
                  <a:pt x="311473" y="89170"/>
                  <a:pt x="311717" y="92489"/>
                  <a:pt x="312205" y="93981"/>
                </a:cubicBezTo>
                <a:cubicBezTo>
                  <a:pt x="312694" y="95473"/>
                  <a:pt x="313465" y="96606"/>
                  <a:pt x="314518" y="97378"/>
                </a:cubicBezTo>
                <a:cubicBezTo>
                  <a:pt x="315572" y="98149"/>
                  <a:pt x="316793" y="98535"/>
                  <a:pt x="318181" y="98535"/>
                </a:cubicBezTo>
                <a:cubicBezTo>
                  <a:pt x="320031" y="98535"/>
                  <a:pt x="321701" y="98047"/>
                  <a:pt x="323192" y="97070"/>
                </a:cubicBezTo>
                <a:cubicBezTo>
                  <a:pt x="325248" y="95734"/>
                  <a:pt x="327715" y="93035"/>
                  <a:pt x="330594" y="88974"/>
                </a:cubicBezTo>
                <a:lnTo>
                  <a:pt x="330594" y="50424"/>
                </a:lnTo>
                <a:cubicBezTo>
                  <a:pt x="330594" y="44910"/>
                  <a:pt x="330093" y="41476"/>
                  <a:pt x="329090" y="40124"/>
                </a:cubicBezTo>
                <a:cubicBezTo>
                  <a:pt x="328088" y="38771"/>
                  <a:pt x="325993" y="37887"/>
                  <a:pt x="322807" y="37471"/>
                </a:cubicBezTo>
                <a:lnTo>
                  <a:pt x="322807" y="34695"/>
                </a:lnTo>
                <a:lnTo>
                  <a:pt x="352182" y="34695"/>
                </a:lnTo>
                <a:close/>
                <a:moveTo>
                  <a:pt x="399021" y="8173"/>
                </a:moveTo>
                <a:lnTo>
                  <a:pt x="399021" y="34695"/>
                </a:lnTo>
                <a:lnTo>
                  <a:pt x="416138" y="34695"/>
                </a:lnTo>
                <a:lnTo>
                  <a:pt x="416138" y="42251"/>
                </a:lnTo>
                <a:lnTo>
                  <a:pt x="399021" y="42251"/>
                </a:lnTo>
                <a:lnTo>
                  <a:pt x="399021" y="86859"/>
                </a:lnTo>
                <a:cubicBezTo>
                  <a:pt x="399021" y="91034"/>
                  <a:pt x="399214" y="93727"/>
                  <a:pt x="399600" y="94938"/>
                </a:cubicBezTo>
                <a:cubicBezTo>
                  <a:pt x="399985" y="96149"/>
                  <a:pt x="400666" y="97129"/>
                  <a:pt x="401643" y="97877"/>
                </a:cubicBezTo>
                <a:cubicBezTo>
                  <a:pt x="402619" y="98624"/>
                  <a:pt x="403519" y="98998"/>
                  <a:pt x="404341" y="98998"/>
                </a:cubicBezTo>
                <a:cubicBezTo>
                  <a:pt x="407682" y="98998"/>
                  <a:pt x="410843" y="96427"/>
                  <a:pt x="413825" y="91287"/>
                </a:cubicBezTo>
                <a:lnTo>
                  <a:pt x="416138" y="93001"/>
                </a:lnTo>
                <a:cubicBezTo>
                  <a:pt x="411974" y="102961"/>
                  <a:pt x="405215" y="107941"/>
                  <a:pt x="395860" y="107941"/>
                </a:cubicBezTo>
                <a:cubicBezTo>
                  <a:pt x="391286" y="107941"/>
                  <a:pt x="387418" y="106665"/>
                  <a:pt x="384257" y="104113"/>
                </a:cubicBezTo>
                <a:cubicBezTo>
                  <a:pt x="381095" y="101559"/>
                  <a:pt x="379078" y="98708"/>
                  <a:pt x="378204" y="95562"/>
                </a:cubicBezTo>
                <a:cubicBezTo>
                  <a:pt x="377690" y="93808"/>
                  <a:pt x="377433" y="89062"/>
                  <a:pt x="377433" y="81325"/>
                </a:cubicBezTo>
                <a:lnTo>
                  <a:pt x="377433" y="42251"/>
                </a:lnTo>
                <a:lnTo>
                  <a:pt x="368027" y="42251"/>
                </a:lnTo>
                <a:lnTo>
                  <a:pt x="368027" y="39546"/>
                </a:lnTo>
                <a:cubicBezTo>
                  <a:pt x="374503" y="34961"/>
                  <a:pt x="380016" y="30145"/>
                  <a:pt x="384565" y="25096"/>
                </a:cubicBezTo>
                <a:cubicBezTo>
                  <a:pt x="389114" y="20048"/>
                  <a:pt x="393085" y="14407"/>
                  <a:pt x="396477" y="8173"/>
                </a:cubicBezTo>
                <a:lnTo>
                  <a:pt x="399021" y="8173"/>
                </a:lnTo>
                <a:close/>
                <a:moveTo>
                  <a:pt x="452514" y="2313"/>
                </a:moveTo>
                <a:lnTo>
                  <a:pt x="452514" y="44025"/>
                </a:lnTo>
                <a:cubicBezTo>
                  <a:pt x="456472" y="39832"/>
                  <a:pt x="460096" y="36869"/>
                  <a:pt x="463386" y="35136"/>
                </a:cubicBezTo>
                <a:cubicBezTo>
                  <a:pt x="466675" y="33403"/>
                  <a:pt x="470093" y="32537"/>
                  <a:pt x="473640" y="32537"/>
                </a:cubicBezTo>
                <a:cubicBezTo>
                  <a:pt x="478163" y="32537"/>
                  <a:pt x="482031" y="33822"/>
                  <a:pt x="485244" y="36392"/>
                </a:cubicBezTo>
                <a:cubicBezTo>
                  <a:pt x="488456" y="38962"/>
                  <a:pt x="490589" y="41981"/>
                  <a:pt x="491643" y="45451"/>
                </a:cubicBezTo>
                <a:cubicBezTo>
                  <a:pt x="492697" y="48921"/>
                  <a:pt x="493224" y="54767"/>
                  <a:pt x="493224" y="62991"/>
                </a:cubicBezTo>
                <a:lnTo>
                  <a:pt x="493224" y="91133"/>
                </a:lnTo>
                <a:cubicBezTo>
                  <a:pt x="493224" y="96667"/>
                  <a:pt x="493738" y="100119"/>
                  <a:pt x="494766" y="101489"/>
                </a:cubicBezTo>
                <a:cubicBezTo>
                  <a:pt x="495794" y="102859"/>
                  <a:pt x="497875" y="103725"/>
                  <a:pt x="501011" y="104086"/>
                </a:cubicBezTo>
                <a:lnTo>
                  <a:pt x="501011" y="106862"/>
                </a:lnTo>
                <a:lnTo>
                  <a:pt x="464465" y="106862"/>
                </a:lnTo>
                <a:lnTo>
                  <a:pt x="464465" y="104086"/>
                </a:lnTo>
                <a:cubicBezTo>
                  <a:pt x="467035" y="103725"/>
                  <a:pt x="468963" y="102690"/>
                  <a:pt x="470248" y="100983"/>
                </a:cubicBezTo>
                <a:cubicBezTo>
                  <a:pt x="471173" y="99638"/>
                  <a:pt x="471635" y="96355"/>
                  <a:pt x="471635" y="91133"/>
                </a:cubicBezTo>
                <a:lnTo>
                  <a:pt x="471635" y="59033"/>
                </a:lnTo>
                <a:cubicBezTo>
                  <a:pt x="471635" y="53080"/>
                  <a:pt x="471404" y="49347"/>
                  <a:pt x="470941" y="47834"/>
                </a:cubicBezTo>
                <a:cubicBezTo>
                  <a:pt x="470479" y="46319"/>
                  <a:pt x="469695" y="45139"/>
                  <a:pt x="468590" y="44292"/>
                </a:cubicBezTo>
                <a:cubicBezTo>
                  <a:pt x="467485" y="43446"/>
                  <a:pt x="466238" y="43022"/>
                  <a:pt x="464850" y="43022"/>
                </a:cubicBezTo>
                <a:cubicBezTo>
                  <a:pt x="462794" y="43022"/>
                  <a:pt x="460790" y="43729"/>
                  <a:pt x="458837" y="45143"/>
                </a:cubicBezTo>
                <a:cubicBezTo>
                  <a:pt x="456883" y="46556"/>
                  <a:pt x="454776" y="49036"/>
                  <a:pt x="452514" y="52583"/>
                </a:cubicBezTo>
                <a:lnTo>
                  <a:pt x="452514" y="91133"/>
                </a:lnTo>
                <a:cubicBezTo>
                  <a:pt x="452514" y="96304"/>
                  <a:pt x="452900" y="99536"/>
                  <a:pt x="453671" y="100829"/>
                </a:cubicBezTo>
                <a:cubicBezTo>
                  <a:pt x="454647" y="102586"/>
                  <a:pt x="456652" y="103672"/>
                  <a:pt x="459685" y="104086"/>
                </a:cubicBezTo>
                <a:lnTo>
                  <a:pt x="459685" y="106862"/>
                </a:lnTo>
                <a:lnTo>
                  <a:pt x="423139" y="106862"/>
                </a:lnTo>
                <a:lnTo>
                  <a:pt x="423139" y="104086"/>
                </a:lnTo>
                <a:cubicBezTo>
                  <a:pt x="426172" y="103776"/>
                  <a:pt x="428330" y="102794"/>
                  <a:pt x="429615" y="101139"/>
                </a:cubicBezTo>
                <a:cubicBezTo>
                  <a:pt x="430489" y="100002"/>
                  <a:pt x="430926" y="96667"/>
                  <a:pt x="430926" y="91133"/>
                </a:cubicBezTo>
                <a:lnTo>
                  <a:pt x="430926" y="18042"/>
                </a:lnTo>
                <a:cubicBezTo>
                  <a:pt x="430926" y="12527"/>
                  <a:pt x="430425" y="9094"/>
                  <a:pt x="429423" y="7741"/>
                </a:cubicBezTo>
                <a:cubicBezTo>
                  <a:pt x="428420" y="6389"/>
                  <a:pt x="426326" y="5505"/>
                  <a:pt x="423139" y="5089"/>
                </a:cubicBezTo>
                <a:lnTo>
                  <a:pt x="423139" y="2313"/>
                </a:lnTo>
                <a:lnTo>
                  <a:pt x="452514" y="2313"/>
                </a:lnTo>
                <a:close/>
                <a:moveTo>
                  <a:pt x="544920" y="32537"/>
                </a:moveTo>
                <a:cubicBezTo>
                  <a:pt x="551191" y="32537"/>
                  <a:pt x="557025" y="34157"/>
                  <a:pt x="562422" y="37399"/>
                </a:cubicBezTo>
                <a:cubicBezTo>
                  <a:pt x="567819" y="40640"/>
                  <a:pt x="571918" y="45245"/>
                  <a:pt x="574720" y="51214"/>
                </a:cubicBezTo>
                <a:cubicBezTo>
                  <a:pt x="577521" y="57183"/>
                  <a:pt x="578922" y="63717"/>
                  <a:pt x="578922" y="70817"/>
                </a:cubicBezTo>
                <a:cubicBezTo>
                  <a:pt x="578922" y="81056"/>
                  <a:pt x="576326" y="89623"/>
                  <a:pt x="571135" y="96518"/>
                </a:cubicBezTo>
                <a:cubicBezTo>
                  <a:pt x="564864" y="104853"/>
                  <a:pt x="556203" y="109021"/>
                  <a:pt x="545152" y="109021"/>
                </a:cubicBezTo>
                <a:cubicBezTo>
                  <a:pt x="534306" y="109021"/>
                  <a:pt x="525953" y="105213"/>
                  <a:pt x="520094" y="97598"/>
                </a:cubicBezTo>
                <a:cubicBezTo>
                  <a:pt x="514234" y="89982"/>
                  <a:pt x="511304" y="81158"/>
                  <a:pt x="511304" y="71126"/>
                </a:cubicBezTo>
                <a:cubicBezTo>
                  <a:pt x="511304" y="60784"/>
                  <a:pt x="514298" y="51768"/>
                  <a:pt x="520287" y="44075"/>
                </a:cubicBezTo>
                <a:cubicBezTo>
                  <a:pt x="526275" y="36383"/>
                  <a:pt x="534486" y="32537"/>
                  <a:pt x="544920" y="32537"/>
                </a:cubicBezTo>
                <a:moveTo>
                  <a:pt x="545229" y="37934"/>
                </a:moveTo>
                <a:cubicBezTo>
                  <a:pt x="542607" y="37934"/>
                  <a:pt x="540358" y="38925"/>
                  <a:pt x="538482" y="40907"/>
                </a:cubicBezTo>
                <a:cubicBezTo>
                  <a:pt x="536606" y="42887"/>
                  <a:pt x="535373" y="46798"/>
                  <a:pt x="534781" y="52638"/>
                </a:cubicBezTo>
                <a:cubicBezTo>
                  <a:pt x="534190" y="58479"/>
                  <a:pt x="533895" y="66597"/>
                  <a:pt x="533895" y="76992"/>
                </a:cubicBezTo>
                <a:cubicBezTo>
                  <a:pt x="533895" y="82499"/>
                  <a:pt x="534255" y="87645"/>
                  <a:pt x="534974" y="92432"/>
                </a:cubicBezTo>
                <a:cubicBezTo>
                  <a:pt x="535540" y="96085"/>
                  <a:pt x="536748" y="98863"/>
                  <a:pt x="538598" y="100768"/>
                </a:cubicBezTo>
                <a:cubicBezTo>
                  <a:pt x="540448" y="102672"/>
                  <a:pt x="542556" y="103624"/>
                  <a:pt x="544920" y="103624"/>
                </a:cubicBezTo>
                <a:cubicBezTo>
                  <a:pt x="547233" y="103624"/>
                  <a:pt x="549161" y="102980"/>
                  <a:pt x="550703" y="101694"/>
                </a:cubicBezTo>
                <a:cubicBezTo>
                  <a:pt x="552707" y="99944"/>
                  <a:pt x="554044" y="97500"/>
                  <a:pt x="554712" y="94359"/>
                </a:cubicBezTo>
                <a:cubicBezTo>
                  <a:pt x="555740" y="89472"/>
                  <a:pt x="556254" y="79591"/>
                  <a:pt x="556254" y="64719"/>
                </a:cubicBezTo>
                <a:cubicBezTo>
                  <a:pt x="556254" y="55971"/>
                  <a:pt x="555766" y="49964"/>
                  <a:pt x="554789" y="46697"/>
                </a:cubicBezTo>
                <a:cubicBezTo>
                  <a:pt x="553813" y="43428"/>
                  <a:pt x="552373" y="41047"/>
                  <a:pt x="550472" y="39555"/>
                </a:cubicBezTo>
                <a:cubicBezTo>
                  <a:pt x="549135" y="38474"/>
                  <a:pt x="547387" y="37934"/>
                  <a:pt x="545229" y="37934"/>
                </a:cubicBezTo>
                <a:close/>
                <a:moveTo>
                  <a:pt x="619849" y="34695"/>
                </a:moveTo>
                <a:lnTo>
                  <a:pt x="619849" y="51041"/>
                </a:lnTo>
                <a:cubicBezTo>
                  <a:pt x="624629" y="43588"/>
                  <a:pt x="628818" y="38640"/>
                  <a:pt x="632416" y="36199"/>
                </a:cubicBezTo>
                <a:cubicBezTo>
                  <a:pt x="636014" y="33757"/>
                  <a:pt x="639484" y="32537"/>
                  <a:pt x="642825" y="32537"/>
                </a:cubicBezTo>
                <a:cubicBezTo>
                  <a:pt x="645703" y="32537"/>
                  <a:pt x="648003" y="33426"/>
                  <a:pt x="649725" y="35206"/>
                </a:cubicBezTo>
                <a:cubicBezTo>
                  <a:pt x="651447" y="36986"/>
                  <a:pt x="652308" y="39501"/>
                  <a:pt x="652308" y="42750"/>
                </a:cubicBezTo>
                <a:cubicBezTo>
                  <a:pt x="652308" y="46207"/>
                  <a:pt x="651473" y="48890"/>
                  <a:pt x="649802" y="50800"/>
                </a:cubicBezTo>
                <a:cubicBezTo>
                  <a:pt x="648132" y="52708"/>
                  <a:pt x="646114" y="53662"/>
                  <a:pt x="643750" y="53662"/>
                </a:cubicBezTo>
                <a:cubicBezTo>
                  <a:pt x="641026" y="53662"/>
                  <a:pt x="638661" y="52788"/>
                  <a:pt x="636657" y="51041"/>
                </a:cubicBezTo>
                <a:cubicBezTo>
                  <a:pt x="634652" y="49293"/>
                  <a:pt x="633470" y="48317"/>
                  <a:pt x="633110" y="48111"/>
                </a:cubicBezTo>
                <a:cubicBezTo>
                  <a:pt x="632596" y="47803"/>
                  <a:pt x="632005" y="47648"/>
                  <a:pt x="631337" y="47648"/>
                </a:cubicBezTo>
                <a:cubicBezTo>
                  <a:pt x="629846" y="47648"/>
                  <a:pt x="628433" y="48214"/>
                  <a:pt x="627096" y="49345"/>
                </a:cubicBezTo>
                <a:cubicBezTo>
                  <a:pt x="624989" y="51092"/>
                  <a:pt x="623395" y="53585"/>
                  <a:pt x="622316" y="56823"/>
                </a:cubicBezTo>
                <a:cubicBezTo>
                  <a:pt x="620671" y="61809"/>
                  <a:pt x="619849" y="67309"/>
                  <a:pt x="619849" y="73323"/>
                </a:cubicBezTo>
                <a:lnTo>
                  <a:pt x="619849" y="89900"/>
                </a:lnTo>
                <a:lnTo>
                  <a:pt x="619926" y="94217"/>
                </a:lnTo>
                <a:cubicBezTo>
                  <a:pt x="619926" y="97147"/>
                  <a:pt x="620106" y="99023"/>
                  <a:pt x="620465" y="99846"/>
                </a:cubicBezTo>
                <a:cubicBezTo>
                  <a:pt x="621082" y="101233"/>
                  <a:pt x="621995" y="102249"/>
                  <a:pt x="623203" y="102891"/>
                </a:cubicBezTo>
                <a:cubicBezTo>
                  <a:pt x="624410" y="103534"/>
                  <a:pt x="626454" y="103932"/>
                  <a:pt x="629332" y="104086"/>
                </a:cubicBezTo>
                <a:lnTo>
                  <a:pt x="629332" y="106862"/>
                </a:lnTo>
                <a:lnTo>
                  <a:pt x="590396" y="106862"/>
                </a:lnTo>
                <a:lnTo>
                  <a:pt x="590396" y="104086"/>
                </a:lnTo>
                <a:cubicBezTo>
                  <a:pt x="593532" y="103829"/>
                  <a:pt x="595652" y="102968"/>
                  <a:pt x="596757" y="101503"/>
                </a:cubicBezTo>
                <a:cubicBezTo>
                  <a:pt x="597862" y="100038"/>
                  <a:pt x="598415" y="96170"/>
                  <a:pt x="598415" y="89900"/>
                </a:cubicBezTo>
                <a:lnTo>
                  <a:pt x="598415" y="49961"/>
                </a:lnTo>
                <a:cubicBezTo>
                  <a:pt x="598415" y="45824"/>
                  <a:pt x="598209" y="43186"/>
                  <a:pt x="597798" y="42049"/>
                </a:cubicBezTo>
                <a:cubicBezTo>
                  <a:pt x="597284" y="40600"/>
                  <a:pt x="596538" y="39540"/>
                  <a:pt x="595562" y="38868"/>
                </a:cubicBezTo>
                <a:cubicBezTo>
                  <a:pt x="594585" y="38195"/>
                  <a:pt x="592863" y="37730"/>
                  <a:pt x="590396" y="37471"/>
                </a:cubicBezTo>
                <a:lnTo>
                  <a:pt x="590396" y="34695"/>
                </a:lnTo>
                <a:lnTo>
                  <a:pt x="619849" y="34695"/>
                </a:lnTo>
                <a:close/>
                <a:moveTo>
                  <a:pt x="677453" y="0"/>
                </a:moveTo>
                <a:cubicBezTo>
                  <a:pt x="680794" y="0"/>
                  <a:pt x="683621" y="1173"/>
                  <a:pt x="685934" y="3520"/>
                </a:cubicBezTo>
                <a:cubicBezTo>
                  <a:pt x="688247" y="5865"/>
                  <a:pt x="689403" y="8688"/>
                  <a:pt x="689403" y="11989"/>
                </a:cubicBezTo>
                <a:cubicBezTo>
                  <a:pt x="689403" y="15290"/>
                  <a:pt x="688234" y="18101"/>
                  <a:pt x="685895" y="20422"/>
                </a:cubicBezTo>
                <a:cubicBezTo>
                  <a:pt x="683557" y="22742"/>
                  <a:pt x="680742" y="23901"/>
                  <a:pt x="677453" y="23901"/>
                </a:cubicBezTo>
                <a:cubicBezTo>
                  <a:pt x="674163" y="23901"/>
                  <a:pt x="671362" y="22742"/>
                  <a:pt x="669049" y="20422"/>
                </a:cubicBezTo>
                <a:cubicBezTo>
                  <a:pt x="666736" y="18101"/>
                  <a:pt x="665579" y="15290"/>
                  <a:pt x="665579" y="11989"/>
                </a:cubicBezTo>
                <a:cubicBezTo>
                  <a:pt x="665579" y="8688"/>
                  <a:pt x="666736" y="5865"/>
                  <a:pt x="669049" y="3520"/>
                </a:cubicBezTo>
                <a:cubicBezTo>
                  <a:pt x="671362" y="1173"/>
                  <a:pt x="674163" y="0"/>
                  <a:pt x="677453" y="0"/>
                </a:cubicBezTo>
                <a:moveTo>
                  <a:pt x="688247" y="34695"/>
                </a:moveTo>
                <a:lnTo>
                  <a:pt x="688247" y="91904"/>
                </a:lnTo>
                <a:cubicBezTo>
                  <a:pt x="688247" y="96993"/>
                  <a:pt x="688838" y="100244"/>
                  <a:pt x="690020" y="101658"/>
                </a:cubicBezTo>
                <a:cubicBezTo>
                  <a:pt x="691202" y="103071"/>
                  <a:pt x="693516" y="103881"/>
                  <a:pt x="696959" y="104086"/>
                </a:cubicBezTo>
                <a:lnTo>
                  <a:pt x="696959" y="106862"/>
                </a:lnTo>
                <a:lnTo>
                  <a:pt x="658023" y="106862"/>
                </a:lnTo>
                <a:lnTo>
                  <a:pt x="658023" y="104086"/>
                </a:lnTo>
                <a:cubicBezTo>
                  <a:pt x="661210" y="103983"/>
                  <a:pt x="663575" y="103058"/>
                  <a:pt x="665117" y="101311"/>
                </a:cubicBezTo>
                <a:cubicBezTo>
                  <a:pt x="666145" y="100128"/>
                  <a:pt x="666659" y="96993"/>
                  <a:pt x="666659" y="91904"/>
                </a:cubicBezTo>
                <a:lnTo>
                  <a:pt x="666659" y="49807"/>
                </a:lnTo>
                <a:cubicBezTo>
                  <a:pt x="666659" y="44654"/>
                  <a:pt x="666068" y="41362"/>
                  <a:pt x="664885" y="39931"/>
                </a:cubicBezTo>
                <a:cubicBezTo>
                  <a:pt x="663703" y="38500"/>
                  <a:pt x="661416" y="37680"/>
                  <a:pt x="658023" y="37471"/>
                </a:cubicBezTo>
                <a:lnTo>
                  <a:pt x="658023" y="34695"/>
                </a:lnTo>
                <a:lnTo>
                  <a:pt x="688247" y="34695"/>
                </a:lnTo>
                <a:close/>
                <a:moveTo>
                  <a:pt x="763124" y="106862"/>
                </a:moveTo>
                <a:lnTo>
                  <a:pt x="700364" y="106862"/>
                </a:lnTo>
                <a:lnTo>
                  <a:pt x="700364" y="105166"/>
                </a:lnTo>
                <a:lnTo>
                  <a:pt x="739994" y="39476"/>
                </a:lnTo>
                <a:lnTo>
                  <a:pt x="728429" y="39476"/>
                </a:lnTo>
                <a:cubicBezTo>
                  <a:pt x="723443" y="39476"/>
                  <a:pt x="719871" y="39924"/>
                  <a:pt x="717712" y="40820"/>
                </a:cubicBezTo>
                <a:cubicBezTo>
                  <a:pt x="715553" y="41715"/>
                  <a:pt x="713806" y="43147"/>
                  <a:pt x="712469" y="45116"/>
                </a:cubicBezTo>
                <a:cubicBezTo>
                  <a:pt x="711133" y="47085"/>
                  <a:pt x="709745" y="50602"/>
                  <a:pt x="708306" y="55667"/>
                </a:cubicBezTo>
                <a:lnTo>
                  <a:pt x="705607" y="55667"/>
                </a:lnTo>
                <a:lnTo>
                  <a:pt x="705607" y="34695"/>
                </a:lnTo>
                <a:lnTo>
                  <a:pt x="766286" y="34695"/>
                </a:lnTo>
                <a:lnTo>
                  <a:pt x="766286" y="36775"/>
                </a:lnTo>
                <a:lnTo>
                  <a:pt x="726964" y="101773"/>
                </a:lnTo>
                <a:lnTo>
                  <a:pt x="731899" y="101773"/>
                </a:lnTo>
                <a:cubicBezTo>
                  <a:pt x="741768" y="101773"/>
                  <a:pt x="748887" y="100371"/>
                  <a:pt x="753256" y="97566"/>
                </a:cubicBezTo>
                <a:cubicBezTo>
                  <a:pt x="757625" y="94760"/>
                  <a:pt x="760914" y="89635"/>
                  <a:pt x="763124" y="82190"/>
                </a:cubicBezTo>
                <a:lnTo>
                  <a:pt x="765283" y="82190"/>
                </a:lnTo>
                <a:lnTo>
                  <a:pt x="763124" y="106862"/>
                </a:lnTo>
                <a:close/>
                <a:moveTo>
                  <a:pt x="835301" y="68157"/>
                </a:moveTo>
                <a:lnTo>
                  <a:pt x="795749" y="68157"/>
                </a:lnTo>
                <a:cubicBezTo>
                  <a:pt x="796211" y="77743"/>
                  <a:pt x="798755" y="85319"/>
                  <a:pt x="803382" y="90885"/>
                </a:cubicBezTo>
                <a:cubicBezTo>
                  <a:pt x="806928" y="95163"/>
                  <a:pt x="811194" y="97301"/>
                  <a:pt x="816180" y="97301"/>
                </a:cubicBezTo>
                <a:cubicBezTo>
                  <a:pt x="819264" y="97301"/>
                  <a:pt x="822066" y="96440"/>
                  <a:pt x="824584" y="94718"/>
                </a:cubicBezTo>
                <a:cubicBezTo>
                  <a:pt x="827103" y="92997"/>
                  <a:pt x="829801" y="89900"/>
                  <a:pt x="832680" y="85428"/>
                </a:cubicBezTo>
                <a:lnTo>
                  <a:pt x="835301" y="87124"/>
                </a:lnTo>
                <a:cubicBezTo>
                  <a:pt x="831395" y="95091"/>
                  <a:pt x="827077" y="100732"/>
                  <a:pt x="822348" y="104048"/>
                </a:cubicBezTo>
                <a:cubicBezTo>
                  <a:pt x="817619" y="107363"/>
                  <a:pt x="812145" y="109021"/>
                  <a:pt x="805926" y="109021"/>
                </a:cubicBezTo>
                <a:cubicBezTo>
                  <a:pt x="795235" y="109021"/>
                  <a:pt x="787139" y="104905"/>
                  <a:pt x="781639" y="96672"/>
                </a:cubicBezTo>
                <a:cubicBezTo>
                  <a:pt x="777219" y="90035"/>
                  <a:pt x="775008" y="81803"/>
                  <a:pt x="775008" y="71976"/>
                </a:cubicBezTo>
                <a:cubicBezTo>
                  <a:pt x="775008" y="59935"/>
                  <a:pt x="778259" y="50352"/>
                  <a:pt x="784762" y="43227"/>
                </a:cubicBezTo>
                <a:cubicBezTo>
                  <a:pt x="791264" y="36100"/>
                  <a:pt x="798884" y="32537"/>
                  <a:pt x="807622" y="32537"/>
                </a:cubicBezTo>
                <a:cubicBezTo>
                  <a:pt x="814921" y="32537"/>
                  <a:pt x="821256" y="35531"/>
                  <a:pt x="826627" y="41519"/>
                </a:cubicBezTo>
                <a:cubicBezTo>
                  <a:pt x="831999" y="47507"/>
                  <a:pt x="834890" y="56386"/>
                  <a:pt x="835301" y="68157"/>
                </a:cubicBezTo>
                <a:moveTo>
                  <a:pt x="816334" y="63069"/>
                </a:moveTo>
                <a:cubicBezTo>
                  <a:pt x="816334" y="54793"/>
                  <a:pt x="815885" y="49113"/>
                  <a:pt x="814985" y="46029"/>
                </a:cubicBezTo>
                <a:cubicBezTo>
                  <a:pt x="814086" y="42945"/>
                  <a:pt x="812685" y="40606"/>
                  <a:pt x="810783" y="39013"/>
                </a:cubicBezTo>
                <a:cubicBezTo>
                  <a:pt x="809704" y="38088"/>
                  <a:pt x="808265" y="37625"/>
                  <a:pt x="806466" y="37625"/>
                </a:cubicBezTo>
                <a:cubicBezTo>
                  <a:pt x="803793" y="37625"/>
                  <a:pt x="801608" y="38936"/>
                  <a:pt x="799912" y="41557"/>
                </a:cubicBezTo>
                <a:cubicBezTo>
                  <a:pt x="796879" y="46132"/>
                  <a:pt x="795363" y="52403"/>
                  <a:pt x="795363" y="60370"/>
                </a:cubicBezTo>
                <a:lnTo>
                  <a:pt x="795363" y="63069"/>
                </a:lnTo>
                <a:lnTo>
                  <a:pt x="816334" y="63069"/>
                </a:lnTo>
                <a:close/>
                <a:moveTo>
                  <a:pt x="914494" y="2313"/>
                </a:moveTo>
                <a:lnTo>
                  <a:pt x="914494" y="85274"/>
                </a:lnTo>
                <a:cubicBezTo>
                  <a:pt x="914494" y="90820"/>
                  <a:pt x="914648" y="94102"/>
                  <a:pt x="914957" y="95118"/>
                </a:cubicBezTo>
                <a:cubicBezTo>
                  <a:pt x="915368" y="96799"/>
                  <a:pt x="916152" y="98046"/>
                  <a:pt x="917308" y="98860"/>
                </a:cubicBezTo>
                <a:cubicBezTo>
                  <a:pt x="918465" y="99673"/>
                  <a:pt x="920482" y="100181"/>
                  <a:pt x="923361" y="100385"/>
                </a:cubicBezTo>
                <a:lnTo>
                  <a:pt x="923361" y="103161"/>
                </a:lnTo>
                <a:lnTo>
                  <a:pt x="892906" y="109021"/>
                </a:lnTo>
                <a:lnTo>
                  <a:pt x="892906" y="97610"/>
                </a:lnTo>
                <a:cubicBezTo>
                  <a:pt x="889257" y="102030"/>
                  <a:pt x="886006" y="105037"/>
                  <a:pt x="883153" y="106631"/>
                </a:cubicBezTo>
                <a:cubicBezTo>
                  <a:pt x="880300" y="108224"/>
                  <a:pt x="877075" y="109021"/>
                  <a:pt x="873477" y="109021"/>
                </a:cubicBezTo>
                <a:cubicBezTo>
                  <a:pt x="864276" y="109021"/>
                  <a:pt x="857003" y="104905"/>
                  <a:pt x="851657" y="96672"/>
                </a:cubicBezTo>
                <a:cubicBezTo>
                  <a:pt x="847339" y="89984"/>
                  <a:pt x="845181" y="81778"/>
                  <a:pt x="845181" y="72053"/>
                </a:cubicBezTo>
                <a:cubicBezTo>
                  <a:pt x="845181" y="64284"/>
                  <a:pt x="846517" y="57324"/>
                  <a:pt x="849190" y="51176"/>
                </a:cubicBezTo>
                <a:cubicBezTo>
                  <a:pt x="851863" y="45027"/>
                  <a:pt x="855525" y="40383"/>
                  <a:pt x="860177" y="37245"/>
                </a:cubicBezTo>
                <a:cubicBezTo>
                  <a:pt x="864828" y="34106"/>
                  <a:pt x="869827" y="32537"/>
                  <a:pt x="875173" y="32537"/>
                </a:cubicBezTo>
                <a:cubicBezTo>
                  <a:pt x="878617" y="32537"/>
                  <a:pt x="881675" y="33210"/>
                  <a:pt x="884348" y="34558"/>
                </a:cubicBezTo>
                <a:cubicBezTo>
                  <a:pt x="887021" y="35906"/>
                  <a:pt x="889873" y="38265"/>
                  <a:pt x="892906" y="41634"/>
                </a:cubicBezTo>
                <a:lnTo>
                  <a:pt x="892906" y="19892"/>
                </a:lnTo>
                <a:cubicBezTo>
                  <a:pt x="892906" y="14392"/>
                  <a:pt x="892675" y="11077"/>
                  <a:pt x="892212" y="9946"/>
                </a:cubicBezTo>
                <a:cubicBezTo>
                  <a:pt x="891595" y="8455"/>
                  <a:pt x="890670" y="7350"/>
                  <a:pt x="889437" y="6631"/>
                </a:cubicBezTo>
                <a:cubicBezTo>
                  <a:pt x="888203" y="5911"/>
                  <a:pt x="885890" y="5551"/>
                  <a:pt x="882497" y="5551"/>
                </a:cubicBezTo>
                <a:lnTo>
                  <a:pt x="882497" y="2313"/>
                </a:lnTo>
                <a:lnTo>
                  <a:pt x="914494" y="2313"/>
                </a:lnTo>
                <a:moveTo>
                  <a:pt x="892906" y="51041"/>
                </a:moveTo>
                <a:cubicBezTo>
                  <a:pt x="889102" y="43845"/>
                  <a:pt x="884451" y="40247"/>
                  <a:pt x="878951" y="40247"/>
                </a:cubicBezTo>
                <a:cubicBezTo>
                  <a:pt x="877049" y="40247"/>
                  <a:pt x="875481" y="40761"/>
                  <a:pt x="874248" y="41789"/>
                </a:cubicBezTo>
                <a:cubicBezTo>
                  <a:pt x="872346" y="43382"/>
                  <a:pt x="870791" y="46183"/>
                  <a:pt x="869583" y="50193"/>
                </a:cubicBezTo>
                <a:cubicBezTo>
                  <a:pt x="868375" y="54202"/>
                  <a:pt x="867771" y="60344"/>
                  <a:pt x="867771" y="68620"/>
                </a:cubicBezTo>
                <a:cubicBezTo>
                  <a:pt x="867771" y="77718"/>
                  <a:pt x="868439" y="84451"/>
                  <a:pt x="869776" y="88820"/>
                </a:cubicBezTo>
                <a:cubicBezTo>
                  <a:pt x="871112" y="93189"/>
                  <a:pt x="872937" y="96350"/>
                  <a:pt x="875250" y="98304"/>
                </a:cubicBezTo>
                <a:cubicBezTo>
                  <a:pt x="876432" y="99280"/>
                  <a:pt x="878051" y="99769"/>
                  <a:pt x="880107" y="99769"/>
                </a:cubicBezTo>
                <a:cubicBezTo>
                  <a:pt x="884631" y="99769"/>
                  <a:pt x="888897" y="96211"/>
                  <a:pt x="892906" y="89095"/>
                </a:cubicBezTo>
                <a:lnTo>
                  <a:pt x="892906" y="5104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8992783f54bc4"/>
          <a:stretch xmlns:a="http://schemas.openxmlformats.org/drawingml/2006/main"/>
        </p:blipFill>
        <p:spPr>
          <a:xfrm xmlns:a="http://schemas.openxmlformats.org/drawingml/2006/main">
            <a:off x="6304731" y="1376143"/>
            <a:ext cx="341643" cy="341643"/>
          </a:xfrm>
          <a:prstGeom xmlns:a="http://schemas.openxmlformats.org/drawingml/2006/main" prst="rect">
            <a:avLst/>
          </a:prstGeom>
        </p:spPr>
      </p:pic>
      <p:sp>
        <p:nvSpPr>
          <p:cNvPr id="26" name="Text �">
            <a:extLst xmlns:a="http://schemas.openxmlformats.org/drawingml/2006/main">
              <a:ext uri="{FF2B5EF4-FFF2-40B4-BE49-F238E27FC236}">
                <a16:creationId xmlns:a16="http://schemas.microsoft.com/office/drawing/2014/main" id="{EBD4AB92-713F-4E41-A8B8-A197C7F7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243" y="1793411"/>
            <a:ext cx="111179" cy="106862"/>
          </a:xfrm>
          <a:custGeom xmlns:a="http://schemas.openxmlformats.org/drawingml/2006/main">
            <a:pathLst>
              <a:path w="111179" h="106862">
                <a:moveTo>
                  <a:pt x="111179" y="0"/>
                </a:moveTo>
                <a:lnTo>
                  <a:pt x="111179" y="2776"/>
                </a:lnTo>
                <a:cubicBezTo>
                  <a:pt x="107376" y="3392"/>
                  <a:pt x="103983" y="5424"/>
                  <a:pt x="101002" y="8871"/>
                </a:cubicBezTo>
                <a:cubicBezTo>
                  <a:pt x="98843" y="11441"/>
                  <a:pt x="95631" y="17484"/>
                  <a:pt x="91365" y="27000"/>
                </a:cubicBezTo>
                <a:lnTo>
                  <a:pt x="55358" y="106862"/>
                </a:lnTo>
                <a:lnTo>
                  <a:pt x="52814" y="106862"/>
                </a:lnTo>
                <a:lnTo>
                  <a:pt x="16962" y="23778"/>
                </a:lnTo>
                <a:cubicBezTo>
                  <a:pt x="12645" y="13741"/>
                  <a:pt x="9753" y="7847"/>
                  <a:pt x="8288" y="6096"/>
                </a:cubicBezTo>
                <a:cubicBezTo>
                  <a:pt x="6823" y="4345"/>
                  <a:pt x="4061" y="3238"/>
                  <a:pt x="0" y="2776"/>
                </a:cubicBezTo>
                <a:lnTo>
                  <a:pt x="0" y="0"/>
                </a:lnTo>
                <a:lnTo>
                  <a:pt x="50116" y="0"/>
                </a:lnTo>
                <a:lnTo>
                  <a:pt x="50116" y="2776"/>
                </a:lnTo>
                <a:lnTo>
                  <a:pt x="48419" y="2776"/>
                </a:lnTo>
                <a:cubicBezTo>
                  <a:pt x="43896" y="2776"/>
                  <a:pt x="40812" y="3345"/>
                  <a:pt x="39167" y="4484"/>
                </a:cubicBezTo>
                <a:cubicBezTo>
                  <a:pt x="37985" y="5260"/>
                  <a:pt x="37394" y="6398"/>
                  <a:pt x="37394" y="7898"/>
                </a:cubicBezTo>
                <a:cubicBezTo>
                  <a:pt x="37394" y="8830"/>
                  <a:pt x="37600" y="9929"/>
                  <a:pt x="38011" y="11196"/>
                </a:cubicBezTo>
                <a:cubicBezTo>
                  <a:pt x="38422" y="12464"/>
                  <a:pt x="39810" y="15851"/>
                  <a:pt x="42174" y="21359"/>
                </a:cubicBezTo>
                <a:lnTo>
                  <a:pt x="64456" y="73347"/>
                </a:lnTo>
                <a:lnTo>
                  <a:pt x="85119" y="27043"/>
                </a:lnTo>
                <a:cubicBezTo>
                  <a:pt x="87587" y="21444"/>
                  <a:pt x="89103" y="17690"/>
                  <a:pt x="89668" y="15782"/>
                </a:cubicBezTo>
                <a:cubicBezTo>
                  <a:pt x="90234" y="13872"/>
                  <a:pt x="90516" y="12245"/>
                  <a:pt x="90516" y="10903"/>
                </a:cubicBezTo>
                <a:cubicBezTo>
                  <a:pt x="90516" y="9356"/>
                  <a:pt x="90105" y="7989"/>
                  <a:pt x="89283" y="6802"/>
                </a:cubicBezTo>
                <a:cubicBezTo>
                  <a:pt x="88460" y="5615"/>
                  <a:pt x="87252" y="4711"/>
                  <a:pt x="85659" y="4091"/>
                </a:cubicBezTo>
                <a:cubicBezTo>
                  <a:pt x="83449" y="3214"/>
                  <a:pt x="80519" y="2776"/>
                  <a:pt x="76870" y="2776"/>
                </a:cubicBezTo>
                <a:lnTo>
                  <a:pt x="76870" y="0"/>
                </a:lnTo>
                <a:lnTo>
                  <a:pt x="111179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77C67304-B80F-46F5-9D7F-3E98BA0D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060" y="1791098"/>
            <a:ext cx="583681" cy="109021"/>
          </a:xfrm>
          <a:custGeom xmlns:a="http://schemas.openxmlformats.org/drawingml/2006/main">
            <a:pathLst>
              <a:path w="583681" h="109021">
                <a:moveTo>
                  <a:pt x="38011" y="96222"/>
                </a:moveTo>
                <a:cubicBezTo>
                  <a:pt x="29221" y="104035"/>
                  <a:pt x="21331" y="107941"/>
                  <a:pt x="14341" y="107941"/>
                </a:cubicBezTo>
                <a:cubicBezTo>
                  <a:pt x="10229" y="107941"/>
                  <a:pt x="6811" y="106588"/>
                  <a:pt x="4086" y="103881"/>
                </a:cubicBezTo>
                <a:cubicBezTo>
                  <a:pt x="1362" y="101173"/>
                  <a:pt x="0" y="97782"/>
                  <a:pt x="0" y="93709"/>
                </a:cubicBezTo>
                <a:cubicBezTo>
                  <a:pt x="0" y="88190"/>
                  <a:pt x="2364" y="83226"/>
                  <a:pt x="7093" y="78816"/>
                </a:cubicBezTo>
                <a:cubicBezTo>
                  <a:pt x="11822" y="74407"/>
                  <a:pt x="22128" y="68541"/>
                  <a:pt x="38011" y="61218"/>
                </a:cubicBezTo>
                <a:lnTo>
                  <a:pt x="38011" y="53971"/>
                </a:lnTo>
                <a:cubicBezTo>
                  <a:pt x="38011" y="48522"/>
                  <a:pt x="37715" y="45091"/>
                  <a:pt x="37124" y="43678"/>
                </a:cubicBezTo>
                <a:cubicBezTo>
                  <a:pt x="36533" y="42264"/>
                  <a:pt x="35415" y="41031"/>
                  <a:pt x="33770" y="39977"/>
                </a:cubicBezTo>
                <a:cubicBezTo>
                  <a:pt x="32125" y="38923"/>
                  <a:pt x="30275" y="38396"/>
                  <a:pt x="28219" y="38396"/>
                </a:cubicBezTo>
                <a:cubicBezTo>
                  <a:pt x="24878" y="38396"/>
                  <a:pt x="22128" y="39142"/>
                  <a:pt x="19969" y="40632"/>
                </a:cubicBezTo>
                <a:cubicBezTo>
                  <a:pt x="18633" y="41557"/>
                  <a:pt x="17965" y="42637"/>
                  <a:pt x="17965" y="43870"/>
                </a:cubicBezTo>
                <a:cubicBezTo>
                  <a:pt x="17965" y="44950"/>
                  <a:pt x="18684" y="46286"/>
                  <a:pt x="20123" y="47880"/>
                </a:cubicBezTo>
                <a:cubicBezTo>
                  <a:pt x="22077" y="50090"/>
                  <a:pt x="23053" y="52223"/>
                  <a:pt x="23053" y="54279"/>
                </a:cubicBezTo>
                <a:cubicBezTo>
                  <a:pt x="23053" y="56798"/>
                  <a:pt x="22115" y="58944"/>
                  <a:pt x="20239" y="60717"/>
                </a:cubicBezTo>
                <a:cubicBezTo>
                  <a:pt x="18363" y="62490"/>
                  <a:pt x="15908" y="63377"/>
                  <a:pt x="12876" y="63377"/>
                </a:cubicBezTo>
                <a:cubicBezTo>
                  <a:pt x="9638" y="63377"/>
                  <a:pt x="6926" y="62400"/>
                  <a:pt x="4742" y="60447"/>
                </a:cubicBezTo>
                <a:cubicBezTo>
                  <a:pt x="2557" y="58494"/>
                  <a:pt x="1465" y="56207"/>
                  <a:pt x="1465" y="53585"/>
                </a:cubicBezTo>
                <a:cubicBezTo>
                  <a:pt x="1465" y="49884"/>
                  <a:pt x="2930" y="46350"/>
                  <a:pt x="5860" y="42984"/>
                </a:cubicBezTo>
                <a:cubicBezTo>
                  <a:pt x="8790" y="39617"/>
                  <a:pt x="12876" y="37034"/>
                  <a:pt x="18119" y="35235"/>
                </a:cubicBezTo>
                <a:cubicBezTo>
                  <a:pt x="23362" y="33436"/>
                  <a:pt x="28810" y="32537"/>
                  <a:pt x="34464" y="32537"/>
                </a:cubicBezTo>
                <a:cubicBezTo>
                  <a:pt x="41300" y="32537"/>
                  <a:pt x="46710" y="33993"/>
                  <a:pt x="50694" y="36905"/>
                </a:cubicBezTo>
                <a:cubicBezTo>
                  <a:pt x="54677" y="39815"/>
                  <a:pt x="57260" y="42971"/>
                  <a:pt x="58442" y="46371"/>
                </a:cubicBezTo>
                <a:cubicBezTo>
                  <a:pt x="59162" y="48535"/>
                  <a:pt x="59522" y="53506"/>
                  <a:pt x="59522" y="61286"/>
                </a:cubicBezTo>
                <a:lnTo>
                  <a:pt x="59522" y="89338"/>
                </a:lnTo>
                <a:cubicBezTo>
                  <a:pt x="59522" y="92636"/>
                  <a:pt x="59650" y="94710"/>
                  <a:pt x="59907" y="95562"/>
                </a:cubicBezTo>
                <a:cubicBezTo>
                  <a:pt x="60164" y="96411"/>
                  <a:pt x="60550" y="97043"/>
                  <a:pt x="61064" y="97456"/>
                </a:cubicBezTo>
                <a:cubicBezTo>
                  <a:pt x="61578" y="97867"/>
                  <a:pt x="62169" y="98072"/>
                  <a:pt x="62837" y="98072"/>
                </a:cubicBezTo>
                <a:cubicBezTo>
                  <a:pt x="64174" y="98072"/>
                  <a:pt x="65536" y="97121"/>
                  <a:pt x="66924" y="95220"/>
                </a:cubicBezTo>
                <a:lnTo>
                  <a:pt x="69237" y="97070"/>
                </a:lnTo>
                <a:cubicBezTo>
                  <a:pt x="66667" y="100874"/>
                  <a:pt x="64007" y="103636"/>
                  <a:pt x="61257" y="105358"/>
                </a:cubicBezTo>
                <a:cubicBezTo>
                  <a:pt x="58507" y="107080"/>
                  <a:pt x="55384" y="107941"/>
                  <a:pt x="51889" y="107941"/>
                </a:cubicBezTo>
                <a:cubicBezTo>
                  <a:pt x="47777" y="107941"/>
                  <a:pt x="44564" y="106971"/>
                  <a:pt x="42251" y="105031"/>
                </a:cubicBezTo>
                <a:cubicBezTo>
                  <a:pt x="39938" y="103090"/>
                  <a:pt x="38525" y="100154"/>
                  <a:pt x="38011" y="96222"/>
                </a:cubicBezTo>
                <a:moveTo>
                  <a:pt x="38011" y="90516"/>
                </a:moveTo>
                <a:lnTo>
                  <a:pt x="38011" y="66398"/>
                </a:lnTo>
                <a:cubicBezTo>
                  <a:pt x="31791" y="70065"/>
                  <a:pt x="27165" y="73991"/>
                  <a:pt x="24133" y="78175"/>
                </a:cubicBezTo>
                <a:cubicBezTo>
                  <a:pt x="22128" y="80964"/>
                  <a:pt x="21126" y="83779"/>
                  <a:pt x="21126" y="86620"/>
                </a:cubicBezTo>
                <a:cubicBezTo>
                  <a:pt x="21126" y="88996"/>
                  <a:pt x="21974" y="91088"/>
                  <a:pt x="23670" y="92897"/>
                </a:cubicBezTo>
                <a:cubicBezTo>
                  <a:pt x="24955" y="94291"/>
                  <a:pt x="26754" y="94988"/>
                  <a:pt x="29067" y="94988"/>
                </a:cubicBezTo>
                <a:cubicBezTo>
                  <a:pt x="31637" y="94988"/>
                  <a:pt x="34618" y="93498"/>
                  <a:pt x="38011" y="90516"/>
                </a:cubicBezTo>
                <a:close/>
                <a:moveTo>
                  <a:pt x="105397" y="2313"/>
                </a:moveTo>
                <a:lnTo>
                  <a:pt x="105397" y="91904"/>
                </a:lnTo>
                <a:cubicBezTo>
                  <a:pt x="105397" y="96993"/>
                  <a:pt x="105988" y="100244"/>
                  <a:pt x="107170" y="101658"/>
                </a:cubicBezTo>
                <a:cubicBezTo>
                  <a:pt x="108352" y="103071"/>
                  <a:pt x="110665" y="103881"/>
                  <a:pt x="114109" y="104086"/>
                </a:cubicBezTo>
                <a:lnTo>
                  <a:pt x="114109" y="106862"/>
                </a:lnTo>
                <a:lnTo>
                  <a:pt x="75173" y="106862"/>
                </a:lnTo>
                <a:lnTo>
                  <a:pt x="75173" y="104086"/>
                </a:lnTo>
                <a:cubicBezTo>
                  <a:pt x="78360" y="103983"/>
                  <a:pt x="80724" y="103058"/>
                  <a:pt x="82266" y="101311"/>
                </a:cubicBezTo>
                <a:cubicBezTo>
                  <a:pt x="83294" y="100128"/>
                  <a:pt x="83808" y="96993"/>
                  <a:pt x="83808" y="91904"/>
                </a:cubicBezTo>
                <a:lnTo>
                  <a:pt x="83808" y="17271"/>
                </a:lnTo>
                <a:cubicBezTo>
                  <a:pt x="83808" y="12201"/>
                  <a:pt x="83217" y="8956"/>
                  <a:pt x="82035" y="7534"/>
                </a:cubicBezTo>
                <a:cubicBezTo>
                  <a:pt x="80853" y="6111"/>
                  <a:pt x="78566" y="5296"/>
                  <a:pt x="75173" y="5089"/>
                </a:cubicBezTo>
                <a:lnTo>
                  <a:pt x="75173" y="2313"/>
                </a:lnTo>
                <a:lnTo>
                  <a:pt x="105397" y="2313"/>
                </a:lnTo>
                <a:close/>
                <a:moveTo>
                  <a:pt x="138580" y="0"/>
                </a:moveTo>
                <a:cubicBezTo>
                  <a:pt x="141921" y="0"/>
                  <a:pt x="144748" y="1173"/>
                  <a:pt x="147061" y="3520"/>
                </a:cubicBezTo>
                <a:cubicBezTo>
                  <a:pt x="149374" y="5865"/>
                  <a:pt x="150531" y="8688"/>
                  <a:pt x="150531" y="11989"/>
                </a:cubicBezTo>
                <a:cubicBezTo>
                  <a:pt x="150531" y="15290"/>
                  <a:pt x="149361" y="18101"/>
                  <a:pt x="147023" y="20422"/>
                </a:cubicBezTo>
                <a:cubicBezTo>
                  <a:pt x="144684" y="22742"/>
                  <a:pt x="141870" y="23901"/>
                  <a:pt x="138580" y="23901"/>
                </a:cubicBezTo>
                <a:cubicBezTo>
                  <a:pt x="135290" y="23901"/>
                  <a:pt x="132489" y="22742"/>
                  <a:pt x="130176" y="20422"/>
                </a:cubicBezTo>
                <a:cubicBezTo>
                  <a:pt x="127863" y="18101"/>
                  <a:pt x="126707" y="15290"/>
                  <a:pt x="126707" y="11989"/>
                </a:cubicBezTo>
                <a:cubicBezTo>
                  <a:pt x="126707" y="8688"/>
                  <a:pt x="127863" y="5865"/>
                  <a:pt x="130176" y="3520"/>
                </a:cubicBezTo>
                <a:cubicBezTo>
                  <a:pt x="132489" y="1173"/>
                  <a:pt x="135290" y="0"/>
                  <a:pt x="138580" y="0"/>
                </a:cubicBezTo>
                <a:moveTo>
                  <a:pt x="149374" y="34695"/>
                </a:moveTo>
                <a:lnTo>
                  <a:pt x="149374" y="91904"/>
                </a:lnTo>
                <a:cubicBezTo>
                  <a:pt x="149374" y="96993"/>
                  <a:pt x="149965" y="100244"/>
                  <a:pt x="151147" y="101658"/>
                </a:cubicBezTo>
                <a:cubicBezTo>
                  <a:pt x="152330" y="103071"/>
                  <a:pt x="154643" y="103881"/>
                  <a:pt x="158087" y="104086"/>
                </a:cubicBezTo>
                <a:lnTo>
                  <a:pt x="158087" y="106862"/>
                </a:lnTo>
                <a:lnTo>
                  <a:pt x="119151" y="106862"/>
                </a:lnTo>
                <a:lnTo>
                  <a:pt x="119151" y="104086"/>
                </a:lnTo>
                <a:cubicBezTo>
                  <a:pt x="122337" y="103983"/>
                  <a:pt x="124702" y="103058"/>
                  <a:pt x="126244" y="101311"/>
                </a:cubicBezTo>
                <a:cubicBezTo>
                  <a:pt x="127272" y="100128"/>
                  <a:pt x="127786" y="96993"/>
                  <a:pt x="127786" y="91904"/>
                </a:cubicBezTo>
                <a:lnTo>
                  <a:pt x="127786" y="49807"/>
                </a:lnTo>
                <a:cubicBezTo>
                  <a:pt x="127786" y="44654"/>
                  <a:pt x="127195" y="41362"/>
                  <a:pt x="126013" y="39931"/>
                </a:cubicBezTo>
                <a:cubicBezTo>
                  <a:pt x="124830" y="38500"/>
                  <a:pt x="122543" y="37680"/>
                  <a:pt x="119151" y="37471"/>
                </a:cubicBezTo>
                <a:lnTo>
                  <a:pt x="119151" y="34695"/>
                </a:lnTo>
                <a:lnTo>
                  <a:pt x="149374" y="34695"/>
                </a:lnTo>
                <a:close/>
                <a:moveTo>
                  <a:pt x="235372" y="2313"/>
                </a:moveTo>
                <a:lnTo>
                  <a:pt x="235372" y="85274"/>
                </a:lnTo>
                <a:cubicBezTo>
                  <a:pt x="235372" y="90820"/>
                  <a:pt x="235526" y="94102"/>
                  <a:pt x="235834" y="95118"/>
                </a:cubicBezTo>
                <a:cubicBezTo>
                  <a:pt x="236245" y="96799"/>
                  <a:pt x="237029" y="98046"/>
                  <a:pt x="238186" y="98860"/>
                </a:cubicBezTo>
                <a:cubicBezTo>
                  <a:pt x="239342" y="99673"/>
                  <a:pt x="241360" y="100181"/>
                  <a:pt x="244238" y="100385"/>
                </a:cubicBezTo>
                <a:lnTo>
                  <a:pt x="244238" y="103161"/>
                </a:lnTo>
                <a:lnTo>
                  <a:pt x="213783" y="109021"/>
                </a:lnTo>
                <a:lnTo>
                  <a:pt x="213783" y="97610"/>
                </a:lnTo>
                <a:cubicBezTo>
                  <a:pt x="210134" y="102030"/>
                  <a:pt x="206883" y="105037"/>
                  <a:pt x="204030" y="106631"/>
                </a:cubicBezTo>
                <a:cubicBezTo>
                  <a:pt x="201177" y="108224"/>
                  <a:pt x="197952" y="109021"/>
                  <a:pt x="194354" y="109021"/>
                </a:cubicBezTo>
                <a:cubicBezTo>
                  <a:pt x="185153" y="109021"/>
                  <a:pt x="177880" y="104905"/>
                  <a:pt x="172534" y="96672"/>
                </a:cubicBezTo>
                <a:cubicBezTo>
                  <a:pt x="168217" y="89984"/>
                  <a:pt x="166058" y="81778"/>
                  <a:pt x="166058" y="72053"/>
                </a:cubicBezTo>
                <a:cubicBezTo>
                  <a:pt x="166058" y="64284"/>
                  <a:pt x="167394" y="57324"/>
                  <a:pt x="170067" y="51176"/>
                </a:cubicBezTo>
                <a:cubicBezTo>
                  <a:pt x="172740" y="45027"/>
                  <a:pt x="176402" y="40383"/>
                  <a:pt x="181054" y="37245"/>
                </a:cubicBezTo>
                <a:cubicBezTo>
                  <a:pt x="185706" y="34106"/>
                  <a:pt x="190705" y="32537"/>
                  <a:pt x="196050" y="32537"/>
                </a:cubicBezTo>
                <a:cubicBezTo>
                  <a:pt x="199494" y="32537"/>
                  <a:pt x="202552" y="33210"/>
                  <a:pt x="205225" y="34558"/>
                </a:cubicBezTo>
                <a:cubicBezTo>
                  <a:pt x="207898" y="35906"/>
                  <a:pt x="210751" y="38265"/>
                  <a:pt x="213783" y="41634"/>
                </a:cubicBezTo>
                <a:lnTo>
                  <a:pt x="213783" y="19892"/>
                </a:lnTo>
                <a:cubicBezTo>
                  <a:pt x="213783" y="14392"/>
                  <a:pt x="213552" y="11077"/>
                  <a:pt x="213090" y="9946"/>
                </a:cubicBezTo>
                <a:cubicBezTo>
                  <a:pt x="212473" y="8455"/>
                  <a:pt x="211548" y="7350"/>
                  <a:pt x="210314" y="6631"/>
                </a:cubicBezTo>
                <a:cubicBezTo>
                  <a:pt x="209080" y="5911"/>
                  <a:pt x="206767" y="5551"/>
                  <a:pt x="203375" y="5551"/>
                </a:cubicBezTo>
                <a:lnTo>
                  <a:pt x="203375" y="2313"/>
                </a:lnTo>
                <a:lnTo>
                  <a:pt x="235372" y="2313"/>
                </a:lnTo>
                <a:moveTo>
                  <a:pt x="213783" y="51041"/>
                </a:moveTo>
                <a:cubicBezTo>
                  <a:pt x="209980" y="43845"/>
                  <a:pt x="205328" y="40247"/>
                  <a:pt x="199828" y="40247"/>
                </a:cubicBezTo>
                <a:cubicBezTo>
                  <a:pt x="197926" y="40247"/>
                  <a:pt x="196359" y="40761"/>
                  <a:pt x="195125" y="41789"/>
                </a:cubicBezTo>
                <a:cubicBezTo>
                  <a:pt x="193223" y="43382"/>
                  <a:pt x="191668" y="46183"/>
                  <a:pt x="190460" y="50193"/>
                </a:cubicBezTo>
                <a:cubicBezTo>
                  <a:pt x="189253" y="54202"/>
                  <a:pt x="188649" y="60344"/>
                  <a:pt x="188649" y="68620"/>
                </a:cubicBezTo>
                <a:cubicBezTo>
                  <a:pt x="188649" y="77718"/>
                  <a:pt x="189317" y="84451"/>
                  <a:pt x="190653" y="88820"/>
                </a:cubicBezTo>
                <a:cubicBezTo>
                  <a:pt x="191990" y="93189"/>
                  <a:pt x="193814" y="96350"/>
                  <a:pt x="196127" y="98304"/>
                </a:cubicBezTo>
                <a:cubicBezTo>
                  <a:pt x="197310" y="99280"/>
                  <a:pt x="198929" y="99769"/>
                  <a:pt x="200985" y="99769"/>
                </a:cubicBezTo>
                <a:cubicBezTo>
                  <a:pt x="205508" y="99769"/>
                  <a:pt x="209774" y="96211"/>
                  <a:pt x="213783" y="89095"/>
                </a:cubicBezTo>
                <a:lnTo>
                  <a:pt x="213783" y="51041"/>
                </a:lnTo>
                <a:close/>
                <a:moveTo>
                  <a:pt x="362956" y="2313"/>
                </a:moveTo>
                <a:lnTo>
                  <a:pt x="362956" y="85274"/>
                </a:lnTo>
                <a:cubicBezTo>
                  <a:pt x="362956" y="90820"/>
                  <a:pt x="363110" y="94102"/>
                  <a:pt x="363419" y="95118"/>
                </a:cubicBezTo>
                <a:cubicBezTo>
                  <a:pt x="363830" y="96799"/>
                  <a:pt x="364614" y="98046"/>
                  <a:pt x="365770" y="98860"/>
                </a:cubicBezTo>
                <a:cubicBezTo>
                  <a:pt x="366927" y="99673"/>
                  <a:pt x="368944" y="100181"/>
                  <a:pt x="371823" y="100385"/>
                </a:cubicBezTo>
                <a:lnTo>
                  <a:pt x="371823" y="103161"/>
                </a:lnTo>
                <a:lnTo>
                  <a:pt x="341368" y="109021"/>
                </a:lnTo>
                <a:lnTo>
                  <a:pt x="341368" y="97610"/>
                </a:lnTo>
                <a:cubicBezTo>
                  <a:pt x="337719" y="102030"/>
                  <a:pt x="334467" y="105037"/>
                  <a:pt x="331615" y="106631"/>
                </a:cubicBezTo>
                <a:cubicBezTo>
                  <a:pt x="328762" y="108224"/>
                  <a:pt x="325537" y="109021"/>
                  <a:pt x="321939" y="109021"/>
                </a:cubicBezTo>
                <a:cubicBezTo>
                  <a:pt x="312738" y="109021"/>
                  <a:pt x="305465" y="104905"/>
                  <a:pt x="300119" y="96672"/>
                </a:cubicBezTo>
                <a:cubicBezTo>
                  <a:pt x="295801" y="89984"/>
                  <a:pt x="293643" y="81778"/>
                  <a:pt x="293643" y="72053"/>
                </a:cubicBezTo>
                <a:cubicBezTo>
                  <a:pt x="293643" y="64284"/>
                  <a:pt x="294979" y="57324"/>
                  <a:pt x="297652" y="51176"/>
                </a:cubicBezTo>
                <a:cubicBezTo>
                  <a:pt x="300325" y="45027"/>
                  <a:pt x="303987" y="40383"/>
                  <a:pt x="308639" y="37245"/>
                </a:cubicBezTo>
                <a:cubicBezTo>
                  <a:pt x="313290" y="34106"/>
                  <a:pt x="318289" y="32537"/>
                  <a:pt x="323635" y="32537"/>
                </a:cubicBezTo>
                <a:cubicBezTo>
                  <a:pt x="327079" y="32537"/>
                  <a:pt x="330137" y="33210"/>
                  <a:pt x="332810" y="34558"/>
                </a:cubicBezTo>
                <a:cubicBezTo>
                  <a:pt x="335483" y="35906"/>
                  <a:pt x="338335" y="38265"/>
                  <a:pt x="341368" y="41634"/>
                </a:cubicBezTo>
                <a:lnTo>
                  <a:pt x="341368" y="19892"/>
                </a:lnTo>
                <a:cubicBezTo>
                  <a:pt x="341368" y="14392"/>
                  <a:pt x="341137" y="11077"/>
                  <a:pt x="340674" y="9946"/>
                </a:cubicBezTo>
                <a:cubicBezTo>
                  <a:pt x="340057" y="8455"/>
                  <a:pt x="339132" y="7350"/>
                  <a:pt x="337898" y="6631"/>
                </a:cubicBezTo>
                <a:cubicBezTo>
                  <a:pt x="336665" y="5911"/>
                  <a:pt x="334352" y="5551"/>
                  <a:pt x="330959" y="5551"/>
                </a:cubicBezTo>
                <a:lnTo>
                  <a:pt x="330959" y="2313"/>
                </a:lnTo>
                <a:lnTo>
                  <a:pt x="362956" y="2313"/>
                </a:lnTo>
                <a:moveTo>
                  <a:pt x="341368" y="51041"/>
                </a:moveTo>
                <a:cubicBezTo>
                  <a:pt x="337564" y="43845"/>
                  <a:pt x="332913" y="40247"/>
                  <a:pt x="327413" y="40247"/>
                </a:cubicBezTo>
                <a:cubicBezTo>
                  <a:pt x="325511" y="40247"/>
                  <a:pt x="323943" y="40761"/>
                  <a:pt x="322710" y="41789"/>
                </a:cubicBezTo>
                <a:cubicBezTo>
                  <a:pt x="320808" y="43382"/>
                  <a:pt x="319253" y="46183"/>
                  <a:pt x="318045" y="50193"/>
                </a:cubicBezTo>
                <a:cubicBezTo>
                  <a:pt x="316837" y="54202"/>
                  <a:pt x="316233" y="60344"/>
                  <a:pt x="316233" y="68620"/>
                </a:cubicBezTo>
                <a:cubicBezTo>
                  <a:pt x="316233" y="77718"/>
                  <a:pt x="316901" y="84451"/>
                  <a:pt x="318238" y="88820"/>
                </a:cubicBezTo>
                <a:cubicBezTo>
                  <a:pt x="319574" y="93189"/>
                  <a:pt x="321399" y="96350"/>
                  <a:pt x="323712" y="98304"/>
                </a:cubicBezTo>
                <a:cubicBezTo>
                  <a:pt x="324894" y="99280"/>
                  <a:pt x="326513" y="99769"/>
                  <a:pt x="328569" y="99769"/>
                </a:cubicBezTo>
                <a:cubicBezTo>
                  <a:pt x="333092" y="99769"/>
                  <a:pt x="337359" y="96211"/>
                  <a:pt x="341368" y="89095"/>
                </a:cubicBezTo>
                <a:lnTo>
                  <a:pt x="341368" y="51041"/>
                </a:lnTo>
                <a:close/>
                <a:moveTo>
                  <a:pt x="420607" y="96222"/>
                </a:moveTo>
                <a:cubicBezTo>
                  <a:pt x="411818" y="104035"/>
                  <a:pt x="403928" y="107941"/>
                  <a:pt x="396937" y="107941"/>
                </a:cubicBezTo>
                <a:cubicBezTo>
                  <a:pt x="392825" y="107941"/>
                  <a:pt x="389407" y="106588"/>
                  <a:pt x="386683" y="103881"/>
                </a:cubicBezTo>
                <a:cubicBezTo>
                  <a:pt x="383959" y="101173"/>
                  <a:pt x="382596" y="97782"/>
                  <a:pt x="382596" y="93709"/>
                </a:cubicBezTo>
                <a:cubicBezTo>
                  <a:pt x="382596" y="88190"/>
                  <a:pt x="384961" y="83226"/>
                  <a:pt x="389690" y="78816"/>
                </a:cubicBezTo>
                <a:cubicBezTo>
                  <a:pt x="394419" y="74407"/>
                  <a:pt x="404724" y="68541"/>
                  <a:pt x="420607" y="61218"/>
                </a:cubicBezTo>
                <a:lnTo>
                  <a:pt x="420607" y="53971"/>
                </a:lnTo>
                <a:cubicBezTo>
                  <a:pt x="420607" y="48522"/>
                  <a:pt x="420312" y="45091"/>
                  <a:pt x="419720" y="43678"/>
                </a:cubicBezTo>
                <a:cubicBezTo>
                  <a:pt x="419129" y="42264"/>
                  <a:pt x="418011" y="41031"/>
                  <a:pt x="416367" y="39977"/>
                </a:cubicBezTo>
                <a:cubicBezTo>
                  <a:pt x="414722" y="38923"/>
                  <a:pt x="412871" y="38396"/>
                  <a:pt x="410815" y="38396"/>
                </a:cubicBezTo>
                <a:cubicBezTo>
                  <a:pt x="407474" y="38396"/>
                  <a:pt x="404724" y="39142"/>
                  <a:pt x="402566" y="40632"/>
                </a:cubicBezTo>
                <a:cubicBezTo>
                  <a:pt x="401229" y="41557"/>
                  <a:pt x="400561" y="42637"/>
                  <a:pt x="400561" y="43870"/>
                </a:cubicBezTo>
                <a:cubicBezTo>
                  <a:pt x="400561" y="44950"/>
                  <a:pt x="401281" y="46286"/>
                  <a:pt x="402720" y="47880"/>
                </a:cubicBezTo>
                <a:cubicBezTo>
                  <a:pt x="404673" y="50090"/>
                  <a:pt x="405650" y="52223"/>
                  <a:pt x="405650" y="54279"/>
                </a:cubicBezTo>
                <a:cubicBezTo>
                  <a:pt x="405650" y="56798"/>
                  <a:pt x="404711" y="58944"/>
                  <a:pt x="402835" y="60717"/>
                </a:cubicBezTo>
                <a:cubicBezTo>
                  <a:pt x="400959" y="62490"/>
                  <a:pt x="398505" y="63377"/>
                  <a:pt x="395472" y="63377"/>
                </a:cubicBezTo>
                <a:cubicBezTo>
                  <a:pt x="392234" y="63377"/>
                  <a:pt x="389523" y="62400"/>
                  <a:pt x="387338" y="60447"/>
                </a:cubicBezTo>
                <a:cubicBezTo>
                  <a:pt x="385154" y="58494"/>
                  <a:pt x="384061" y="56207"/>
                  <a:pt x="384061" y="53585"/>
                </a:cubicBezTo>
                <a:cubicBezTo>
                  <a:pt x="384061" y="49884"/>
                  <a:pt x="385526" y="46350"/>
                  <a:pt x="388456" y="42984"/>
                </a:cubicBezTo>
                <a:cubicBezTo>
                  <a:pt x="391386" y="39617"/>
                  <a:pt x="395472" y="37034"/>
                  <a:pt x="400715" y="35235"/>
                </a:cubicBezTo>
                <a:cubicBezTo>
                  <a:pt x="405958" y="33436"/>
                  <a:pt x="411406" y="32537"/>
                  <a:pt x="417060" y="32537"/>
                </a:cubicBezTo>
                <a:cubicBezTo>
                  <a:pt x="423897" y="32537"/>
                  <a:pt x="429307" y="33993"/>
                  <a:pt x="433290" y="36905"/>
                </a:cubicBezTo>
                <a:cubicBezTo>
                  <a:pt x="437274" y="39815"/>
                  <a:pt x="439857" y="42971"/>
                  <a:pt x="441039" y="46371"/>
                </a:cubicBezTo>
                <a:cubicBezTo>
                  <a:pt x="441758" y="48535"/>
                  <a:pt x="442118" y="53506"/>
                  <a:pt x="442118" y="61286"/>
                </a:cubicBezTo>
                <a:lnTo>
                  <a:pt x="442118" y="89338"/>
                </a:lnTo>
                <a:cubicBezTo>
                  <a:pt x="442118" y="92636"/>
                  <a:pt x="442247" y="94710"/>
                  <a:pt x="442504" y="95562"/>
                </a:cubicBezTo>
                <a:cubicBezTo>
                  <a:pt x="442761" y="96411"/>
                  <a:pt x="443146" y="97043"/>
                  <a:pt x="443660" y="97456"/>
                </a:cubicBezTo>
                <a:cubicBezTo>
                  <a:pt x="444174" y="97867"/>
                  <a:pt x="444765" y="98072"/>
                  <a:pt x="445434" y="98072"/>
                </a:cubicBezTo>
                <a:cubicBezTo>
                  <a:pt x="446770" y="98072"/>
                  <a:pt x="448132" y="97121"/>
                  <a:pt x="449520" y="95220"/>
                </a:cubicBezTo>
                <a:lnTo>
                  <a:pt x="451833" y="97070"/>
                </a:lnTo>
                <a:cubicBezTo>
                  <a:pt x="449263" y="100874"/>
                  <a:pt x="446603" y="103636"/>
                  <a:pt x="443853" y="105358"/>
                </a:cubicBezTo>
                <a:cubicBezTo>
                  <a:pt x="441103" y="107080"/>
                  <a:pt x="437981" y="107941"/>
                  <a:pt x="434485" y="107941"/>
                </a:cubicBezTo>
                <a:cubicBezTo>
                  <a:pt x="430373" y="107941"/>
                  <a:pt x="427161" y="106971"/>
                  <a:pt x="424848" y="105031"/>
                </a:cubicBezTo>
                <a:cubicBezTo>
                  <a:pt x="422535" y="103090"/>
                  <a:pt x="421121" y="100154"/>
                  <a:pt x="420607" y="96222"/>
                </a:cubicBezTo>
                <a:moveTo>
                  <a:pt x="420607" y="90516"/>
                </a:moveTo>
                <a:lnTo>
                  <a:pt x="420607" y="66398"/>
                </a:lnTo>
                <a:cubicBezTo>
                  <a:pt x="414388" y="70065"/>
                  <a:pt x="409762" y="73991"/>
                  <a:pt x="406729" y="78175"/>
                </a:cubicBezTo>
                <a:cubicBezTo>
                  <a:pt x="404724" y="80964"/>
                  <a:pt x="403722" y="83779"/>
                  <a:pt x="403722" y="86620"/>
                </a:cubicBezTo>
                <a:cubicBezTo>
                  <a:pt x="403722" y="88996"/>
                  <a:pt x="404570" y="91088"/>
                  <a:pt x="406266" y="92897"/>
                </a:cubicBezTo>
                <a:cubicBezTo>
                  <a:pt x="407551" y="94291"/>
                  <a:pt x="409350" y="94988"/>
                  <a:pt x="411663" y="94988"/>
                </a:cubicBezTo>
                <a:cubicBezTo>
                  <a:pt x="414233" y="94988"/>
                  <a:pt x="417215" y="93498"/>
                  <a:pt x="420607" y="90516"/>
                </a:cubicBezTo>
                <a:close/>
                <a:moveTo>
                  <a:pt x="488536" y="8173"/>
                </a:moveTo>
                <a:lnTo>
                  <a:pt x="488536" y="34695"/>
                </a:lnTo>
                <a:lnTo>
                  <a:pt x="505653" y="34695"/>
                </a:lnTo>
                <a:lnTo>
                  <a:pt x="505653" y="42251"/>
                </a:lnTo>
                <a:lnTo>
                  <a:pt x="488536" y="42251"/>
                </a:lnTo>
                <a:lnTo>
                  <a:pt x="488536" y="86859"/>
                </a:lnTo>
                <a:cubicBezTo>
                  <a:pt x="488536" y="91034"/>
                  <a:pt x="488729" y="93727"/>
                  <a:pt x="489114" y="94938"/>
                </a:cubicBezTo>
                <a:cubicBezTo>
                  <a:pt x="489500" y="96149"/>
                  <a:pt x="490181" y="97129"/>
                  <a:pt x="491158" y="97877"/>
                </a:cubicBezTo>
                <a:cubicBezTo>
                  <a:pt x="492134" y="98624"/>
                  <a:pt x="493034" y="98998"/>
                  <a:pt x="493856" y="98998"/>
                </a:cubicBezTo>
                <a:cubicBezTo>
                  <a:pt x="497197" y="98998"/>
                  <a:pt x="500358" y="96427"/>
                  <a:pt x="503340" y="91287"/>
                </a:cubicBezTo>
                <a:lnTo>
                  <a:pt x="505653" y="93001"/>
                </a:lnTo>
                <a:cubicBezTo>
                  <a:pt x="501489" y="102961"/>
                  <a:pt x="494730" y="107941"/>
                  <a:pt x="485375" y="107941"/>
                </a:cubicBezTo>
                <a:cubicBezTo>
                  <a:pt x="480800" y="107941"/>
                  <a:pt x="476933" y="106665"/>
                  <a:pt x="473771" y="104113"/>
                </a:cubicBezTo>
                <a:cubicBezTo>
                  <a:pt x="470610" y="101559"/>
                  <a:pt x="468593" y="98708"/>
                  <a:pt x="467719" y="95562"/>
                </a:cubicBezTo>
                <a:cubicBezTo>
                  <a:pt x="467205" y="93808"/>
                  <a:pt x="466948" y="89062"/>
                  <a:pt x="466948" y="81325"/>
                </a:cubicBezTo>
                <a:lnTo>
                  <a:pt x="466948" y="42251"/>
                </a:lnTo>
                <a:lnTo>
                  <a:pt x="457542" y="42251"/>
                </a:lnTo>
                <a:lnTo>
                  <a:pt x="457542" y="39546"/>
                </a:lnTo>
                <a:cubicBezTo>
                  <a:pt x="464018" y="34961"/>
                  <a:pt x="469531" y="30145"/>
                  <a:pt x="474080" y="25096"/>
                </a:cubicBezTo>
                <a:cubicBezTo>
                  <a:pt x="478629" y="20048"/>
                  <a:pt x="482599" y="14407"/>
                  <a:pt x="485992" y="8173"/>
                </a:cubicBezTo>
                <a:lnTo>
                  <a:pt x="488536" y="8173"/>
                </a:lnTo>
                <a:close/>
                <a:moveTo>
                  <a:pt x="552455" y="96222"/>
                </a:moveTo>
                <a:cubicBezTo>
                  <a:pt x="543666" y="104035"/>
                  <a:pt x="535776" y="107941"/>
                  <a:pt x="528785" y="107941"/>
                </a:cubicBezTo>
                <a:cubicBezTo>
                  <a:pt x="524673" y="107941"/>
                  <a:pt x="521255" y="106588"/>
                  <a:pt x="518531" y="103881"/>
                </a:cubicBezTo>
                <a:cubicBezTo>
                  <a:pt x="515806" y="101173"/>
                  <a:pt x="514444" y="97782"/>
                  <a:pt x="514444" y="93709"/>
                </a:cubicBezTo>
                <a:cubicBezTo>
                  <a:pt x="514444" y="88190"/>
                  <a:pt x="516809" y="83226"/>
                  <a:pt x="521538" y="78816"/>
                </a:cubicBezTo>
                <a:cubicBezTo>
                  <a:pt x="526266" y="74407"/>
                  <a:pt x="536572" y="68541"/>
                  <a:pt x="552455" y="61218"/>
                </a:cubicBezTo>
                <a:lnTo>
                  <a:pt x="552455" y="53971"/>
                </a:lnTo>
                <a:cubicBezTo>
                  <a:pt x="552455" y="48522"/>
                  <a:pt x="552159" y="45091"/>
                  <a:pt x="551568" y="43678"/>
                </a:cubicBezTo>
                <a:cubicBezTo>
                  <a:pt x="550977" y="42264"/>
                  <a:pt x="549859" y="41031"/>
                  <a:pt x="548214" y="39977"/>
                </a:cubicBezTo>
                <a:cubicBezTo>
                  <a:pt x="546570" y="38923"/>
                  <a:pt x="544719" y="38396"/>
                  <a:pt x="542663" y="38396"/>
                </a:cubicBezTo>
                <a:cubicBezTo>
                  <a:pt x="539322" y="38396"/>
                  <a:pt x="536572" y="39142"/>
                  <a:pt x="534413" y="40632"/>
                </a:cubicBezTo>
                <a:cubicBezTo>
                  <a:pt x="533077" y="41557"/>
                  <a:pt x="532409" y="42637"/>
                  <a:pt x="532409" y="43870"/>
                </a:cubicBezTo>
                <a:cubicBezTo>
                  <a:pt x="532409" y="44950"/>
                  <a:pt x="533128" y="46286"/>
                  <a:pt x="534568" y="47880"/>
                </a:cubicBezTo>
                <a:cubicBezTo>
                  <a:pt x="536521" y="50090"/>
                  <a:pt x="537497" y="52223"/>
                  <a:pt x="537497" y="54279"/>
                </a:cubicBezTo>
                <a:cubicBezTo>
                  <a:pt x="537497" y="56798"/>
                  <a:pt x="536559" y="58944"/>
                  <a:pt x="534683" y="60717"/>
                </a:cubicBezTo>
                <a:cubicBezTo>
                  <a:pt x="532807" y="62490"/>
                  <a:pt x="530353" y="63377"/>
                  <a:pt x="527320" y="63377"/>
                </a:cubicBezTo>
                <a:cubicBezTo>
                  <a:pt x="524082" y="63377"/>
                  <a:pt x="521371" y="62400"/>
                  <a:pt x="519186" y="60447"/>
                </a:cubicBezTo>
                <a:cubicBezTo>
                  <a:pt x="517001" y="58494"/>
                  <a:pt x="515909" y="56207"/>
                  <a:pt x="515909" y="53585"/>
                </a:cubicBezTo>
                <a:cubicBezTo>
                  <a:pt x="515909" y="49884"/>
                  <a:pt x="517374" y="46350"/>
                  <a:pt x="520304" y="42984"/>
                </a:cubicBezTo>
                <a:cubicBezTo>
                  <a:pt x="523234" y="39617"/>
                  <a:pt x="527320" y="37034"/>
                  <a:pt x="532563" y="35235"/>
                </a:cubicBezTo>
                <a:cubicBezTo>
                  <a:pt x="537806" y="33436"/>
                  <a:pt x="543254" y="32537"/>
                  <a:pt x="548908" y="32537"/>
                </a:cubicBezTo>
                <a:cubicBezTo>
                  <a:pt x="555745" y="32537"/>
                  <a:pt x="561155" y="33993"/>
                  <a:pt x="565138" y="36905"/>
                </a:cubicBezTo>
                <a:cubicBezTo>
                  <a:pt x="569122" y="39815"/>
                  <a:pt x="571705" y="42971"/>
                  <a:pt x="572887" y="46371"/>
                </a:cubicBezTo>
                <a:cubicBezTo>
                  <a:pt x="573606" y="48535"/>
                  <a:pt x="573966" y="53506"/>
                  <a:pt x="573966" y="61286"/>
                </a:cubicBezTo>
                <a:lnTo>
                  <a:pt x="573966" y="89338"/>
                </a:lnTo>
                <a:cubicBezTo>
                  <a:pt x="573966" y="92636"/>
                  <a:pt x="574095" y="94710"/>
                  <a:pt x="574352" y="95562"/>
                </a:cubicBezTo>
                <a:cubicBezTo>
                  <a:pt x="574609" y="96411"/>
                  <a:pt x="574994" y="97043"/>
                  <a:pt x="575508" y="97456"/>
                </a:cubicBezTo>
                <a:cubicBezTo>
                  <a:pt x="576022" y="97867"/>
                  <a:pt x="576613" y="98072"/>
                  <a:pt x="577282" y="98072"/>
                </a:cubicBezTo>
                <a:cubicBezTo>
                  <a:pt x="578618" y="98072"/>
                  <a:pt x="579980" y="97121"/>
                  <a:pt x="581368" y="95220"/>
                </a:cubicBezTo>
                <a:lnTo>
                  <a:pt x="583681" y="97070"/>
                </a:lnTo>
                <a:cubicBezTo>
                  <a:pt x="581111" y="100874"/>
                  <a:pt x="578451" y="103636"/>
                  <a:pt x="575701" y="105358"/>
                </a:cubicBezTo>
                <a:cubicBezTo>
                  <a:pt x="572951" y="107080"/>
                  <a:pt x="569828" y="107941"/>
                  <a:pt x="566333" y="107941"/>
                </a:cubicBezTo>
                <a:cubicBezTo>
                  <a:pt x="562221" y="107941"/>
                  <a:pt x="559009" y="106971"/>
                  <a:pt x="556696" y="105031"/>
                </a:cubicBezTo>
                <a:cubicBezTo>
                  <a:pt x="554383" y="103090"/>
                  <a:pt x="552969" y="100154"/>
                  <a:pt x="552455" y="96222"/>
                </a:cubicBezTo>
                <a:moveTo>
                  <a:pt x="552455" y="90516"/>
                </a:moveTo>
                <a:lnTo>
                  <a:pt x="552455" y="66398"/>
                </a:lnTo>
                <a:cubicBezTo>
                  <a:pt x="546236" y="70065"/>
                  <a:pt x="541610" y="73991"/>
                  <a:pt x="538577" y="78175"/>
                </a:cubicBezTo>
                <a:cubicBezTo>
                  <a:pt x="536572" y="80964"/>
                  <a:pt x="535570" y="83779"/>
                  <a:pt x="535570" y="86620"/>
                </a:cubicBezTo>
                <a:cubicBezTo>
                  <a:pt x="535570" y="88996"/>
                  <a:pt x="536418" y="91088"/>
                  <a:pt x="538114" y="92897"/>
                </a:cubicBezTo>
                <a:cubicBezTo>
                  <a:pt x="539399" y="94291"/>
                  <a:pt x="541198" y="94988"/>
                  <a:pt x="543511" y="94988"/>
                </a:cubicBezTo>
                <a:cubicBezTo>
                  <a:pt x="546081" y="94988"/>
                  <a:pt x="549063" y="93498"/>
                  <a:pt x="552455" y="9051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d773a7cdd4bcb"/>
          <a:stretch xmlns:a="http://schemas.openxmlformats.org/drawingml/2006/main"/>
        </p:blipFill>
        <p:spPr>
          <a:xfrm xmlns:a="http://schemas.openxmlformats.org/drawingml/2006/main">
            <a:off x="4799114" y="67066"/>
            <a:ext cx="265290" cy="26529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27c3c0ef646e4"/>
          <a:stretch xmlns:a="http://schemas.openxmlformats.org/drawingml/2006/main"/>
        </p:blipFill>
        <p:spPr>
          <a:xfrm xmlns:a="http://schemas.openxmlformats.org/drawingml/2006/main">
            <a:off x="1575611" y="1255786"/>
            <a:ext cx="457657" cy="457657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8b76115e744dd"/>
          <a:stretch xmlns:a="http://schemas.openxmlformats.org/drawingml/2006/main"/>
        </p:blipFill>
        <p:spPr>
          <a:xfrm xmlns:a="http://schemas.openxmlformats.org/drawingml/2006/main">
            <a:off x="1575597" y="1492401"/>
            <a:ext cx="14659" cy="24432"/>
          </a:xfrm>
          <a:prstGeom xmlns:a="http://schemas.openxmlformats.org/drawingml/2006/main" prst="rect">
            <a:avLst/>
          </a:prstGeom>
        </p:spPr>
      </p:pic>
      <p:sp>
        <p:nvSpPr>
          <p:cNvPr id="31" name="Text �">
            <a:extLst xmlns:a="http://schemas.openxmlformats.org/drawingml/2006/main">
              <a:ext uri="{FF2B5EF4-FFF2-40B4-BE49-F238E27FC236}">
                <a16:creationId xmlns:a16="http://schemas.microsoft.com/office/drawing/2014/main" id="{2CFE6B72-DC72-44C9-9FA7-7F63B03F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215" y="1793411"/>
            <a:ext cx="111179" cy="106862"/>
          </a:xfrm>
          <a:custGeom xmlns:a="http://schemas.openxmlformats.org/drawingml/2006/main">
            <a:pathLst>
              <a:path w="111179" h="106862">
                <a:moveTo>
                  <a:pt x="111179" y="0"/>
                </a:moveTo>
                <a:lnTo>
                  <a:pt x="111179" y="2776"/>
                </a:lnTo>
                <a:cubicBezTo>
                  <a:pt x="107376" y="3392"/>
                  <a:pt x="103983" y="5424"/>
                  <a:pt x="101002" y="8871"/>
                </a:cubicBezTo>
                <a:cubicBezTo>
                  <a:pt x="98843" y="11441"/>
                  <a:pt x="95631" y="17484"/>
                  <a:pt x="91365" y="27000"/>
                </a:cubicBezTo>
                <a:lnTo>
                  <a:pt x="55358" y="106862"/>
                </a:lnTo>
                <a:lnTo>
                  <a:pt x="52814" y="106862"/>
                </a:lnTo>
                <a:lnTo>
                  <a:pt x="16962" y="23778"/>
                </a:lnTo>
                <a:cubicBezTo>
                  <a:pt x="12645" y="13741"/>
                  <a:pt x="9753" y="7847"/>
                  <a:pt x="8288" y="6096"/>
                </a:cubicBezTo>
                <a:cubicBezTo>
                  <a:pt x="6823" y="4345"/>
                  <a:pt x="4061" y="3238"/>
                  <a:pt x="0" y="2776"/>
                </a:cubicBezTo>
                <a:lnTo>
                  <a:pt x="0" y="0"/>
                </a:lnTo>
                <a:lnTo>
                  <a:pt x="50116" y="0"/>
                </a:lnTo>
                <a:lnTo>
                  <a:pt x="50116" y="2776"/>
                </a:lnTo>
                <a:lnTo>
                  <a:pt x="48419" y="2776"/>
                </a:lnTo>
                <a:cubicBezTo>
                  <a:pt x="43896" y="2776"/>
                  <a:pt x="40812" y="3345"/>
                  <a:pt x="39167" y="4484"/>
                </a:cubicBezTo>
                <a:cubicBezTo>
                  <a:pt x="37985" y="5260"/>
                  <a:pt x="37394" y="6398"/>
                  <a:pt x="37394" y="7898"/>
                </a:cubicBezTo>
                <a:cubicBezTo>
                  <a:pt x="37394" y="8830"/>
                  <a:pt x="37600" y="9929"/>
                  <a:pt x="38011" y="11196"/>
                </a:cubicBezTo>
                <a:cubicBezTo>
                  <a:pt x="38422" y="12464"/>
                  <a:pt x="39810" y="15851"/>
                  <a:pt x="42174" y="21359"/>
                </a:cubicBezTo>
                <a:lnTo>
                  <a:pt x="64456" y="73347"/>
                </a:lnTo>
                <a:lnTo>
                  <a:pt x="85119" y="27043"/>
                </a:lnTo>
                <a:cubicBezTo>
                  <a:pt x="87587" y="21444"/>
                  <a:pt x="89103" y="17690"/>
                  <a:pt x="89668" y="15782"/>
                </a:cubicBezTo>
                <a:cubicBezTo>
                  <a:pt x="90234" y="13872"/>
                  <a:pt x="90516" y="12245"/>
                  <a:pt x="90516" y="10903"/>
                </a:cubicBezTo>
                <a:cubicBezTo>
                  <a:pt x="90516" y="9356"/>
                  <a:pt x="90105" y="7989"/>
                  <a:pt x="89283" y="6802"/>
                </a:cubicBezTo>
                <a:cubicBezTo>
                  <a:pt x="88460" y="5615"/>
                  <a:pt x="87252" y="4711"/>
                  <a:pt x="85659" y="4091"/>
                </a:cubicBezTo>
                <a:cubicBezTo>
                  <a:pt x="83449" y="3214"/>
                  <a:pt x="80519" y="2776"/>
                  <a:pt x="76870" y="2776"/>
                </a:cubicBezTo>
                <a:lnTo>
                  <a:pt x="76870" y="0"/>
                </a:lnTo>
                <a:lnTo>
                  <a:pt x="111179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����">
            <a:extLst xmlns:a="http://schemas.openxmlformats.org/drawingml/2006/main">
              <a:ext uri="{FF2B5EF4-FFF2-40B4-BE49-F238E27FC236}">
                <a16:creationId xmlns:a16="http://schemas.microsoft.com/office/drawing/2014/main" id="{DA2B274A-89C0-44DD-A36D-C344E43B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030" y="1791098"/>
            <a:ext cx="243084" cy="109021"/>
          </a:xfrm>
          <a:custGeom xmlns:a="http://schemas.openxmlformats.org/drawingml/2006/main">
            <a:pathLst>
              <a:path w="243084" h="109021">
                <a:moveTo>
                  <a:pt x="60293" y="68157"/>
                </a:moveTo>
                <a:lnTo>
                  <a:pt x="20740" y="68157"/>
                </a:lnTo>
                <a:cubicBezTo>
                  <a:pt x="21203" y="77743"/>
                  <a:pt x="23747" y="85319"/>
                  <a:pt x="28373" y="90885"/>
                </a:cubicBezTo>
                <a:cubicBezTo>
                  <a:pt x="31920" y="95163"/>
                  <a:pt x="36186" y="97301"/>
                  <a:pt x="41172" y="97301"/>
                </a:cubicBezTo>
                <a:cubicBezTo>
                  <a:pt x="44256" y="97301"/>
                  <a:pt x="47057" y="96440"/>
                  <a:pt x="49576" y="94718"/>
                </a:cubicBezTo>
                <a:cubicBezTo>
                  <a:pt x="52094" y="92997"/>
                  <a:pt x="54793" y="89900"/>
                  <a:pt x="57671" y="85428"/>
                </a:cubicBezTo>
                <a:lnTo>
                  <a:pt x="60293" y="87124"/>
                </a:lnTo>
                <a:cubicBezTo>
                  <a:pt x="56386" y="95091"/>
                  <a:pt x="52069" y="100732"/>
                  <a:pt x="47340" y="104048"/>
                </a:cubicBezTo>
                <a:cubicBezTo>
                  <a:pt x="42611" y="107363"/>
                  <a:pt x="37137" y="109021"/>
                  <a:pt x="30917" y="109021"/>
                </a:cubicBezTo>
                <a:cubicBezTo>
                  <a:pt x="20226" y="109021"/>
                  <a:pt x="12131" y="104905"/>
                  <a:pt x="6631" y="96672"/>
                </a:cubicBezTo>
                <a:cubicBezTo>
                  <a:pt x="2210" y="90035"/>
                  <a:pt x="0" y="81803"/>
                  <a:pt x="0" y="71976"/>
                </a:cubicBezTo>
                <a:cubicBezTo>
                  <a:pt x="0" y="59935"/>
                  <a:pt x="3251" y="50352"/>
                  <a:pt x="9753" y="43227"/>
                </a:cubicBezTo>
                <a:cubicBezTo>
                  <a:pt x="16255" y="36100"/>
                  <a:pt x="23876" y="32537"/>
                  <a:pt x="32614" y="32537"/>
                </a:cubicBezTo>
                <a:cubicBezTo>
                  <a:pt x="39913" y="32537"/>
                  <a:pt x="46248" y="35531"/>
                  <a:pt x="51619" y="41519"/>
                </a:cubicBezTo>
                <a:cubicBezTo>
                  <a:pt x="56990" y="47507"/>
                  <a:pt x="59882" y="56386"/>
                  <a:pt x="60293" y="68157"/>
                </a:cubicBezTo>
                <a:moveTo>
                  <a:pt x="41326" y="63069"/>
                </a:moveTo>
                <a:cubicBezTo>
                  <a:pt x="41326" y="54793"/>
                  <a:pt x="40876" y="49113"/>
                  <a:pt x="39977" y="46029"/>
                </a:cubicBezTo>
                <a:cubicBezTo>
                  <a:pt x="39077" y="42945"/>
                  <a:pt x="37677" y="40606"/>
                  <a:pt x="35775" y="39013"/>
                </a:cubicBezTo>
                <a:cubicBezTo>
                  <a:pt x="34695" y="38088"/>
                  <a:pt x="33256" y="37625"/>
                  <a:pt x="31457" y="37625"/>
                </a:cubicBezTo>
                <a:cubicBezTo>
                  <a:pt x="28784" y="37625"/>
                  <a:pt x="26600" y="38936"/>
                  <a:pt x="24904" y="41557"/>
                </a:cubicBezTo>
                <a:cubicBezTo>
                  <a:pt x="21871" y="46132"/>
                  <a:pt x="20355" y="52403"/>
                  <a:pt x="20355" y="60370"/>
                </a:cubicBezTo>
                <a:lnTo>
                  <a:pt x="20355" y="63069"/>
                </a:lnTo>
                <a:lnTo>
                  <a:pt x="41326" y="63069"/>
                </a:lnTo>
                <a:close/>
                <a:moveTo>
                  <a:pt x="99506" y="34695"/>
                </a:moveTo>
                <a:lnTo>
                  <a:pt x="99506" y="51041"/>
                </a:lnTo>
                <a:cubicBezTo>
                  <a:pt x="104286" y="43588"/>
                  <a:pt x="108475" y="38640"/>
                  <a:pt x="112073" y="36199"/>
                </a:cubicBezTo>
                <a:cubicBezTo>
                  <a:pt x="115671" y="33757"/>
                  <a:pt x="119141" y="32537"/>
                  <a:pt x="122482" y="32537"/>
                </a:cubicBezTo>
                <a:cubicBezTo>
                  <a:pt x="125360" y="32537"/>
                  <a:pt x="127660" y="33426"/>
                  <a:pt x="129382" y="35206"/>
                </a:cubicBezTo>
                <a:cubicBezTo>
                  <a:pt x="131104" y="36986"/>
                  <a:pt x="131965" y="39501"/>
                  <a:pt x="131965" y="42750"/>
                </a:cubicBezTo>
                <a:cubicBezTo>
                  <a:pt x="131965" y="46207"/>
                  <a:pt x="131130" y="48890"/>
                  <a:pt x="129459" y="50800"/>
                </a:cubicBezTo>
                <a:cubicBezTo>
                  <a:pt x="127789" y="52708"/>
                  <a:pt x="125771" y="53662"/>
                  <a:pt x="123407" y="53662"/>
                </a:cubicBezTo>
                <a:cubicBezTo>
                  <a:pt x="120683" y="53662"/>
                  <a:pt x="118318" y="52788"/>
                  <a:pt x="116314" y="51041"/>
                </a:cubicBezTo>
                <a:cubicBezTo>
                  <a:pt x="114309" y="49293"/>
                  <a:pt x="113127" y="48317"/>
                  <a:pt x="112767" y="48111"/>
                </a:cubicBezTo>
                <a:cubicBezTo>
                  <a:pt x="112253" y="47803"/>
                  <a:pt x="111662" y="47648"/>
                  <a:pt x="110994" y="47648"/>
                </a:cubicBezTo>
                <a:cubicBezTo>
                  <a:pt x="109503" y="47648"/>
                  <a:pt x="108089" y="48214"/>
                  <a:pt x="106753" y="49345"/>
                </a:cubicBezTo>
                <a:cubicBezTo>
                  <a:pt x="104646" y="51092"/>
                  <a:pt x="103052" y="53585"/>
                  <a:pt x="101973" y="56823"/>
                </a:cubicBezTo>
                <a:cubicBezTo>
                  <a:pt x="100328" y="61809"/>
                  <a:pt x="99506" y="67309"/>
                  <a:pt x="99506" y="73323"/>
                </a:cubicBezTo>
                <a:lnTo>
                  <a:pt x="99506" y="89900"/>
                </a:lnTo>
                <a:lnTo>
                  <a:pt x="99583" y="94217"/>
                </a:lnTo>
                <a:cubicBezTo>
                  <a:pt x="99583" y="97147"/>
                  <a:pt x="99763" y="99023"/>
                  <a:pt x="100122" y="99846"/>
                </a:cubicBezTo>
                <a:cubicBezTo>
                  <a:pt x="100739" y="101233"/>
                  <a:pt x="101651" y="102249"/>
                  <a:pt x="102859" y="102891"/>
                </a:cubicBezTo>
                <a:cubicBezTo>
                  <a:pt x="104067" y="103534"/>
                  <a:pt x="106111" y="103932"/>
                  <a:pt x="108989" y="104086"/>
                </a:cubicBezTo>
                <a:lnTo>
                  <a:pt x="108989" y="106862"/>
                </a:lnTo>
                <a:lnTo>
                  <a:pt x="70053" y="106862"/>
                </a:lnTo>
                <a:lnTo>
                  <a:pt x="70053" y="104086"/>
                </a:lnTo>
                <a:cubicBezTo>
                  <a:pt x="73188" y="103829"/>
                  <a:pt x="75309" y="102968"/>
                  <a:pt x="76414" y="101503"/>
                </a:cubicBezTo>
                <a:cubicBezTo>
                  <a:pt x="77519" y="100038"/>
                  <a:pt x="78071" y="96170"/>
                  <a:pt x="78071" y="89900"/>
                </a:cubicBezTo>
                <a:lnTo>
                  <a:pt x="78071" y="49961"/>
                </a:lnTo>
                <a:cubicBezTo>
                  <a:pt x="78071" y="45824"/>
                  <a:pt x="77866" y="43186"/>
                  <a:pt x="77455" y="42049"/>
                </a:cubicBezTo>
                <a:cubicBezTo>
                  <a:pt x="76941" y="40600"/>
                  <a:pt x="76195" y="39540"/>
                  <a:pt x="75219" y="38868"/>
                </a:cubicBezTo>
                <a:cubicBezTo>
                  <a:pt x="74242" y="38195"/>
                  <a:pt x="72520" y="37730"/>
                  <a:pt x="70053" y="37471"/>
                </a:cubicBezTo>
                <a:lnTo>
                  <a:pt x="70053" y="34695"/>
                </a:lnTo>
                <a:lnTo>
                  <a:pt x="99506" y="34695"/>
                </a:lnTo>
                <a:close/>
                <a:moveTo>
                  <a:pt x="157299" y="0"/>
                </a:moveTo>
                <a:cubicBezTo>
                  <a:pt x="160640" y="0"/>
                  <a:pt x="163468" y="1173"/>
                  <a:pt x="165781" y="3520"/>
                </a:cubicBezTo>
                <a:cubicBezTo>
                  <a:pt x="168094" y="5865"/>
                  <a:pt x="169250" y="8688"/>
                  <a:pt x="169250" y="11989"/>
                </a:cubicBezTo>
                <a:cubicBezTo>
                  <a:pt x="169250" y="15290"/>
                  <a:pt x="168081" y="18101"/>
                  <a:pt x="165742" y="20422"/>
                </a:cubicBezTo>
                <a:cubicBezTo>
                  <a:pt x="163403" y="22742"/>
                  <a:pt x="160589" y="23901"/>
                  <a:pt x="157299" y="23901"/>
                </a:cubicBezTo>
                <a:cubicBezTo>
                  <a:pt x="154010" y="23901"/>
                  <a:pt x="151208" y="22742"/>
                  <a:pt x="148895" y="20422"/>
                </a:cubicBezTo>
                <a:cubicBezTo>
                  <a:pt x="146582" y="18101"/>
                  <a:pt x="145426" y="15290"/>
                  <a:pt x="145426" y="11989"/>
                </a:cubicBezTo>
                <a:cubicBezTo>
                  <a:pt x="145426" y="8688"/>
                  <a:pt x="146582" y="5865"/>
                  <a:pt x="148895" y="3520"/>
                </a:cubicBezTo>
                <a:cubicBezTo>
                  <a:pt x="151208" y="1173"/>
                  <a:pt x="154010" y="0"/>
                  <a:pt x="157299" y="0"/>
                </a:cubicBezTo>
                <a:moveTo>
                  <a:pt x="168094" y="34695"/>
                </a:moveTo>
                <a:lnTo>
                  <a:pt x="168094" y="91904"/>
                </a:lnTo>
                <a:cubicBezTo>
                  <a:pt x="168094" y="96993"/>
                  <a:pt x="168685" y="100244"/>
                  <a:pt x="169867" y="101658"/>
                </a:cubicBezTo>
                <a:cubicBezTo>
                  <a:pt x="171049" y="103071"/>
                  <a:pt x="173362" y="103881"/>
                  <a:pt x="176806" y="104086"/>
                </a:cubicBezTo>
                <a:lnTo>
                  <a:pt x="176806" y="106862"/>
                </a:lnTo>
                <a:lnTo>
                  <a:pt x="137870" y="106862"/>
                </a:lnTo>
                <a:lnTo>
                  <a:pt x="137870" y="104086"/>
                </a:lnTo>
                <a:cubicBezTo>
                  <a:pt x="141057" y="103983"/>
                  <a:pt x="143421" y="103058"/>
                  <a:pt x="144963" y="101311"/>
                </a:cubicBezTo>
                <a:cubicBezTo>
                  <a:pt x="145991" y="100128"/>
                  <a:pt x="146505" y="96993"/>
                  <a:pt x="146505" y="91904"/>
                </a:cubicBezTo>
                <a:lnTo>
                  <a:pt x="146505" y="49807"/>
                </a:lnTo>
                <a:cubicBezTo>
                  <a:pt x="146505" y="44654"/>
                  <a:pt x="145914" y="41362"/>
                  <a:pt x="144732" y="39931"/>
                </a:cubicBezTo>
                <a:cubicBezTo>
                  <a:pt x="143550" y="38500"/>
                  <a:pt x="141262" y="37680"/>
                  <a:pt x="137870" y="37471"/>
                </a:cubicBezTo>
                <a:lnTo>
                  <a:pt x="137870" y="34695"/>
                </a:lnTo>
                <a:lnTo>
                  <a:pt x="168094" y="34695"/>
                </a:lnTo>
                <a:close/>
                <a:moveTo>
                  <a:pt x="215713" y="42251"/>
                </a:moveTo>
                <a:lnTo>
                  <a:pt x="215713" y="92367"/>
                </a:lnTo>
                <a:cubicBezTo>
                  <a:pt x="215713" y="97199"/>
                  <a:pt x="216227" y="100231"/>
                  <a:pt x="217255" y="101465"/>
                </a:cubicBezTo>
                <a:cubicBezTo>
                  <a:pt x="218900" y="103367"/>
                  <a:pt x="221932" y="104240"/>
                  <a:pt x="226353" y="104086"/>
                </a:cubicBezTo>
                <a:lnTo>
                  <a:pt x="226353" y="106862"/>
                </a:lnTo>
                <a:lnTo>
                  <a:pt x="183870" y="106862"/>
                </a:lnTo>
                <a:lnTo>
                  <a:pt x="183870" y="104086"/>
                </a:lnTo>
                <a:cubicBezTo>
                  <a:pt x="187108" y="104035"/>
                  <a:pt x="189409" y="103662"/>
                  <a:pt x="190771" y="102968"/>
                </a:cubicBezTo>
                <a:cubicBezTo>
                  <a:pt x="192133" y="102274"/>
                  <a:pt x="193071" y="101311"/>
                  <a:pt x="193585" y="100077"/>
                </a:cubicBezTo>
                <a:cubicBezTo>
                  <a:pt x="194099" y="98843"/>
                  <a:pt x="194356" y="96273"/>
                  <a:pt x="194356" y="92367"/>
                </a:cubicBezTo>
                <a:lnTo>
                  <a:pt x="194356" y="42251"/>
                </a:lnTo>
                <a:lnTo>
                  <a:pt x="183870" y="42251"/>
                </a:lnTo>
                <a:lnTo>
                  <a:pt x="183870" y="34695"/>
                </a:lnTo>
                <a:lnTo>
                  <a:pt x="194356" y="34695"/>
                </a:lnTo>
                <a:lnTo>
                  <a:pt x="194356" y="29400"/>
                </a:lnTo>
                <a:lnTo>
                  <a:pt x="194279" y="25790"/>
                </a:lnTo>
                <a:cubicBezTo>
                  <a:pt x="194279" y="18422"/>
                  <a:pt x="196990" y="12282"/>
                  <a:pt x="202413" y="7370"/>
                </a:cubicBezTo>
                <a:cubicBezTo>
                  <a:pt x="207836" y="2457"/>
                  <a:pt x="215173" y="0"/>
                  <a:pt x="224425" y="0"/>
                </a:cubicBezTo>
                <a:cubicBezTo>
                  <a:pt x="230747" y="0"/>
                  <a:pt x="235438" y="1187"/>
                  <a:pt x="238496" y="3561"/>
                </a:cubicBezTo>
                <a:cubicBezTo>
                  <a:pt x="241554" y="5934"/>
                  <a:pt x="243084" y="8565"/>
                  <a:pt x="243084" y="11454"/>
                </a:cubicBezTo>
                <a:cubicBezTo>
                  <a:pt x="243084" y="13777"/>
                  <a:pt x="242133" y="15790"/>
                  <a:pt x="240231" y="17492"/>
                </a:cubicBezTo>
                <a:cubicBezTo>
                  <a:pt x="238329" y="19195"/>
                  <a:pt x="235810" y="20046"/>
                  <a:pt x="232675" y="20046"/>
                </a:cubicBezTo>
                <a:cubicBezTo>
                  <a:pt x="230002" y="20046"/>
                  <a:pt x="227882" y="19352"/>
                  <a:pt x="226314" y="17964"/>
                </a:cubicBezTo>
                <a:cubicBezTo>
                  <a:pt x="224746" y="16577"/>
                  <a:pt x="223963" y="15035"/>
                  <a:pt x="223963" y="13338"/>
                </a:cubicBezTo>
                <a:cubicBezTo>
                  <a:pt x="223963" y="12876"/>
                  <a:pt x="224117" y="11925"/>
                  <a:pt x="224425" y="10486"/>
                </a:cubicBezTo>
                <a:cubicBezTo>
                  <a:pt x="224631" y="9612"/>
                  <a:pt x="224734" y="8789"/>
                  <a:pt x="224734" y="8018"/>
                </a:cubicBezTo>
                <a:cubicBezTo>
                  <a:pt x="224734" y="6939"/>
                  <a:pt x="224425" y="6142"/>
                  <a:pt x="223808" y="5628"/>
                </a:cubicBezTo>
                <a:cubicBezTo>
                  <a:pt x="222986" y="4857"/>
                  <a:pt x="221984" y="4472"/>
                  <a:pt x="220801" y="4472"/>
                </a:cubicBezTo>
                <a:cubicBezTo>
                  <a:pt x="219311" y="4472"/>
                  <a:pt x="218064" y="5084"/>
                  <a:pt x="217062" y="6308"/>
                </a:cubicBezTo>
                <a:cubicBezTo>
                  <a:pt x="216060" y="7532"/>
                  <a:pt x="215559" y="9495"/>
                  <a:pt x="215559" y="12199"/>
                </a:cubicBezTo>
                <a:lnTo>
                  <a:pt x="215713" y="25590"/>
                </a:lnTo>
                <a:lnTo>
                  <a:pt x="215713" y="34695"/>
                </a:lnTo>
                <a:lnTo>
                  <a:pt x="226353" y="34695"/>
                </a:lnTo>
                <a:lnTo>
                  <a:pt x="226353" y="42251"/>
                </a:lnTo>
                <a:lnTo>
                  <a:pt x="215713" y="4225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����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F904E080-A14B-4F16-82A7-99B8C6F5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884" y="1791098"/>
            <a:ext cx="867319" cy="109021"/>
          </a:xfrm>
          <a:custGeom xmlns:a="http://schemas.openxmlformats.org/drawingml/2006/main">
            <a:pathLst>
              <a:path w="867319" h="109021">
                <a:moveTo>
                  <a:pt x="19429" y="0"/>
                </a:moveTo>
                <a:cubicBezTo>
                  <a:pt x="22770" y="0"/>
                  <a:pt x="25597" y="1173"/>
                  <a:pt x="27911" y="3520"/>
                </a:cubicBezTo>
                <a:cubicBezTo>
                  <a:pt x="30224" y="5865"/>
                  <a:pt x="31380" y="8688"/>
                  <a:pt x="31380" y="11989"/>
                </a:cubicBezTo>
                <a:cubicBezTo>
                  <a:pt x="31380" y="15290"/>
                  <a:pt x="30211" y="18101"/>
                  <a:pt x="27872" y="20422"/>
                </a:cubicBezTo>
                <a:cubicBezTo>
                  <a:pt x="25533" y="22742"/>
                  <a:pt x="22719" y="23901"/>
                  <a:pt x="19429" y="23901"/>
                </a:cubicBezTo>
                <a:cubicBezTo>
                  <a:pt x="16140" y="23901"/>
                  <a:pt x="13338" y="22742"/>
                  <a:pt x="11025" y="20422"/>
                </a:cubicBezTo>
                <a:cubicBezTo>
                  <a:pt x="8712" y="18101"/>
                  <a:pt x="7556" y="15290"/>
                  <a:pt x="7556" y="11989"/>
                </a:cubicBezTo>
                <a:cubicBezTo>
                  <a:pt x="7556" y="8688"/>
                  <a:pt x="8712" y="5865"/>
                  <a:pt x="11025" y="3520"/>
                </a:cubicBezTo>
                <a:cubicBezTo>
                  <a:pt x="13338" y="1173"/>
                  <a:pt x="16140" y="0"/>
                  <a:pt x="19429" y="0"/>
                </a:cubicBezTo>
                <a:moveTo>
                  <a:pt x="30224" y="34695"/>
                </a:moveTo>
                <a:lnTo>
                  <a:pt x="30224" y="91904"/>
                </a:lnTo>
                <a:cubicBezTo>
                  <a:pt x="30224" y="96993"/>
                  <a:pt x="30815" y="100244"/>
                  <a:pt x="31997" y="101658"/>
                </a:cubicBezTo>
                <a:cubicBezTo>
                  <a:pt x="33179" y="103071"/>
                  <a:pt x="35492" y="103881"/>
                  <a:pt x="38936" y="104086"/>
                </a:cubicBezTo>
                <a:lnTo>
                  <a:pt x="38936" y="106862"/>
                </a:lnTo>
                <a:lnTo>
                  <a:pt x="0" y="106862"/>
                </a:lnTo>
                <a:lnTo>
                  <a:pt x="0" y="104086"/>
                </a:lnTo>
                <a:cubicBezTo>
                  <a:pt x="3187" y="103983"/>
                  <a:pt x="5551" y="103058"/>
                  <a:pt x="7093" y="101311"/>
                </a:cubicBezTo>
                <a:cubicBezTo>
                  <a:pt x="8121" y="100128"/>
                  <a:pt x="8635" y="96993"/>
                  <a:pt x="8635" y="91904"/>
                </a:cubicBezTo>
                <a:lnTo>
                  <a:pt x="8635" y="49807"/>
                </a:lnTo>
                <a:cubicBezTo>
                  <a:pt x="8635" y="44654"/>
                  <a:pt x="8044" y="41362"/>
                  <a:pt x="6862" y="39931"/>
                </a:cubicBezTo>
                <a:cubicBezTo>
                  <a:pt x="5680" y="38500"/>
                  <a:pt x="3392" y="37680"/>
                  <a:pt x="0" y="37471"/>
                </a:cubicBezTo>
                <a:lnTo>
                  <a:pt x="0" y="34695"/>
                </a:lnTo>
                <a:lnTo>
                  <a:pt x="30224" y="34695"/>
                </a:lnTo>
                <a:close/>
                <a:moveTo>
                  <a:pt x="105059" y="88220"/>
                </a:moveTo>
                <a:lnTo>
                  <a:pt x="107449" y="90068"/>
                </a:lnTo>
                <a:cubicBezTo>
                  <a:pt x="104057" y="96463"/>
                  <a:pt x="99829" y="101221"/>
                  <a:pt x="94766" y="104342"/>
                </a:cubicBezTo>
                <a:cubicBezTo>
                  <a:pt x="89703" y="107461"/>
                  <a:pt x="84319" y="109021"/>
                  <a:pt x="78614" y="109021"/>
                </a:cubicBezTo>
                <a:cubicBezTo>
                  <a:pt x="69002" y="109021"/>
                  <a:pt x="61317" y="105394"/>
                  <a:pt x="55561" y="98140"/>
                </a:cubicBezTo>
                <a:cubicBezTo>
                  <a:pt x="49804" y="90884"/>
                  <a:pt x="46925" y="82163"/>
                  <a:pt x="46925" y="71976"/>
                </a:cubicBezTo>
                <a:cubicBezTo>
                  <a:pt x="46925" y="62147"/>
                  <a:pt x="49547" y="53503"/>
                  <a:pt x="54790" y="46044"/>
                </a:cubicBezTo>
                <a:cubicBezTo>
                  <a:pt x="61112" y="37039"/>
                  <a:pt x="69824" y="32537"/>
                  <a:pt x="80927" y="32537"/>
                </a:cubicBezTo>
                <a:cubicBezTo>
                  <a:pt x="88380" y="32537"/>
                  <a:pt x="94304" y="34418"/>
                  <a:pt x="98699" y="38182"/>
                </a:cubicBezTo>
                <a:cubicBezTo>
                  <a:pt x="103093" y="41944"/>
                  <a:pt x="105291" y="46144"/>
                  <a:pt x="105291" y="50783"/>
                </a:cubicBezTo>
                <a:cubicBezTo>
                  <a:pt x="105291" y="53721"/>
                  <a:pt x="104404" y="56066"/>
                  <a:pt x="102631" y="57818"/>
                </a:cubicBezTo>
                <a:cubicBezTo>
                  <a:pt x="100857" y="59571"/>
                  <a:pt x="98531" y="60447"/>
                  <a:pt x="95653" y="60447"/>
                </a:cubicBezTo>
                <a:cubicBezTo>
                  <a:pt x="92620" y="60447"/>
                  <a:pt x="90115" y="59442"/>
                  <a:pt x="88136" y="57431"/>
                </a:cubicBezTo>
                <a:cubicBezTo>
                  <a:pt x="86157" y="55418"/>
                  <a:pt x="84936" y="51833"/>
                  <a:pt x="84473" y="46675"/>
                </a:cubicBezTo>
                <a:cubicBezTo>
                  <a:pt x="84165" y="43425"/>
                  <a:pt x="83420" y="41156"/>
                  <a:pt x="82237" y="39866"/>
                </a:cubicBezTo>
                <a:cubicBezTo>
                  <a:pt x="81055" y="38578"/>
                  <a:pt x="79667" y="37934"/>
                  <a:pt x="78074" y="37934"/>
                </a:cubicBezTo>
                <a:cubicBezTo>
                  <a:pt x="75607" y="37934"/>
                  <a:pt x="73499" y="39244"/>
                  <a:pt x="71752" y="41866"/>
                </a:cubicBezTo>
                <a:cubicBezTo>
                  <a:pt x="69079" y="45824"/>
                  <a:pt x="67743" y="51889"/>
                  <a:pt x="67743" y="60062"/>
                </a:cubicBezTo>
                <a:cubicBezTo>
                  <a:pt x="67743" y="66846"/>
                  <a:pt x="68822" y="73336"/>
                  <a:pt x="70981" y="79530"/>
                </a:cubicBezTo>
                <a:cubicBezTo>
                  <a:pt x="73140" y="85723"/>
                  <a:pt x="76095" y="90337"/>
                  <a:pt x="79847" y="93369"/>
                </a:cubicBezTo>
                <a:cubicBezTo>
                  <a:pt x="82674" y="95579"/>
                  <a:pt x="86015" y="96684"/>
                  <a:pt x="89870" y="96684"/>
                </a:cubicBezTo>
                <a:cubicBezTo>
                  <a:pt x="92389" y="96684"/>
                  <a:pt x="94779" y="96095"/>
                  <a:pt x="97041" y="94916"/>
                </a:cubicBezTo>
                <a:cubicBezTo>
                  <a:pt x="99302" y="93735"/>
                  <a:pt x="101975" y="91503"/>
                  <a:pt x="105059" y="88220"/>
                </a:cubicBezTo>
                <a:close/>
                <a:moveTo>
                  <a:pt x="156377" y="96222"/>
                </a:moveTo>
                <a:cubicBezTo>
                  <a:pt x="147587" y="104035"/>
                  <a:pt x="139697" y="107941"/>
                  <a:pt x="132707" y="107941"/>
                </a:cubicBezTo>
                <a:cubicBezTo>
                  <a:pt x="128595" y="107941"/>
                  <a:pt x="125177" y="106588"/>
                  <a:pt x="122452" y="103881"/>
                </a:cubicBezTo>
                <a:cubicBezTo>
                  <a:pt x="119728" y="101173"/>
                  <a:pt x="118366" y="97782"/>
                  <a:pt x="118366" y="93709"/>
                </a:cubicBezTo>
                <a:cubicBezTo>
                  <a:pt x="118366" y="88190"/>
                  <a:pt x="120731" y="83226"/>
                  <a:pt x="125459" y="78816"/>
                </a:cubicBezTo>
                <a:cubicBezTo>
                  <a:pt x="130188" y="74407"/>
                  <a:pt x="140494" y="68541"/>
                  <a:pt x="156377" y="61218"/>
                </a:cubicBezTo>
                <a:lnTo>
                  <a:pt x="156377" y="53971"/>
                </a:lnTo>
                <a:cubicBezTo>
                  <a:pt x="156377" y="48522"/>
                  <a:pt x="156081" y="45091"/>
                  <a:pt x="155490" y="43678"/>
                </a:cubicBezTo>
                <a:cubicBezTo>
                  <a:pt x="154899" y="42264"/>
                  <a:pt x="153781" y="41031"/>
                  <a:pt x="152136" y="39977"/>
                </a:cubicBezTo>
                <a:cubicBezTo>
                  <a:pt x="150491" y="38923"/>
                  <a:pt x="148641" y="38396"/>
                  <a:pt x="146585" y="38396"/>
                </a:cubicBezTo>
                <a:cubicBezTo>
                  <a:pt x="143244" y="38396"/>
                  <a:pt x="140494" y="39142"/>
                  <a:pt x="138335" y="40632"/>
                </a:cubicBezTo>
                <a:cubicBezTo>
                  <a:pt x="136999" y="41557"/>
                  <a:pt x="136331" y="42637"/>
                  <a:pt x="136331" y="43870"/>
                </a:cubicBezTo>
                <a:cubicBezTo>
                  <a:pt x="136331" y="44950"/>
                  <a:pt x="137050" y="46286"/>
                  <a:pt x="138489" y="47880"/>
                </a:cubicBezTo>
                <a:cubicBezTo>
                  <a:pt x="140443" y="50090"/>
                  <a:pt x="141419" y="52223"/>
                  <a:pt x="141419" y="54279"/>
                </a:cubicBezTo>
                <a:cubicBezTo>
                  <a:pt x="141419" y="56798"/>
                  <a:pt x="140481" y="58944"/>
                  <a:pt x="138605" y="60717"/>
                </a:cubicBezTo>
                <a:cubicBezTo>
                  <a:pt x="136729" y="62490"/>
                  <a:pt x="134275" y="63377"/>
                  <a:pt x="131242" y="63377"/>
                </a:cubicBezTo>
                <a:cubicBezTo>
                  <a:pt x="128004" y="63377"/>
                  <a:pt x="125292" y="62400"/>
                  <a:pt x="123108" y="60447"/>
                </a:cubicBezTo>
                <a:cubicBezTo>
                  <a:pt x="120923" y="58494"/>
                  <a:pt x="119831" y="56207"/>
                  <a:pt x="119831" y="53585"/>
                </a:cubicBezTo>
                <a:cubicBezTo>
                  <a:pt x="119831" y="49884"/>
                  <a:pt x="121296" y="46350"/>
                  <a:pt x="124226" y="42984"/>
                </a:cubicBezTo>
                <a:cubicBezTo>
                  <a:pt x="127156" y="39617"/>
                  <a:pt x="131242" y="37034"/>
                  <a:pt x="136485" y="35235"/>
                </a:cubicBezTo>
                <a:cubicBezTo>
                  <a:pt x="141728" y="33436"/>
                  <a:pt x="147176" y="32537"/>
                  <a:pt x="152830" y="32537"/>
                </a:cubicBezTo>
                <a:cubicBezTo>
                  <a:pt x="159666" y="32537"/>
                  <a:pt x="165076" y="33993"/>
                  <a:pt x="169060" y="36905"/>
                </a:cubicBezTo>
                <a:cubicBezTo>
                  <a:pt x="173043" y="39815"/>
                  <a:pt x="175626" y="42971"/>
                  <a:pt x="176809" y="46371"/>
                </a:cubicBezTo>
                <a:cubicBezTo>
                  <a:pt x="177528" y="48535"/>
                  <a:pt x="177888" y="53506"/>
                  <a:pt x="177888" y="61286"/>
                </a:cubicBezTo>
                <a:lnTo>
                  <a:pt x="177888" y="89338"/>
                </a:lnTo>
                <a:cubicBezTo>
                  <a:pt x="177888" y="92636"/>
                  <a:pt x="178016" y="94710"/>
                  <a:pt x="178273" y="95562"/>
                </a:cubicBezTo>
                <a:cubicBezTo>
                  <a:pt x="178530" y="96411"/>
                  <a:pt x="178916" y="97043"/>
                  <a:pt x="179430" y="97456"/>
                </a:cubicBezTo>
                <a:cubicBezTo>
                  <a:pt x="179944" y="97867"/>
                  <a:pt x="180535" y="98072"/>
                  <a:pt x="181203" y="98072"/>
                </a:cubicBezTo>
                <a:cubicBezTo>
                  <a:pt x="182540" y="98072"/>
                  <a:pt x="183902" y="97121"/>
                  <a:pt x="185290" y="95220"/>
                </a:cubicBezTo>
                <a:lnTo>
                  <a:pt x="187603" y="97070"/>
                </a:lnTo>
                <a:cubicBezTo>
                  <a:pt x="185033" y="100874"/>
                  <a:pt x="182373" y="103636"/>
                  <a:pt x="179623" y="105358"/>
                </a:cubicBezTo>
                <a:cubicBezTo>
                  <a:pt x="176873" y="107080"/>
                  <a:pt x="173750" y="107941"/>
                  <a:pt x="170255" y="107941"/>
                </a:cubicBezTo>
                <a:cubicBezTo>
                  <a:pt x="166143" y="107941"/>
                  <a:pt x="162930" y="106971"/>
                  <a:pt x="160617" y="105031"/>
                </a:cubicBezTo>
                <a:cubicBezTo>
                  <a:pt x="158304" y="103090"/>
                  <a:pt x="156891" y="100154"/>
                  <a:pt x="156377" y="96222"/>
                </a:cubicBezTo>
                <a:moveTo>
                  <a:pt x="156377" y="90516"/>
                </a:moveTo>
                <a:lnTo>
                  <a:pt x="156377" y="66398"/>
                </a:lnTo>
                <a:cubicBezTo>
                  <a:pt x="150157" y="70065"/>
                  <a:pt x="145531" y="73991"/>
                  <a:pt x="142499" y="78175"/>
                </a:cubicBezTo>
                <a:cubicBezTo>
                  <a:pt x="140494" y="80964"/>
                  <a:pt x="139492" y="83779"/>
                  <a:pt x="139492" y="86620"/>
                </a:cubicBezTo>
                <a:cubicBezTo>
                  <a:pt x="139492" y="88996"/>
                  <a:pt x="140340" y="91088"/>
                  <a:pt x="142036" y="92897"/>
                </a:cubicBezTo>
                <a:cubicBezTo>
                  <a:pt x="143321" y="94291"/>
                  <a:pt x="145120" y="94988"/>
                  <a:pt x="147433" y="94988"/>
                </a:cubicBezTo>
                <a:cubicBezTo>
                  <a:pt x="150003" y="94988"/>
                  <a:pt x="152984" y="93498"/>
                  <a:pt x="156377" y="90516"/>
                </a:cubicBezTo>
                <a:close/>
                <a:moveTo>
                  <a:pt x="224401" y="8173"/>
                </a:moveTo>
                <a:lnTo>
                  <a:pt x="224401" y="34695"/>
                </a:lnTo>
                <a:lnTo>
                  <a:pt x="241517" y="34695"/>
                </a:lnTo>
                <a:lnTo>
                  <a:pt x="241517" y="42251"/>
                </a:lnTo>
                <a:lnTo>
                  <a:pt x="224401" y="42251"/>
                </a:lnTo>
                <a:lnTo>
                  <a:pt x="224401" y="86859"/>
                </a:lnTo>
                <a:cubicBezTo>
                  <a:pt x="224401" y="91034"/>
                  <a:pt x="224594" y="93727"/>
                  <a:pt x="224979" y="94938"/>
                </a:cubicBezTo>
                <a:cubicBezTo>
                  <a:pt x="225365" y="96149"/>
                  <a:pt x="226046" y="97129"/>
                  <a:pt x="227023" y="97877"/>
                </a:cubicBezTo>
                <a:cubicBezTo>
                  <a:pt x="227999" y="98624"/>
                  <a:pt x="228899" y="98998"/>
                  <a:pt x="229721" y="98998"/>
                </a:cubicBezTo>
                <a:cubicBezTo>
                  <a:pt x="233062" y="98998"/>
                  <a:pt x="236223" y="96427"/>
                  <a:pt x="239204" y="91287"/>
                </a:cubicBezTo>
                <a:lnTo>
                  <a:pt x="241517" y="93001"/>
                </a:lnTo>
                <a:cubicBezTo>
                  <a:pt x="237354" y="102961"/>
                  <a:pt x="230595" y="107941"/>
                  <a:pt x="221240" y="107941"/>
                </a:cubicBezTo>
                <a:cubicBezTo>
                  <a:pt x="216665" y="107941"/>
                  <a:pt x="212797" y="106665"/>
                  <a:pt x="209636" y="104113"/>
                </a:cubicBezTo>
                <a:cubicBezTo>
                  <a:pt x="206475" y="101559"/>
                  <a:pt x="204458" y="98708"/>
                  <a:pt x="203584" y="95562"/>
                </a:cubicBezTo>
                <a:cubicBezTo>
                  <a:pt x="203070" y="93808"/>
                  <a:pt x="202813" y="89062"/>
                  <a:pt x="202813" y="81325"/>
                </a:cubicBezTo>
                <a:lnTo>
                  <a:pt x="202813" y="42251"/>
                </a:lnTo>
                <a:lnTo>
                  <a:pt x="193407" y="42251"/>
                </a:lnTo>
                <a:lnTo>
                  <a:pt x="193407" y="39546"/>
                </a:lnTo>
                <a:cubicBezTo>
                  <a:pt x="199883" y="34961"/>
                  <a:pt x="205396" y="30145"/>
                  <a:pt x="209945" y="25096"/>
                </a:cubicBezTo>
                <a:cubicBezTo>
                  <a:pt x="214494" y="20048"/>
                  <a:pt x="218464" y="14407"/>
                  <a:pt x="221857" y="8173"/>
                </a:cubicBezTo>
                <a:lnTo>
                  <a:pt x="224401" y="8173"/>
                </a:lnTo>
                <a:close/>
                <a:moveTo>
                  <a:pt x="265979" y="0"/>
                </a:moveTo>
                <a:cubicBezTo>
                  <a:pt x="269320" y="0"/>
                  <a:pt x="272147" y="1173"/>
                  <a:pt x="274460" y="3520"/>
                </a:cubicBezTo>
                <a:cubicBezTo>
                  <a:pt x="276773" y="5865"/>
                  <a:pt x="277929" y="8688"/>
                  <a:pt x="277929" y="11989"/>
                </a:cubicBezTo>
                <a:cubicBezTo>
                  <a:pt x="277929" y="15290"/>
                  <a:pt x="276760" y="18101"/>
                  <a:pt x="274421" y="20422"/>
                </a:cubicBezTo>
                <a:cubicBezTo>
                  <a:pt x="272082" y="22742"/>
                  <a:pt x="269268" y="23901"/>
                  <a:pt x="265979" y="23901"/>
                </a:cubicBezTo>
                <a:cubicBezTo>
                  <a:pt x="262689" y="23901"/>
                  <a:pt x="259888" y="22742"/>
                  <a:pt x="257575" y="20422"/>
                </a:cubicBezTo>
                <a:cubicBezTo>
                  <a:pt x="255262" y="18101"/>
                  <a:pt x="254105" y="15290"/>
                  <a:pt x="254105" y="11989"/>
                </a:cubicBezTo>
                <a:cubicBezTo>
                  <a:pt x="254105" y="8688"/>
                  <a:pt x="255262" y="5865"/>
                  <a:pt x="257575" y="3520"/>
                </a:cubicBezTo>
                <a:cubicBezTo>
                  <a:pt x="259888" y="1173"/>
                  <a:pt x="262689" y="0"/>
                  <a:pt x="265979" y="0"/>
                </a:cubicBezTo>
                <a:moveTo>
                  <a:pt x="276773" y="34695"/>
                </a:moveTo>
                <a:lnTo>
                  <a:pt x="276773" y="91904"/>
                </a:lnTo>
                <a:cubicBezTo>
                  <a:pt x="276773" y="96993"/>
                  <a:pt x="277364" y="100244"/>
                  <a:pt x="278546" y="101658"/>
                </a:cubicBezTo>
                <a:cubicBezTo>
                  <a:pt x="279728" y="103071"/>
                  <a:pt x="282041" y="103881"/>
                  <a:pt x="285485" y="104086"/>
                </a:cubicBezTo>
                <a:lnTo>
                  <a:pt x="285485" y="106862"/>
                </a:lnTo>
                <a:lnTo>
                  <a:pt x="246549" y="106862"/>
                </a:lnTo>
                <a:lnTo>
                  <a:pt x="246549" y="104086"/>
                </a:lnTo>
                <a:cubicBezTo>
                  <a:pt x="249736" y="103983"/>
                  <a:pt x="252100" y="103058"/>
                  <a:pt x="253642" y="101311"/>
                </a:cubicBezTo>
                <a:cubicBezTo>
                  <a:pt x="254671" y="100128"/>
                  <a:pt x="255185" y="96993"/>
                  <a:pt x="255185" y="91904"/>
                </a:cubicBezTo>
                <a:lnTo>
                  <a:pt x="255185" y="49807"/>
                </a:lnTo>
                <a:cubicBezTo>
                  <a:pt x="255185" y="44654"/>
                  <a:pt x="254593" y="41362"/>
                  <a:pt x="253411" y="39931"/>
                </a:cubicBezTo>
                <a:cubicBezTo>
                  <a:pt x="252229" y="38500"/>
                  <a:pt x="249942" y="37680"/>
                  <a:pt x="246549" y="37471"/>
                </a:cubicBezTo>
                <a:lnTo>
                  <a:pt x="246549" y="34695"/>
                </a:lnTo>
                <a:lnTo>
                  <a:pt x="276773" y="34695"/>
                </a:lnTo>
                <a:close/>
                <a:moveTo>
                  <a:pt x="326782" y="32537"/>
                </a:moveTo>
                <a:cubicBezTo>
                  <a:pt x="333053" y="32537"/>
                  <a:pt x="338887" y="34157"/>
                  <a:pt x="344284" y="37399"/>
                </a:cubicBezTo>
                <a:cubicBezTo>
                  <a:pt x="349681" y="40640"/>
                  <a:pt x="353780" y="45245"/>
                  <a:pt x="356581" y="51214"/>
                </a:cubicBezTo>
                <a:cubicBezTo>
                  <a:pt x="359383" y="57183"/>
                  <a:pt x="360783" y="63717"/>
                  <a:pt x="360783" y="70817"/>
                </a:cubicBezTo>
                <a:cubicBezTo>
                  <a:pt x="360783" y="81056"/>
                  <a:pt x="358188" y="89623"/>
                  <a:pt x="352996" y="96518"/>
                </a:cubicBezTo>
                <a:cubicBezTo>
                  <a:pt x="346725" y="104853"/>
                  <a:pt x="338064" y="109021"/>
                  <a:pt x="327013" y="109021"/>
                </a:cubicBezTo>
                <a:cubicBezTo>
                  <a:pt x="316168" y="109021"/>
                  <a:pt x="307815" y="105213"/>
                  <a:pt x="301956" y="97598"/>
                </a:cubicBezTo>
                <a:cubicBezTo>
                  <a:pt x="296096" y="89982"/>
                  <a:pt x="293166" y="81158"/>
                  <a:pt x="293166" y="71126"/>
                </a:cubicBezTo>
                <a:cubicBezTo>
                  <a:pt x="293166" y="60784"/>
                  <a:pt x="296160" y="51768"/>
                  <a:pt x="302148" y="44075"/>
                </a:cubicBezTo>
                <a:cubicBezTo>
                  <a:pt x="308136" y="36383"/>
                  <a:pt x="316348" y="32537"/>
                  <a:pt x="326782" y="32537"/>
                </a:cubicBezTo>
                <a:moveTo>
                  <a:pt x="327090" y="37934"/>
                </a:moveTo>
                <a:cubicBezTo>
                  <a:pt x="324469" y="37934"/>
                  <a:pt x="322220" y="38925"/>
                  <a:pt x="320344" y="40907"/>
                </a:cubicBezTo>
                <a:cubicBezTo>
                  <a:pt x="318468" y="42887"/>
                  <a:pt x="317234" y="46798"/>
                  <a:pt x="316643" y="52638"/>
                </a:cubicBezTo>
                <a:cubicBezTo>
                  <a:pt x="316052" y="58479"/>
                  <a:pt x="315757" y="66597"/>
                  <a:pt x="315757" y="76992"/>
                </a:cubicBezTo>
                <a:cubicBezTo>
                  <a:pt x="315757" y="82499"/>
                  <a:pt x="316116" y="87645"/>
                  <a:pt x="316836" y="92432"/>
                </a:cubicBezTo>
                <a:cubicBezTo>
                  <a:pt x="317401" y="96085"/>
                  <a:pt x="318609" y="98863"/>
                  <a:pt x="320460" y="100768"/>
                </a:cubicBezTo>
                <a:cubicBezTo>
                  <a:pt x="322310" y="102672"/>
                  <a:pt x="324418" y="103624"/>
                  <a:pt x="326782" y="103624"/>
                </a:cubicBezTo>
                <a:cubicBezTo>
                  <a:pt x="329095" y="103624"/>
                  <a:pt x="331023" y="102980"/>
                  <a:pt x="332565" y="101694"/>
                </a:cubicBezTo>
                <a:cubicBezTo>
                  <a:pt x="334569" y="99944"/>
                  <a:pt x="335906" y="97500"/>
                  <a:pt x="336574" y="94359"/>
                </a:cubicBezTo>
                <a:cubicBezTo>
                  <a:pt x="337602" y="89472"/>
                  <a:pt x="338116" y="79591"/>
                  <a:pt x="338116" y="64719"/>
                </a:cubicBezTo>
                <a:cubicBezTo>
                  <a:pt x="338116" y="55971"/>
                  <a:pt x="337628" y="49964"/>
                  <a:pt x="336651" y="46697"/>
                </a:cubicBezTo>
                <a:cubicBezTo>
                  <a:pt x="335674" y="43428"/>
                  <a:pt x="334235" y="41047"/>
                  <a:pt x="332333" y="39555"/>
                </a:cubicBezTo>
                <a:cubicBezTo>
                  <a:pt x="330997" y="38474"/>
                  <a:pt x="329249" y="37934"/>
                  <a:pt x="327090" y="37934"/>
                </a:cubicBezTo>
                <a:close/>
                <a:moveTo>
                  <a:pt x="401437" y="34695"/>
                </a:moveTo>
                <a:lnTo>
                  <a:pt x="401437" y="44102"/>
                </a:lnTo>
                <a:cubicBezTo>
                  <a:pt x="405138" y="40065"/>
                  <a:pt x="408684" y="37129"/>
                  <a:pt x="412077" y="35293"/>
                </a:cubicBezTo>
                <a:cubicBezTo>
                  <a:pt x="415469" y="33455"/>
                  <a:pt x="419119" y="32537"/>
                  <a:pt x="423025" y="32537"/>
                </a:cubicBezTo>
                <a:cubicBezTo>
                  <a:pt x="427703" y="32537"/>
                  <a:pt x="431583" y="33836"/>
                  <a:pt x="434667" y="36435"/>
                </a:cubicBezTo>
                <a:cubicBezTo>
                  <a:pt x="437751" y="39034"/>
                  <a:pt x="439807" y="42263"/>
                  <a:pt x="440835" y="46123"/>
                </a:cubicBezTo>
                <a:cubicBezTo>
                  <a:pt x="441658" y="49058"/>
                  <a:pt x="442069" y="54694"/>
                  <a:pt x="442069" y="63032"/>
                </a:cubicBezTo>
                <a:lnTo>
                  <a:pt x="442069" y="91133"/>
                </a:lnTo>
                <a:cubicBezTo>
                  <a:pt x="442069" y="96684"/>
                  <a:pt x="442570" y="100141"/>
                  <a:pt x="443573" y="101503"/>
                </a:cubicBezTo>
                <a:cubicBezTo>
                  <a:pt x="444575" y="102865"/>
                  <a:pt x="446669" y="103726"/>
                  <a:pt x="449856" y="104086"/>
                </a:cubicBezTo>
                <a:lnTo>
                  <a:pt x="449856" y="106862"/>
                </a:lnTo>
                <a:lnTo>
                  <a:pt x="413388" y="106862"/>
                </a:lnTo>
                <a:lnTo>
                  <a:pt x="413388" y="104086"/>
                </a:lnTo>
                <a:cubicBezTo>
                  <a:pt x="416112" y="103726"/>
                  <a:pt x="418065" y="102596"/>
                  <a:pt x="419247" y="100694"/>
                </a:cubicBezTo>
                <a:cubicBezTo>
                  <a:pt x="420070" y="99409"/>
                  <a:pt x="420481" y="96222"/>
                  <a:pt x="420481" y="91133"/>
                </a:cubicBezTo>
                <a:lnTo>
                  <a:pt x="420481" y="59059"/>
                </a:lnTo>
                <a:cubicBezTo>
                  <a:pt x="420481" y="53148"/>
                  <a:pt x="420250" y="49422"/>
                  <a:pt x="419787" y="47880"/>
                </a:cubicBezTo>
                <a:cubicBezTo>
                  <a:pt x="419324" y="46338"/>
                  <a:pt x="418540" y="45143"/>
                  <a:pt x="417435" y="44294"/>
                </a:cubicBezTo>
                <a:cubicBezTo>
                  <a:pt x="416330" y="43446"/>
                  <a:pt x="415110" y="43022"/>
                  <a:pt x="413773" y="43022"/>
                </a:cubicBezTo>
                <a:cubicBezTo>
                  <a:pt x="409353" y="43022"/>
                  <a:pt x="405241" y="46209"/>
                  <a:pt x="401437" y="52583"/>
                </a:cubicBezTo>
                <a:lnTo>
                  <a:pt x="401437" y="91133"/>
                </a:lnTo>
                <a:cubicBezTo>
                  <a:pt x="401437" y="96530"/>
                  <a:pt x="401938" y="99948"/>
                  <a:pt x="402940" y="101388"/>
                </a:cubicBezTo>
                <a:cubicBezTo>
                  <a:pt x="403943" y="102827"/>
                  <a:pt x="405806" y="103726"/>
                  <a:pt x="408530" y="104086"/>
                </a:cubicBezTo>
                <a:lnTo>
                  <a:pt x="408530" y="106862"/>
                </a:lnTo>
                <a:lnTo>
                  <a:pt x="372062" y="106862"/>
                </a:lnTo>
                <a:lnTo>
                  <a:pt x="372062" y="104086"/>
                </a:lnTo>
                <a:cubicBezTo>
                  <a:pt x="375094" y="103778"/>
                  <a:pt x="377253" y="102801"/>
                  <a:pt x="378538" y="101156"/>
                </a:cubicBezTo>
                <a:cubicBezTo>
                  <a:pt x="379412" y="100026"/>
                  <a:pt x="379849" y="96684"/>
                  <a:pt x="379849" y="91133"/>
                </a:cubicBezTo>
                <a:lnTo>
                  <a:pt x="379849" y="50424"/>
                </a:lnTo>
                <a:cubicBezTo>
                  <a:pt x="379849" y="44910"/>
                  <a:pt x="379348" y="41476"/>
                  <a:pt x="378345" y="40124"/>
                </a:cubicBezTo>
                <a:cubicBezTo>
                  <a:pt x="377343" y="38771"/>
                  <a:pt x="375248" y="37887"/>
                  <a:pt x="372062" y="37471"/>
                </a:cubicBezTo>
                <a:lnTo>
                  <a:pt x="372062" y="34695"/>
                </a:lnTo>
                <a:lnTo>
                  <a:pt x="401437" y="34695"/>
                </a:lnTo>
                <a:close/>
                <a:moveTo>
                  <a:pt x="527606" y="8173"/>
                </a:moveTo>
                <a:lnTo>
                  <a:pt x="527606" y="34695"/>
                </a:lnTo>
                <a:lnTo>
                  <a:pt x="544722" y="34695"/>
                </a:lnTo>
                <a:lnTo>
                  <a:pt x="544722" y="42251"/>
                </a:lnTo>
                <a:lnTo>
                  <a:pt x="527606" y="42251"/>
                </a:lnTo>
                <a:lnTo>
                  <a:pt x="527606" y="86859"/>
                </a:lnTo>
                <a:cubicBezTo>
                  <a:pt x="527606" y="91034"/>
                  <a:pt x="527799" y="93727"/>
                  <a:pt x="528184" y="94938"/>
                </a:cubicBezTo>
                <a:cubicBezTo>
                  <a:pt x="528570" y="96149"/>
                  <a:pt x="529251" y="97129"/>
                  <a:pt x="530227" y="97877"/>
                </a:cubicBezTo>
                <a:cubicBezTo>
                  <a:pt x="531204" y="98624"/>
                  <a:pt x="532103" y="98998"/>
                  <a:pt x="532926" y="98998"/>
                </a:cubicBezTo>
                <a:cubicBezTo>
                  <a:pt x="536267" y="98998"/>
                  <a:pt x="539428" y="96427"/>
                  <a:pt x="542409" y="91287"/>
                </a:cubicBezTo>
                <a:lnTo>
                  <a:pt x="544722" y="93001"/>
                </a:lnTo>
                <a:cubicBezTo>
                  <a:pt x="540559" y="102961"/>
                  <a:pt x="533800" y="107941"/>
                  <a:pt x="524445" y="107941"/>
                </a:cubicBezTo>
                <a:cubicBezTo>
                  <a:pt x="519870" y="107941"/>
                  <a:pt x="516002" y="106665"/>
                  <a:pt x="512841" y="104113"/>
                </a:cubicBezTo>
                <a:cubicBezTo>
                  <a:pt x="509680" y="101559"/>
                  <a:pt x="507662" y="98708"/>
                  <a:pt x="506789" y="95562"/>
                </a:cubicBezTo>
                <a:cubicBezTo>
                  <a:pt x="506275" y="93808"/>
                  <a:pt x="506018" y="89062"/>
                  <a:pt x="506018" y="81325"/>
                </a:cubicBezTo>
                <a:lnTo>
                  <a:pt x="506018" y="42251"/>
                </a:lnTo>
                <a:lnTo>
                  <a:pt x="496611" y="42251"/>
                </a:lnTo>
                <a:lnTo>
                  <a:pt x="496611" y="39546"/>
                </a:lnTo>
                <a:cubicBezTo>
                  <a:pt x="503088" y="34961"/>
                  <a:pt x="508600" y="30145"/>
                  <a:pt x="513149" y="25096"/>
                </a:cubicBezTo>
                <a:cubicBezTo>
                  <a:pt x="517698" y="20048"/>
                  <a:pt x="521669" y="14407"/>
                  <a:pt x="525062" y="8173"/>
                </a:cubicBezTo>
                <a:lnTo>
                  <a:pt x="527606" y="8173"/>
                </a:lnTo>
                <a:close/>
                <a:moveTo>
                  <a:pt x="585837" y="32537"/>
                </a:moveTo>
                <a:cubicBezTo>
                  <a:pt x="592108" y="32537"/>
                  <a:pt x="597942" y="34157"/>
                  <a:pt x="603339" y="37399"/>
                </a:cubicBezTo>
                <a:cubicBezTo>
                  <a:pt x="608736" y="40640"/>
                  <a:pt x="612835" y="45245"/>
                  <a:pt x="615637" y="51214"/>
                </a:cubicBezTo>
                <a:cubicBezTo>
                  <a:pt x="618438" y="57183"/>
                  <a:pt x="619839" y="63717"/>
                  <a:pt x="619839" y="70817"/>
                </a:cubicBezTo>
                <a:cubicBezTo>
                  <a:pt x="619839" y="81056"/>
                  <a:pt x="617243" y="89623"/>
                  <a:pt x="612052" y="96518"/>
                </a:cubicBezTo>
                <a:cubicBezTo>
                  <a:pt x="605781" y="104853"/>
                  <a:pt x="597120" y="109021"/>
                  <a:pt x="586069" y="109021"/>
                </a:cubicBezTo>
                <a:cubicBezTo>
                  <a:pt x="575223" y="109021"/>
                  <a:pt x="566870" y="105213"/>
                  <a:pt x="561011" y="97598"/>
                </a:cubicBezTo>
                <a:cubicBezTo>
                  <a:pt x="555151" y="89982"/>
                  <a:pt x="552221" y="81158"/>
                  <a:pt x="552221" y="71126"/>
                </a:cubicBezTo>
                <a:cubicBezTo>
                  <a:pt x="552221" y="60784"/>
                  <a:pt x="555215" y="51768"/>
                  <a:pt x="561203" y="44075"/>
                </a:cubicBezTo>
                <a:cubicBezTo>
                  <a:pt x="567192" y="36383"/>
                  <a:pt x="575403" y="32537"/>
                  <a:pt x="585837" y="32537"/>
                </a:cubicBezTo>
                <a:moveTo>
                  <a:pt x="586146" y="37934"/>
                </a:moveTo>
                <a:cubicBezTo>
                  <a:pt x="583524" y="37934"/>
                  <a:pt x="581275" y="38925"/>
                  <a:pt x="579399" y="40907"/>
                </a:cubicBezTo>
                <a:cubicBezTo>
                  <a:pt x="577523" y="42887"/>
                  <a:pt x="576290" y="46798"/>
                  <a:pt x="575698" y="52638"/>
                </a:cubicBezTo>
                <a:cubicBezTo>
                  <a:pt x="575107" y="58479"/>
                  <a:pt x="574812" y="66597"/>
                  <a:pt x="574812" y="76992"/>
                </a:cubicBezTo>
                <a:cubicBezTo>
                  <a:pt x="574812" y="82499"/>
                  <a:pt x="575172" y="87645"/>
                  <a:pt x="575891" y="92432"/>
                </a:cubicBezTo>
                <a:cubicBezTo>
                  <a:pt x="576457" y="96085"/>
                  <a:pt x="577665" y="98863"/>
                  <a:pt x="579515" y="100768"/>
                </a:cubicBezTo>
                <a:cubicBezTo>
                  <a:pt x="581365" y="102672"/>
                  <a:pt x="583473" y="103624"/>
                  <a:pt x="585837" y="103624"/>
                </a:cubicBezTo>
                <a:cubicBezTo>
                  <a:pt x="588150" y="103624"/>
                  <a:pt x="590078" y="102980"/>
                  <a:pt x="591620" y="101694"/>
                </a:cubicBezTo>
                <a:cubicBezTo>
                  <a:pt x="593624" y="99944"/>
                  <a:pt x="594961" y="97500"/>
                  <a:pt x="595629" y="94359"/>
                </a:cubicBezTo>
                <a:cubicBezTo>
                  <a:pt x="596657" y="89472"/>
                  <a:pt x="597171" y="79591"/>
                  <a:pt x="597171" y="64719"/>
                </a:cubicBezTo>
                <a:cubicBezTo>
                  <a:pt x="597171" y="55971"/>
                  <a:pt x="596683" y="49964"/>
                  <a:pt x="595706" y="46697"/>
                </a:cubicBezTo>
                <a:cubicBezTo>
                  <a:pt x="594730" y="43428"/>
                  <a:pt x="593290" y="41047"/>
                  <a:pt x="591388" y="39555"/>
                </a:cubicBezTo>
                <a:cubicBezTo>
                  <a:pt x="590052" y="38474"/>
                  <a:pt x="588304" y="37934"/>
                  <a:pt x="586146" y="37934"/>
                </a:cubicBezTo>
                <a:close/>
                <a:moveTo>
                  <a:pt x="660338" y="2313"/>
                </a:moveTo>
                <a:lnTo>
                  <a:pt x="660338" y="71145"/>
                </a:lnTo>
                <a:lnTo>
                  <a:pt x="677069" y="54696"/>
                </a:lnTo>
                <a:cubicBezTo>
                  <a:pt x="680513" y="51345"/>
                  <a:pt x="682659" y="48914"/>
                  <a:pt x="683507" y="47403"/>
                </a:cubicBezTo>
                <a:cubicBezTo>
                  <a:pt x="684355" y="45891"/>
                  <a:pt x="684779" y="44431"/>
                  <a:pt x="684779" y="43022"/>
                </a:cubicBezTo>
                <a:cubicBezTo>
                  <a:pt x="684779" y="41615"/>
                  <a:pt x="684214" y="40443"/>
                  <a:pt x="683083" y="39505"/>
                </a:cubicBezTo>
                <a:cubicBezTo>
                  <a:pt x="681952" y="38566"/>
                  <a:pt x="679742" y="37889"/>
                  <a:pt x="676452" y="37471"/>
                </a:cubicBezTo>
                <a:lnTo>
                  <a:pt x="676452" y="34695"/>
                </a:lnTo>
                <a:lnTo>
                  <a:pt x="708757" y="34695"/>
                </a:lnTo>
                <a:lnTo>
                  <a:pt x="708757" y="37471"/>
                </a:lnTo>
                <a:cubicBezTo>
                  <a:pt x="705673" y="37627"/>
                  <a:pt x="702975" y="38367"/>
                  <a:pt x="700662" y="39692"/>
                </a:cubicBezTo>
                <a:cubicBezTo>
                  <a:pt x="698349" y="41018"/>
                  <a:pt x="693825" y="45006"/>
                  <a:pt x="687092" y="51658"/>
                </a:cubicBezTo>
                <a:lnTo>
                  <a:pt x="679228" y="59433"/>
                </a:lnTo>
                <a:lnTo>
                  <a:pt x="696190" y="84201"/>
                </a:lnTo>
                <a:cubicBezTo>
                  <a:pt x="703026" y="94273"/>
                  <a:pt x="707087" y="99924"/>
                  <a:pt x="708372" y="101156"/>
                </a:cubicBezTo>
                <a:cubicBezTo>
                  <a:pt x="710119" y="102904"/>
                  <a:pt x="712330" y="103881"/>
                  <a:pt x="715002" y="104086"/>
                </a:cubicBezTo>
                <a:lnTo>
                  <a:pt x="715002" y="106862"/>
                </a:lnTo>
                <a:lnTo>
                  <a:pt x="677763" y="106862"/>
                </a:lnTo>
                <a:lnTo>
                  <a:pt x="677763" y="104086"/>
                </a:lnTo>
                <a:cubicBezTo>
                  <a:pt x="679408" y="104086"/>
                  <a:pt x="680603" y="103778"/>
                  <a:pt x="681348" y="103161"/>
                </a:cubicBezTo>
                <a:cubicBezTo>
                  <a:pt x="682093" y="102543"/>
                  <a:pt x="682466" y="101874"/>
                  <a:pt x="682466" y="101154"/>
                </a:cubicBezTo>
                <a:cubicBezTo>
                  <a:pt x="682466" y="99970"/>
                  <a:pt x="681386" y="97783"/>
                  <a:pt x="679228" y="94593"/>
                </a:cubicBezTo>
                <a:lnTo>
                  <a:pt x="664964" y="73677"/>
                </a:lnTo>
                <a:lnTo>
                  <a:pt x="660338" y="78257"/>
                </a:lnTo>
                <a:lnTo>
                  <a:pt x="660338" y="91133"/>
                </a:lnTo>
                <a:cubicBezTo>
                  <a:pt x="660338" y="96667"/>
                  <a:pt x="660852" y="100119"/>
                  <a:pt x="661880" y="101489"/>
                </a:cubicBezTo>
                <a:cubicBezTo>
                  <a:pt x="662908" y="102859"/>
                  <a:pt x="665015" y="103725"/>
                  <a:pt x="668202" y="104086"/>
                </a:cubicBezTo>
                <a:lnTo>
                  <a:pt x="668202" y="106862"/>
                </a:lnTo>
                <a:lnTo>
                  <a:pt x="630963" y="106862"/>
                </a:lnTo>
                <a:lnTo>
                  <a:pt x="630963" y="104086"/>
                </a:lnTo>
                <a:cubicBezTo>
                  <a:pt x="633995" y="103776"/>
                  <a:pt x="636154" y="102794"/>
                  <a:pt x="637439" y="101139"/>
                </a:cubicBezTo>
                <a:cubicBezTo>
                  <a:pt x="638313" y="100002"/>
                  <a:pt x="638750" y="96667"/>
                  <a:pt x="638750" y="91133"/>
                </a:cubicBezTo>
                <a:lnTo>
                  <a:pt x="638750" y="18042"/>
                </a:lnTo>
                <a:cubicBezTo>
                  <a:pt x="638750" y="12527"/>
                  <a:pt x="638249" y="9094"/>
                  <a:pt x="637246" y="7741"/>
                </a:cubicBezTo>
                <a:cubicBezTo>
                  <a:pt x="636244" y="6389"/>
                  <a:pt x="634149" y="5505"/>
                  <a:pt x="630963" y="5089"/>
                </a:cubicBezTo>
                <a:lnTo>
                  <a:pt x="630963" y="2313"/>
                </a:lnTo>
                <a:lnTo>
                  <a:pt x="660338" y="2313"/>
                </a:lnTo>
                <a:close/>
                <a:moveTo>
                  <a:pt x="780150" y="68157"/>
                </a:moveTo>
                <a:lnTo>
                  <a:pt x="740597" y="68157"/>
                </a:lnTo>
                <a:cubicBezTo>
                  <a:pt x="741060" y="77743"/>
                  <a:pt x="743604" y="85319"/>
                  <a:pt x="748230" y="90885"/>
                </a:cubicBezTo>
                <a:cubicBezTo>
                  <a:pt x="751777" y="95163"/>
                  <a:pt x="756043" y="97301"/>
                  <a:pt x="761029" y="97301"/>
                </a:cubicBezTo>
                <a:cubicBezTo>
                  <a:pt x="764113" y="97301"/>
                  <a:pt x="766914" y="96440"/>
                  <a:pt x="769433" y="94718"/>
                </a:cubicBezTo>
                <a:cubicBezTo>
                  <a:pt x="771951" y="92997"/>
                  <a:pt x="774650" y="89900"/>
                  <a:pt x="777528" y="85428"/>
                </a:cubicBezTo>
                <a:lnTo>
                  <a:pt x="780150" y="87124"/>
                </a:lnTo>
                <a:cubicBezTo>
                  <a:pt x="776243" y="95091"/>
                  <a:pt x="771926" y="100732"/>
                  <a:pt x="767197" y="104048"/>
                </a:cubicBezTo>
                <a:cubicBezTo>
                  <a:pt x="762468" y="107363"/>
                  <a:pt x="756994" y="109021"/>
                  <a:pt x="750774" y="109021"/>
                </a:cubicBezTo>
                <a:cubicBezTo>
                  <a:pt x="740083" y="109021"/>
                  <a:pt x="731987" y="104905"/>
                  <a:pt x="726487" y="96672"/>
                </a:cubicBezTo>
                <a:cubicBezTo>
                  <a:pt x="722067" y="90035"/>
                  <a:pt x="719857" y="81803"/>
                  <a:pt x="719857" y="71976"/>
                </a:cubicBezTo>
                <a:cubicBezTo>
                  <a:pt x="719857" y="59935"/>
                  <a:pt x="723108" y="50352"/>
                  <a:pt x="729610" y="43227"/>
                </a:cubicBezTo>
                <a:cubicBezTo>
                  <a:pt x="736112" y="36100"/>
                  <a:pt x="743732" y="32537"/>
                  <a:pt x="752470" y="32537"/>
                </a:cubicBezTo>
                <a:cubicBezTo>
                  <a:pt x="759769" y="32537"/>
                  <a:pt x="766104" y="35531"/>
                  <a:pt x="771476" y="41519"/>
                </a:cubicBezTo>
                <a:cubicBezTo>
                  <a:pt x="776847" y="47507"/>
                  <a:pt x="779738" y="56386"/>
                  <a:pt x="780150" y="68157"/>
                </a:cubicBezTo>
                <a:moveTo>
                  <a:pt x="761183" y="63069"/>
                </a:moveTo>
                <a:cubicBezTo>
                  <a:pt x="761183" y="54793"/>
                  <a:pt x="760733" y="49113"/>
                  <a:pt x="759834" y="46029"/>
                </a:cubicBezTo>
                <a:cubicBezTo>
                  <a:pt x="758934" y="42945"/>
                  <a:pt x="757533" y="40606"/>
                  <a:pt x="755632" y="39013"/>
                </a:cubicBezTo>
                <a:cubicBezTo>
                  <a:pt x="754552" y="38088"/>
                  <a:pt x="753113" y="37625"/>
                  <a:pt x="751314" y="37625"/>
                </a:cubicBezTo>
                <a:cubicBezTo>
                  <a:pt x="748641" y="37625"/>
                  <a:pt x="746457" y="38936"/>
                  <a:pt x="744760" y="41557"/>
                </a:cubicBezTo>
                <a:cubicBezTo>
                  <a:pt x="741728" y="46132"/>
                  <a:pt x="740211" y="52403"/>
                  <a:pt x="740211" y="60370"/>
                </a:cubicBezTo>
                <a:lnTo>
                  <a:pt x="740211" y="63069"/>
                </a:lnTo>
                <a:lnTo>
                  <a:pt x="761183" y="63069"/>
                </a:lnTo>
                <a:close/>
                <a:moveTo>
                  <a:pt x="818900" y="34695"/>
                </a:moveTo>
                <a:lnTo>
                  <a:pt x="818900" y="44102"/>
                </a:lnTo>
                <a:cubicBezTo>
                  <a:pt x="822601" y="40065"/>
                  <a:pt x="826147" y="37129"/>
                  <a:pt x="829540" y="35293"/>
                </a:cubicBezTo>
                <a:cubicBezTo>
                  <a:pt x="832932" y="33455"/>
                  <a:pt x="836582" y="32537"/>
                  <a:pt x="840488" y="32537"/>
                </a:cubicBezTo>
                <a:cubicBezTo>
                  <a:pt x="845166" y="32537"/>
                  <a:pt x="849046" y="33836"/>
                  <a:pt x="852130" y="36435"/>
                </a:cubicBezTo>
                <a:cubicBezTo>
                  <a:pt x="855214" y="39034"/>
                  <a:pt x="857270" y="42263"/>
                  <a:pt x="858298" y="46123"/>
                </a:cubicBezTo>
                <a:cubicBezTo>
                  <a:pt x="859121" y="49058"/>
                  <a:pt x="859532" y="54694"/>
                  <a:pt x="859532" y="63032"/>
                </a:cubicBezTo>
                <a:lnTo>
                  <a:pt x="859532" y="91133"/>
                </a:lnTo>
                <a:cubicBezTo>
                  <a:pt x="859532" y="96684"/>
                  <a:pt x="860033" y="100141"/>
                  <a:pt x="861036" y="101503"/>
                </a:cubicBezTo>
                <a:cubicBezTo>
                  <a:pt x="862038" y="102865"/>
                  <a:pt x="864132" y="103726"/>
                  <a:pt x="867319" y="104086"/>
                </a:cubicBezTo>
                <a:lnTo>
                  <a:pt x="867319" y="106862"/>
                </a:lnTo>
                <a:lnTo>
                  <a:pt x="830851" y="106862"/>
                </a:lnTo>
                <a:lnTo>
                  <a:pt x="830851" y="104086"/>
                </a:lnTo>
                <a:cubicBezTo>
                  <a:pt x="833575" y="103726"/>
                  <a:pt x="835528" y="102596"/>
                  <a:pt x="836710" y="100694"/>
                </a:cubicBezTo>
                <a:cubicBezTo>
                  <a:pt x="837533" y="99409"/>
                  <a:pt x="837944" y="96222"/>
                  <a:pt x="837944" y="91133"/>
                </a:cubicBezTo>
                <a:lnTo>
                  <a:pt x="837944" y="59059"/>
                </a:lnTo>
                <a:cubicBezTo>
                  <a:pt x="837944" y="53148"/>
                  <a:pt x="837713" y="49422"/>
                  <a:pt x="837250" y="47880"/>
                </a:cubicBezTo>
                <a:cubicBezTo>
                  <a:pt x="836787" y="46338"/>
                  <a:pt x="836003" y="45143"/>
                  <a:pt x="834898" y="44294"/>
                </a:cubicBezTo>
                <a:cubicBezTo>
                  <a:pt x="833793" y="43446"/>
                  <a:pt x="832572" y="43022"/>
                  <a:pt x="831236" y="43022"/>
                </a:cubicBezTo>
                <a:cubicBezTo>
                  <a:pt x="826816" y="43022"/>
                  <a:pt x="822704" y="46209"/>
                  <a:pt x="818900" y="52583"/>
                </a:cubicBezTo>
                <a:lnTo>
                  <a:pt x="818900" y="91133"/>
                </a:lnTo>
                <a:cubicBezTo>
                  <a:pt x="818900" y="96530"/>
                  <a:pt x="819401" y="99948"/>
                  <a:pt x="820403" y="101388"/>
                </a:cubicBezTo>
                <a:cubicBezTo>
                  <a:pt x="821406" y="102827"/>
                  <a:pt x="823269" y="103726"/>
                  <a:pt x="825993" y="104086"/>
                </a:cubicBezTo>
                <a:lnTo>
                  <a:pt x="825993" y="106862"/>
                </a:lnTo>
                <a:lnTo>
                  <a:pt x="789524" y="106862"/>
                </a:lnTo>
                <a:lnTo>
                  <a:pt x="789524" y="104086"/>
                </a:lnTo>
                <a:cubicBezTo>
                  <a:pt x="792557" y="103778"/>
                  <a:pt x="794716" y="102801"/>
                  <a:pt x="796001" y="101156"/>
                </a:cubicBezTo>
                <a:cubicBezTo>
                  <a:pt x="796875" y="100026"/>
                  <a:pt x="797312" y="96684"/>
                  <a:pt x="797312" y="91133"/>
                </a:cubicBezTo>
                <a:lnTo>
                  <a:pt x="797312" y="50424"/>
                </a:lnTo>
                <a:cubicBezTo>
                  <a:pt x="797312" y="44910"/>
                  <a:pt x="796811" y="41476"/>
                  <a:pt x="795808" y="40124"/>
                </a:cubicBezTo>
                <a:cubicBezTo>
                  <a:pt x="794806" y="38771"/>
                  <a:pt x="792711" y="37887"/>
                  <a:pt x="789524" y="37471"/>
                </a:cubicBezTo>
                <a:lnTo>
                  <a:pt x="789524" y="34695"/>
                </a:lnTo>
                <a:lnTo>
                  <a:pt x="818900" y="3469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26E3B1-69DB-4D06-B1F0-939E9572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819" y="564241"/>
            <a:ext cx="963063" cy="983351"/>
          </a:xfrm>
          <a:custGeom xmlns:a="http://schemas.openxmlformats.org/drawingml/2006/main">
            <a:pathLst>
              <a:path w="963063" h="983351">
                <a:moveTo>
                  <a:pt x="918658" y="0"/>
                </a:moveTo>
                <a:lnTo>
                  <a:pt x="874224" y="88811"/>
                </a:lnTo>
                <a:lnTo>
                  <a:pt x="903856" y="88811"/>
                </a:lnTo>
                <a:lnTo>
                  <a:pt x="903856" y="953748"/>
                </a:lnTo>
                <a:lnTo>
                  <a:pt x="0" y="953748"/>
                </a:lnTo>
                <a:lnTo>
                  <a:pt x="0" y="982266"/>
                </a:lnTo>
                <a:lnTo>
                  <a:pt x="15888" y="982266"/>
                </a:lnTo>
                <a:lnTo>
                  <a:pt x="14802" y="983351"/>
                </a:lnTo>
                <a:lnTo>
                  <a:pt x="933460" y="983351"/>
                </a:lnTo>
                <a:lnTo>
                  <a:pt x="933460" y="88811"/>
                </a:lnTo>
                <a:lnTo>
                  <a:pt x="963063" y="88811"/>
                </a:lnTo>
                <a:lnTo>
                  <a:pt x="918658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��������">
            <a:extLst xmlns:a="http://schemas.openxmlformats.org/drawingml/2006/main">
              <a:ext uri="{FF2B5EF4-FFF2-40B4-BE49-F238E27FC236}">
                <a16:creationId xmlns:a16="http://schemas.microsoft.com/office/drawing/2014/main" id="{0F8B476A-9E5C-4EF9-B867-07248082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244" y="1333982"/>
            <a:ext cx="699958" cy="109021"/>
          </a:xfrm>
          <a:custGeom xmlns:a="http://schemas.openxmlformats.org/drawingml/2006/main">
            <a:pathLst>
              <a:path w="699958" h="109021">
                <a:moveTo>
                  <a:pt x="64456" y="76947"/>
                </a:moveTo>
                <a:lnTo>
                  <a:pt x="27525" y="76947"/>
                </a:lnTo>
                <a:lnTo>
                  <a:pt x="23130" y="87175"/>
                </a:lnTo>
                <a:cubicBezTo>
                  <a:pt x="21691" y="90604"/>
                  <a:pt x="20971" y="93436"/>
                  <a:pt x="20971" y="95670"/>
                </a:cubicBezTo>
                <a:cubicBezTo>
                  <a:pt x="20971" y="98630"/>
                  <a:pt x="22154" y="100813"/>
                  <a:pt x="24518" y="102216"/>
                </a:cubicBezTo>
                <a:cubicBezTo>
                  <a:pt x="25906" y="103047"/>
                  <a:pt x="29324" y="103670"/>
                  <a:pt x="34772" y="104086"/>
                </a:cubicBezTo>
                <a:lnTo>
                  <a:pt x="34772" y="106862"/>
                </a:lnTo>
                <a:lnTo>
                  <a:pt x="0" y="106862"/>
                </a:lnTo>
                <a:lnTo>
                  <a:pt x="0" y="104086"/>
                </a:lnTo>
                <a:cubicBezTo>
                  <a:pt x="3752" y="103516"/>
                  <a:pt x="6836" y="101947"/>
                  <a:pt x="9252" y="99378"/>
                </a:cubicBezTo>
                <a:cubicBezTo>
                  <a:pt x="11668" y="96808"/>
                  <a:pt x="14649" y="91501"/>
                  <a:pt x="18196" y="83457"/>
                </a:cubicBezTo>
                <a:lnTo>
                  <a:pt x="55590" y="0"/>
                </a:lnTo>
                <a:lnTo>
                  <a:pt x="57055" y="0"/>
                </a:lnTo>
                <a:lnTo>
                  <a:pt x="94757" y="85782"/>
                </a:lnTo>
                <a:cubicBezTo>
                  <a:pt x="98355" y="93987"/>
                  <a:pt x="101311" y="99153"/>
                  <a:pt x="103624" y="101282"/>
                </a:cubicBezTo>
                <a:cubicBezTo>
                  <a:pt x="105371" y="102891"/>
                  <a:pt x="107838" y="103826"/>
                  <a:pt x="111025" y="104086"/>
                </a:cubicBezTo>
                <a:lnTo>
                  <a:pt x="111025" y="106862"/>
                </a:lnTo>
                <a:lnTo>
                  <a:pt x="60447" y="106862"/>
                </a:lnTo>
                <a:lnTo>
                  <a:pt x="60447" y="104086"/>
                </a:lnTo>
                <a:lnTo>
                  <a:pt x="62529" y="104086"/>
                </a:lnTo>
                <a:cubicBezTo>
                  <a:pt x="66589" y="104086"/>
                  <a:pt x="69442" y="103511"/>
                  <a:pt x="71087" y="102361"/>
                </a:cubicBezTo>
                <a:cubicBezTo>
                  <a:pt x="72218" y="101526"/>
                  <a:pt x="72783" y="100323"/>
                  <a:pt x="72783" y="98754"/>
                </a:cubicBezTo>
                <a:cubicBezTo>
                  <a:pt x="72783" y="97815"/>
                  <a:pt x="72629" y="96848"/>
                  <a:pt x="72321" y="95853"/>
                </a:cubicBezTo>
                <a:cubicBezTo>
                  <a:pt x="72218" y="95384"/>
                  <a:pt x="71447" y="93425"/>
                  <a:pt x="70008" y="89974"/>
                </a:cubicBezTo>
                <a:lnTo>
                  <a:pt x="64456" y="76947"/>
                </a:lnTo>
                <a:moveTo>
                  <a:pt x="61835" y="71241"/>
                </a:moveTo>
                <a:lnTo>
                  <a:pt x="46261" y="35192"/>
                </a:lnTo>
                <a:lnTo>
                  <a:pt x="30224" y="71241"/>
                </a:lnTo>
                <a:lnTo>
                  <a:pt x="61835" y="71241"/>
                </a:lnTo>
                <a:close/>
                <a:moveTo>
                  <a:pt x="188114" y="2313"/>
                </a:moveTo>
                <a:lnTo>
                  <a:pt x="188114" y="85274"/>
                </a:lnTo>
                <a:cubicBezTo>
                  <a:pt x="188114" y="90820"/>
                  <a:pt x="188268" y="94102"/>
                  <a:pt x="188576" y="95118"/>
                </a:cubicBezTo>
                <a:cubicBezTo>
                  <a:pt x="188988" y="96799"/>
                  <a:pt x="189771" y="98046"/>
                  <a:pt x="190928" y="98860"/>
                </a:cubicBezTo>
                <a:cubicBezTo>
                  <a:pt x="192085" y="99673"/>
                  <a:pt x="194102" y="100181"/>
                  <a:pt x="196980" y="100385"/>
                </a:cubicBezTo>
                <a:lnTo>
                  <a:pt x="196980" y="103161"/>
                </a:lnTo>
                <a:lnTo>
                  <a:pt x="166526" y="109021"/>
                </a:lnTo>
                <a:lnTo>
                  <a:pt x="166526" y="97610"/>
                </a:lnTo>
                <a:cubicBezTo>
                  <a:pt x="162876" y="102030"/>
                  <a:pt x="159625" y="105037"/>
                  <a:pt x="156772" y="106631"/>
                </a:cubicBezTo>
                <a:cubicBezTo>
                  <a:pt x="153920" y="108224"/>
                  <a:pt x="150694" y="109021"/>
                  <a:pt x="147096" y="109021"/>
                </a:cubicBezTo>
                <a:cubicBezTo>
                  <a:pt x="137895" y="109021"/>
                  <a:pt x="130622" y="104905"/>
                  <a:pt x="125277" y="96672"/>
                </a:cubicBezTo>
                <a:cubicBezTo>
                  <a:pt x="120959" y="89984"/>
                  <a:pt x="118800" y="81778"/>
                  <a:pt x="118800" y="72053"/>
                </a:cubicBezTo>
                <a:cubicBezTo>
                  <a:pt x="118800" y="64284"/>
                  <a:pt x="120137" y="57324"/>
                  <a:pt x="122809" y="51176"/>
                </a:cubicBezTo>
                <a:cubicBezTo>
                  <a:pt x="125482" y="45027"/>
                  <a:pt x="129145" y="40383"/>
                  <a:pt x="133796" y="37245"/>
                </a:cubicBezTo>
                <a:cubicBezTo>
                  <a:pt x="138448" y="34106"/>
                  <a:pt x="143447" y="32537"/>
                  <a:pt x="148792" y="32537"/>
                </a:cubicBezTo>
                <a:cubicBezTo>
                  <a:pt x="152236" y="32537"/>
                  <a:pt x="155295" y="33210"/>
                  <a:pt x="157967" y="34558"/>
                </a:cubicBezTo>
                <a:cubicBezTo>
                  <a:pt x="160640" y="35906"/>
                  <a:pt x="163493" y="38265"/>
                  <a:pt x="166526" y="41634"/>
                </a:cubicBezTo>
                <a:lnTo>
                  <a:pt x="166526" y="19892"/>
                </a:lnTo>
                <a:cubicBezTo>
                  <a:pt x="166526" y="14392"/>
                  <a:pt x="166294" y="11077"/>
                  <a:pt x="165832" y="9946"/>
                </a:cubicBezTo>
                <a:cubicBezTo>
                  <a:pt x="165215" y="8455"/>
                  <a:pt x="164290" y="7350"/>
                  <a:pt x="163056" y="6631"/>
                </a:cubicBezTo>
                <a:cubicBezTo>
                  <a:pt x="161822" y="5911"/>
                  <a:pt x="159509" y="5551"/>
                  <a:pt x="156117" y="5551"/>
                </a:cubicBezTo>
                <a:lnTo>
                  <a:pt x="156117" y="2313"/>
                </a:lnTo>
                <a:lnTo>
                  <a:pt x="188114" y="2313"/>
                </a:lnTo>
                <a:moveTo>
                  <a:pt x="166526" y="51041"/>
                </a:moveTo>
                <a:cubicBezTo>
                  <a:pt x="162722" y="43845"/>
                  <a:pt x="158070" y="40247"/>
                  <a:pt x="152570" y="40247"/>
                </a:cubicBezTo>
                <a:cubicBezTo>
                  <a:pt x="150669" y="40247"/>
                  <a:pt x="149101" y="40761"/>
                  <a:pt x="147867" y="41789"/>
                </a:cubicBezTo>
                <a:cubicBezTo>
                  <a:pt x="145965" y="43382"/>
                  <a:pt x="144410" y="46183"/>
                  <a:pt x="143203" y="50193"/>
                </a:cubicBezTo>
                <a:cubicBezTo>
                  <a:pt x="141995" y="54202"/>
                  <a:pt x="141391" y="60344"/>
                  <a:pt x="141391" y="68620"/>
                </a:cubicBezTo>
                <a:cubicBezTo>
                  <a:pt x="141391" y="77718"/>
                  <a:pt x="142059" y="84451"/>
                  <a:pt x="143395" y="88820"/>
                </a:cubicBezTo>
                <a:cubicBezTo>
                  <a:pt x="144732" y="93189"/>
                  <a:pt x="146556" y="96350"/>
                  <a:pt x="148869" y="98304"/>
                </a:cubicBezTo>
                <a:cubicBezTo>
                  <a:pt x="150052" y="99280"/>
                  <a:pt x="151671" y="99769"/>
                  <a:pt x="153727" y="99769"/>
                </a:cubicBezTo>
                <a:cubicBezTo>
                  <a:pt x="158250" y="99769"/>
                  <a:pt x="162516" y="96211"/>
                  <a:pt x="166526" y="89095"/>
                </a:cubicBezTo>
                <a:lnTo>
                  <a:pt x="166526" y="51041"/>
                </a:lnTo>
                <a:close/>
                <a:moveTo>
                  <a:pt x="275845" y="2313"/>
                </a:moveTo>
                <a:lnTo>
                  <a:pt x="275845" y="85274"/>
                </a:lnTo>
                <a:cubicBezTo>
                  <a:pt x="275845" y="90820"/>
                  <a:pt x="275999" y="94102"/>
                  <a:pt x="276307" y="95118"/>
                </a:cubicBezTo>
                <a:cubicBezTo>
                  <a:pt x="276718" y="96799"/>
                  <a:pt x="277502" y="98046"/>
                  <a:pt x="278659" y="98860"/>
                </a:cubicBezTo>
                <a:cubicBezTo>
                  <a:pt x="279815" y="99673"/>
                  <a:pt x="281833" y="100181"/>
                  <a:pt x="284711" y="100385"/>
                </a:cubicBezTo>
                <a:lnTo>
                  <a:pt x="284711" y="103161"/>
                </a:lnTo>
                <a:lnTo>
                  <a:pt x="254256" y="109021"/>
                </a:lnTo>
                <a:lnTo>
                  <a:pt x="254256" y="97610"/>
                </a:lnTo>
                <a:cubicBezTo>
                  <a:pt x="250607" y="102030"/>
                  <a:pt x="247356" y="105037"/>
                  <a:pt x="244503" y="106631"/>
                </a:cubicBezTo>
                <a:cubicBezTo>
                  <a:pt x="241650" y="108224"/>
                  <a:pt x="238425" y="109021"/>
                  <a:pt x="234827" y="109021"/>
                </a:cubicBezTo>
                <a:cubicBezTo>
                  <a:pt x="225626" y="109021"/>
                  <a:pt x="218353" y="104905"/>
                  <a:pt x="213007" y="96672"/>
                </a:cubicBezTo>
                <a:cubicBezTo>
                  <a:pt x="208690" y="89984"/>
                  <a:pt x="206531" y="81778"/>
                  <a:pt x="206531" y="72053"/>
                </a:cubicBezTo>
                <a:cubicBezTo>
                  <a:pt x="206531" y="64284"/>
                  <a:pt x="207867" y="57324"/>
                  <a:pt x="210540" y="51176"/>
                </a:cubicBezTo>
                <a:cubicBezTo>
                  <a:pt x="213213" y="45027"/>
                  <a:pt x="216875" y="40383"/>
                  <a:pt x="221527" y="37245"/>
                </a:cubicBezTo>
                <a:cubicBezTo>
                  <a:pt x="226179" y="34106"/>
                  <a:pt x="231177" y="32537"/>
                  <a:pt x="236523" y="32537"/>
                </a:cubicBezTo>
                <a:cubicBezTo>
                  <a:pt x="239967" y="32537"/>
                  <a:pt x="243025" y="33210"/>
                  <a:pt x="245698" y="34558"/>
                </a:cubicBezTo>
                <a:cubicBezTo>
                  <a:pt x="248371" y="35906"/>
                  <a:pt x="251224" y="38265"/>
                  <a:pt x="254256" y="41634"/>
                </a:cubicBezTo>
                <a:lnTo>
                  <a:pt x="254256" y="19892"/>
                </a:lnTo>
                <a:cubicBezTo>
                  <a:pt x="254256" y="14392"/>
                  <a:pt x="254025" y="11077"/>
                  <a:pt x="253562" y="9946"/>
                </a:cubicBezTo>
                <a:cubicBezTo>
                  <a:pt x="252946" y="8455"/>
                  <a:pt x="252020" y="7350"/>
                  <a:pt x="250787" y="6631"/>
                </a:cubicBezTo>
                <a:cubicBezTo>
                  <a:pt x="249553" y="5911"/>
                  <a:pt x="247240" y="5551"/>
                  <a:pt x="243848" y="5551"/>
                </a:cubicBezTo>
                <a:lnTo>
                  <a:pt x="243848" y="2313"/>
                </a:lnTo>
                <a:lnTo>
                  <a:pt x="275845" y="2313"/>
                </a:lnTo>
                <a:moveTo>
                  <a:pt x="254256" y="51041"/>
                </a:moveTo>
                <a:cubicBezTo>
                  <a:pt x="250453" y="43845"/>
                  <a:pt x="245801" y="40247"/>
                  <a:pt x="240301" y="40247"/>
                </a:cubicBezTo>
                <a:cubicBezTo>
                  <a:pt x="238399" y="40247"/>
                  <a:pt x="236831" y="40761"/>
                  <a:pt x="235598" y="41789"/>
                </a:cubicBezTo>
                <a:cubicBezTo>
                  <a:pt x="233696" y="43382"/>
                  <a:pt x="232141" y="46183"/>
                  <a:pt x="230933" y="50193"/>
                </a:cubicBezTo>
                <a:cubicBezTo>
                  <a:pt x="229725" y="54202"/>
                  <a:pt x="229121" y="60344"/>
                  <a:pt x="229121" y="68620"/>
                </a:cubicBezTo>
                <a:cubicBezTo>
                  <a:pt x="229121" y="77718"/>
                  <a:pt x="229790" y="84451"/>
                  <a:pt x="231126" y="88820"/>
                </a:cubicBezTo>
                <a:cubicBezTo>
                  <a:pt x="232462" y="93189"/>
                  <a:pt x="234287" y="96350"/>
                  <a:pt x="236600" y="98304"/>
                </a:cubicBezTo>
                <a:cubicBezTo>
                  <a:pt x="237782" y="99280"/>
                  <a:pt x="239401" y="99769"/>
                  <a:pt x="241458" y="99769"/>
                </a:cubicBezTo>
                <a:cubicBezTo>
                  <a:pt x="245981" y="99769"/>
                  <a:pt x="250247" y="96211"/>
                  <a:pt x="254256" y="89095"/>
                </a:cubicBezTo>
                <a:lnTo>
                  <a:pt x="254256" y="51041"/>
                </a:lnTo>
                <a:close/>
                <a:moveTo>
                  <a:pt x="361507" y="8173"/>
                </a:moveTo>
                <a:lnTo>
                  <a:pt x="361507" y="34695"/>
                </a:lnTo>
                <a:lnTo>
                  <a:pt x="378623" y="34695"/>
                </a:lnTo>
                <a:lnTo>
                  <a:pt x="378623" y="42251"/>
                </a:lnTo>
                <a:lnTo>
                  <a:pt x="361507" y="42251"/>
                </a:lnTo>
                <a:lnTo>
                  <a:pt x="361507" y="86859"/>
                </a:lnTo>
                <a:cubicBezTo>
                  <a:pt x="361507" y="91034"/>
                  <a:pt x="361700" y="93727"/>
                  <a:pt x="362085" y="94938"/>
                </a:cubicBezTo>
                <a:cubicBezTo>
                  <a:pt x="362471" y="96149"/>
                  <a:pt x="363152" y="97129"/>
                  <a:pt x="364128" y="97877"/>
                </a:cubicBezTo>
                <a:cubicBezTo>
                  <a:pt x="365105" y="98624"/>
                  <a:pt x="366005" y="98998"/>
                  <a:pt x="366827" y="98998"/>
                </a:cubicBezTo>
                <a:cubicBezTo>
                  <a:pt x="370168" y="98998"/>
                  <a:pt x="373329" y="96427"/>
                  <a:pt x="376310" y="91287"/>
                </a:cubicBezTo>
                <a:lnTo>
                  <a:pt x="378623" y="93001"/>
                </a:lnTo>
                <a:cubicBezTo>
                  <a:pt x="374460" y="102961"/>
                  <a:pt x="367701" y="107941"/>
                  <a:pt x="358346" y="107941"/>
                </a:cubicBezTo>
                <a:cubicBezTo>
                  <a:pt x="353771" y="107941"/>
                  <a:pt x="349903" y="106665"/>
                  <a:pt x="346742" y="104113"/>
                </a:cubicBezTo>
                <a:cubicBezTo>
                  <a:pt x="343581" y="101559"/>
                  <a:pt x="341564" y="98708"/>
                  <a:pt x="340690" y="95562"/>
                </a:cubicBezTo>
                <a:cubicBezTo>
                  <a:pt x="340176" y="93808"/>
                  <a:pt x="339919" y="89062"/>
                  <a:pt x="339919" y="81325"/>
                </a:cubicBezTo>
                <a:lnTo>
                  <a:pt x="339919" y="42251"/>
                </a:lnTo>
                <a:lnTo>
                  <a:pt x="330512" y="42251"/>
                </a:lnTo>
                <a:lnTo>
                  <a:pt x="330512" y="39546"/>
                </a:lnTo>
                <a:cubicBezTo>
                  <a:pt x="336989" y="34961"/>
                  <a:pt x="342502" y="30145"/>
                  <a:pt x="347051" y="25096"/>
                </a:cubicBezTo>
                <a:cubicBezTo>
                  <a:pt x="351600" y="20048"/>
                  <a:pt x="355570" y="14407"/>
                  <a:pt x="358963" y="8173"/>
                </a:cubicBezTo>
                <a:lnTo>
                  <a:pt x="361507" y="8173"/>
                </a:lnTo>
                <a:close/>
                <a:moveTo>
                  <a:pt x="419423" y="32537"/>
                </a:moveTo>
                <a:cubicBezTo>
                  <a:pt x="425694" y="32537"/>
                  <a:pt x="431528" y="34157"/>
                  <a:pt x="436925" y="37399"/>
                </a:cubicBezTo>
                <a:cubicBezTo>
                  <a:pt x="442322" y="40640"/>
                  <a:pt x="446421" y="45245"/>
                  <a:pt x="449222" y="51214"/>
                </a:cubicBezTo>
                <a:cubicBezTo>
                  <a:pt x="452024" y="57183"/>
                  <a:pt x="453424" y="63717"/>
                  <a:pt x="453424" y="70817"/>
                </a:cubicBezTo>
                <a:cubicBezTo>
                  <a:pt x="453424" y="81056"/>
                  <a:pt x="450829" y="89623"/>
                  <a:pt x="445637" y="96518"/>
                </a:cubicBezTo>
                <a:cubicBezTo>
                  <a:pt x="439366" y="104853"/>
                  <a:pt x="430705" y="109021"/>
                  <a:pt x="419654" y="109021"/>
                </a:cubicBezTo>
                <a:cubicBezTo>
                  <a:pt x="408809" y="109021"/>
                  <a:pt x="400456" y="105213"/>
                  <a:pt x="394596" y="97598"/>
                </a:cubicBezTo>
                <a:cubicBezTo>
                  <a:pt x="388737" y="89982"/>
                  <a:pt x="385807" y="81158"/>
                  <a:pt x="385807" y="71126"/>
                </a:cubicBezTo>
                <a:cubicBezTo>
                  <a:pt x="385807" y="60784"/>
                  <a:pt x="388801" y="51768"/>
                  <a:pt x="394789" y="44075"/>
                </a:cubicBezTo>
                <a:cubicBezTo>
                  <a:pt x="400777" y="36383"/>
                  <a:pt x="408989" y="32537"/>
                  <a:pt x="419423" y="32537"/>
                </a:cubicBezTo>
                <a:moveTo>
                  <a:pt x="419731" y="37934"/>
                </a:moveTo>
                <a:cubicBezTo>
                  <a:pt x="417110" y="37934"/>
                  <a:pt x="414861" y="38925"/>
                  <a:pt x="412985" y="40907"/>
                </a:cubicBezTo>
                <a:cubicBezTo>
                  <a:pt x="411109" y="42887"/>
                  <a:pt x="409875" y="46798"/>
                  <a:pt x="409284" y="52638"/>
                </a:cubicBezTo>
                <a:cubicBezTo>
                  <a:pt x="408693" y="58479"/>
                  <a:pt x="408397" y="66597"/>
                  <a:pt x="408397" y="76992"/>
                </a:cubicBezTo>
                <a:cubicBezTo>
                  <a:pt x="408397" y="82499"/>
                  <a:pt x="408757" y="87645"/>
                  <a:pt x="409477" y="92432"/>
                </a:cubicBezTo>
                <a:cubicBezTo>
                  <a:pt x="410042" y="96085"/>
                  <a:pt x="411250" y="98863"/>
                  <a:pt x="413101" y="100768"/>
                </a:cubicBezTo>
                <a:cubicBezTo>
                  <a:pt x="414951" y="102672"/>
                  <a:pt x="417058" y="103624"/>
                  <a:pt x="419423" y="103624"/>
                </a:cubicBezTo>
                <a:cubicBezTo>
                  <a:pt x="421736" y="103624"/>
                  <a:pt x="423663" y="102980"/>
                  <a:pt x="425205" y="101694"/>
                </a:cubicBezTo>
                <a:cubicBezTo>
                  <a:pt x="427210" y="99944"/>
                  <a:pt x="428546" y="97500"/>
                  <a:pt x="429215" y="94359"/>
                </a:cubicBezTo>
                <a:cubicBezTo>
                  <a:pt x="430243" y="89472"/>
                  <a:pt x="430757" y="79591"/>
                  <a:pt x="430757" y="64719"/>
                </a:cubicBezTo>
                <a:cubicBezTo>
                  <a:pt x="430757" y="55971"/>
                  <a:pt x="430268" y="49964"/>
                  <a:pt x="429292" y="46697"/>
                </a:cubicBezTo>
                <a:cubicBezTo>
                  <a:pt x="428315" y="43428"/>
                  <a:pt x="426876" y="41047"/>
                  <a:pt x="424974" y="39555"/>
                </a:cubicBezTo>
                <a:cubicBezTo>
                  <a:pt x="423638" y="38474"/>
                  <a:pt x="421890" y="37934"/>
                  <a:pt x="419731" y="37934"/>
                </a:cubicBezTo>
                <a:close/>
                <a:moveTo>
                  <a:pt x="493608" y="2313"/>
                </a:moveTo>
                <a:lnTo>
                  <a:pt x="493608" y="71145"/>
                </a:lnTo>
                <a:lnTo>
                  <a:pt x="510339" y="54696"/>
                </a:lnTo>
                <a:cubicBezTo>
                  <a:pt x="513783" y="51345"/>
                  <a:pt x="515929" y="48914"/>
                  <a:pt x="516777" y="47403"/>
                </a:cubicBezTo>
                <a:cubicBezTo>
                  <a:pt x="517625" y="45891"/>
                  <a:pt x="518049" y="44431"/>
                  <a:pt x="518049" y="43022"/>
                </a:cubicBezTo>
                <a:cubicBezTo>
                  <a:pt x="518049" y="41615"/>
                  <a:pt x="517483" y="40443"/>
                  <a:pt x="516353" y="39505"/>
                </a:cubicBezTo>
                <a:cubicBezTo>
                  <a:pt x="515222" y="38566"/>
                  <a:pt x="513012" y="37889"/>
                  <a:pt x="509722" y="37471"/>
                </a:cubicBezTo>
                <a:lnTo>
                  <a:pt x="509722" y="34695"/>
                </a:lnTo>
                <a:lnTo>
                  <a:pt x="542027" y="34695"/>
                </a:lnTo>
                <a:lnTo>
                  <a:pt x="542027" y="37471"/>
                </a:lnTo>
                <a:cubicBezTo>
                  <a:pt x="538943" y="37627"/>
                  <a:pt x="536245" y="38367"/>
                  <a:pt x="533932" y="39692"/>
                </a:cubicBezTo>
                <a:cubicBezTo>
                  <a:pt x="531619" y="41018"/>
                  <a:pt x="527095" y="45006"/>
                  <a:pt x="520362" y="51658"/>
                </a:cubicBezTo>
                <a:lnTo>
                  <a:pt x="512498" y="59433"/>
                </a:lnTo>
                <a:lnTo>
                  <a:pt x="529460" y="84201"/>
                </a:lnTo>
                <a:cubicBezTo>
                  <a:pt x="536296" y="94273"/>
                  <a:pt x="540357" y="99924"/>
                  <a:pt x="541642" y="101156"/>
                </a:cubicBezTo>
                <a:cubicBezTo>
                  <a:pt x="543389" y="102904"/>
                  <a:pt x="545600" y="103881"/>
                  <a:pt x="548272" y="104086"/>
                </a:cubicBezTo>
                <a:lnTo>
                  <a:pt x="548272" y="106862"/>
                </a:lnTo>
                <a:lnTo>
                  <a:pt x="511033" y="106862"/>
                </a:lnTo>
                <a:lnTo>
                  <a:pt x="511033" y="104086"/>
                </a:lnTo>
                <a:cubicBezTo>
                  <a:pt x="512678" y="104086"/>
                  <a:pt x="513873" y="103778"/>
                  <a:pt x="514618" y="103161"/>
                </a:cubicBezTo>
                <a:cubicBezTo>
                  <a:pt x="515363" y="102543"/>
                  <a:pt x="515736" y="101874"/>
                  <a:pt x="515736" y="101154"/>
                </a:cubicBezTo>
                <a:cubicBezTo>
                  <a:pt x="515736" y="99970"/>
                  <a:pt x="514656" y="97783"/>
                  <a:pt x="512498" y="94593"/>
                </a:cubicBezTo>
                <a:lnTo>
                  <a:pt x="498234" y="73677"/>
                </a:lnTo>
                <a:lnTo>
                  <a:pt x="493608" y="78257"/>
                </a:lnTo>
                <a:lnTo>
                  <a:pt x="493608" y="91133"/>
                </a:lnTo>
                <a:cubicBezTo>
                  <a:pt x="493608" y="96667"/>
                  <a:pt x="494122" y="100119"/>
                  <a:pt x="495150" y="101489"/>
                </a:cubicBezTo>
                <a:cubicBezTo>
                  <a:pt x="496178" y="102859"/>
                  <a:pt x="498285" y="103725"/>
                  <a:pt x="501472" y="104086"/>
                </a:cubicBezTo>
                <a:lnTo>
                  <a:pt x="501472" y="106862"/>
                </a:lnTo>
                <a:lnTo>
                  <a:pt x="464232" y="106862"/>
                </a:lnTo>
                <a:lnTo>
                  <a:pt x="464232" y="104086"/>
                </a:lnTo>
                <a:cubicBezTo>
                  <a:pt x="467265" y="103776"/>
                  <a:pt x="469424" y="102794"/>
                  <a:pt x="470709" y="101139"/>
                </a:cubicBezTo>
                <a:cubicBezTo>
                  <a:pt x="471583" y="100002"/>
                  <a:pt x="472020" y="96667"/>
                  <a:pt x="472020" y="91133"/>
                </a:cubicBezTo>
                <a:lnTo>
                  <a:pt x="472020" y="18042"/>
                </a:lnTo>
                <a:cubicBezTo>
                  <a:pt x="472020" y="12527"/>
                  <a:pt x="471519" y="9094"/>
                  <a:pt x="470516" y="7741"/>
                </a:cubicBezTo>
                <a:cubicBezTo>
                  <a:pt x="469514" y="6389"/>
                  <a:pt x="467419" y="5505"/>
                  <a:pt x="464232" y="5089"/>
                </a:cubicBezTo>
                <a:lnTo>
                  <a:pt x="464232" y="2313"/>
                </a:lnTo>
                <a:lnTo>
                  <a:pt x="493608" y="2313"/>
                </a:lnTo>
                <a:close/>
                <a:moveTo>
                  <a:pt x="613104" y="68157"/>
                </a:moveTo>
                <a:lnTo>
                  <a:pt x="573551" y="68157"/>
                </a:lnTo>
                <a:cubicBezTo>
                  <a:pt x="574014" y="77743"/>
                  <a:pt x="576558" y="85319"/>
                  <a:pt x="581184" y="90885"/>
                </a:cubicBezTo>
                <a:cubicBezTo>
                  <a:pt x="584731" y="95163"/>
                  <a:pt x="588997" y="97301"/>
                  <a:pt x="593983" y="97301"/>
                </a:cubicBezTo>
                <a:cubicBezTo>
                  <a:pt x="597067" y="97301"/>
                  <a:pt x="599869" y="96440"/>
                  <a:pt x="602387" y="94718"/>
                </a:cubicBezTo>
                <a:cubicBezTo>
                  <a:pt x="604906" y="92997"/>
                  <a:pt x="607604" y="89900"/>
                  <a:pt x="610483" y="85428"/>
                </a:cubicBezTo>
                <a:lnTo>
                  <a:pt x="613104" y="87124"/>
                </a:lnTo>
                <a:cubicBezTo>
                  <a:pt x="609198" y="95091"/>
                  <a:pt x="604880" y="100732"/>
                  <a:pt x="600151" y="104048"/>
                </a:cubicBezTo>
                <a:cubicBezTo>
                  <a:pt x="595422" y="107363"/>
                  <a:pt x="589948" y="109021"/>
                  <a:pt x="583729" y="109021"/>
                </a:cubicBezTo>
                <a:cubicBezTo>
                  <a:pt x="573037" y="109021"/>
                  <a:pt x="564942" y="104905"/>
                  <a:pt x="559442" y="96672"/>
                </a:cubicBezTo>
                <a:cubicBezTo>
                  <a:pt x="555021" y="90035"/>
                  <a:pt x="552811" y="81803"/>
                  <a:pt x="552811" y="71976"/>
                </a:cubicBezTo>
                <a:cubicBezTo>
                  <a:pt x="552811" y="59935"/>
                  <a:pt x="556062" y="50352"/>
                  <a:pt x="562565" y="43227"/>
                </a:cubicBezTo>
                <a:cubicBezTo>
                  <a:pt x="569067" y="36100"/>
                  <a:pt x="576687" y="32537"/>
                  <a:pt x="585425" y="32537"/>
                </a:cubicBezTo>
                <a:cubicBezTo>
                  <a:pt x="592724" y="32537"/>
                  <a:pt x="599059" y="35531"/>
                  <a:pt x="604430" y="41519"/>
                </a:cubicBezTo>
                <a:cubicBezTo>
                  <a:pt x="609802" y="47507"/>
                  <a:pt x="612693" y="56386"/>
                  <a:pt x="613104" y="68157"/>
                </a:cubicBezTo>
                <a:moveTo>
                  <a:pt x="594137" y="63069"/>
                </a:moveTo>
                <a:cubicBezTo>
                  <a:pt x="594137" y="54793"/>
                  <a:pt x="593688" y="49113"/>
                  <a:pt x="592788" y="46029"/>
                </a:cubicBezTo>
                <a:cubicBezTo>
                  <a:pt x="591889" y="42945"/>
                  <a:pt x="590488" y="40606"/>
                  <a:pt x="588586" y="39013"/>
                </a:cubicBezTo>
                <a:cubicBezTo>
                  <a:pt x="587507" y="38088"/>
                  <a:pt x="586067" y="37625"/>
                  <a:pt x="584268" y="37625"/>
                </a:cubicBezTo>
                <a:cubicBezTo>
                  <a:pt x="581596" y="37625"/>
                  <a:pt x="579411" y="38936"/>
                  <a:pt x="577715" y="41557"/>
                </a:cubicBezTo>
                <a:cubicBezTo>
                  <a:pt x="574682" y="46132"/>
                  <a:pt x="573166" y="52403"/>
                  <a:pt x="573166" y="60370"/>
                </a:cubicBezTo>
                <a:lnTo>
                  <a:pt x="573166" y="63069"/>
                </a:lnTo>
                <a:lnTo>
                  <a:pt x="594137" y="63069"/>
                </a:lnTo>
                <a:close/>
                <a:moveTo>
                  <a:pt x="651538" y="34695"/>
                </a:moveTo>
                <a:lnTo>
                  <a:pt x="651538" y="44102"/>
                </a:lnTo>
                <a:cubicBezTo>
                  <a:pt x="655239" y="40065"/>
                  <a:pt x="658786" y="37129"/>
                  <a:pt x="662178" y="35293"/>
                </a:cubicBezTo>
                <a:cubicBezTo>
                  <a:pt x="665571" y="33455"/>
                  <a:pt x="669220" y="32537"/>
                  <a:pt x="673127" y="32537"/>
                </a:cubicBezTo>
                <a:cubicBezTo>
                  <a:pt x="677804" y="32537"/>
                  <a:pt x="681685" y="33836"/>
                  <a:pt x="684769" y="36435"/>
                </a:cubicBezTo>
                <a:cubicBezTo>
                  <a:pt x="687853" y="39034"/>
                  <a:pt x="689909" y="42263"/>
                  <a:pt x="690937" y="46123"/>
                </a:cubicBezTo>
                <a:cubicBezTo>
                  <a:pt x="691759" y="49058"/>
                  <a:pt x="692171" y="54694"/>
                  <a:pt x="692171" y="63032"/>
                </a:cubicBezTo>
                <a:lnTo>
                  <a:pt x="692171" y="91133"/>
                </a:lnTo>
                <a:cubicBezTo>
                  <a:pt x="692171" y="96684"/>
                  <a:pt x="692672" y="100141"/>
                  <a:pt x="693674" y="101503"/>
                </a:cubicBezTo>
                <a:cubicBezTo>
                  <a:pt x="694676" y="102865"/>
                  <a:pt x="696771" y="103726"/>
                  <a:pt x="699958" y="104086"/>
                </a:cubicBezTo>
                <a:lnTo>
                  <a:pt x="699958" y="106862"/>
                </a:lnTo>
                <a:lnTo>
                  <a:pt x="663489" y="106862"/>
                </a:lnTo>
                <a:lnTo>
                  <a:pt x="663489" y="104086"/>
                </a:lnTo>
                <a:cubicBezTo>
                  <a:pt x="666213" y="103726"/>
                  <a:pt x="668166" y="102596"/>
                  <a:pt x="669349" y="100694"/>
                </a:cubicBezTo>
                <a:cubicBezTo>
                  <a:pt x="670171" y="99409"/>
                  <a:pt x="670582" y="96222"/>
                  <a:pt x="670582" y="91133"/>
                </a:cubicBezTo>
                <a:lnTo>
                  <a:pt x="670582" y="59059"/>
                </a:lnTo>
                <a:cubicBezTo>
                  <a:pt x="670582" y="53148"/>
                  <a:pt x="670351" y="49422"/>
                  <a:pt x="669888" y="47880"/>
                </a:cubicBezTo>
                <a:cubicBezTo>
                  <a:pt x="669426" y="46338"/>
                  <a:pt x="668642" y="45143"/>
                  <a:pt x="667537" y="44294"/>
                </a:cubicBezTo>
                <a:cubicBezTo>
                  <a:pt x="666432" y="43446"/>
                  <a:pt x="665211" y="43022"/>
                  <a:pt x="663875" y="43022"/>
                </a:cubicBezTo>
                <a:cubicBezTo>
                  <a:pt x="659454" y="43022"/>
                  <a:pt x="655342" y="46209"/>
                  <a:pt x="651538" y="52583"/>
                </a:cubicBezTo>
                <a:lnTo>
                  <a:pt x="651538" y="91133"/>
                </a:lnTo>
                <a:cubicBezTo>
                  <a:pt x="651538" y="96530"/>
                  <a:pt x="652040" y="99948"/>
                  <a:pt x="653042" y="101388"/>
                </a:cubicBezTo>
                <a:cubicBezTo>
                  <a:pt x="654044" y="102827"/>
                  <a:pt x="655907" y="103726"/>
                  <a:pt x="658632" y="104086"/>
                </a:cubicBezTo>
                <a:lnTo>
                  <a:pt x="658632" y="106862"/>
                </a:lnTo>
                <a:lnTo>
                  <a:pt x="622163" y="106862"/>
                </a:lnTo>
                <a:lnTo>
                  <a:pt x="622163" y="104086"/>
                </a:lnTo>
                <a:cubicBezTo>
                  <a:pt x="625196" y="103778"/>
                  <a:pt x="627354" y="102801"/>
                  <a:pt x="628639" y="101156"/>
                </a:cubicBezTo>
                <a:cubicBezTo>
                  <a:pt x="629513" y="100026"/>
                  <a:pt x="629950" y="96684"/>
                  <a:pt x="629950" y="91133"/>
                </a:cubicBezTo>
                <a:lnTo>
                  <a:pt x="629950" y="50424"/>
                </a:lnTo>
                <a:cubicBezTo>
                  <a:pt x="629950" y="44910"/>
                  <a:pt x="629449" y="41476"/>
                  <a:pt x="628447" y="40124"/>
                </a:cubicBezTo>
                <a:cubicBezTo>
                  <a:pt x="627444" y="38771"/>
                  <a:pt x="625350" y="37887"/>
                  <a:pt x="622163" y="37471"/>
                </a:cubicBezTo>
                <a:lnTo>
                  <a:pt x="622163" y="34695"/>
                </a:lnTo>
                <a:lnTo>
                  <a:pt x="651538" y="34695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33705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2026-09-05T08:54:55.0790000Z</dcterms:created>
  <dcterms:modified xsi:type="dcterms:W3CDTF">2026-09-05T08:54:55.0790000Z</dcterms:modified>
</coreProperties>
</file>